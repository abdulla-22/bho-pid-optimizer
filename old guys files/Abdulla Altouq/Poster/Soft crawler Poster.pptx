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21396325" cy="30267275"/>
  <p:notesSz cx="6858000" cy="9144000"/>
  <p:defaultTextStyle>
    <a:defPPr>
      <a:defRPr lang="en-US"/>
    </a:defPPr>
    <a:lvl1pPr marL="0" algn="l" defTabSz="2479853" rtl="0" eaLnBrk="1" latinLnBrk="0" hangingPunct="1">
      <a:defRPr sz="4882" kern="1200">
        <a:solidFill>
          <a:schemeClr val="tx1"/>
        </a:solidFill>
        <a:latin typeface="+mn-lt"/>
        <a:ea typeface="+mn-ea"/>
        <a:cs typeface="+mn-cs"/>
      </a:defRPr>
    </a:lvl1pPr>
    <a:lvl2pPr marL="1239926" algn="l" defTabSz="2479853" rtl="0" eaLnBrk="1" latinLnBrk="0" hangingPunct="1">
      <a:defRPr sz="4882" kern="1200">
        <a:solidFill>
          <a:schemeClr val="tx1"/>
        </a:solidFill>
        <a:latin typeface="+mn-lt"/>
        <a:ea typeface="+mn-ea"/>
        <a:cs typeface="+mn-cs"/>
      </a:defRPr>
    </a:lvl2pPr>
    <a:lvl3pPr marL="2479853" algn="l" defTabSz="2479853" rtl="0" eaLnBrk="1" latinLnBrk="0" hangingPunct="1">
      <a:defRPr sz="4882" kern="1200">
        <a:solidFill>
          <a:schemeClr val="tx1"/>
        </a:solidFill>
        <a:latin typeface="+mn-lt"/>
        <a:ea typeface="+mn-ea"/>
        <a:cs typeface="+mn-cs"/>
      </a:defRPr>
    </a:lvl3pPr>
    <a:lvl4pPr marL="3719779" algn="l" defTabSz="2479853" rtl="0" eaLnBrk="1" latinLnBrk="0" hangingPunct="1">
      <a:defRPr sz="4882" kern="1200">
        <a:solidFill>
          <a:schemeClr val="tx1"/>
        </a:solidFill>
        <a:latin typeface="+mn-lt"/>
        <a:ea typeface="+mn-ea"/>
        <a:cs typeface="+mn-cs"/>
      </a:defRPr>
    </a:lvl4pPr>
    <a:lvl5pPr marL="4959706" algn="l" defTabSz="2479853" rtl="0" eaLnBrk="1" latinLnBrk="0" hangingPunct="1">
      <a:defRPr sz="4882" kern="1200">
        <a:solidFill>
          <a:schemeClr val="tx1"/>
        </a:solidFill>
        <a:latin typeface="+mn-lt"/>
        <a:ea typeface="+mn-ea"/>
        <a:cs typeface="+mn-cs"/>
      </a:defRPr>
    </a:lvl5pPr>
    <a:lvl6pPr marL="6199632" algn="l" defTabSz="2479853" rtl="0" eaLnBrk="1" latinLnBrk="0" hangingPunct="1">
      <a:defRPr sz="4882" kern="1200">
        <a:solidFill>
          <a:schemeClr val="tx1"/>
        </a:solidFill>
        <a:latin typeface="+mn-lt"/>
        <a:ea typeface="+mn-ea"/>
        <a:cs typeface="+mn-cs"/>
      </a:defRPr>
    </a:lvl6pPr>
    <a:lvl7pPr marL="7439558" algn="l" defTabSz="2479853" rtl="0" eaLnBrk="1" latinLnBrk="0" hangingPunct="1">
      <a:defRPr sz="4882" kern="1200">
        <a:solidFill>
          <a:schemeClr val="tx1"/>
        </a:solidFill>
        <a:latin typeface="+mn-lt"/>
        <a:ea typeface="+mn-ea"/>
        <a:cs typeface="+mn-cs"/>
      </a:defRPr>
    </a:lvl7pPr>
    <a:lvl8pPr marL="8679485" algn="l" defTabSz="2479853" rtl="0" eaLnBrk="1" latinLnBrk="0" hangingPunct="1">
      <a:defRPr sz="4882" kern="1200">
        <a:solidFill>
          <a:schemeClr val="tx1"/>
        </a:solidFill>
        <a:latin typeface="+mn-lt"/>
        <a:ea typeface="+mn-ea"/>
        <a:cs typeface="+mn-cs"/>
      </a:defRPr>
    </a:lvl8pPr>
    <a:lvl9pPr marL="9919411" algn="l" defTabSz="2479853" rtl="0" eaLnBrk="1" latinLnBrk="0" hangingPunct="1">
      <a:defRPr sz="4882"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885341-D962-542F-AB7A-2EE7DBB0D9AF}" name="Iftikhar Ahmad" initials="IA" userId="S::Iftikhar.Ahmad@polytechnic.bh::0b815c6e-896b-4eaa-a2bc-02c1a5cb9db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 d="100"/>
          <a:sy n="18" d="100"/>
        </p:scale>
        <p:origin x="26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ECF5-0203-1F96-8FDF-3F652E8B6514}"/>
              </a:ext>
            </a:extLst>
          </p:cNvPr>
          <p:cNvSpPr>
            <a:spLocks noGrp="1"/>
          </p:cNvSpPr>
          <p:nvPr>
            <p:ph type="ctrTitle"/>
          </p:nvPr>
        </p:nvSpPr>
        <p:spPr>
          <a:xfrm>
            <a:off x="2674541" y="4953466"/>
            <a:ext cx="16047244" cy="10537496"/>
          </a:xfrm>
        </p:spPr>
        <p:txBody>
          <a:bodyPr anchor="b"/>
          <a:lstStyle>
            <a:lvl1pPr algn="ctr">
              <a:defRPr sz="10529"/>
            </a:lvl1pPr>
          </a:lstStyle>
          <a:p>
            <a:r>
              <a:rPr lang="en-US"/>
              <a:t>Click to edit Master title style</a:t>
            </a:r>
          </a:p>
        </p:txBody>
      </p:sp>
      <p:sp>
        <p:nvSpPr>
          <p:cNvPr id="3" name="Subtitle 2">
            <a:extLst>
              <a:ext uri="{FF2B5EF4-FFF2-40B4-BE49-F238E27FC236}">
                <a16:creationId xmlns:a16="http://schemas.microsoft.com/office/drawing/2014/main" id="{EAE456BC-2BBB-9E8F-E112-DA8A7B316CDD}"/>
              </a:ext>
            </a:extLst>
          </p:cNvPr>
          <p:cNvSpPr>
            <a:spLocks noGrp="1"/>
          </p:cNvSpPr>
          <p:nvPr>
            <p:ph type="subTitle" idx="1"/>
          </p:nvPr>
        </p:nvSpPr>
        <p:spPr>
          <a:xfrm>
            <a:off x="2674541" y="15897328"/>
            <a:ext cx="16047244" cy="7307583"/>
          </a:xfrm>
        </p:spPr>
        <p:txBody>
          <a:bodyPr/>
          <a:lstStyle>
            <a:lvl1pPr marL="0" indent="0" algn="ctr">
              <a:buNone/>
              <a:defRPr sz="4212"/>
            </a:lvl1pPr>
            <a:lvl2pPr marL="802340" indent="0" algn="ctr">
              <a:buNone/>
              <a:defRPr sz="3510"/>
            </a:lvl2pPr>
            <a:lvl3pPr marL="1604681" indent="0" algn="ctr">
              <a:buNone/>
              <a:defRPr sz="3159"/>
            </a:lvl3pPr>
            <a:lvl4pPr marL="2407021" indent="0" algn="ctr">
              <a:buNone/>
              <a:defRPr sz="2808"/>
            </a:lvl4pPr>
            <a:lvl5pPr marL="3209361" indent="0" algn="ctr">
              <a:buNone/>
              <a:defRPr sz="2808"/>
            </a:lvl5pPr>
            <a:lvl6pPr marL="4011701" indent="0" algn="ctr">
              <a:buNone/>
              <a:defRPr sz="2808"/>
            </a:lvl6pPr>
            <a:lvl7pPr marL="4814042" indent="0" algn="ctr">
              <a:buNone/>
              <a:defRPr sz="2808"/>
            </a:lvl7pPr>
            <a:lvl8pPr marL="5616382" indent="0" algn="ctr">
              <a:buNone/>
              <a:defRPr sz="2808"/>
            </a:lvl8pPr>
            <a:lvl9pPr marL="6418722" indent="0" algn="ctr">
              <a:buNone/>
              <a:defRPr sz="2808"/>
            </a:lvl9pPr>
          </a:lstStyle>
          <a:p>
            <a:r>
              <a:rPr lang="en-US"/>
              <a:t>Click to edit Master subtitle style</a:t>
            </a:r>
          </a:p>
        </p:txBody>
      </p:sp>
      <p:sp>
        <p:nvSpPr>
          <p:cNvPr id="4" name="Date Placeholder 3">
            <a:extLst>
              <a:ext uri="{FF2B5EF4-FFF2-40B4-BE49-F238E27FC236}">
                <a16:creationId xmlns:a16="http://schemas.microsoft.com/office/drawing/2014/main" id="{289ACFF5-A388-CB0A-16E3-7FDDA3CA12D2}"/>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5" name="Footer Placeholder 4">
            <a:extLst>
              <a:ext uri="{FF2B5EF4-FFF2-40B4-BE49-F238E27FC236}">
                <a16:creationId xmlns:a16="http://schemas.microsoft.com/office/drawing/2014/main" id="{D09F041D-E8AC-384C-E315-4671D8812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0E0D99-0F77-F690-B776-C5FC5836FD74}"/>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793823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A2355-609B-31E2-36ED-B328CF9EF2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683E7-7171-A8A0-44DB-C4730554EE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956A66-1D0B-14B7-D77A-5020B51A7543}"/>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5" name="Footer Placeholder 4">
            <a:extLst>
              <a:ext uri="{FF2B5EF4-FFF2-40B4-BE49-F238E27FC236}">
                <a16:creationId xmlns:a16="http://schemas.microsoft.com/office/drawing/2014/main" id="{B57EA2A2-989B-B030-4EC3-F8321512B9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8EC69-FA2A-8B8F-D65C-B5EE957E63F0}"/>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1078071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B870-FE47-470A-C41F-940AB7BB4B56}"/>
              </a:ext>
            </a:extLst>
          </p:cNvPr>
          <p:cNvSpPr>
            <a:spLocks noGrp="1"/>
          </p:cNvSpPr>
          <p:nvPr>
            <p:ph type="title"/>
          </p:nvPr>
        </p:nvSpPr>
        <p:spPr>
          <a:xfrm>
            <a:off x="1459854" y="7545804"/>
            <a:ext cx="18454330" cy="12590343"/>
          </a:xfrm>
        </p:spPr>
        <p:txBody>
          <a:bodyPr anchor="b"/>
          <a:lstStyle>
            <a:lvl1pPr>
              <a:defRPr sz="10529"/>
            </a:lvl1pPr>
          </a:lstStyle>
          <a:p>
            <a:r>
              <a:rPr lang="en-US"/>
              <a:t>Click to edit Master title style</a:t>
            </a:r>
          </a:p>
        </p:txBody>
      </p:sp>
      <p:sp>
        <p:nvSpPr>
          <p:cNvPr id="3" name="Text Placeholder 2">
            <a:extLst>
              <a:ext uri="{FF2B5EF4-FFF2-40B4-BE49-F238E27FC236}">
                <a16:creationId xmlns:a16="http://schemas.microsoft.com/office/drawing/2014/main" id="{78ACFF64-AC04-C858-097D-66F751D9EDD8}"/>
              </a:ext>
            </a:extLst>
          </p:cNvPr>
          <p:cNvSpPr>
            <a:spLocks noGrp="1"/>
          </p:cNvSpPr>
          <p:nvPr>
            <p:ph type="body" idx="1"/>
          </p:nvPr>
        </p:nvSpPr>
        <p:spPr>
          <a:xfrm>
            <a:off x="1459854" y="20255257"/>
            <a:ext cx="18454330" cy="6620964"/>
          </a:xfrm>
        </p:spPr>
        <p:txBody>
          <a:bodyPr/>
          <a:lstStyle>
            <a:lvl1pPr marL="0" indent="0">
              <a:buNone/>
              <a:defRPr sz="4212">
                <a:solidFill>
                  <a:schemeClr val="tx1">
                    <a:tint val="75000"/>
                  </a:schemeClr>
                </a:solidFill>
              </a:defRPr>
            </a:lvl1pPr>
            <a:lvl2pPr marL="802340" indent="0">
              <a:buNone/>
              <a:defRPr sz="3510">
                <a:solidFill>
                  <a:schemeClr val="tx1">
                    <a:tint val="75000"/>
                  </a:schemeClr>
                </a:solidFill>
              </a:defRPr>
            </a:lvl2pPr>
            <a:lvl3pPr marL="1604681" indent="0">
              <a:buNone/>
              <a:defRPr sz="3159">
                <a:solidFill>
                  <a:schemeClr val="tx1">
                    <a:tint val="75000"/>
                  </a:schemeClr>
                </a:solidFill>
              </a:defRPr>
            </a:lvl3pPr>
            <a:lvl4pPr marL="2407021" indent="0">
              <a:buNone/>
              <a:defRPr sz="2808">
                <a:solidFill>
                  <a:schemeClr val="tx1">
                    <a:tint val="75000"/>
                  </a:schemeClr>
                </a:solidFill>
              </a:defRPr>
            </a:lvl4pPr>
            <a:lvl5pPr marL="3209361" indent="0">
              <a:buNone/>
              <a:defRPr sz="2808">
                <a:solidFill>
                  <a:schemeClr val="tx1">
                    <a:tint val="75000"/>
                  </a:schemeClr>
                </a:solidFill>
              </a:defRPr>
            </a:lvl5pPr>
            <a:lvl6pPr marL="4011701" indent="0">
              <a:buNone/>
              <a:defRPr sz="2808">
                <a:solidFill>
                  <a:schemeClr val="tx1">
                    <a:tint val="75000"/>
                  </a:schemeClr>
                </a:solidFill>
              </a:defRPr>
            </a:lvl6pPr>
            <a:lvl7pPr marL="4814042" indent="0">
              <a:buNone/>
              <a:defRPr sz="2808">
                <a:solidFill>
                  <a:schemeClr val="tx1">
                    <a:tint val="75000"/>
                  </a:schemeClr>
                </a:solidFill>
              </a:defRPr>
            </a:lvl7pPr>
            <a:lvl8pPr marL="5616382" indent="0">
              <a:buNone/>
              <a:defRPr sz="2808">
                <a:solidFill>
                  <a:schemeClr val="tx1">
                    <a:tint val="75000"/>
                  </a:schemeClr>
                </a:solidFill>
              </a:defRPr>
            </a:lvl8pPr>
            <a:lvl9pPr marL="6418722" indent="0">
              <a:buNone/>
              <a:defRPr sz="2808">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EFB4A2-764E-A11A-52B4-A97D173E3B72}"/>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5" name="Footer Placeholder 4">
            <a:extLst>
              <a:ext uri="{FF2B5EF4-FFF2-40B4-BE49-F238E27FC236}">
                <a16:creationId xmlns:a16="http://schemas.microsoft.com/office/drawing/2014/main" id="{6C5112D6-5904-BD19-90C2-87DA87B4B4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B22E84-7806-4277-D444-4A8592F1B81E}"/>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928753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032BB-D366-A790-8A84-A86033815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F5B6F3-6CEB-B051-C82A-FE8302CD8703}"/>
              </a:ext>
            </a:extLst>
          </p:cNvPr>
          <p:cNvSpPr>
            <a:spLocks noGrp="1"/>
          </p:cNvSpPr>
          <p:nvPr>
            <p:ph sz="half" idx="1"/>
          </p:nvPr>
        </p:nvSpPr>
        <p:spPr>
          <a:xfrm>
            <a:off x="1470997"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554C4E-49FE-B005-395E-FAEEEE290DE8}"/>
              </a:ext>
            </a:extLst>
          </p:cNvPr>
          <p:cNvSpPr>
            <a:spLocks noGrp="1"/>
          </p:cNvSpPr>
          <p:nvPr>
            <p:ph sz="half" idx="2"/>
          </p:nvPr>
        </p:nvSpPr>
        <p:spPr>
          <a:xfrm>
            <a:off x="10831890" y="8057261"/>
            <a:ext cx="9093438" cy="192043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60EE9B-694C-FE86-0A88-9ECB5F3C3344}"/>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6" name="Footer Placeholder 5">
            <a:extLst>
              <a:ext uri="{FF2B5EF4-FFF2-40B4-BE49-F238E27FC236}">
                <a16:creationId xmlns:a16="http://schemas.microsoft.com/office/drawing/2014/main" id="{4732A1F5-0AEB-5115-7DC8-AF70378160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EAC524-528C-41ED-AE28-BB93091DDF11}"/>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394757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3E159-1021-FE13-29FE-47FB5373FBB2}"/>
              </a:ext>
            </a:extLst>
          </p:cNvPr>
          <p:cNvSpPr>
            <a:spLocks noGrp="1"/>
          </p:cNvSpPr>
          <p:nvPr>
            <p:ph type="title"/>
          </p:nvPr>
        </p:nvSpPr>
        <p:spPr>
          <a:xfrm>
            <a:off x="1473784" y="1611454"/>
            <a:ext cx="18454330" cy="5850274"/>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7D1A31-372F-EEB1-0892-287AB618FD33}"/>
              </a:ext>
            </a:extLst>
          </p:cNvPr>
          <p:cNvSpPr>
            <a:spLocks noGrp="1"/>
          </p:cNvSpPr>
          <p:nvPr>
            <p:ph type="body" idx="1"/>
          </p:nvPr>
        </p:nvSpPr>
        <p:spPr>
          <a:xfrm>
            <a:off x="1473785" y="7419688"/>
            <a:ext cx="9051648" cy="3636275"/>
          </a:xfrm>
        </p:spPr>
        <p:txBody>
          <a:bodyPr anchor="b"/>
          <a:lstStyle>
            <a:lvl1pPr marL="0" indent="0">
              <a:buNone/>
              <a:defRPr sz="4212" b="1"/>
            </a:lvl1pPr>
            <a:lvl2pPr marL="802340" indent="0">
              <a:buNone/>
              <a:defRPr sz="3510" b="1"/>
            </a:lvl2pPr>
            <a:lvl3pPr marL="1604681" indent="0">
              <a:buNone/>
              <a:defRPr sz="3159" b="1"/>
            </a:lvl3pPr>
            <a:lvl4pPr marL="2407021" indent="0">
              <a:buNone/>
              <a:defRPr sz="2808" b="1"/>
            </a:lvl4pPr>
            <a:lvl5pPr marL="3209361" indent="0">
              <a:buNone/>
              <a:defRPr sz="2808" b="1"/>
            </a:lvl5pPr>
            <a:lvl6pPr marL="4011701" indent="0">
              <a:buNone/>
              <a:defRPr sz="2808" b="1"/>
            </a:lvl6pPr>
            <a:lvl7pPr marL="4814042" indent="0">
              <a:buNone/>
              <a:defRPr sz="2808" b="1"/>
            </a:lvl7pPr>
            <a:lvl8pPr marL="5616382" indent="0">
              <a:buNone/>
              <a:defRPr sz="2808" b="1"/>
            </a:lvl8pPr>
            <a:lvl9pPr marL="6418722" indent="0">
              <a:buNone/>
              <a:defRPr sz="2808" b="1"/>
            </a:lvl9pPr>
          </a:lstStyle>
          <a:p>
            <a:pPr lvl="0"/>
            <a:r>
              <a:rPr lang="en-US"/>
              <a:t>Click to edit Master text styles</a:t>
            </a:r>
          </a:p>
        </p:txBody>
      </p:sp>
      <p:sp>
        <p:nvSpPr>
          <p:cNvPr id="4" name="Content Placeholder 3">
            <a:extLst>
              <a:ext uri="{FF2B5EF4-FFF2-40B4-BE49-F238E27FC236}">
                <a16:creationId xmlns:a16="http://schemas.microsoft.com/office/drawing/2014/main" id="{8AA9FA7E-C492-4B51-A587-DFFC33119EDE}"/>
              </a:ext>
            </a:extLst>
          </p:cNvPr>
          <p:cNvSpPr>
            <a:spLocks noGrp="1"/>
          </p:cNvSpPr>
          <p:nvPr>
            <p:ph sz="half" idx="2"/>
          </p:nvPr>
        </p:nvSpPr>
        <p:spPr>
          <a:xfrm>
            <a:off x="1473785" y="11055963"/>
            <a:ext cx="9051648"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5F874D-4406-4D2A-B175-AFFB6F31063B}"/>
              </a:ext>
            </a:extLst>
          </p:cNvPr>
          <p:cNvSpPr>
            <a:spLocks noGrp="1"/>
          </p:cNvSpPr>
          <p:nvPr>
            <p:ph type="body" sz="quarter" idx="3"/>
          </p:nvPr>
        </p:nvSpPr>
        <p:spPr>
          <a:xfrm>
            <a:off x="10831890" y="7419688"/>
            <a:ext cx="9096225" cy="3636275"/>
          </a:xfrm>
        </p:spPr>
        <p:txBody>
          <a:bodyPr anchor="b"/>
          <a:lstStyle>
            <a:lvl1pPr marL="0" indent="0">
              <a:buNone/>
              <a:defRPr sz="4212" b="1"/>
            </a:lvl1pPr>
            <a:lvl2pPr marL="802340" indent="0">
              <a:buNone/>
              <a:defRPr sz="3510" b="1"/>
            </a:lvl2pPr>
            <a:lvl3pPr marL="1604681" indent="0">
              <a:buNone/>
              <a:defRPr sz="3159" b="1"/>
            </a:lvl3pPr>
            <a:lvl4pPr marL="2407021" indent="0">
              <a:buNone/>
              <a:defRPr sz="2808" b="1"/>
            </a:lvl4pPr>
            <a:lvl5pPr marL="3209361" indent="0">
              <a:buNone/>
              <a:defRPr sz="2808" b="1"/>
            </a:lvl5pPr>
            <a:lvl6pPr marL="4011701" indent="0">
              <a:buNone/>
              <a:defRPr sz="2808" b="1"/>
            </a:lvl6pPr>
            <a:lvl7pPr marL="4814042" indent="0">
              <a:buNone/>
              <a:defRPr sz="2808" b="1"/>
            </a:lvl7pPr>
            <a:lvl8pPr marL="5616382" indent="0">
              <a:buNone/>
              <a:defRPr sz="2808" b="1"/>
            </a:lvl8pPr>
            <a:lvl9pPr marL="6418722" indent="0">
              <a:buNone/>
              <a:defRPr sz="2808" b="1"/>
            </a:lvl9pPr>
          </a:lstStyle>
          <a:p>
            <a:pPr lvl="0"/>
            <a:r>
              <a:rPr lang="en-US"/>
              <a:t>Click to edit Master text styles</a:t>
            </a:r>
          </a:p>
        </p:txBody>
      </p:sp>
      <p:sp>
        <p:nvSpPr>
          <p:cNvPr id="6" name="Content Placeholder 5">
            <a:extLst>
              <a:ext uri="{FF2B5EF4-FFF2-40B4-BE49-F238E27FC236}">
                <a16:creationId xmlns:a16="http://schemas.microsoft.com/office/drawing/2014/main" id="{77694D66-50CE-1649-21E2-6E684E7C2363}"/>
              </a:ext>
            </a:extLst>
          </p:cNvPr>
          <p:cNvSpPr>
            <a:spLocks noGrp="1"/>
          </p:cNvSpPr>
          <p:nvPr>
            <p:ph sz="quarter" idx="4"/>
          </p:nvPr>
        </p:nvSpPr>
        <p:spPr>
          <a:xfrm>
            <a:off x="10831890" y="11055963"/>
            <a:ext cx="9096225" cy="162616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D2FDBF-B318-6A7A-B884-117DEC31B820}"/>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8" name="Footer Placeholder 7">
            <a:extLst>
              <a:ext uri="{FF2B5EF4-FFF2-40B4-BE49-F238E27FC236}">
                <a16:creationId xmlns:a16="http://schemas.microsoft.com/office/drawing/2014/main" id="{7F573E42-35B6-1B12-F156-F7A1E0818B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6B0289-F5A8-B50F-B121-54196A95F056}"/>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578133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64910-6A4D-6001-E0FB-455082E696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3920AA-1830-982E-0EF4-0AA8F40E9AFD}"/>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4" name="Footer Placeholder 3">
            <a:extLst>
              <a:ext uri="{FF2B5EF4-FFF2-40B4-BE49-F238E27FC236}">
                <a16:creationId xmlns:a16="http://schemas.microsoft.com/office/drawing/2014/main" id="{6B9D582B-C11C-A315-29BA-ADCF79463B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300A28-F935-81AC-88FC-6E89005F2EDB}"/>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759043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FA654B-7DD8-2F3E-60C7-4026DD5D990E}"/>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3" name="Footer Placeholder 2">
            <a:extLst>
              <a:ext uri="{FF2B5EF4-FFF2-40B4-BE49-F238E27FC236}">
                <a16:creationId xmlns:a16="http://schemas.microsoft.com/office/drawing/2014/main" id="{137B78D7-32C3-A727-A196-802B7DF27F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49005A-D4DC-B63A-CF7F-F940A6AB93EE}"/>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291491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3CFDF-83B3-62BE-AB05-6DBC0CD71948}"/>
              </a:ext>
            </a:extLst>
          </p:cNvPr>
          <p:cNvSpPr>
            <a:spLocks noGrp="1"/>
          </p:cNvSpPr>
          <p:nvPr>
            <p:ph type="title"/>
          </p:nvPr>
        </p:nvSpPr>
        <p:spPr>
          <a:xfrm>
            <a:off x="1473785" y="2017818"/>
            <a:ext cx="6900871" cy="7062364"/>
          </a:xfrm>
        </p:spPr>
        <p:txBody>
          <a:bodyPr anchor="b"/>
          <a:lstStyle>
            <a:lvl1pPr>
              <a:defRPr sz="5616"/>
            </a:lvl1pPr>
          </a:lstStyle>
          <a:p>
            <a:r>
              <a:rPr lang="en-US"/>
              <a:t>Click to edit Master title style</a:t>
            </a:r>
          </a:p>
        </p:txBody>
      </p:sp>
      <p:sp>
        <p:nvSpPr>
          <p:cNvPr id="3" name="Content Placeholder 2">
            <a:extLst>
              <a:ext uri="{FF2B5EF4-FFF2-40B4-BE49-F238E27FC236}">
                <a16:creationId xmlns:a16="http://schemas.microsoft.com/office/drawing/2014/main" id="{20C5B034-801E-F059-B67B-46DDD8658746}"/>
              </a:ext>
            </a:extLst>
          </p:cNvPr>
          <p:cNvSpPr>
            <a:spLocks noGrp="1"/>
          </p:cNvSpPr>
          <p:nvPr>
            <p:ph idx="1"/>
          </p:nvPr>
        </p:nvSpPr>
        <p:spPr>
          <a:xfrm>
            <a:off x="9096225" y="4357929"/>
            <a:ext cx="10831890" cy="21509383"/>
          </a:xfrm>
        </p:spPr>
        <p:txBody>
          <a:bodyPr/>
          <a:lstStyle>
            <a:lvl1pPr>
              <a:defRPr sz="5616"/>
            </a:lvl1pPr>
            <a:lvl2pPr>
              <a:defRPr sz="4914"/>
            </a:lvl2pPr>
            <a:lvl3pPr>
              <a:defRPr sz="4212"/>
            </a:lvl3pPr>
            <a:lvl4pPr>
              <a:defRPr sz="3510"/>
            </a:lvl4pPr>
            <a:lvl5pPr>
              <a:defRPr sz="3510"/>
            </a:lvl5pPr>
            <a:lvl6pPr>
              <a:defRPr sz="3510"/>
            </a:lvl6pPr>
            <a:lvl7pPr>
              <a:defRPr sz="3510"/>
            </a:lvl7pPr>
            <a:lvl8pPr>
              <a:defRPr sz="3510"/>
            </a:lvl8pPr>
            <a:lvl9pPr>
              <a:defRPr sz="351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2EC695-66C9-0E30-6DB6-786385F6B907}"/>
              </a:ext>
            </a:extLst>
          </p:cNvPr>
          <p:cNvSpPr>
            <a:spLocks noGrp="1"/>
          </p:cNvSpPr>
          <p:nvPr>
            <p:ph type="body" sz="half" idx="2"/>
          </p:nvPr>
        </p:nvSpPr>
        <p:spPr>
          <a:xfrm>
            <a:off x="1473785" y="9080183"/>
            <a:ext cx="6900871" cy="16822161"/>
          </a:xfrm>
        </p:spPr>
        <p:txBody>
          <a:bodyPr/>
          <a:lstStyle>
            <a:lvl1pPr marL="0" indent="0">
              <a:buNone/>
              <a:defRPr sz="2808"/>
            </a:lvl1pPr>
            <a:lvl2pPr marL="802340" indent="0">
              <a:buNone/>
              <a:defRPr sz="2457"/>
            </a:lvl2pPr>
            <a:lvl3pPr marL="1604681" indent="0">
              <a:buNone/>
              <a:defRPr sz="2106"/>
            </a:lvl3pPr>
            <a:lvl4pPr marL="2407021" indent="0">
              <a:buNone/>
              <a:defRPr sz="1755"/>
            </a:lvl4pPr>
            <a:lvl5pPr marL="3209361" indent="0">
              <a:buNone/>
              <a:defRPr sz="1755"/>
            </a:lvl5pPr>
            <a:lvl6pPr marL="4011701" indent="0">
              <a:buNone/>
              <a:defRPr sz="1755"/>
            </a:lvl6pPr>
            <a:lvl7pPr marL="4814042" indent="0">
              <a:buNone/>
              <a:defRPr sz="1755"/>
            </a:lvl7pPr>
            <a:lvl8pPr marL="5616382" indent="0">
              <a:buNone/>
              <a:defRPr sz="1755"/>
            </a:lvl8pPr>
            <a:lvl9pPr marL="6418722" indent="0">
              <a:buNone/>
              <a:defRPr sz="1755"/>
            </a:lvl9pPr>
          </a:lstStyle>
          <a:p>
            <a:pPr lvl="0"/>
            <a:r>
              <a:rPr lang="en-US"/>
              <a:t>Click to edit Master text styles</a:t>
            </a:r>
          </a:p>
        </p:txBody>
      </p:sp>
      <p:sp>
        <p:nvSpPr>
          <p:cNvPr id="5" name="Date Placeholder 4">
            <a:extLst>
              <a:ext uri="{FF2B5EF4-FFF2-40B4-BE49-F238E27FC236}">
                <a16:creationId xmlns:a16="http://schemas.microsoft.com/office/drawing/2014/main" id="{662AB07E-E5B4-A67F-33B2-847796EAE2AD}"/>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6" name="Footer Placeholder 5">
            <a:extLst>
              <a:ext uri="{FF2B5EF4-FFF2-40B4-BE49-F238E27FC236}">
                <a16:creationId xmlns:a16="http://schemas.microsoft.com/office/drawing/2014/main" id="{5BCB575F-885A-A163-186B-127D459E9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D7AE7F-3D5A-BB3E-654E-DCB654195021}"/>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755970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E9AB0-71F5-0419-C0EA-9F9E798BD242}"/>
              </a:ext>
            </a:extLst>
          </p:cNvPr>
          <p:cNvSpPr>
            <a:spLocks noGrp="1"/>
          </p:cNvSpPr>
          <p:nvPr>
            <p:ph type="title"/>
          </p:nvPr>
        </p:nvSpPr>
        <p:spPr>
          <a:xfrm>
            <a:off x="1473785" y="2017818"/>
            <a:ext cx="6900871" cy="7062364"/>
          </a:xfrm>
        </p:spPr>
        <p:txBody>
          <a:bodyPr anchor="b"/>
          <a:lstStyle>
            <a:lvl1pPr>
              <a:defRPr sz="5616"/>
            </a:lvl1pPr>
          </a:lstStyle>
          <a:p>
            <a:r>
              <a:rPr lang="en-US"/>
              <a:t>Click to edit Master title style</a:t>
            </a:r>
          </a:p>
        </p:txBody>
      </p:sp>
      <p:sp>
        <p:nvSpPr>
          <p:cNvPr id="3" name="Picture Placeholder 2">
            <a:extLst>
              <a:ext uri="{FF2B5EF4-FFF2-40B4-BE49-F238E27FC236}">
                <a16:creationId xmlns:a16="http://schemas.microsoft.com/office/drawing/2014/main" id="{3E362D0E-574A-D9A0-8C1B-330772D5A008}"/>
              </a:ext>
            </a:extLst>
          </p:cNvPr>
          <p:cNvSpPr>
            <a:spLocks noGrp="1"/>
          </p:cNvSpPr>
          <p:nvPr>
            <p:ph type="pic" idx="1"/>
          </p:nvPr>
        </p:nvSpPr>
        <p:spPr>
          <a:xfrm>
            <a:off x="9096225" y="4357929"/>
            <a:ext cx="10831890" cy="21509383"/>
          </a:xfrm>
        </p:spPr>
        <p:txBody>
          <a:bodyPr/>
          <a:lstStyle>
            <a:lvl1pPr marL="0" indent="0">
              <a:buNone/>
              <a:defRPr sz="5616"/>
            </a:lvl1pPr>
            <a:lvl2pPr marL="802340" indent="0">
              <a:buNone/>
              <a:defRPr sz="4914"/>
            </a:lvl2pPr>
            <a:lvl3pPr marL="1604681" indent="0">
              <a:buNone/>
              <a:defRPr sz="4212"/>
            </a:lvl3pPr>
            <a:lvl4pPr marL="2407021" indent="0">
              <a:buNone/>
              <a:defRPr sz="3510"/>
            </a:lvl4pPr>
            <a:lvl5pPr marL="3209361" indent="0">
              <a:buNone/>
              <a:defRPr sz="3510"/>
            </a:lvl5pPr>
            <a:lvl6pPr marL="4011701" indent="0">
              <a:buNone/>
              <a:defRPr sz="3510"/>
            </a:lvl6pPr>
            <a:lvl7pPr marL="4814042" indent="0">
              <a:buNone/>
              <a:defRPr sz="3510"/>
            </a:lvl7pPr>
            <a:lvl8pPr marL="5616382" indent="0">
              <a:buNone/>
              <a:defRPr sz="3510"/>
            </a:lvl8pPr>
            <a:lvl9pPr marL="6418722" indent="0">
              <a:buNone/>
              <a:defRPr sz="3510"/>
            </a:lvl9pPr>
          </a:lstStyle>
          <a:p>
            <a:endParaRPr lang="en-US"/>
          </a:p>
        </p:txBody>
      </p:sp>
      <p:sp>
        <p:nvSpPr>
          <p:cNvPr id="4" name="Text Placeholder 3">
            <a:extLst>
              <a:ext uri="{FF2B5EF4-FFF2-40B4-BE49-F238E27FC236}">
                <a16:creationId xmlns:a16="http://schemas.microsoft.com/office/drawing/2014/main" id="{2F248EB3-E2C7-9E72-D012-D17FC77C6EE4}"/>
              </a:ext>
            </a:extLst>
          </p:cNvPr>
          <p:cNvSpPr>
            <a:spLocks noGrp="1"/>
          </p:cNvSpPr>
          <p:nvPr>
            <p:ph type="body" sz="half" idx="2"/>
          </p:nvPr>
        </p:nvSpPr>
        <p:spPr>
          <a:xfrm>
            <a:off x="1473785" y="9080183"/>
            <a:ext cx="6900871" cy="16822161"/>
          </a:xfrm>
        </p:spPr>
        <p:txBody>
          <a:bodyPr/>
          <a:lstStyle>
            <a:lvl1pPr marL="0" indent="0">
              <a:buNone/>
              <a:defRPr sz="2808"/>
            </a:lvl1pPr>
            <a:lvl2pPr marL="802340" indent="0">
              <a:buNone/>
              <a:defRPr sz="2457"/>
            </a:lvl2pPr>
            <a:lvl3pPr marL="1604681" indent="0">
              <a:buNone/>
              <a:defRPr sz="2106"/>
            </a:lvl3pPr>
            <a:lvl4pPr marL="2407021" indent="0">
              <a:buNone/>
              <a:defRPr sz="1755"/>
            </a:lvl4pPr>
            <a:lvl5pPr marL="3209361" indent="0">
              <a:buNone/>
              <a:defRPr sz="1755"/>
            </a:lvl5pPr>
            <a:lvl6pPr marL="4011701" indent="0">
              <a:buNone/>
              <a:defRPr sz="1755"/>
            </a:lvl6pPr>
            <a:lvl7pPr marL="4814042" indent="0">
              <a:buNone/>
              <a:defRPr sz="1755"/>
            </a:lvl7pPr>
            <a:lvl8pPr marL="5616382" indent="0">
              <a:buNone/>
              <a:defRPr sz="1755"/>
            </a:lvl8pPr>
            <a:lvl9pPr marL="6418722" indent="0">
              <a:buNone/>
              <a:defRPr sz="1755"/>
            </a:lvl9pPr>
          </a:lstStyle>
          <a:p>
            <a:pPr lvl="0"/>
            <a:r>
              <a:rPr lang="en-US"/>
              <a:t>Click to edit Master text styles</a:t>
            </a:r>
          </a:p>
        </p:txBody>
      </p:sp>
      <p:sp>
        <p:nvSpPr>
          <p:cNvPr id="5" name="Date Placeholder 4">
            <a:extLst>
              <a:ext uri="{FF2B5EF4-FFF2-40B4-BE49-F238E27FC236}">
                <a16:creationId xmlns:a16="http://schemas.microsoft.com/office/drawing/2014/main" id="{A897FEBD-CE6F-67D2-F44B-E92E4826BD9F}"/>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6" name="Footer Placeholder 5">
            <a:extLst>
              <a:ext uri="{FF2B5EF4-FFF2-40B4-BE49-F238E27FC236}">
                <a16:creationId xmlns:a16="http://schemas.microsoft.com/office/drawing/2014/main" id="{7996F5AC-8FFE-653A-D482-DA38593790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56AA45-0A2E-0283-A38D-CE4F9A95887F}"/>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666794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FEA2-CF70-7D60-6B20-EA36FA9CFE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11260C-E9AF-14F6-05AA-BDB7F40857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83DB1-9F76-0008-AF8C-9BACBC2A2678}"/>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5" name="Footer Placeholder 4">
            <a:extLst>
              <a:ext uri="{FF2B5EF4-FFF2-40B4-BE49-F238E27FC236}">
                <a16:creationId xmlns:a16="http://schemas.microsoft.com/office/drawing/2014/main" id="{C57B1079-C271-E63B-5A92-73EFA3C64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FAE380-CFF1-9646-527A-B1B5CB86F183}"/>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3644468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D8126F-0BF4-BFAD-D769-EBB24BF4EF44}"/>
              </a:ext>
            </a:extLst>
          </p:cNvPr>
          <p:cNvSpPr>
            <a:spLocks noGrp="1"/>
          </p:cNvSpPr>
          <p:nvPr>
            <p:ph type="title" orient="vert"/>
          </p:nvPr>
        </p:nvSpPr>
        <p:spPr>
          <a:xfrm>
            <a:off x="15311745" y="1611452"/>
            <a:ext cx="4613583" cy="2565011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119342-9731-AD14-22E0-3F90FA761F6C}"/>
              </a:ext>
            </a:extLst>
          </p:cNvPr>
          <p:cNvSpPr>
            <a:spLocks noGrp="1"/>
          </p:cNvSpPr>
          <p:nvPr>
            <p:ph type="body" orient="vert" idx="1"/>
          </p:nvPr>
        </p:nvSpPr>
        <p:spPr>
          <a:xfrm>
            <a:off x="1470997" y="1611452"/>
            <a:ext cx="13573294" cy="25650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0FBA31-7540-6000-1822-09B33FCE4845}"/>
              </a:ext>
            </a:extLst>
          </p:cNvPr>
          <p:cNvSpPr>
            <a:spLocks noGrp="1"/>
          </p:cNvSpPr>
          <p:nvPr>
            <p:ph type="dt" sz="half" idx="10"/>
          </p:nvPr>
        </p:nvSpPr>
        <p:spPr/>
        <p:txBody>
          <a:bodyPr/>
          <a:lstStyle/>
          <a:p>
            <a:fld id="{9D7A22BC-D883-4411-AE9D-38F1CCC59601}" type="datetimeFigureOut">
              <a:rPr lang="en-US" smtClean="0"/>
              <a:t>6/19/2025</a:t>
            </a:fld>
            <a:endParaRPr lang="en-US"/>
          </a:p>
        </p:txBody>
      </p:sp>
      <p:sp>
        <p:nvSpPr>
          <p:cNvPr id="5" name="Footer Placeholder 4">
            <a:extLst>
              <a:ext uri="{FF2B5EF4-FFF2-40B4-BE49-F238E27FC236}">
                <a16:creationId xmlns:a16="http://schemas.microsoft.com/office/drawing/2014/main" id="{1CBC54A3-3BA8-4CCB-09D7-99D2DB4E97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1A6F8-D719-E29C-3606-9400D063E3CF}"/>
              </a:ext>
            </a:extLst>
          </p:cNvPr>
          <p:cNvSpPr>
            <a:spLocks noGrp="1"/>
          </p:cNvSpPr>
          <p:nvPr>
            <p:ph type="sldNum" sz="quarter" idx="12"/>
          </p:nvPr>
        </p:nvSpPr>
        <p:spPr/>
        <p:txBody>
          <a:bodyPr/>
          <a:lstStyle/>
          <a:p>
            <a:fld id="{4558F9A2-6C76-47C1-A557-62B023FFC496}" type="slidenum">
              <a:rPr lang="en-US" smtClean="0"/>
              <a:t>‹#›</a:t>
            </a:fld>
            <a:endParaRPr lang="en-US"/>
          </a:p>
        </p:txBody>
      </p:sp>
    </p:spTree>
    <p:extLst>
      <p:ext uri="{BB962C8B-B14F-4D97-AF65-F5344CB8AC3E}">
        <p14:creationId xmlns:p14="http://schemas.microsoft.com/office/powerpoint/2010/main" val="2725641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1D4FE7-F5C1-3B1E-BCEB-E548CC47025E}"/>
              </a:ext>
            </a:extLst>
          </p:cNvPr>
          <p:cNvSpPr>
            <a:spLocks noGrp="1"/>
          </p:cNvSpPr>
          <p:nvPr>
            <p:ph type="title"/>
          </p:nvPr>
        </p:nvSpPr>
        <p:spPr>
          <a:xfrm>
            <a:off x="1470998" y="1611454"/>
            <a:ext cx="18454330" cy="585027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9ADCD6-06A8-5FA5-C4C1-FD703A4AFB17}"/>
              </a:ext>
            </a:extLst>
          </p:cNvPr>
          <p:cNvSpPr>
            <a:spLocks noGrp="1"/>
          </p:cNvSpPr>
          <p:nvPr>
            <p:ph type="body" idx="1"/>
          </p:nvPr>
        </p:nvSpPr>
        <p:spPr>
          <a:xfrm>
            <a:off x="1470998" y="8057261"/>
            <a:ext cx="18454330" cy="192043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52CF20-8AB7-3C09-A44E-684A3C34C6DF}"/>
              </a:ext>
            </a:extLst>
          </p:cNvPr>
          <p:cNvSpPr>
            <a:spLocks noGrp="1"/>
          </p:cNvSpPr>
          <p:nvPr>
            <p:ph type="dt" sz="half" idx="2"/>
          </p:nvPr>
        </p:nvSpPr>
        <p:spPr>
          <a:xfrm>
            <a:off x="1470997" y="28053282"/>
            <a:ext cx="4814173" cy="1611452"/>
          </a:xfrm>
          <a:prstGeom prst="rect">
            <a:avLst/>
          </a:prstGeom>
        </p:spPr>
        <p:txBody>
          <a:bodyPr vert="horz" lIns="91440" tIns="45720" rIns="91440" bIns="45720" rtlCol="0" anchor="ctr"/>
          <a:lstStyle>
            <a:lvl1pPr algn="l">
              <a:defRPr sz="2106">
                <a:solidFill>
                  <a:schemeClr val="tx1">
                    <a:tint val="75000"/>
                  </a:schemeClr>
                </a:solidFill>
              </a:defRPr>
            </a:lvl1pPr>
          </a:lstStyle>
          <a:p>
            <a:fld id="{9D7A22BC-D883-4411-AE9D-38F1CCC59601}" type="datetimeFigureOut">
              <a:rPr lang="en-US" smtClean="0"/>
              <a:t>6/19/2025</a:t>
            </a:fld>
            <a:endParaRPr lang="en-US"/>
          </a:p>
        </p:txBody>
      </p:sp>
      <p:sp>
        <p:nvSpPr>
          <p:cNvPr id="5" name="Footer Placeholder 4">
            <a:extLst>
              <a:ext uri="{FF2B5EF4-FFF2-40B4-BE49-F238E27FC236}">
                <a16:creationId xmlns:a16="http://schemas.microsoft.com/office/drawing/2014/main" id="{5E3885F4-A55A-224A-4E96-A4DDDB255926}"/>
              </a:ext>
            </a:extLst>
          </p:cNvPr>
          <p:cNvSpPr>
            <a:spLocks noGrp="1"/>
          </p:cNvSpPr>
          <p:nvPr>
            <p:ph type="ftr" sz="quarter" idx="3"/>
          </p:nvPr>
        </p:nvSpPr>
        <p:spPr>
          <a:xfrm>
            <a:off x="7087533" y="28053282"/>
            <a:ext cx="7221260" cy="1611452"/>
          </a:xfrm>
          <a:prstGeom prst="rect">
            <a:avLst/>
          </a:prstGeom>
        </p:spPr>
        <p:txBody>
          <a:bodyPr vert="horz" lIns="91440" tIns="45720" rIns="91440" bIns="45720" rtlCol="0" anchor="ctr"/>
          <a:lstStyle>
            <a:lvl1pPr algn="ctr">
              <a:defRPr sz="2106">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A9210C2-1273-E907-D2A2-4C780A811D55}"/>
              </a:ext>
            </a:extLst>
          </p:cNvPr>
          <p:cNvSpPr>
            <a:spLocks noGrp="1"/>
          </p:cNvSpPr>
          <p:nvPr>
            <p:ph type="sldNum" sz="quarter" idx="4"/>
          </p:nvPr>
        </p:nvSpPr>
        <p:spPr>
          <a:xfrm>
            <a:off x="15111155" y="28053282"/>
            <a:ext cx="4814173" cy="1611452"/>
          </a:xfrm>
          <a:prstGeom prst="rect">
            <a:avLst/>
          </a:prstGeom>
        </p:spPr>
        <p:txBody>
          <a:bodyPr vert="horz" lIns="91440" tIns="45720" rIns="91440" bIns="45720" rtlCol="0" anchor="ctr"/>
          <a:lstStyle>
            <a:lvl1pPr algn="r">
              <a:defRPr sz="2106">
                <a:solidFill>
                  <a:schemeClr val="tx1">
                    <a:tint val="75000"/>
                  </a:schemeClr>
                </a:solidFill>
              </a:defRPr>
            </a:lvl1pPr>
          </a:lstStyle>
          <a:p>
            <a:fld id="{4558F9A2-6C76-47C1-A557-62B023FFC496}" type="slidenum">
              <a:rPr lang="en-US" smtClean="0"/>
              <a:t>‹#›</a:t>
            </a:fld>
            <a:endParaRPr lang="en-US"/>
          </a:p>
        </p:txBody>
      </p:sp>
    </p:spTree>
    <p:extLst>
      <p:ext uri="{BB962C8B-B14F-4D97-AF65-F5344CB8AC3E}">
        <p14:creationId xmlns:p14="http://schemas.microsoft.com/office/powerpoint/2010/main" val="2098332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604681" rtl="0" eaLnBrk="1" latinLnBrk="0" hangingPunct="1">
        <a:lnSpc>
          <a:spcPct val="90000"/>
        </a:lnSpc>
        <a:spcBef>
          <a:spcPct val="0"/>
        </a:spcBef>
        <a:buNone/>
        <a:defRPr sz="7722" kern="1200">
          <a:solidFill>
            <a:schemeClr val="tx1"/>
          </a:solidFill>
          <a:latin typeface="+mj-lt"/>
          <a:ea typeface="+mj-ea"/>
          <a:cs typeface="+mj-cs"/>
        </a:defRPr>
      </a:lvl1pPr>
    </p:titleStyle>
    <p:bodyStyle>
      <a:lvl1pPr marL="401170" indent="-401170" algn="l" defTabSz="1604681" rtl="0" eaLnBrk="1" latinLnBrk="0" hangingPunct="1">
        <a:lnSpc>
          <a:spcPct val="90000"/>
        </a:lnSpc>
        <a:spcBef>
          <a:spcPts val="1755"/>
        </a:spcBef>
        <a:buFont typeface="Arial" panose="020B0604020202020204" pitchFamily="34" charset="0"/>
        <a:buChar char="•"/>
        <a:defRPr sz="4914" kern="1200">
          <a:solidFill>
            <a:schemeClr val="tx1"/>
          </a:solidFill>
          <a:latin typeface="+mn-lt"/>
          <a:ea typeface="+mn-ea"/>
          <a:cs typeface="+mn-cs"/>
        </a:defRPr>
      </a:lvl1pPr>
      <a:lvl2pPr marL="1203510" indent="-401170" algn="l" defTabSz="1604681" rtl="0" eaLnBrk="1" latinLnBrk="0" hangingPunct="1">
        <a:lnSpc>
          <a:spcPct val="90000"/>
        </a:lnSpc>
        <a:spcBef>
          <a:spcPts val="877"/>
        </a:spcBef>
        <a:buFont typeface="Arial" panose="020B0604020202020204" pitchFamily="34" charset="0"/>
        <a:buChar char="•"/>
        <a:defRPr sz="4212" kern="1200">
          <a:solidFill>
            <a:schemeClr val="tx1"/>
          </a:solidFill>
          <a:latin typeface="+mn-lt"/>
          <a:ea typeface="+mn-ea"/>
          <a:cs typeface="+mn-cs"/>
        </a:defRPr>
      </a:lvl2pPr>
      <a:lvl3pPr marL="2005851" indent="-401170" algn="l" defTabSz="1604681" rtl="0" eaLnBrk="1" latinLnBrk="0" hangingPunct="1">
        <a:lnSpc>
          <a:spcPct val="90000"/>
        </a:lnSpc>
        <a:spcBef>
          <a:spcPts val="877"/>
        </a:spcBef>
        <a:buFont typeface="Arial" panose="020B0604020202020204" pitchFamily="34" charset="0"/>
        <a:buChar char="•"/>
        <a:defRPr sz="3510" kern="1200">
          <a:solidFill>
            <a:schemeClr val="tx1"/>
          </a:solidFill>
          <a:latin typeface="+mn-lt"/>
          <a:ea typeface="+mn-ea"/>
          <a:cs typeface="+mn-cs"/>
        </a:defRPr>
      </a:lvl3pPr>
      <a:lvl4pPr marL="2808191"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4pPr>
      <a:lvl5pPr marL="3610531"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5pPr>
      <a:lvl6pPr marL="441287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6pPr>
      <a:lvl7pPr marL="521521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7pPr>
      <a:lvl8pPr marL="601755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8pPr>
      <a:lvl9pPr marL="6819892" indent="-401170" algn="l" defTabSz="1604681" rtl="0" eaLnBrk="1" latinLnBrk="0" hangingPunct="1">
        <a:lnSpc>
          <a:spcPct val="90000"/>
        </a:lnSpc>
        <a:spcBef>
          <a:spcPts val="877"/>
        </a:spcBef>
        <a:buFont typeface="Arial" panose="020B0604020202020204" pitchFamily="34" charset="0"/>
        <a:buChar char="•"/>
        <a:defRPr sz="3159" kern="1200">
          <a:solidFill>
            <a:schemeClr val="tx1"/>
          </a:solidFill>
          <a:latin typeface="+mn-lt"/>
          <a:ea typeface="+mn-ea"/>
          <a:cs typeface="+mn-cs"/>
        </a:defRPr>
      </a:lvl9pPr>
    </p:bodyStyle>
    <p:otherStyle>
      <a:defPPr>
        <a:defRPr lang="en-US"/>
      </a:defPPr>
      <a:lvl1pPr marL="0" algn="l" defTabSz="1604681" rtl="0" eaLnBrk="1" latinLnBrk="0" hangingPunct="1">
        <a:defRPr sz="3159" kern="1200">
          <a:solidFill>
            <a:schemeClr val="tx1"/>
          </a:solidFill>
          <a:latin typeface="+mn-lt"/>
          <a:ea typeface="+mn-ea"/>
          <a:cs typeface="+mn-cs"/>
        </a:defRPr>
      </a:lvl1pPr>
      <a:lvl2pPr marL="802340" algn="l" defTabSz="1604681" rtl="0" eaLnBrk="1" latinLnBrk="0" hangingPunct="1">
        <a:defRPr sz="3159" kern="1200">
          <a:solidFill>
            <a:schemeClr val="tx1"/>
          </a:solidFill>
          <a:latin typeface="+mn-lt"/>
          <a:ea typeface="+mn-ea"/>
          <a:cs typeface="+mn-cs"/>
        </a:defRPr>
      </a:lvl2pPr>
      <a:lvl3pPr marL="1604681" algn="l" defTabSz="1604681" rtl="0" eaLnBrk="1" latinLnBrk="0" hangingPunct="1">
        <a:defRPr sz="3159" kern="1200">
          <a:solidFill>
            <a:schemeClr val="tx1"/>
          </a:solidFill>
          <a:latin typeface="+mn-lt"/>
          <a:ea typeface="+mn-ea"/>
          <a:cs typeface="+mn-cs"/>
        </a:defRPr>
      </a:lvl3pPr>
      <a:lvl4pPr marL="2407021" algn="l" defTabSz="1604681" rtl="0" eaLnBrk="1" latinLnBrk="0" hangingPunct="1">
        <a:defRPr sz="3159" kern="1200">
          <a:solidFill>
            <a:schemeClr val="tx1"/>
          </a:solidFill>
          <a:latin typeface="+mn-lt"/>
          <a:ea typeface="+mn-ea"/>
          <a:cs typeface="+mn-cs"/>
        </a:defRPr>
      </a:lvl4pPr>
      <a:lvl5pPr marL="3209361" algn="l" defTabSz="1604681" rtl="0" eaLnBrk="1" latinLnBrk="0" hangingPunct="1">
        <a:defRPr sz="3159" kern="1200">
          <a:solidFill>
            <a:schemeClr val="tx1"/>
          </a:solidFill>
          <a:latin typeface="+mn-lt"/>
          <a:ea typeface="+mn-ea"/>
          <a:cs typeface="+mn-cs"/>
        </a:defRPr>
      </a:lvl5pPr>
      <a:lvl6pPr marL="4011701" algn="l" defTabSz="1604681" rtl="0" eaLnBrk="1" latinLnBrk="0" hangingPunct="1">
        <a:defRPr sz="3159" kern="1200">
          <a:solidFill>
            <a:schemeClr val="tx1"/>
          </a:solidFill>
          <a:latin typeface="+mn-lt"/>
          <a:ea typeface="+mn-ea"/>
          <a:cs typeface="+mn-cs"/>
        </a:defRPr>
      </a:lvl6pPr>
      <a:lvl7pPr marL="4814042" algn="l" defTabSz="1604681" rtl="0" eaLnBrk="1" latinLnBrk="0" hangingPunct="1">
        <a:defRPr sz="3159" kern="1200">
          <a:solidFill>
            <a:schemeClr val="tx1"/>
          </a:solidFill>
          <a:latin typeface="+mn-lt"/>
          <a:ea typeface="+mn-ea"/>
          <a:cs typeface="+mn-cs"/>
        </a:defRPr>
      </a:lvl7pPr>
      <a:lvl8pPr marL="5616382" algn="l" defTabSz="1604681" rtl="0" eaLnBrk="1" latinLnBrk="0" hangingPunct="1">
        <a:defRPr sz="3159" kern="1200">
          <a:solidFill>
            <a:schemeClr val="tx1"/>
          </a:solidFill>
          <a:latin typeface="+mn-lt"/>
          <a:ea typeface="+mn-ea"/>
          <a:cs typeface="+mn-cs"/>
        </a:defRPr>
      </a:lvl8pPr>
      <a:lvl9pPr marL="6418722" algn="l" defTabSz="1604681" rtl="0" eaLnBrk="1" latinLnBrk="0" hangingPunct="1">
        <a:defRPr sz="315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2.emf"/><Relationship Id="rId7" Type="http://schemas.openxmlformats.org/officeDocument/2006/relationships/image" Target="../media/image6.png"/><Relationship Id="rId12"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DE0343-5614-0F7B-F9CA-CD3B0CE4573D}"/>
              </a:ext>
            </a:extLst>
          </p:cNvPr>
          <p:cNvSpPr txBox="1"/>
          <p:nvPr/>
        </p:nvSpPr>
        <p:spPr>
          <a:xfrm>
            <a:off x="-260613" y="3339656"/>
            <a:ext cx="21383625" cy="1938992"/>
          </a:xfrm>
          <a:prstGeom prst="rect">
            <a:avLst/>
          </a:prstGeom>
          <a:noFill/>
          <a:ln>
            <a:noFill/>
          </a:ln>
        </p:spPr>
        <p:txBody>
          <a:bodyPr wrap="square">
            <a:spAutoFit/>
          </a:bodyPr>
          <a:lstStyle/>
          <a:p>
            <a:pPr marL="0" marR="0" indent="137160" algn="ctr">
              <a:spcBef>
                <a:spcPts val="0"/>
              </a:spcBef>
              <a:spcAft>
                <a:spcPts val="0"/>
              </a:spcAft>
            </a:pPr>
            <a:r>
              <a:rPr lang="en-US" sz="6000" b="1" dirty="0">
                <a:solidFill>
                  <a:srgbClr val="002060"/>
                </a:solidFill>
                <a:latin typeface="Times New Roman" panose="02020603050405020304" pitchFamily="18" charset="0"/>
                <a:ea typeface="Times New Roman" panose="02020603050405020304" pitchFamily="18" charset="0"/>
                <a:cs typeface="Times New Roman" panose="02020603050405020304" pitchFamily="18" charset="0"/>
              </a:rPr>
              <a:t>Design and Development of locomotion design of a bio-inspired Soft Crawler Robot for Pipeline Inspection.</a:t>
            </a:r>
            <a:endParaRPr lang="en-US" sz="6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3411176-5B08-C36F-16E8-98A58F88375A}"/>
              </a:ext>
            </a:extLst>
          </p:cNvPr>
          <p:cNvSpPr txBox="1"/>
          <p:nvPr/>
        </p:nvSpPr>
        <p:spPr>
          <a:xfrm>
            <a:off x="0" y="5237501"/>
            <a:ext cx="21383625" cy="1477328"/>
          </a:xfrm>
          <a:prstGeom prst="rect">
            <a:avLst/>
          </a:prstGeom>
          <a:solidFill>
            <a:srgbClr val="002060"/>
          </a:solidFill>
        </p:spPr>
        <p:txBody>
          <a:bodyPr wrap="square">
            <a:spAutoFit/>
          </a:bodyPr>
          <a:lstStyle>
            <a:defPPr>
              <a:defRPr lang="en-US"/>
            </a:defPPr>
            <a:lvl1pPr marR="0" lvl="0" indent="0" algn="ctr" defTabSz="3760788" fontAlgn="base">
              <a:lnSpc>
                <a:spcPct val="100000"/>
              </a:lnSpc>
              <a:spcBef>
                <a:spcPct val="50000"/>
              </a:spcBef>
              <a:spcAft>
                <a:spcPct val="0"/>
              </a:spcAft>
              <a:buClrTx/>
              <a:buSzTx/>
              <a:buFontTx/>
              <a:buNone/>
              <a:tabLst/>
              <a:defRPr kumimoji="0" sz="3200" b="1" i="0" u="none" strike="noStrike" cap="none" spc="0" normalizeH="0" baseline="0">
                <a:ln>
                  <a:noFill/>
                </a:ln>
                <a:solidFill>
                  <a:srgbClr val="E73C3A"/>
                </a:solidFill>
                <a:effectLst/>
                <a:uLnTx/>
                <a:uFillTx/>
                <a:latin typeface="Times New Roman" panose="02020603050405020304" pitchFamily="18" charset="0"/>
                <a:cs typeface="Times New Roman" panose="02020603050405020304" pitchFamily="18" charset="0"/>
              </a:defRPr>
            </a:lvl1pPr>
          </a:lstStyle>
          <a:p>
            <a:pPr lvl="0"/>
            <a:r>
              <a:rPr lang="en-US" sz="3600" noProof="0" dirty="0">
                <a:solidFill>
                  <a:schemeClr val="bg1"/>
                </a:solidFill>
              </a:rPr>
              <a:t> Student: </a:t>
            </a:r>
            <a:r>
              <a:rPr lang="en-US" sz="3600" dirty="0">
                <a:solidFill>
                  <a:schemeClr val="bg1"/>
                </a:solidFill>
              </a:rPr>
              <a:t>Fadhel Ali – 201902117,  Abdulla Salman - 202101289</a:t>
            </a:r>
          </a:p>
          <a:p>
            <a:pPr lvl="0"/>
            <a:r>
              <a:rPr lang="en-US" sz="3600" dirty="0">
                <a:solidFill>
                  <a:schemeClr val="bg1"/>
                </a:solidFill>
              </a:rPr>
              <a:t> Supervisor: Dr. Ahmad Abdulrahman, Dr. Belal ElSayed</a:t>
            </a:r>
          </a:p>
        </p:txBody>
      </p:sp>
      <p:sp>
        <p:nvSpPr>
          <p:cNvPr id="9" name="Rectangle 8">
            <a:extLst>
              <a:ext uri="{FF2B5EF4-FFF2-40B4-BE49-F238E27FC236}">
                <a16:creationId xmlns:a16="http://schemas.microsoft.com/office/drawing/2014/main" id="{ACF5A9D6-315D-0284-496F-31F158517AE2}"/>
              </a:ext>
            </a:extLst>
          </p:cNvPr>
          <p:cNvSpPr/>
          <p:nvPr/>
        </p:nvSpPr>
        <p:spPr>
          <a:xfrm>
            <a:off x="0" y="26542625"/>
            <a:ext cx="21292236" cy="1841538"/>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BAC9DDF7-0C0B-836F-20EE-A72CCB857140}"/>
              </a:ext>
            </a:extLst>
          </p:cNvPr>
          <p:cNvSpPr/>
          <p:nvPr/>
        </p:nvSpPr>
        <p:spPr>
          <a:xfrm>
            <a:off x="62063" y="15713921"/>
            <a:ext cx="9804023" cy="3207269"/>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2458D4E-0831-EDE6-ACB8-03118B360C02}"/>
              </a:ext>
            </a:extLst>
          </p:cNvPr>
          <p:cNvSpPr txBox="1"/>
          <p:nvPr/>
        </p:nvSpPr>
        <p:spPr>
          <a:xfrm>
            <a:off x="20775" y="6704637"/>
            <a:ext cx="9866236"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1. </a:t>
            </a:r>
            <a:r>
              <a:rPr lang="en-US" sz="4800" b="1" dirty="0">
                <a:solidFill>
                  <a:schemeClr val="bg1"/>
                </a:solidFill>
                <a:latin typeface="Times New Roman" panose="02020603050405020304" pitchFamily="18" charset="0"/>
                <a:cs typeface="Times New Roman" panose="02020603050405020304" pitchFamily="18" charset="0"/>
              </a:rPr>
              <a:t>Introduction</a:t>
            </a: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F7589AD-9689-8D6F-DF64-F304108C5E5C}"/>
              </a:ext>
            </a:extLst>
          </p:cNvPr>
          <p:cNvSpPr txBox="1"/>
          <p:nvPr/>
        </p:nvSpPr>
        <p:spPr>
          <a:xfrm>
            <a:off x="32657" y="15626675"/>
            <a:ext cx="9860198"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3. </a:t>
            </a:r>
            <a:r>
              <a:rPr lang="en-US" sz="4800" b="1" dirty="0">
                <a:solidFill>
                  <a:schemeClr val="bg1"/>
                </a:solidFill>
                <a:latin typeface="Times New Roman" panose="02020603050405020304" pitchFamily="18" charset="0"/>
                <a:cs typeface="Times New Roman" panose="02020603050405020304" pitchFamily="18" charset="0"/>
              </a:rPr>
              <a:t>Objectives</a:t>
            </a: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AAF714AF-F1A5-6AA2-A878-EF585BA102FF}"/>
              </a:ext>
            </a:extLst>
          </p:cNvPr>
          <p:cNvSpPr txBox="1"/>
          <p:nvPr/>
        </p:nvSpPr>
        <p:spPr>
          <a:xfrm>
            <a:off x="10045298" y="6730862"/>
            <a:ext cx="11329733"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4. </a:t>
            </a:r>
            <a:r>
              <a:rPr lang="en-US" sz="4800" b="1" dirty="0">
                <a:solidFill>
                  <a:schemeClr val="bg1"/>
                </a:solidFill>
                <a:latin typeface="Times New Roman" panose="02020603050405020304" pitchFamily="18" charset="0"/>
                <a:cs typeface="Times New Roman" panose="02020603050405020304" pitchFamily="18" charset="0"/>
              </a:rPr>
              <a:t>Methodology</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E8939C37-4B7F-2175-481F-85CF3649E3B6}"/>
              </a:ext>
            </a:extLst>
          </p:cNvPr>
          <p:cNvSpPr txBox="1"/>
          <p:nvPr/>
        </p:nvSpPr>
        <p:spPr>
          <a:xfrm>
            <a:off x="-32657" y="25626054"/>
            <a:ext cx="21383625"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6. </a:t>
            </a:r>
            <a:r>
              <a:rPr lang="en-US" sz="4800" b="1" dirty="0">
                <a:solidFill>
                  <a:schemeClr val="bg1"/>
                </a:solidFill>
                <a:latin typeface="Times New Roman" panose="02020603050405020304" pitchFamily="18" charset="0"/>
                <a:cs typeface="Times New Roman" panose="02020603050405020304" pitchFamily="18" charset="0"/>
              </a:rPr>
              <a:t>Conclusions</a:t>
            </a: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40" name="Rectangle 39">
            <a:extLst>
              <a:ext uri="{FF2B5EF4-FFF2-40B4-BE49-F238E27FC236}">
                <a16:creationId xmlns:a16="http://schemas.microsoft.com/office/drawing/2014/main" id="{CC39B12A-F982-C93E-2491-DB9DF00A097B}"/>
              </a:ext>
            </a:extLst>
          </p:cNvPr>
          <p:cNvSpPr/>
          <p:nvPr/>
        </p:nvSpPr>
        <p:spPr>
          <a:xfrm>
            <a:off x="91390" y="7547580"/>
            <a:ext cx="9736752" cy="5366594"/>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E73C3A"/>
              </a:solidFill>
              <a:latin typeface="Times New Roman" panose="02020603050405020304" pitchFamily="18" charset="0"/>
              <a:cs typeface="Times New Roman" panose="02020603050405020304" pitchFamily="18" charset="0"/>
            </a:endParaRPr>
          </a:p>
        </p:txBody>
      </p:sp>
      <p:sp>
        <p:nvSpPr>
          <p:cNvPr id="73" name="Rectangle 72">
            <a:extLst>
              <a:ext uri="{FF2B5EF4-FFF2-40B4-BE49-F238E27FC236}">
                <a16:creationId xmlns:a16="http://schemas.microsoft.com/office/drawing/2014/main" id="{A8A11743-061A-0929-4C74-547A938143EA}"/>
              </a:ext>
            </a:extLst>
          </p:cNvPr>
          <p:cNvSpPr/>
          <p:nvPr/>
        </p:nvSpPr>
        <p:spPr>
          <a:xfrm>
            <a:off x="91390" y="13095378"/>
            <a:ext cx="9736752" cy="2419999"/>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BE67DD8E-A1F5-087B-24EC-F919B5B1AE68}"/>
              </a:ext>
            </a:extLst>
          </p:cNvPr>
          <p:cNvSpPr txBox="1"/>
          <p:nvPr/>
        </p:nvSpPr>
        <p:spPr>
          <a:xfrm>
            <a:off x="62063" y="13059611"/>
            <a:ext cx="9772812"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2. Problem Statement</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97A9BFF7-05A4-99A2-F30C-2764810EB559}"/>
              </a:ext>
            </a:extLst>
          </p:cNvPr>
          <p:cNvSpPr/>
          <p:nvPr/>
        </p:nvSpPr>
        <p:spPr>
          <a:xfrm>
            <a:off x="0" y="0"/>
            <a:ext cx="21383624" cy="3556000"/>
          </a:xfrm>
          <a:prstGeom prst="rect">
            <a:avLst/>
          </a:prstGeom>
          <a:solidFill>
            <a:srgbClr val="2236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H">
              <a:latin typeface="Times New Roman" panose="02020603050405020304" pitchFamily="18" charset="0"/>
              <a:cs typeface="Times New Roman" panose="02020603050405020304" pitchFamily="18" charset="0"/>
            </a:endParaRPr>
          </a:p>
        </p:txBody>
      </p:sp>
      <p:pic>
        <p:nvPicPr>
          <p:cNvPr id="3" name="Picture 2" descr="A black and white logo&#10;&#10;AI-generated content may be incorrect.">
            <a:extLst>
              <a:ext uri="{FF2B5EF4-FFF2-40B4-BE49-F238E27FC236}">
                <a16:creationId xmlns:a16="http://schemas.microsoft.com/office/drawing/2014/main" id="{BC282286-63B3-1C6A-4FFA-C183E87813CD}"/>
              </a:ext>
            </a:extLst>
          </p:cNvPr>
          <p:cNvPicPr>
            <a:picLocks noChangeAspect="1"/>
          </p:cNvPicPr>
          <p:nvPr/>
        </p:nvPicPr>
        <p:blipFill>
          <a:blip r:embed="rId2"/>
          <a:stretch>
            <a:fillRect/>
          </a:stretch>
        </p:blipFill>
        <p:spPr>
          <a:xfrm>
            <a:off x="15660785" y="783994"/>
            <a:ext cx="4877355" cy="2124685"/>
          </a:xfrm>
          <a:prstGeom prst="rect">
            <a:avLst/>
          </a:prstGeom>
        </p:spPr>
      </p:pic>
      <p:sp>
        <p:nvSpPr>
          <p:cNvPr id="4" name="TextBox 3">
            <a:extLst>
              <a:ext uri="{FF2B5EF4-FFF2-40B4-BE49-F238E27FC236}">
                <a16:creationId xmlns:a16="http://schemas.microsoft.com/office/drawing/2014/main" id="{D0701A0F-EB73-6088-7BAD-0C1037F8F185}"/>
              </a:ext>
            </a:extLst>
          </p:cNvPr>
          <p:cNvSpPr txBox="1"/>
          <p:nvPr/>
        </p:nvSpPr>
        <p:spPr>
          <a:xfrm>
            <a:off x="5397727" y="705362"/>
            <a:ext cx="9014716" cy="923330"/>
          </a:xfrm>
          <a:prstGeom prst="rect">
            <a:avLst/>
          </a:prstGeom>
          <a:noFill/>
        </p:spPr>
        <p:txBody>
          <a:bodyPr wrap="square" rtlCol="0">
            <a:spAutoFit/>
          </a:bodyPr>
          <a:lstStyle/>
          <a:p>
            <a:pPr algn="r"/>
            <a:r>
              <a:rPr lang="en-US" sz="5400" dirty="0">
                <a:solidFill>
                  <a:schemeClr val="bg1"/>
                </a:solidFill>
                <a:latin typeface="Times New Roman" panose="02020603050405020304" pitchFamily="18" charset="0"/>
                <a:cs typeface="Times New Roman" panose="02020603050405020304" pitchFamily="18" charset="0"/>
              </a:rPr>
              <a:t>Faculty</a:t>
            </a:r>
            <a:r>
              <a:rPr lang="en-BH" sz="5400" dirty="0">
                <a:solidFill>
                  <a:schemeClr val="bg1"/>
                </a:solidFill>
                <a:latin typeface="Times New Roman" panose="02020603050405020304" pitchFamily="18" charset="0"/>
                <a:cs typeface="Times New Roman" panose="02020603050405020304" pitchFamily="18" charset="0"/>
              </a:rPr>
              <a:t> of Engineering </a:t>
            </a:r>
          </a:p>
        </p:txBody>
      </p:sp>
      <p:sp>
        <p:nvSpPr>
          <p:cNvPr id="5" name="Rectangle 4">
            <a:extLst>
              <a:ext uri="{FF2B5EF4-FFF2-40B4-BE49-F238E27FC236}">
                <a16:creationId xmlns:a16="http://schemas.microsoft.com/office/drawing/2014/main" id="{9942E1CE-39DD-EEDB-19F3-0A84D46FDA0D}"/>
              </a:ext>
            </a:extLst>
          </p:cNvPr>
          <p:cNvSpPr/>
          <p:nvPr/>
        </p:nvSpPr>
        <p:spPr>
          <a:xfrm>
            <a:off x="0" y="28707102"/>
            <a:ext cx="21383624" cy="1492978"/>
          </a:xfrm>
          <a:prstGeom prst="rect">
            <a:avLst/>
          </a:prstGeom>
          <a:gradFill flip="none" rotWithShape="1">
            <a:gsLst>
              <a:gs pos="31000">
                <a:srgbClr val="591B2B">
                  <a:alpha val="55026"/>
                </a:srgbClr>
              </a:gs>
              <a:gs pos="0">
                <a:schemeClr val="accent2"/>
              </a:gs>
              <a:gs pos="70000">
                <a:srgbClr val="22366D"/>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H"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B3F0046-7E0C-A678-AFCB-93DA229B55BB}"/>
              </a:ext>
            </a:extLst>
          </p:cNvPr>
          <p:cNvPicPr>
            <a:picLocks noChangeAspect="1"/>
          </p:cNvPicPr>
          <p:nvPr/>
        </p:nvPicPr>
        <p:blipFill>
          <a:blip r:embed="rId3"/>
          <a:stretch>
            <a:fillRect/>
          </a:stretch>
        </p:blipFill>
        <p:spPr>
          <a:xfrm>
            <a:off x="14216477" y="29301194"/>
            <a:ext cx="6321663" cy="304794"/>
          </a:xfrm>
          <a:prstGeom prst="rect">
            <a:avLst/>
          </a:prstGeom>
        </p:spPr>
      </p:pic>
      <p:sp>
        <p:nvSpPr>
          <p:cNvPr id="6" name="TextBox 5">
            <a:extLst>
              <a:ext uri="{FF2B5EF4-FFF2-40B4-BE49-F238E27FC236}">
                <a16:creationId xmlns:a16="http://schemas.microsoft.com/office/drawing/2014/main" id="{335CE708-6991-201F-CF82-C7E60BE644FF}"/>
              </a:ext>
            </a:extLst>
          </p:cNvPr>
          <p:cNvSpPr txBox="1"/>
          <p:nvPr/>
        </p:nvSpPr>
        <p:spPr>
          <a:xfrm>
            <a:off x="11837040" y="7663584"/>
            <a:ext cx="7647490" cy="851297"/>
          </a:xfrm>
          <a:prstGeom prst="roundRect">
            <a:avLst/>
          </a:prstGeom>
          <a:solidFill>
            <a:schemeClr val="bg2"/>
          </a:solidFill>
          <a:ln>
            <a:solidFill>
              <a:schemeClr val="bg1"/>
            </a:solidFill>
          </a:ln>
        </p:spPr>
        <p:txBody>
          <a:bodyPr wrap="square">
            <a:spAutoFit/>
          </a:bodyPr>
          <a:lstStyle/>
          <a:p>
            <a:pPr algn="ctr"/>
            <a:r>
              <a:rPr kumimoji="0" lang="en-US" sz="4400" b="1" i="0" u="none" strike="noStrike" kern="120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rPr>
              <a:t>CAD Model</a:t>
            </a:r>
            <a:endParaRPr lang="en-US" sz="4800" dirty="0">
              <a:solidFill>
                <a:srgbClr val="FF0000"/>
              </a:solidFill>
              <a:latin typeface="Times New Roman" panose="02020603050405020304" pitchFamily="18" charset="0"/>
              <a:cs typeface="Times New Roman" panose="02020603050405020304" pitchFamily="18" charset="0"/>
            </a:endParaRPr>
          </a:p>
        </p:txBody>
      </p:sp>
      <p:grpSp>
        <p:nvGrpSpPr>
          <p:cNvPr id="79" name="Group 78">
            <a:extLst>
              <a:ext uri="{FF2B5EF4-FFF2-40B4-BE49-F238E27FC236}">
                <a16:creationId xmlns:a16="http://schemas.microsoft.com/office/drawing/2014/main" id="{31A48021-0AC3-EFAA-4A8A-A723F18D3DFC}"/>
              </a:ext>
            </a:extLst>
          </p:cNvPr>
          <p:cNvGrpSpPr/>
          <p:nvPr/>
        </p:nvGrpSpPr>
        <p:grpSpPr>
          <a:xfrm>
            <a:off x="12606755" y="8676351"/>
            <a:ext cx="6108060" cy="3822509"/>
            <a:chOff x="11364249" y="8688878"/>
            <a:chExt cx="8691829" cy="5229411"/>
          </a:xfrm>
        </p:grpSpPr>
        <p:pic>
          <p:nvPicPr>
            <p:cNvPr id="38" name="Picture 37" descr="A silver metal tube with a round hole&#10;&#10;AI-generated content may be incorrect.">
              <a:extLst>
                <a:ext uri="{FF2B5EF4-FFF2-40B4-BE49-F238E27FC236}">
                  <a16:creationId xmlns:a16="http://schemas.microsoft.com/office/drawing/2014/main" id="{F68E8925-ADEC-DDDC-8229-599FB5DDDD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68184" y="8688878"/>
              <a:ext cx="8164890" cy="3173314"/>
            </a:xfrm>
            <a:prstGeom prst="rect">
              <a:avLst/>
            </a:prstGeom>
          </p:spPr>
        </p:pic>
        <p:pic>
          <p:nvPicPr>
            <p:cNvPr id="78" name="Picture 77" descr="A close-up of a metal spring&#10;&#10;AI-generated content may be incorrect.">
              <a:extLst>
                <a:ext uri="{FF2B5EF4-FFF2-40B4-BE49-F238E27FC236}">
                  <a16:creationId xmlns:a16="http://schemas.microsoft.com/office/drawing/2014/main" id="{0E54C812-EBB9-614D-27CB-EBDB45D192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64249" y="11867143"/>
              <a:ext cx="8691829" cy="2051146"/>
            </a:xfrm>
            <a:prstGeom prst="rect">
              <a:avLst/>
            </a:prstGeom>
          </p:spPr>
        </p:pic>
      </p:grpSp>
      <p:sp>
        <p:nvSpPr>
          <p:cNvPr id="80" name="TextBox 79">
            <a:extLst>
              <a:ext uri="{FF2B5EF4-FFF2-40B4-BE49-F238E27FC236}">
                <a16:creationId xmlns:a16="http://schemas.microsoft.com/office/drawing/2014/main" id="{47C9D9F8-62D7-5EF4-2BD5-F387FAEBD2C7}"/>
              </a:ext>
            </a:extLst>
          </p:cNvPr>
          <p:cNvSpPr txBox="1"/>
          <p:nvPr/>
        </p:nvSpPr>
        <p:spPr>
          <a:xfrm>
            <a:off x="11906284" y="12604078"/>
            <a:ext cx="7647490" cy="851297"/>
          </a:xfrm>
          <a:prstGeom prst="roundRect">
            <a:avLst/>
          </a:prstGeom>
          <a:solidFill>
            <a:schemeClr val="bg2"/>
          </a:solidFill>
          <a:ln>
            <a:solidFill>
              <a:schemeClr val="bg1"/>
            </a:solidFill>
          </a:ln>
        </p:spPr>
        <p:txBody>
          <a:bodyPr wrap="square">
            <a:spAutoFit/>
          </a:bodyPr>
          <a:lstStyle/>
          <a:p>
            <a:pPr algn="ctr"/>
            <a:r>
              <a:rPr lang="en-US" sz="4400" b="1" dirty="0">
                <a:solidFill>
                  <a:srgbClr val="FF0000"/>
                </a:solidFill>
                <a:latin typeface="Times New Roman" panose="02020603050405020304" pitchFamily="18" charset="0"/>
                <a:cs typeface="Times New Roman" panose="02020603050405020304" pitchFamily="18" charset="0"/>
              </a:rPr>
              <a:t>Finite Element Analysis</a:t>
            </a:r>
            <a:endParaRPr lang="en-US" sz="4800" dirty="0">
              <a:solidFill>
                <a:srgbClr val="FF0000"/>
              </a:solidFill>
              <a:latin typeface="Times New Roman" panose="02020603050405020304" pitchFamily="18" charset="0"/>
              <a:cs typeface="Times New Roman" panose="02020603050405020304" pitchFamily="18" charset="0"/>
            </a:endParaRPr>
          </a:p>
        </p:txBody>
      </p:sp>
      <p:grpSp>
        <p:nvGrpSpPr>
          <p:cNvPr id="18" name="Group 17">
            <a:extLst>
              <a:ext uri="{FF2B5EF4-FFF2-40B4-BE49-F238E27FC236}">
                <a16:creationId xmlns:a16="http://schemas.microsoft.com/office/drawing/2014/main" id="{F36ECF0D-2A04-7660-A96E-BC0359071241}"/>
              </a:ext>
            </a:extLst>
          </p:cNvPr>
          <p:cNvGrpSpPr/>
          <p:nvPr/>
        </p:nvGrpSpPr>
        <p:grpSpPr>
          <a:xfrm>
            <a:off x="12171099" y="13596784"/>
            <a:ext cx="7078130" cy="5189865"/>
            <a:chOff x="10646118" y="14563525"/>
            <a:chExt cx="9271899" cy="7501349"/>
          </a:xfrm>
        </p:grpSpPr>
        <p:pic>
          <p:nvPicPr>
            <p:cNvPr id="84" name="Picture 83">
              <a:extLst>
                <a:ext uri="{FF2B5EF4-FFF2-40B4-BE49-F238E27FC236}">
                  <a16:creationId xmlns:a16="http://schemas.microsoft.com/office/drawing/2014/main" id="{2863DB67-9786-C41F-5E62-A561363F7E0B}"/>
                </a:ext>
              </a:extLst>
            </p:cNvPr>
            <p:cNvPicPr>
              <a:picLocks noChangeAspect="1"/>
            </p:cNvPicPr>
            <p:nvPr/>
          </p:nvPicPr>
          <p:blipFill>
            <a:blip r:embed="rId6">
              <a:extLst>
                <a:ext uri="{28A0092B-C50C-407E-A947-70E740481C1C}">
                  <a14:useLocalDpi xmlns:a14="http://schemas.microsoft.com/office/drawing/2010/main" val="0"/>
                </a:ext>
              </a:extLst>
            </a:blip>
            <a:srcRect r="39557" b="45328"/>
            <a:stretch/>
          </p:blipFill>
          <p:spPr>
            <a:xfrm>
              <a:off x="10698162" y="14563525"/>
              <a:ext cx="9219855" cy="4441924"/>
            </a:xfrm>
            <a:prstGeom prst="rect">
              <a:avLst/>
            </a:prstGeom>
          </p:spPr>
        </p:pic>
        <p:pic>
          <p:nvPicPr>
            <p:cNvPr id="86" name="Picture 85" descr="A computer screen shot of a colorful ball&#10;&#10;AI-generated content may be incorrect.">
              <a:extLst>
                <a:ext uri="{FF2B5EF4-FFF2-40B4-BE49-F238E27FC236}">
                  <a16:creationId xmlns:a16="http://schemas.microsoft.com/office/drawing/2014/main" id="{BBC78A21-549C-E8B4-8E95-0B9C235423F3}"/>
                </a:ext>
              </a:extLst>
            </p:cNvPr>
            <p:cNvPicPr>
              <a:picLocks noChangeAspect="1"/>
            </p:cNvPicPr>
            <p:nvPr/>
          </p:nvPicPr>
          <p:blipFill>
            <a:blip r:embed="rId7">
              <a:extLst>
                <a:ext uri="{28A0092B-C50C-407E-A947-70E740481C1C}">
                  <a14:useLocalDpi xmlns:a14="http://schemas.microsoft.com/office/drawing/2010/main" val="0"/>
                </a:ext>
              </a:extLst>
            </a:blip>
            <a:srcRect r="22841" b="53858"/>
            <a:stretch/>
          </p:blipFill>
          <p:spPr>
            <a:xfrm>
              <a:off x="10646118" y="19202377"/>
              <a:ext cx="9271899" cy="2862497"/>
            </a:xfrm>
            <a:prstGeom prst="rect">
              <a:avLst/>
            </a:prstGeom>
          </p:spPr>
        </p:pic>
      </p:grpSp>
      <p:sp>
        <p:nvSpPr>
          <p:cNvPr id="89" name="TextBox 88">
            <a:extLst>
              <a:ext uri="{FF2B5EF4-FFF2-40B4-BE49-F238E27FC236}">
                <a16:creationId xmlns:a16="http://schemas.microsoft.com/office/drawing/2014/main" id="{50CE573F-C314-8F66-5C6B-BAF5A18BDD89}"/>
              </a:ext>
            </a:extLst>
          </p:cNvPr>
          <p:cNvSpPr txBox="1"/>
          <p:nvPr/>
        </p:nvSpPr>
        <p:spPr>
          <a:xfrm>
            <a:off x="129490" y="13928708"/>
            <a:ext cx="9736752" cy="1569660"/>
          </a:xfrm>
          <a:prstGeom prst="rect">
            <a:avLst/>
          </a:prstGeom>
          <a:noFill/>
        </p:spPr>
        <p:txBody>
          <a:bodyPr wrap="square" rtlCol="0">
            <a:spAutoFit/>
          </a:bodyPr>
          <a:lstStyle/>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Inadequate Data Analysis Tools</a:t>
            </a: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Difficulty in Navigating Confined Spaces </a:t>
            </a: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Challenges with Environmental Conditions </a:t>
            </a: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Low Flexibility of Existing Solutions </a:t>
            </a:r>
          </a:p>
        </p:txBody>
      </p:sp>
      <p:sp>
        <p:nvSpPr>
          <p:cNvPr id="90" name="TextBox 89">
            <a:extLst>
              <a:ext uri="{FF2B5EF4-FFF2-40B4-BE49-F238E27FC236}">
                <a16:creationId xmlns:a16="http://schemas.microsoft.com/office/drawing/2014/main" id="{8E781FB2-475F-5BDC-0A4B-17E5F2577F57}"/>
              </a:ext>
            </a:extLst>
          </p:cNvPr>
          <p:cNvSpPr txBox="1"/>
          <p:nvPr/>
        </p:nvSpPr>
        <p:spPr>
          <a:xfrm>
            <a:off x="100163" y="16668431"/>
            <a:ext cx="9736752" cy="1938992"/>
          </a:xfrm>
          <a:prstGeom prst="rect">
            <a:avLst/>
          </a:prstGeom>
          <a:noFill/>
        </p:spPr>
        <p:txBody>
          <a:bodyPr wrap="square" rtlCol="0">
            <a:spAutoFit/>
          </a:bodyPr>
          <a:lstStyle/>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Design a Cost-Effective Crawler Robot for Pipeline Inspection.</a:t>
            </a: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Enhance Mobility for Navigation in Various Pipeline Conditions.</a:t>
            </a: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Integrate a High-Quality Camera for Real-Time Imaging.</a:t>
            </a: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Increase Durability Against Harsh Environmental Conditions.</a:t>
            </a:r>
          </a:p>
          <a:p>
            <a:pPr marL="457200" indent="-4572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Promote Safety by Reducing Personnel Exposure to Hazards.</a:t>
            </a:r>
          </a:p>
        </p:txBody>
      </p:sp>
      <p:sp>
        <p:nvSpPr>
          <p:cNvPr id="20" name="Rectangle 19">
            <a:extLst>
              <a:ext uri="{FF2B5EF4-FFF2-40B4-BE49-F238E27FC236}">
                <a16:creationId xmlns:a16="http://schemas.microsoft.com/office/drawing/2014/main" id="{290644C9-F73E-ABFE-2ACF-55E673956850}"/>
              </a:ext>
            </a:extLst>
          </p:cNvPr>
          <p:cNvSpPr/>
          <p:nvPr/>
        </p:nvSpPr>
        <p:spPr>
          <a:xfrm>
            <a:off x="57754" y="18921190"/>
            <a:ext cx="9804023" cy="6836039"/>
          </a:xfrm>
          <a:prstGeom prst="rect">
            <a:avLst/>
          </a:prstGeom>
          <a:noFill/>
          <a:ln w="1270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52A95197-F6F9-5DD9-CFFF-64319AA5CB60}"/>
              </a:ext>
            </a:extLst>
          </p:cNvPr>
          <p:cNvSpPr txBox="1"/>
          <p:nvPr/>
        </p:nvSpPr>
        <p:spPr>
          <a:xfrm>
            <a:off x="127689" y="18888115"/>
            <a:ext cx="9767804" cy="830997"/>
          </a:xfrm>
          <a:prstGeom prst="rect">
            <a:avLst/>
          </a:prstGeom>
          <a:solidFill>
            <a:srgbClr val="00B0F0"/>
          </a:solidFill>
        </p:spPr>
        <p:txBody>
          <a:bodyPr wrap="square">
            <a:spAutoFit/>
          </a:bodyPr>
          <a:lstStyle/>
          <a:p>
            <a:pPr algn="ctr"/>
            <a:r>
              <a:rPr kumimoji="0" lang="en-US" sz="4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rPr>
              <a:t> 5. </a:t>
            </a:r>
            <a:r>
              <a:rPr lang="en-US" sz="4800" b="1" dirty="0">
                <a:solidFill>
                  <a:schemeClr val="bg1"/>
                </a:solidFill>
                <a:latin typeface="Times New Roman" panose="02020603050405020304" pitchFamily="18" charset="0"/>
                <a:cs typeface="Times New Roman" panose="02020603050405020304" pitchFamily="18" charset="0"/>
              </a:rPr>
              <a:t>Experimentation</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062546AA-F3AA-0166-FA50-3CD3B5A02734}"/>
              </a:ext>
            </a:extLst>
          </p:cNvPr>
          <p:cNvSpPr txBox="1"/>
          <p:nvPr/>
        </p:nvSpPr>
        <p:spPr>
          <a:xfrm>
            <a:off x="11886419" y="18858992"/>
            <a:ext cx="7647490" cy="851297"/>
          </a:xfrm>
          <a:prstGeom prst="roundRect">
            <a:avLst/>
          </a:prstGeom>
          <a:solidFill>
            <a:schemeClr val="bg2"/>
          </a:solidFill>
          <a:ln>
            <a:solidFill>
              <a:schemeClr val="bg1"/>
            </a:solidFill>
          </a:ln>
        </p:spPr>
        <p:txBody>
          <a:bodyPr wrap="square">
            <a:spAutoFit/>
          </a:bodyPr>
          <a:lstStyle/>
          <a:p>
            <a:pPr algn="ctr"/>
            <a:r>
              <a:rPr lang="en-US" sz="4400" b="1" dirty="0">
                <a:solidFill>
                  <a:srgbClr val="FF0000"/>
                </a:solidFill>
                <a:latin typeface="Times New Roman" panose="02020603050405020304" pitchFamily="18" charset="0"/>
                <a:cs typeface="Times New Roman" panose="02020603050405020304" pitchFamily="18" charset="0"/>
              </a:rPr>
              <a:t>Fabrication</a:t>
            </a:r>
            <a:endParaRPr lang="en-US" sz="4800" dirty="0">
              <a:solidFill>
                <a:srgbClr val="FF0000"/>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0EB44C02-F5AF-E92F-8B4F-7B2380F6AE18}"/>
              </a:ext>
            </a:extLst>
          </p:cNvPr>
          <p:cNvSpPr txBox="1"/>
          <p:nvPr/>
        </p:nvSpPr>
        <p:spPr>
          <a:xfrm>
            <a:off x="127688" y="26513962"/>
            <a:ext cx="22960911" cy="1938992"/>
          </a:xfrm>
          <a:prstGeom prst="rect">
            <a:avLst/>
          </a:prstGeom>
          <a:noFill/>
        </p:spPr>
        <p:txBody>
          <a:bodyPr wrap="square">
            <a:spAutoFit/>
          </a:bodyPr>
          <a:lstStyle/>
          <a:p>
            <a:pPr marL="685800" indent="-685800">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Designed a soft robot crawler with radial and linear actuators for flexible pipeline inspection.</a:t>
            </a:r>
          </a:p>
          <a:p>
            <a:pPr marL="685800" indent="-685800">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Simulations in SolidWorks and ANSYS confirmed safe deformation and effective movement.</a:t>
            </a:r>
          </a:p>
          <a:p>
            <a:pPr marL="685800" indent="-685800">
              <a:buFont typeface="Wingdings" panose="05000000000000000000" pitchFamily="2" charset="2"/>
              <a:buChar char="q"/>
            </a:pPr>
            <a:r>
              <a:rPr lang="en-US" sz="4000" dirty="0">
                <a:latin typeface="Times New Roman" panose="02020603050405020304" pitchFamily="18" charset="0"/>
                <a:cs typeface="Times New Roman" panose="02020603050405020304" pitchFamily="18" charset="0"/>
              </a:rPr>
              <a:t>The concept offers a low-cost, damage-free solution to improve efficiency in pipeline maintenance.</a:t>
            </a:r>
          </a:p>
        </p:txBody>
      </p:sp>
      <p:pic>
        <p:nvPicPr>
          <p:cNvPr id="31" name="Picture 30" descr="A hand holding a pressure gauge&#10;&#10;AI-generated content may be incorrect.">
            <a:extLst>
              <a:ext uri="{FF2B5EF4-FFF2-40B4-BE49-F238E27FC236}">
                <a16:creationId xmlns:a16="http://schemas.microsoft.com/office/drawing/2014/main" id="{3F88C51B-D818-34DC-E42B-720D1312E34B}"/>
              </a:ext>
            </a:extLst>
          </p:cNvPr>
          <p:cNvPicPr>
            <a:picLocks noChangeAspect="1"/>
          </p:cNvPicPr>
          <p:nvPr/>
        </p:nvPicPr>
        <p:blipFill>
          <a:blip r:embed="rId8">
            <a:extLst>
              <a:ext uri="{28A0092B-C50C-407E-A947-70E740481C1C}">
                <a14:useLocalDpi xmlns:a14="http://schemas.microsoft.com/office/drawing/2010/main" val="0"/>
              </a:ext>
            </a:extLst>
          </a:blip>
          <a:srcRect t="17978" b="11118"/>
          <a:stretch/>
        </p:blipFill>
        <p:spPr>
          <a:xfrm>
            <a:off x="16749802" y="19809098"/>
            <a:ext cx="2389213" cy="3011663"/>
          </a:xfrm>
          <a:prstGeom prst="rect">
            <a:avLst/>
          </a:prstGeom>
        </p:spPr>
      </p:pic>
      <p:pic>
        <p:nvPicPr>
          <p:cNvPr id="33" name="Picture 32" descr="A hand holding a plastic cup&#10;&#10;AI-generated content may be incorrect.">
            <a:extLst>
              <a:ext uri="{FF2B5EF4-FFF2-40B4-BE49-F238E27FC236}">
                <a16:creationId xmlns:a16="http://schemas.microsoft.com/office/drawing/2014/main" id="{E4AF3DC7-3E37-E319-4A43-A6ADE1B55580}"/>
              </a:ext>
            </a:extLst>
          </p:cNvPr>
          <p:cNvPicPr>
            <a:picLocks noChangeAspect="1"/>
          </p:cNvPicPr>
          <p:nvPr/>
        </p:nvPicPr>
        <p:blipFill>
          <a:blip r:embed="rId9">
            <a:extLst>
              <a:ext uri="{28A0092B-C50C-407E-A947-70E740481C1C}">
                <a14:useLocalDpi xmlns:a14="http://schemas.microsoft.com/office/drawing/2010/main" val="0"/>
              </a:ext>
            </a:extLst>
          </a:blip>
          <a:srcRect t="28151" b="29493"/>
          <a:stretch/>
        </p:blipFill>
        <p:spPr>
          <a:xfrm>
            <a:off x="11983556" y="20008654"/>
            <a:ext cx="3422394" cy="2577074"/>
          </a:xfrm>
          <a:prstGeom prst="rect">
            <a:avLst/>
          </a:prstGeom>
        </p:spPr>
      </p:pic>
      <p:pic>
        <p:nvPicPr>
          <p:cNvPr id="35" name="Picture 34" descr="A group of electrical devices on a table&#10;&#10;AI-generated content may be incorrect.">
            <a:extLst>
              <a:ext uri="{FF2B5EF4-FFF2-40B4-BE49-F238E27FC236}">
                <a16:creationId xmlns:a16="http://schemas.microsoft.com/office/drawing/2014/main" id="{B4969A13-D55B-0DA0-4460-291D9501DA31}"/>
              </a:ext>
            </a:extLst>
          </p:cNvPr>
          <p:cNvPicPr>
            <a:picLocks noChangeAspect="1"/>
          </p:cNvPicPr>
          <p:nvPr/>
        </p:nvPicPr>
        <p:blipFill>
          <a:blip r:embed="rId10">
            <a:extLst>
              <a:ext uri="{28A0092B-C50C-407E-A947-70E740481C1C}">
                <a14:useLocalDpi xmlns:a14="http://schemas.microsoft.com/office/drawing/2010/main" val="0"/>
              </a:ext>
            </a:extLst>
          </a:blip>
          <a:srcRect t="11374" b="14284"/>
          <a:stretch/>
        </p:blipFill>
        <p:spPr>
          <a:xfrm rot="16200000">
            <a:off x="14420106" y="22270982"/>
            <a:ext cx="2372534" cy="3919537"/>
          </a:xfrm>
          <a:prstGeom prst="rect">
            <a:avLst/>
          </a:prstGeom>
        </p:spPr>
      </p:pic>
      <p:pic>
        <p:nvPicPr>
          <p:cNvPr id="16" name="Picture 15" descr="A silver metal tube with a round hole&#10;&#10;AI-generated content may be incorrect.">
            <a:extLst>
              <a:ext uri="{FF2B5EF4-FFF2-40B4-BE49-F238E27FC236}">
                <a16:creationId xmlns:a16="http://schemas.microsoft.com/office/drawing/2014/main" id="{26899830-393C-3078-433D-5545423DF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6873" y="7735427"/>
            <a:ext cx="4504027" cy="1820821"/>
          </a:xfrm>
          <a:prstGeom prst="rect">
            <a:avLst/>
          </a:prstGeom>
        </p:spPr>
      </p:pic>
      <p:sp>
        <p:nvSpPr>
          <p:cNvPr id="19" name="TextBox 18">
            <a:extLst>
              <a:ext uri="{FF2B5EF4-FFF2-40B4-BE49-F238E27FC236}">
                <a16:creationId xmlns:a16="http://schemas.microsoft.com/office/drawing/2014/main" id="{95315C47-C3CA-5F5B-67B8-0C5B939C3536}"/>
              </a:ext>
            </a:extLst>
          </p:cNvPr>
          <p:cNvSpPr txBox="1"/>
          <p:nvPr/>
        </p:nvSpPr>
        <p:spPr>
          <a:xfrm>
            <a:off x="143215" y="9443760"/>
            <a:ext cx="9736752" cy="3170099"/>
          </a:xfrm>
          <a:prstGeom prst="rect">
            <a:avLst/>
          </a:prstGeom>
          <a:noFill/>
        </p:spPr>
        <p:txBody>
          <a:bodyPr wrap="square" rtlCol="0">
            <a:spAutoFit/>
          </a:bodyPr>
          <a:lstStyle/>
          <a:p>
            <a:pPr algn="ctr">
              <a:buNone/>
            </a:pPr>
            <a:r>
              <a:rPr lang="en-US" sz="2000" dirty="0">
                <a:latin typeface="Times New Roman" panose="02020603050405020304" pitchFamily="18" charset="0"/>
                <a:cs typeface="Times New Roman" panose="02020603050405020304" pitchFamily="18" charset="0"/>
              </a:rPr>
              <a:t>This project focuses on designing a soft robot crawler that can inspect pipelines using soft actuators. The robot combines radial and linear expansion mechanisms to adapt to tight and variable pipe geometries while minimizing damage to internal surfaces.</a:t>
            </a:r>
          </a:p>
          <a:p>
            <a:pPr algn="ctr">
              <a:buNone/>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Radial Actuator</a:t>
            </a:r>
            <a:r>
              <a:rPr lang="en-US" sz="2000" dirty="0">
                <a:latin typeface="Times New Roman" panose="02020603050405020304" pitchFamily="18" charset="0"/>
                <a:cs typeface="Times New Roman" panose="02020603050405020304" pitchFamily="18" charset="0"/>
              </a:rPr>
              <a:t>: Expands outward to press against the inner pipe walls, anchoring the robot during motion.</a:t>
            </a:r>
          </a:p>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Linear Actuator</a:t>
            </a:r>
            <a:r>
              <a:rPr lang="en-US" sz="2000" dirty="0">
                <a:latin typeface="Times New Roman" panose="02020603050405020304" pitchFamily="18" charset="0"/>
                <a:cs typeface="Times New Roman" panose="02020603050405020304" pitchFamily="18" charset="0"/>
              </a:rPr>
              <a:t>: Extends the robot’s body forward inside the pipe, enabling crawling movement.</a:t>
            </a:r>
          </a:p>
          <a:p>
            <a:pPr marL="34290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Inner Balloon Mechanism</a:t>
            </a:r>
            <a:r>
              <a:rPr lang="en-US" sz="2000" dirty="0">
                <a:latin typeface="Times New Roman" panose="02020603050405020304" pitchFamily="18" charset="0"/>
                <a:cs typeface="Times New Roman" panose="02020603050405020304" pitchFamily="18" charset="0"/>
              </a:rPr>
              <a:t>: A soft balloon embedded in the radial actuator inflates under pressure and expands through grooves in the solid outer shell to achieve outward gripping.</a:t>
            </a:r>
          </a:p>
        </p:txBody>
      </p:sp>
      <p:pic>
        <p:nvPicPr>
          <p:cNvPr id="24" name="Picture 23" descr="A blue plastic object next to a ruler&#10;&#10;AI-generated content may be incorrect.">
            <a:extLst>
              <a:ext uri="{FF2B5EF4-FFF2-40B4-BE49-F238E27FC236}">
                <a16:creationId xmlns:a16="http://schemas.microsoft.com/office/drawing/2014/main" id="{CD3D840D-D25D-60DC-CB6B-466F901B012B}"/>
              </a:ext>
            </a:extLst>
          </p:cNvPr>
          <p:cNvPicPr>
            <a:picLocks noChangeAspect="1"/>
          </p:cNvPicPr>
          <p:nvPr/>
        </p:nvPicPr>
        <p:blipFill>
          <a:blip r:embed="rId11">
            <a:extLst>
              <a:ext uri="{28A0092B-C50C-407E-A947-70E740481C1C}">
                <a14:useLocalDpi xmlns:a14="http://schemas.microsoft.com/office/drawing/2010/main" val="0"/>
              </a:ext>
            </a:extLst>
          </a:blip>
          <a:srcRect t="27363" b="41010"/>
          <a:stretch/>
        </p:blipFill>
        <p:spPr>
          <a:xfrm>
            <a:off x="274056" y="20089675"/>
            <a:ext cx="3995992" cy="2246769"/>
          </a:xfrm>
          <a:prstGeom prst="rect">
            <a:avLst/>
          </a:prstGeom>
        </p:spPr>
      </p:pic>
      <p:sp>
        <p:nvSpPr>
          <p:cNvPr id="25" name="Arrow: Right 24">
            <a:extLst>
              <a:ext uri="{FF2B5EF4-FFF2-40B4-BE49-F238E27FC236}">
                <a16:creationId xmlns:a16="http://schemas.microsoft.com/office/drawing/2014/main" id="{C46B590F-D522-91D8-61C0-83680E1AF1FC}"/>
              </a:ext>
            </a:extLst>
          </p:cNvPr>
          <p:cNvSpPr/>
          <p:nvPr/>
        </p:nvSpPr>
        <p:spPr>
          <a:xfrm>
            <a:off x="4255307" y="20995022"/>
            <a:ext cx="1339542" cy="4361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27" name="Picture 26" descr="A hand holding a blue plastic container&#10;&#10;AI-generated content may be incorrect.">
            <a:extLst>
              <a:ext uri="{FF2B5EF4-FFF2-40B4-BE49-F238E27FC236}">
                <a16:creationId xmlns:a16="http://schemas.microsoft.com/office/drawing/2014/main" id="{BE195F7D-F800-FA62-5806-61229E5F434B}"/>
              </a:ext>
            </a:extLst>
          </p:cNvPr>
          <p:cNvPicPr>
            <a:picLocks noChangeAspect="1"/>
          </p:cNvPicPr>
          <p:nvPr/>
        </p:nvPicPr>
        <p:blipFill>
          <a:blip r:embed="rId12">
            <a:extLst>
              <a:ext uri="{28A0092B-C50C-407E-A947-70E740481C1C}">
                <a14:useLocalDpi xmlns:a14="http://schemas.microsoft.com/office/drawing/2010/main" val="0"/>
              </a:ext>
            </a:extLst>
          </a:blip>
          <a:srcRect l="35895" t="19473" r="20367" b="27001"/>
          <a:stretch/>
        </p:blipFill>
        <p:spPr>
          <a:xfrm rot="5400000">
            <a:off x="6869283" y="19120987"/>
            <a:ext cx="1477329" cy="4017579"/>
          </a:xfrm>
          <a:prstGeom prst="rect">
            <a:avLst/>
          </a:prstGeom>
        </p:spPr>
      </p:pic>
      <p:pic>
        <p:nvPicPr>
          <p:cNvPr id="41" name="Picture 40" descr="A measuring tape and blue objects&#10;&#10;AI-generated content may be incorrect.">
            <a:extLst>
              <a:ext uri="{FF2B5EF4-FFF2-40B4-BE49-F238E27FC236}">
                <a16:creationId xmlns:a16="http://schemas.microsoft.com/office/drawing/2014/main" id="{E9D22AD7-B1F8-C713-6198-3CF6EA1994BF}"/>
              </a:ext>
            </a:extLst>
          </p:cNvPr>
          <p:cNvPicPr>
            <a:picLocks noChangeAspect="1"/>
          </p:cNvPicPr>
          <p:nvPr/>
        </p:nvPicPr>
        <p:blipFill>
          <a:blip r:embed="rId13">
            <a:extLst>
              <a:ext uri="{28A0092B-C50C-407E-A947-70E740481C1C}">
                <a14:useLocalDpi xmlns:a14="http://schemas.microsoft.com/office/drawing/2010/main" val="0"/>
              </a:ext>
            </a:extLst>
          </a:blip>
          <a:srcRect t="45566"/>
          <a:stretch/>
        </p:blipFill>
        <p:spPr>
          <a:xfrm>
            <a:off x="4270048" y="24217526"/>
            <a:ext cx="4303712" cy="1317757"/>
          </a:xfrm>
          <a:prstGeom prst="rect">
            <a:avLst/>
          </a:prstGeom>
        </p:spPr>
      </p:pic>
      <p:sp>
        <p:nvSpPr>
          <p:cNvPr id="42" name="TextBox 41">
            <a:extLst>
              <a:ext uri="{FF2B5EF4-FFF2-40B4-BE49-F238E27FC236}">
                <a16:creationId xmlns:a16="http://schemas.microsoft.com/office/drawing/2014/main" id="{1DC0404E-A562-3D51-261A-A6889F785CB8}"/>
              </a:ext>
            </a:extLst>
          </p:cNvPr>
          <p:cNvSpPr txBox="1"/>
          <p:nvPr/>
        </p:nvSpPr>
        <p:spPr>
          <a:xfrm>
            <a:off x="100163" y="22340341"/>
            <a:ext cx="9736752" cy="2062103"/>
          </a:xfrm>
          <a:prstGeom prst="rect">
            <a:avLst/>
          </a:prstGeom>
          <a:noFill/>
        </p:spPr>
        <p:txBody>
          <a:bodyPr wrap="square" rtlCol="0">
            <a:spAutoFit/>
          </a:bodyPr>
          <a:lstStyle/>
          <a:p>
            <a:pPr>
              <a:buNone/>
            </a:pPr>
            <a:r>
              <a:rPr lang="en-US" sz="1600" b="1" dirty="0">
                <a:latin typeface="Times New Roman" panose="02020603050405020304" pitchFamily="18" charset="0"/>
                <a:cs typeface="Times New Roman" panose="02020603050405020304" pitchFamily="18" charset="0"/>
              </a:rPr>
              <a:t>Linear Actuator Deformation Result</a:t>
            </a:r>
          </a:p>
          <a:p>
            <a:pPr>
              <a:buNone/>
            </a:pPr>
            <a:endParaRPr lang="en-US" sz="1600" b="1"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During testing, the soft robot’s </a:t>
            </a:r>
            <a:r>
              <a:rPr lang="en-US" sz="1600" b="1" dirty="0">
                <a:latin typeface="Times New Roman" panose="02020603050405020304" pitchFamily="18" charset="0"/>
                <a:cs typeface="Times New Roman" panose="02020603050405020304" pitchFamily="18" charset="0"/>
              </a:rPr>
              <a:t>linear actuator</a:t>
            </a:r>
            <a:r>
              <a:rPr lang="en-US" sz="1600" dirty="0">
                <a:latin typeface="Times New Roman" panose="02020603050405020304" pitchFamily="18" charset="0"/>
                <a:cs typeface="Times New Roman" panose="02020603050405020304" pitchFamily="18" charset="0"/>
              </a:rPr>
              <a:t> expanded from an initial length of </a:t>
            </a:r>
            <a:r>
              <a:rPr lang="en-US" sz="1600" b="1" dirty="0">
                <a:latin typeface="Times New Roman" panose="02020603050405020304" pitchFamily="18" charset="0"/>
                <a:cs typeface="Times New Roman" panose="02020603050405020304" pitchFamily="18" charset="0"/>
              </a:rPr>
              <a:t>5 inches (127 mm)</a:t>
            </a:r>
            <a:r>
              <a:rPr lang="en-US" sz="1600" dirty="0">
                <a:latin typeface="Times New Roman" panose="02020603050405020304" pitchFamily="18" charset="0"/>
                <a:cs typeface="Times New Roman" panose="02020603050405020304" pitchFamily="18" charset="0"/>
              </a:rPr>
              <a:t> to </a:t>
            </a:r>
            <a:r>
              <a:rPr lang="en-US" sz="1600" b="1" dirty="0">
                <a:latin typeface="Times New Roman" panose="02020603050405020304" pitchFamily="18" charset="0"/>
                <a:cs typeface="Times New Roman" panose="02020603050405020304" pitchFamily="18" charset="0"/>
              </a:rPr>
              <a:t>8 inches (203.2 mm)</a:t>
            </a:r>
            <a:r>
              <a:rPr lang="en-US" sz="1600" dirty="0">
                <a:latin typeface="Times New Roman" panose="02020603050405020304" pitchFamily="18" charset="0"/>
                <a:cs typeface="Times New Roman" panose="02020603050405020304" pitchFamily="18" charset="0"/>
              </a:rPr>
              <a:t> when pressure was applied. This resulted in:</a:t>
            </a:r>
          </a:p>
          <a:p>
            <a:pPr marL="285750" indent="-28575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Total elongation:</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76.2 mm</a:t>
            </a:r>
            <a:endParaRPr lang="en-US" sz="16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600" b="1" dirty="0">
                <a:latin typeface="Times New Roman" panose="02020603050405020304" pitchFamily="18" charset="0"/>
                <a:cs typeface="Times New Roman" panose="02020603050405020304" pitchFamily="18" charset="0"/>
              </a:rPr>
              <a:t>Elongation percentage:</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60%</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This confirms the actuator’s capability to stretch significantly while maintaining structural integrity, making it suitable for forward crawling inside pipelines.</a:t>
            </a:r>
          </a:p>
        </p:txBody>
      </p:sp>
    </p:spTree>
    <p:extLst>
      <p:ext uri="{BB962C8B-B14F-4D97-AF65-F5344CB8AC3E}">
        <p14:creationId xmlns:p14="http://schemas.microsoft.com/office/powerpoint/2010/main" val="2133876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TotalTime>
  <Words>351</Words>
  <Application>Microsoft Office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Times New Roman</vt:lpstr>
      <vt:lpstr>Wingdings</vt:lpstr>
      <vt:lpstr>Office Theme</vt:lpstr>
      <vt:lpstr>PowerPoint Presentation</vt:lpstr>
    </vt:vector>
  </TitlesOfParts>
  <Company>Bahrain Polytechnic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Iftikhar Ahmad</dc:creator>
  <cp:lastModifiedBy>Abdulla Salman Abdulla Abbas Altooq</cp:lastModifiedBy>
  <cp:revision>7</cp:revision>
  <dcterms:created xsi:type="dcterms:W3CDTF">2024-12-11T07:41:58Z</dcterms:created>
  <dcterms:modified xsi:type="dcterms:W3CDTF">2025-06-19T13:42:25Z</dcterms:modified>
</cp:coreProperties>
</file>