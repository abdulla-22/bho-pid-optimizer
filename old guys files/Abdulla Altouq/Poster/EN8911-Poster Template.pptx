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6F3E7D3F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21396325" cy="30267275"/>
  <p:notesSz cx="6858000" cy="9144000"/>
  <p:defaultTextStyle>
    <a:defPPr>
      <a:defRPr lang="en-US"/>
    </a:defPPr>
    <a:lvl1pPr marL="0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1pPr>
    <a:lvl2pPr marL="1239926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2pPr>
    <a:lvl3pPr marL="2479853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3pPr>
    <a:lvl4pPr marL="3719779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4pPr>
    <a:lvl5pPr marL="4959706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5pPr>
    <a:lvl6pPr marL="6199632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6pPr>
    <a:lvl7pPr marL="7439558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7pPr>
    <a:lvl8pPr marL="8679485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8pPr>
    <a:lvl9pPr marL="9919411" algn="l" defTabSz="2479853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885341-D962-542F-AB7A-2EE7DBB0D9AF}" name="Iftikhar Ahmad" initials="IA" userId="S::Iftikhar.Ahmad@polytechnic.bh::0b815c6e-896b-4eaa-a2bc-02c1a5cb9db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0" d="100"/>
          <a:sy n="20" d="100"/>
        </p:scale>
        <p:origin x="337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ftikhar Ahmad" userId="0b815c6e-896b-4eaa-a2bc-02c1a5cb9db8" providerId="ADAL" clId="{E265782C-ACA1-4483-A718-5081F0C400DD}"/>
    <pc:docChg chg="modSld">
      <pc:chgData name="Iftikhar Ahmad" userId="0b815c6e-896b-4eaa-a2bc-02c1a5cb9db8" providerId="ADAL" clId="{E265782C-ACA1-4483-A718-5081F0C400DD}" dt="2025-05-03T15:58:53.475" v="2" actId="207"/>
      <pc:docMkLst>
        <pc:docMk/>
      </pc:docMkLst>
      <pc:sldChg chg="modSp mod">
        <pc:chgData name="Iftikhar Ahmad" userId="0b815c6e-896b-4eaa-a2bc-02c1a5cb9db8" providerId="ADAL" clId="{E265782C-ACA1-4483-A718-5081F0C400DD}" dt="2025-05-03T15:58:32.082" v="1" actId="207"/>
        <pc:sldMkLst>
          <pc:docMk/>
          <pc:sldMk cId="2133876679" sldId="256"/>
        </pc:sldMkLst>
        <pc:spChg chg="mod">
          <ac:chgData name="Iftikhar Ahmad" userId="0b815c6e-896b-4eaa-a2bc-02c1a5cb9db8" providerId="ADAL" clId="{E265782C-ACA1-4483-A718-5081F0C400DD}" dt="2025-05-03T15:58:28.619" v="0" actId="207"/>
          <ac:spMkLst>
            <pc:docMk/>
            <pc:sldMk cId="2133876679" sldId="256"/>
            <ac:spMk id="8" creationId="{D3411176-5B08-C36F-16E8-98A58F88375A}"/>
          </ac:spMkLst>
        </pc:spChg>
      </pc:sldChg>
      <pc:sldChg chg="modSp mod">
        <pc:chgData name="Iftikhar Ahmad" userId="0b815c6e-896b-4eaa-a2bc-02c1a5cb9db8" providerId="ADAL" clId="{E265782C-ACA1-4483-A718-5081F0C400DD}" dt="2025-05-03T15:58:53.475" v="2" actId="207"/>
        <pc:sldMkLst>
          <pc:docMk/>
          <pc:sldMk cId="1866366271" sldId="257"/>
        </pc:sldMkLst>
      </pc:sldChg>
    </pc:docChg>
  </pc:docChgLst>
  <pc:docChgLst>
    <pc:chgData name="Iftikhar Ahmad" userId="0b815c6e-896b-4eaa-a2bc-02c1a5cb9db8" providerId="ADAL" clId="{87BDBCDC-FDBB-404E-8E3D-48E64A744B56}"/>
    <pc:docChg chg="undo custSel addSld delSld modSld">
      <pc:chgData name="Iftikhar Ahmad" userId="0b815c6e-896b-4eaa-a2bc-02c1a5cb9db8" providerId="ADAL" clId="{87BDBCDC-FDBB-404E-8E3D-48E64A744B56}" dt="2025-05-11T10:40:07.851" v="198" actId="47"/>
      <pc:docMkLst>
        <pc:docMk/>
      </pc:docMkLst>
      <pc:sldChg chg="addSp delSp modSp mod">
        <pc:chgData name="Iftikhar Ahmad" userId="0b815c6e-896b-4eaa-a2bc-02c1a5cb9db8" providerId="ADAL" clId="{87BDBCDC-FDBB-404E-8E3D-48E64A744B56}" dt="2025-05-11T10:38:52.164" v="191" actId="1035"/>
        <pc:sldMkLst>
          <pc:docMk/>
          <pc:sldMk cId="2133876679" sldId="256"/>
        </pc:sldMkLst>
        <pc:spChg chg="add mod">
          <ac:chgData name="Iftikhar Ahmad" userId="0b815c6e-896b-4eaa-a2bc-02c1a5cb9db8" providerId="ADAL" clId="{87BDBCDC-FDBB-404E-8E3D-48E64A744B56}" dt="2025-05-11T10:18:57.595" v="91"/>
          <ac:spMkLst>
            <pc:docMk/>
            <pc:sldMk cId="2133876679" sldId="256"/>
            <ac:spMk id="2" creationId="{97A9BFF7-05A4-99A2-F30C-2764810EB559}"/>
          </ac:spMkLst>
        </pc:spChg>
        <pc:spChg chg="add mod">
          <ac:chgData name="Iftikhar Ahmad" userId="0b815c6e-896b-4eaa-a2bc-02c1a5cb9db8" providerId="ADAL" clId="{87BDBCDC-FDBB-404E-8E3D-48E64A744B56}" dt="2025-05-11T10:29:07.523" v="101" actId="20577"/>
          <ac:spMkLst>
            <pc:docMk/>
            <pc:sldMk cId="2133876679" sldId="256"/>
            <ac:spMk id="4" creationId="{D0701A0F-EB73-6088-7BAD-0C1037F8F185}"/>
          </ac:spMkLst>
        </pc:spChg>
        <pc:spChg chg="add mod">
          <ac:chgData name="Iftikhar Ahmad" userId="0b815c6e-896b-4eaa-a2bc-02c1a5cb9db8" providerId="ADAL" clId="{87BDBCDC-FDBB-404E-8E3D-48E64A744B56}" dt="2025-05-11T10:38:46.876" v="188" actId="1036"/>
          <ac:spMkLst>
            <pc:docMk/>
            <pc:sldMk cId="2133876679" sldId="256"/>
            <ac:spMk id="5" creationId="{9942E1CE-39DD-EEDB-19F3-0A84D46FDA0D}"/>
          </ac:spMkLst>
        </pc:spChg>
        <pc:spChg chg="del">
          <ac:chgData name="Iftikhar Ahmad" userId="0b815c6e-896b-4eaa-a2bc-02c1a5cb9db8" providerId="ADAL" clId="{87BDBCDC-FDBB-404E-8E3D-48E64A744B56}" dt="2025-05-11T10:18:27.370" v="90" actId="478"/>
          <ac:spMkLst>
            <pc:docMk/>
            <pc:sldMk cId="2133876679" sldId="256"/>
            <ac:spMk id="6" creationId="{457E1438-5C6F-E532-DDDA-5CC366C2E2CB}"/>
          </ac:spMkLst>
        </pc:spChg>
        <pc:spChg chg="mod">
          <ac:chgData name="Iftikhar Ahmad" userId="0b815c6e-896b-4eaa-a2bc-02c1a5cb9db8" providerId="ADAL" clId="{87BDBCDC-FDBB-404E-8E3D-48E64A744B56}" dt="2025-05-11T10:23:26.242" v="94" actId="207"/>
          <ac:spMkLst>
            <pc:docMk/>
            <pc:sldMk cId="2133876679" sldId="256"/>
            <ac:spMk id="7" creationId="{0BDE0343-5614-0F7B-F9CA-CD3B0CE4573D}"/>
          </ac:spMkLst>
        </pc:spChg>
        <pc:spChg chg="mod">
          <ac:chgData name="Iftikhar Ahmad" userId="0b815c6e-896b-4eaa-a2bc-02c1a5cb9db8" providerId="ADAL" clId="{87BDBCDC-FDBB-404E-8E3D-48E64A744B56}" dt="2025-05-11T10:38:52.164" v="191" actId="1035"/>
          <ac:spMkLst>
            <pc:docMk/>
            <pc:sldMk cId="2133876679" sldId="256"/>
            <ac:spMk id="9" creationId="{ACF5A9D6-315D-0284-496F-31F158517AE2}"/>
          </ac:spMkLst>
        </pc:spChg>
        <pc:spChg chg="mod">
          <ac:chgData name="Iftikhar Ahmad" userId="0b815c6e-896b-4eaa-a2bc-02c1a5cb9db8" providerId="ADAL" clId="{87BDBCDC-FDBB-404E-8E3D-48E64A744B56}" dt="2025-05-04T07:53:42.628" v="16" actId="208"/>
          <ac:spMkLst>
            <pc:docMk/>
            <pc:sldMk cId="2133876679" sldId="256"/>
            <ac:spMk id="10" creationId="{BAC9DDF7-0C0B-836F-20EE-A72CCB857140}"/>
          </ac:spMkLst>
        </pc:spChg>
        <pc:spChg chg="mod">
          <ac:chgData name="Iftikhar Ahmad" userId="0b815c6e-896b-4eaa-a2bc-02c1a5cb9db8" providerId="ADAL" clId="{87BDBCDC-FDBB-404E-8E3D-48E64A744B56}" dt="2025-05-04T07:51:29.685" v="2" actId="207"/>
          <ac:spMkLst>
            <pc:docMk/>
            <pc:sldMk cId="2133876679" sldId="256"/>
            <ac:spMk id="12" creationId="{F2458D4E-0831-EDE6-ACB8-03118B360C02}"/>
          </ac:spMkLst>
        </pc:spChg>
        <pc:spChg chg="mod">
          <ac:chgData name="Iftikhar Ahmad" userId="0b815c6e-896b-4eaa-a2bc-02c1a5cb9db8" providerId="ADAL" clId="{87BDBCDC-FDBB-404E-8E3D-48E64A744B56}" dt="2025-05-04T07:51:37.459" v="5" actId="207"/>
          <ac:spMkLst>
            <pc:docMk/>
            <pc:sldMk cId="2133876679" sldId="256"/>
            <ac:spMk id="13" creationId="{CF7589AD-9689-8D6F-DF64-F304108C5E5C}"/>
          </ac:spMkLst>
        </pc:spChg>
        <pc:spChg chg="add del mod">
          <ac:chgData name="Iftikhar Ahmad" userId="0b815c6e-896b-4eaa-a2bc-02c1a5cb9db8" providerId="ADAL" clId="{87BDBCDC-FDBB-404E-8E3D-48E64A744B56}" dt="2025-05-11T10:29:39.477" v="103" actId="478"/>
          <ac:spMkLst>
            <pc:docMk/>
            <pc:sldMk cId="2133876679" sldId="256"/>
            <ac:spMk id="14" creationId="{AAF714AF-F1A5-6AA2-A878-EF585BA102FF}"/>
          </ac:spMkLst>
        </pc:spChg>
        <pc:spChg chg="mod">
          <ac:chgData name="Iftikhar Ahmad" userId="0b815c6e-896b-4eaa-a2bc-02c1a5cb9db8" providerId="ADAL" clId="{87BDBCDC-FDBB-404E-8E3D-48E64A744B56}" dt="2025-05-04T07:53:42.628" v="16" actId="208"/>
          <ac:spMkLst>
            <pc:docMk/>
            <pc:sldMk cId="2133876679" sldId="256"/>
            <ac:spMk id="23" creationId="{8FBA709E-A182-632C-320D-587ED766CAD7}"/>
          </ac:spMkLst>
        </pc:spChg>
        <pc:spChg chg="mod">
          <ac:chgData name="Iftikhar Ahmad" userId="0b815c6e-896b-4eaa-a2bc-02c1a5cb9db8" providerId="ADAL" clId="{87BDBCDC-FDBB-404E-8E3D-48E64A744B56}" dt="2025-05-04T07:53:42.628" v="16" actId="208"/>
          <ac:spMkLst>
            <pc:docMk/>
            <pc:sldMk cId="2133876679" sldId="256"/>
            <ac:spMk id="24" creationId="{ACF6C8B4-0DF4-715E-52DB-29A129A1641C}"/>
          </ac:spMkLst>
        </pc:spChg>
        <pc:spChg chg="mod">
          <ac:chgData name="Iftikhar Ahmad" userId="0b815c6e-896b-4eaa-a2bc-02c1a5cb9db8" providerId="ADAL" clId="{87BDBCDC-FDBB-404E-8E3D-48E64A744B56}" dt="2025-05-04T07:51:26.040" v="1" actId="207"/>
          <ac:spMkLst>
            <pc:docMk/>
            <pc:sldMk cId="2133876679" sldId="256"/>
            <ac:spMk id="25" creationId="{109AC3A5-3B3C-A677-A19B-C98352151809}"/>
          </ac:spMkLst>
        </pc:spChg>
        <pc:spChg chg="mod">
          <ac:chgData name="Iftikhar Ahmad" userId="0b815c6e-896b-4eaa-a2bc-02c1a5cb9db8" providerId="ADAL" clId="{87BDBCDC-FDBB-404E-8E3D-48E64A744B56}" dt="2025-05-04T07:57:22.078" v="62" actId="1037"/>
          <ac:spMkLst>
            <pc:docMk/>
            <pc:sldMk cId="2133876679" sldId="256"/>
            <ac:spMk id="29" creationId="{239804DB-EB3F-3086-4CF4-1800A01D833F}"/>
          </ac:spMkLst>
        </pc:spChg>
        <pc:spChg chg="mod">
          <ac:chgData name="Iftikhar Ahmad" userId="0b815c6e-896b-4eaa-a2bc-02c1a5cb9db8" providerId="ADAL" clId="{87BDBCDC-FDBB-404E-8E3D-48E64A744B56}" dt="2025-05-04T07:56:36.869" v="42" actId="208"/>
          <ac:spMkLst>
            <pc:docMk/>
            <pc:sldMk cId="2133876679" sldId="256"/>
            <ac:spMk id="30" creationId="{4A65BF08-F697-BF02-D678-31E01A7A68D0}"/>
          </ac:spMkLst>
        </pc:spChg>
        <pc:spChg chg="mod">
          <ac:chgData name="Iftikhar Ahmad" userId="0b815c6e-896b-4eaa-a2bc-02c1a5cb9db8" providerId="ADAL" clId="{87BDBCDC-FDBB-404E-8E3D-48E64A744B56}" dt="2025-05-04T07:53:42.628" v="16" actId="208"/>
          <ac:spMkLst>
            <pc:docMk/>
            <pc:sldMk cId="2133876679" sldId="256"/>
            <ac:spMk id="33" creationId="{02B073D2-57A4-C40F-9996-605C08DF7B51}"/>
          </ac:spMkLst>
        </pc:spChg>
        <pc:spChg chg="mod">
          <ac:chgData name="Iftikhar Ahmad" userId="0b815c6e-896b-4eaa-a2bc-02c1a5cb9db8" providerId="ADAL" clId="{87BDBCDC-FDBB-404E-8E3D-48E64A744B56}" dt="2025-05-04T07:53:42.628" v="16" actId="208"/>
          <ac:spMkLst>
            <pc:docMk/>
            <pc:sldMk cId="2133876679" sldId="256"/>
            <ac:spMk id="34" creationId="{9FFCD9E4-F2F8-0FD6-BA40-556D47A8164F}"/>
          </ac:spMkLst>
        </pc:spChg>
        <pc:spChg chg="mod">
          <ac:chgData name="Iftikhar Ahmad" userId="0b815c6e-896b-4eaa-a2bc-02c1a5cb9db8" providerId="ADAL" clId="{87BDBCDC-FDBB-404E-8E3D-48E64A744B56}" dt="2025-05-04T07:51:39.995" v="6" actId="207"/>
          <ac:spMkLst>
            <pc:docMk/>
            <pc:sldMk cId="2133876679" sldId="256"/>
            <ac:spMk id="35" creationId="{214710CC-6F00-6EAF-7395-148ECB78B137}"/>
          </ac:spMkLst>
        </pc:spChg>
        <pc:spChg chg="mod">
          <ac:chgData name="Iftikhar Ahmad" userId="0b815c6e-896b-4eaa-a2bc-02c1a5cb9db8" providerId="ADAL" clId="{87BDBCDC-FDBB-404E-8E3D-48E64A744B56}" dt="2025-05-11T10:38:15.273" v="118" actId="1036"/>
          <ac:spMkLst>
            <pc:docMk/>
            <pc:sldMk cId="2133876679" sldId="256"/>
            <ac:spMk id="37" creationId="{E8939C37-4B7F-2175-481F-85CF3649E3B6}"/>
          </ac:spMkLst>
        </pc:spChg>
        <pc:spChg chg="mod">
          <ac:chgData name="Iftikhar Ahmad" userId="0b815c6e-896b-4eaa-a2bc-02c1a5cb9db8" providerId="ADAL" clId="{87BDBCDC-FDBB-404E-8E3D-48E64A744B56}" dt="2025-05-04T07:53:42.628" v="16" actId="208"/>
          <ac:spMkLst>
            <pc:docMk/>
            <pc:sldMk cId="2133876679" sldId="256"/>
            <ac:spMk id="40" creationId="{CC39B12A-F982-C93E-2491-DB9DF00A097B}"/>
          </ac:spMkLst>
        </pc:spChg>
        <pc:spChg chg="add del mod">
          <ac:chgData name="Iftikhar Ahmad" userId="0b815c6e-896b-4eaa-a2bc-02c1a5cb9db8" providerId="ADAL" clId="{87BDBCDC-FDBB-404E-8E3D-48E64A744B56}" dt="2025-05-11T10:38:27.563" v="154" actId="1036"/>
          <ac:spMkLst>
            <pc:docMk/>
            <pc:sldMk cId="2133876679" sldId="256"/>
            <ac:spMk id="62" creationId="{D8B0B40A-2EEC-4F34-D976-76CAFD1DB638}"/>
          </ac:spMkLst>
        </pc:spChg>
        <pc:spChg chg="mod">
          <ac:chgData name="Iftikhar Ahmad" userId="0b815c6e-896b-4eaa-a2bc-02c1a5cb9db8" providerId="ADAL" clId="{87BDBCDC-FDBB-404E-8E3D-48E64A744B56}" dt="2025-05-04T07:53:52.684" v="18" actId="208"/>
          <ac:spMkLst>
            <pc:docMk/>
            <pc:sldMk cId="2133876679" sldId="256"/>
            <ac:spMk id="73" creationId="{A8A11743-061A-0929-4C74-547A938143EA}"/>
          </ac:spMkLst>
        </pc:spChg>
        <pc:spChg chg="mod">
          <ac:chgData name="Iftikhar Ahmad" userId="0b815c6e-896b-4eaa-a2bc-02c1a5cb9db8" providerId="ADAL" clId="{87BDBCDC-FDBB-404E-8E3D-48E64A744B56}" dt="2025-05-04T07:51:35.075" v="4" actId="207"/>
          <ac:spMkLst>
            <pc:docMk/>
            <pc:sldMk cId="2133876679" sldId="256"/>
            <ac:spMk id="74" creationId="{BE67DD8E-A1F5-087B-24EC-F919B5B1AE68}"/>
          </ac:spMkLst>
        </pc:spChg>
        <pc:spChg chg="mod">
          <ac:chgData name="Iftikhar Ahmad" userId="0b815c6e-896b-4eaa-a2bc-02c1a5cb9db8" providerId="ADAL" clId="{87BDBCDC-FDBB-404E-8E3D-48E64A744B56}" dt="2025-05-04T07:56:44.389" v="44" actId="14100"/>
          <ac:spMkLst>
            <pc:docMk/>
            <pc:sldMk cId="2133876679" sldId="256"/>
            <ac:spMk id="75" creationId="{DE28D476-C23C-1ABB-BCDE-9C1E78C51E53}"/>
          </ac:spMkLst>
        </pc:spChg>
        <pc:spChg chg="del">
          <ac:chgData name="Iftikhar Ahmad" userId="0b815c6e-896b-4eaa-a2bc-02c1a5cb9db8" providerId="ADAL" clId="{87BDBCDC-FDBB-404E-8E3D-48E64A744B56}" dt="2025-05-11T10:19:39.932" v="92" actId="478"/>
          <ac:spMkLst>
            <pc:docMk/>
            <pc:sldMk cId="2133876679" sldId="256"/>
            <ac:spMk id="160" creationId="{1D91BBD9-9A36-9925-F886-A032A13DFC09}"/>
          </ac:spMkLst>
        </pc:spChg>
        <pc:grpChg chg="mod">
          <ac:chgData name="Iftikhar Ahmad" userId="0b815c6e-896b-4eaa-a2bc-02c1a5cb9db8" providerId="ADAL" clId="{87BDBCDC-FDBB-404E-8E3D-48E64A744B56}" dt="2025-05-11T10:38:10.249" v="107" actId="14100"/>
          <ac:grpSpMkLst>
            <pc:docMk/>
            <pc:sldMk cId="2133876679" sldId="256"/>
            <ac:grpSpMk id="15" creationId="{3A73601D-A560-EA1A-2EBD-8B27AA5CB161}"/>
          </ac:grpSpMkLst>
        </pc:grpChg>
        <pc:grpChg chg="add del mod">
          <ac:chgData name="Iftikhar Ahmad" userId="0b815c6e-896b-4eaa-a2bc-02c1a5cb9db8" providerId="ADAL" clId="{87BDBCDC-FDBB-404E-8E3D-48E64A744B56}" dt="2025-05-04T07:57:09.054" v="50" actId="1036"/>
          <ac:grpSpMkLst>
            <pc:docMk/>
            <pc:sldMk cId="2133876679" sldId="256"/>
            <ac:grpSpMk id="26" creationId="{C7819BD6-BDA8-71C4-1024-93C53BF229D6}"/>
          </ac:grpSpMkLst>
        </pc:grpChg>
        <pc:picChg chg="add mod">
          <ac:chgData name="Iftikhar Ahmad" userId="0b815c6e-896b-4eaa-a2bc-02c1a5cb9db8" providerId="ADAL" clId="{87BDBCDC-FDBB-404E-8E3D-48E64A744B56}" dt="2025-05-11T10:18:57.595" v="91"/>
          <ac:picMkLst>
            <pc:docMk/>
            <pc:sldMk cId="2133876679" sldId="256"/>
            <ac:picMk id="3" creationId="{BC282286-63B3-1C6A-4FFA-C183E87813CD}"/>
          </ac:picMkLst>
        </pc:picChg>
        <pc:picChg chg="add mod">
          <ac:chgData name="Iftikhar Ahmad" userId="0b815c6e-896b-4eaa-a2bc-02c1a5cb9db8" providerId="ADAL" clId="{87BDBCDC-FDBB-404E-8E3D-48E64A744B56}" dt="2025-05-11T10:38:46.876" v="188" actId="1036"/>
          <ac:picMkLst>
            <pc:docMk/>
            <pc:sldMk cId="2133876679" sldId="256"/>
            <ac:picMk id="11" creationId="{BB3F0046-7E0C-A678-AFCB-93DA229B55BB}"/>
          </ac:picMkLst>
        </pc:picChg>
        <pc:picChg chg="mod">
          <ac:chgData name="Iftikhar Ahmad" userId="0b815c6e-896b-4eaa-a2bc-02c1a5cb9db8" providerId="ADAL" clId="{87BDBCDC-FDBB-404E-8E3D-48E64A744B56}" dt="2025-05-04T07:54:02.941" v="20" actId="1038"/>
          <ac:picMkLst>
            <pc:docMk/>
            <pc:sldMk cId="2133876679" sldId="256"/>
            <ac:picMk id="18" creationId="{EE7CC1F4-F07B-2A78-9908-C56460411056}"/>
          </ac:picMkLst>
        </pc:picChg>
        <pc:picChg chg="mod">
          <ac:chgData name="Iftikhar Ahmad" userId="0b815c6e-896b-4eaa-a2bc-02c1a5cb9db8" providerId="ADAL" clId="{87BDBCDC-FDBB-404E-8E3D-48E64A744B56}" dt="2025-05-11T10:33:07.180" v="104" actId="208"/>
          <ac:picMkLst>
            <pc:docMk/>
            <pc:sldMk cId="2133876679" sldId="256"/>
            <ac:picMk id="28" creationId="{F5F1294E-9E50-2FD2-8C4B-2049CC6E9E5B}"/>
          </ac:picMkLst>
        </pc:picChg>
        <pc:picChg chg="mod">
          <ac:chgData name="Iftikhar Ahmad" userId="0b815c6e-896b-4eaa-a2bc-02c1a5cb9db8" providerId="ADAL" clId="{87BDBCDC-FDBB-404E-8E3D-48E64A744B56}" dt="2025-05-04T07:53:18.877" v="14" actId="208"/>
          <ac:picMkLst>
            <pc:docMk/>
            <pc:sldMk cId="2133876679" sldId="256"/>
            <ac:picMk id="31" creationId="{323E0ADA-9887-81DF-2824-2E840A642AA7}"/>
          </ac:picMkLst>
        </pc:picChg>
        <pc:picChg chg="mod">
          <ac:chgData name="Iftikhar Ahmad" userId="0b815c6e-896b-4eaa-a2bc-02c1a5cb9db8" providerId="ADAL" clId="{87BDBCDC-FDBB-404E-8E3D-48E64A744B56}" dt="2025-05-04T07:53:18.877" v="14" actId="208"/>
          <ac:picMkLst>
            <pc:docMk/>
            <pc:sldMk cId="2133876679" sldId="256"/>
            <ac:picMk id="32" creationId="{D9B92C52-0A47-BA2C-1411-C06F5A90CD7B}"/>
          </ac:picMkLst>
        </pc:picChg>
        <pc:picChg chg="del">
          <ac:chgData name="Iftikhar Ahmad" userId="0b815c6e-896b-4eaa-a2bc-02c1a5cb9db8" providerId="ADAL" clId="{87BDBCDC-FDBB-404E-8E3D-48E64A744B56}" dt="2025-05-11T10:18:24.697" v="89" actId="478"/>
          <ac:picMkLst>
            <pc:docMk/>
            <pc:sldMk cId="2133876679" sldId="256"/>
            <ac:picMk id="1026" creationId="{B2BFBEF0-CE78-0E43-8743-53F36BBA16CD}"/>
          </ac:picMkLst>
        </pc:picChg>
      </pc:sldChg>
      <pc:sldChg chg="addSp delSp modSp mod">
        <pc:chgData name="Iftikhar Ahmad" userId="0b815c6e-896b-4eaa-a2bc-02c1a5cb9db8" providerId="ADAL" clId="{87BDBCDC-FDBB-404E-8E3D-48E64A744B56}" dt="2025-05-11T10:39:52.142" v="197"/>
        <pc:sldMkLst>
          <pc:docMk/>
          <pc:sldMk cId="1866366271" sldId="257"/>
        </pc:sldMkLst>
        <pc:spChg chg="add 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5" creationId="{7785FCEB-2754-AB69-75E4-BA5544D4C7CF}"/>
          </ac:spMkLst>
        </pc:spChg>
        <pc:spChg chg="del mod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10" creationId="{BD6EC273-E846-BAE5-3CFF-7C9953660FF6}"/>
          </ac:spMkLst>
        </pc:spChg>
        <pc:spChg chg="add del mod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13" creationId="{7406BAB0-98FB-365B-AC70-F133808B35A6}"/>
          </ac:spMkLst>
        </pc:spChg>
        <pc:spChg chg="add del mod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14" creationId="{E3C5560C-E323-F7CD-D29B-3720E40558CE}"/>
          </ac:spMkLst>
        </pc:spChg>
        <pc:spChg chg="mod">
          <ac:chgData name="Iftikhar Ahmad" userId="0b815c6e-896b-4eaa-a2bc-02c1a5cb9db8" providerId="ADAL" clId="{87BDBCDC-FDBB-404E-8E3D-48E64A744B56}" dt="2025-05-04T07:55:46.489" v="30" actId="1036"/>
          <ac:spMkLst>
            <pc:docMk/>
            <pc:sldMk cId="1866366271" sldId="257"/>
            <ac:spMk id="23" creationId="{EDABFC9A-85A5-C2D0-6DFD-4425A479715B}"/>
          </ac:spMkLst>
        </pc:spChg>
        <pc:spChg chg="mod">
          <ac:chgData name="Iftikhar Ahmad" userId="0b815c6e-896b-4eaa-a2bc-02c1a5cb9db8" providerId="ADAL" clId="{87BDBCDC-FDBB-404E-8E3D-48E64A744B56}" dt="2025-05-04T07:54:53.836" v="22" actId="208"/>
          <ac:spMkLst>
            <pc:docMk/>
            <pc:sldMk cId="1866366271" sldId="257"/>
            <ac:spMk id="24" creationId="{5F314C0C-6B19-DD9B-043F-E34D58F2BAB8}"/>
          </ac:spMkLst>
        </pc:spChg>
        <pc:spChg chg="mod">
          <ac:chgData name="Iftikhar Ahmad" userId="0b815c6e-896b-4eaa-a2bc-02c1a5cb9db8" providerId="ADAL" clId="{87BDBCDC-FDBB-404E-8E3D-48E64A744B56}" dt="2025-05-04T07:54:53.836" v="22" actId="208"/>
          <ac:spMkLst>
            <pc:docMk/>
            <pc:sldMk cId="1866366271" sldId="257"/>
            <ac:spMk id="25" creationId="{25273033-6E21-5F02-2012-71FC1498C1A5}"/>
          </ac:spMkLst>
        </pc:spChg>
        <pc:spChg chg="mod">
          <ac:chgData name="Iftikhar Ahmad" userId="0b815c6e-896b-4eaa-a2bc-02c1a5cb9db8" providerId="ADAL" clId="{87BDBCDC-FDBB-404E-8E3D-48E64A744B56}" dt="2025-05-04T07:58:27.678" v="87" actId="1036"/>
          <ac:spMkLst>
            <pc:docMk/>
            <pc:sldMk cId="1866366271" sldId="257"/>
            <ac:spMk id="29" creationId="{DFFA8E69-C573-B72E-A359-CA85D6A86ADF}"/>
          </ac:spMkLst>
        </pc:spChg>
        <pc:spChg chg="mod">
          <ac:chgData name="Iftikhar Ahmad" userId="0b815c6e-896b-4eaa-a2bc-02c1a5cb9db8" providerId="ADAL" clId="{87BDBCDC-FDBB-404E-8E3D-48E64A744B56}" dt="2025-05-04T07:55:17.260" v="23" actId="208"/>
          <ac:spMkLst>
            <pc:docMk/>
            <pc:sldMk cId="1866366271" sldId="257"/>
            <ac:spMk id="30" creationId="{A7C366A0-EC43-0319-99D5-6B7FC51740AE}"/>
          </ac:spMkLst>
        </pc:spChg>
        <pc:spChg chg="mod">
          <ac:chgData name="Iftikhar Ahmad" userId="0b815c6e-896b-4eaa-a2bc-02c1a5cb9db8" providerId="ADAL" clId="{87BDBCDC-FDBB-404E-8E3D-48E64A744B56}" dt="2025-05-04T07:54:53.836" v="22" actId="208"/>
          <ac:spMkLst>
            <pc:docMk/>
            <pc:sldMk cId="1866366271" sldId="257"/>
            <ac:spMk id="33" creationId="{F3031801-3F65-F1D2-E08F-B0FE30C85A2E}"/>
          </ac:spMkLst>
        </pc:spChg>
        <pc:spChg chg="mod">
          <ac:chgData name="Iftikhar Ahmad" userId="0b815c6e-896b-4eaa-a2bc-02c1a5cb9db8" providerId="ADAL" clId="{87BDBCDC-FDBB-404E-8E3D-48E64A744B56}" dt="2025-05-04T07:54:53.836" v="22" actId="208"/>
          <ac:spMkLst>
            <pc:docMk/>
            <pc:sldMk cId="1866366271" sldId="257"/>
            <ac:spMk id="34" creationId="{6D570DA3-EB3F-8F2B-34CA-F27BDD66BEC1}"/>
          </ac:spMkLst>
        </pc:spChg>
        <pc:spChg chg="add del mod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35" creationId="{F2ADA0DB-7FBE-8A1D-41BD-9027CC6B295E}"/>
          </ac:spMkLst>
        </pc:spChg>
        <pc:spChg chg="add mod">
          <ac:chgData name="Iftikhar Ahmad" userId="0b815c6e-896b-4eaa-a2bc-02c1a5cb9db8" providerId="ADAL" clId="{87BDBCDC-FDBB-404E-8E3D-48E64A744B56}" dt="2025-05-11T10:39:24.820" v="193" actId="478"/>
          <ac:spMkLst>
            <pc:docMk/>
            <pc:sldMk cId="1866366271" sldId="257"/>
            <ac:spMk id="39" creationId="{0706988D-B18B-332B-9E67-D33776394286}"/>
          </ac:spMkLst>
        </pc:spChg>
        <pc:spChg chg="add del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60" creationId="{BA82A51C-9394-63F9-5339-31D39D3B3164}"/>
          </ac:spMkLst>
        </pc:spChg>
        <pc:spChg chg="add del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65" creationId="{F5866D90-EFD7-B678-6E0C-2767F494522F}"/>
          </ac:spMkLst>
        </pc:spChg>
        <pc:spChg chg="del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66" creationId="{9A4E8CC7-E07A-5D3C-CF28-B2D535A6371D}"/>
          </ac:spMkLst>
        </pc:spChg>
        <pc:spChg chg="del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68" creationId="{C353B226-8719-236A-5F3B-DAAA9E0DBA75}"/>
          </ac:spMkLst>
        </pc:spChg>
        <pc:spChg chg="del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69" creationId="{7735923A-B54A-61F2-A842-8522F3F078C9}"/>
          </ac:spMkLst>
        </pc:spChg>
        <pc:spChg chg="add">
          <ac:chgData name="Iftikhar Ahmad" userId="0b815c6e-896b-4eaa-a2bc-02c1a5cb9db8" providerId="ADAL" clId="{87BDBCDC-FDBB-404E-8E3D-48E64A744B56}" dt="2025-05-11T10:39:24.820" v="193" actId="478"/>
          <ac:spMkLst>
            <pc:docMk/>
            <pc:sldMk cId="1866366271" sldId="257"/>
            <ac:spMk id="70" creationId="{2ED55BE8-1FD5-E695-4E4A-35F66DC356D6}"/>
          </ac:spMkLst>
        </pc:spChg>
        <pc:spChg chg="add del">
          <ac:chgData name="Iftikhar Ahmad" userId="0b815c6e-896b-4eaa-a2bc-02c1a5cb9db8" providerId="ADAL" clId="{87BDBCDC-FDBB-404E-8E3D-48E64A744B56}" dt="2025-05-11T10:39:42.698" v="195" actId="478"/>
          <ac:spMkLst>
            <pc:docMk/>
            <pc:sldMk cId="1866366271" sldId="257"/>
            <ac:spMk id="71" creationId="{AAC62D40-BEDC-659F-405B-55D0AD656F62}"/>
          </ac:spMkLst>
        </pc:spChg>
        <pc:spChg chg="add mod">
          <ac:chgData name="Iftikhar Ahmad" userId="0b815c6e-896b-4eaa-a2bc-02c1a5cb9db8" providerId="ADAL" clId="{87BDBCDC-FDBB-404E-8E3D-48E64A744B56}" dt="2025-05-11T10:39:24.820" v="193" actId="478"/>
          <ac:spMkLst>
            <pc:docMk/>
            <pc:sldMk cId="1866366271" sldId="257"/>
            <ac:spMk id="74" creationId="{C1F0A887-D858-19CB-8CDC-A9E684F970E4}"/>
          </ac:spMkLst>
        </pc:spChg>
        <pc:spChg chg="del">
          <ac:chgData name="Iftikhar Ahmad" userId="0b815c6e-896b-4eaa-a2bc-02c1a5cb9db8" providerId="ADAL" clId="{87BDBCDC-FDBB-404E-8E3D-48E64A744B56}" dt="2025-05-11T10:39:17.033" v="192" actId="478"/>
          <ac:spMkLst>
            <pc:docMk/>
            <pc:sldMk cId="1866366271" sldId="257"/>
            <ac:spMk id="83" creationId="{6115298A-46FF-81D3-8D20-C8FE929F0F4D}"/>
          </ac:spMkLst>
        </pc:spChg>
        <pc:spChg chg="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88" creationId="{3916938E-B0B3-5A9D-E8BB-F07E3A76A46B}"/>
          </ac:spMkLst>
        </pc:spChg>
        <pc:spChg chg="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90" creationId="{2BCA5784-74C6-0166-E9A0-D530C3A7883D}"/>
          </ac:spMkLst>
        </pc:spChg>
        <pc:spChg chg="add 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100" creationId="{FB5A5CE6-557D-6AC0-9A6B-9A1D73113825}"/>
          </ac:spMkLst>
        </pc:spChg>
        <pc:spChg chg="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119" creationId="{48711535-AEE4-F186-E920-55B13C3075DF}"/>
          </ac:spMkLst>
        </pc:spChg>
        <pc:spChg chg="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121" creationId="{8FBF3D40-23E1-0AE4-296E-28001F544B4E}"/>
          </ac:spMkLst>
        </pc:spChg>
        <pc:spChg chg="add 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132" creationId="{91FAE066-D5BA-AF0D-06E7-4E832C675FA4}"/>
          </ac:spMkLst>
        </pc:spChg>
        <pc:spChg chg="add 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133" creationId="{CF06088D-9FD7-1215-5AE1-40F894C02247}"/>
          </ac:spMkLst>
        </pc:spChg>
        <pc:spChg chg="add 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136" creationId="{22A02F31-4DD0-4E2C-CA70-D258740F3640}"/>
          </ac:spMkLst>
        </pc:spChg>
        <pc:spChg chg="add mod">
          <ac:chgData name="Iftikhar Ahmad" userId="0b815c6e-896b-4eaa-a2bc-02c1a5cb9db8" providerId="ADAL" clId="{87BDBCDC-FDBB-404E-8E3D-48E64A744B56}" dt="2025-05-11T10:39:44.048" v="196"/>
          <ac:spMkLst>
            <pc:docMk/>
            <pc:sldMk cId="1866366271" sldId="257"/>
            <ac:spMk id="141" creationId="{B410823B-E115-7433-C80B-F8CF30A406DA}"/>
          </ac:spMkLst>
        </pc:spChg>
        <pc:spChg chg="add">
          <ac:chgData name="Iftikhar Ahmad" userId="0b815c6e-896b-4eaa-a2bc-02c1a5cb9db8" providerId="ADAL" clId="{87BDBCDC-FDBB-404E-8E3D-48E64A744B56}" dt="2025-05-11T10:39:24.820" v="193" actId="478"/>
          <ac:spMkLst>
            <pc:docMk/>
            <pc:sldMk cId="1866366271" sldId="257"/>
            <ac:spMk id="160" creationId="{7DB06E7F-A44C-76CE-655A-0DE0E8982244}"/>
          </ac:spMkLst>
        </pc:spChg>
        <pc:picChg chg="mod">
          <ac:chgData name="Iftikhar Ahmad" userId="0b815c6e-896b-4eaa-a2bc-02c1a5cb9db8" providerId="ADAL" clId="{87BDBCDC-FDBB-404E-8E3D-48E64A744B56}" dt="2025-05-04T07:55:50.846" v="35" actId="1036"/>
          <ac:picMkLst>
            <pc:docMk/>
            <pc:sldMk cId="1866366271" sldId="257"/>
            <ac:picMk id="18" creationId="{7AD1F82B-15AC-0212-2FB4-BAD571258BB3}"/>
          </ac:picMkLst>
        </pc:picChg>
        <pc:picChg chg="add mod">
          <ac:chgData name="Iftikhar Ahmad" userId="0b815c6e-896b-4eaa-a2bc-02c1a5cb9db8" providerId="ADAL" clId="{87BDBCDC-FDBB-404E-8E3D-48E64A744B56}" dt="2025-05-11T10:39:52.142" v="197"/>
          <ac:picMkLst>
            <pc:docMk/>
            <pc:sldMk cId="1866366271" sldId="257"/>
            <ac:picMk id="147" creationId="{F2713F6F-F31B-13E7-20EC-A8AF908AF2FF}"/>
          </ac:picMkLst>
        </pc:picChg>
      </pc:sldChg>
      <pc:sldChg chg="add del">
        <pc:chgData name="Iftikhar Ahmad" userId="0b815c6e-896b-4eaa-a2bc-02c1a5cb9db8" providerId="ADAL" clId="{87BDBCDC-FDBB-404E-8E3D-48E64A744B56}" dt="2025-05-11T10:40:07.851" v="198" actId="47"/>
        <pc:sldMkLst>
          <pc:docMk/>
          <pc:sldMk cId="3404667428" sldId="258"/>
        </pc:sldMkLst>
      </pc:sldChg>
    </pc:docChg>
  </pc:docChgLst>
</pc:chgInfo>
</file>

<file path=ppt/comments/modernComment_101_6F3E7D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F17A5A-FBFF-43BF-AA46-E6A4E590A13C}" authorId="{1F885341-D962-542F-AB7A-2EE7DBB0D9AF}" created="2025-05-03T15:55:39.155">
    <pc:sldMkLst xmlns:pc="http://schemas.microsoft.com/office/powerpoint/2013/main/command">
      <pc:docMk/>
      <pc:sldMk cId="1866366271" sldId="257"/>
    </pc:sldMkLst>
    <p188:txBody>
      <a:bodyPr/>
      <a:lstStyle/>
      <a:p>
        <a:r>
          <a:rPr lang="en-US"/>
          <a:t>Use this slide , if you project is in collaboration with some industry. In this one you have space for two logos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ECF5-0203-1F96-8FDF-3F652E8B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541" y="4953466"/>
            <a:ext cx="16047244" cy="10537496"/>
          </a:xfrm>
        </p:spPr>
        <p:txBody>
          <a:bodyPr anchor="b"/>
          <a:lstStyle>
            <a:lvl1pPr algn="ctr">
              <a:defRPr sz="1052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456BC-2BBB-9E8F-E112-DA8A7B316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4212"/>
            </a:lvl1pPr>
            <a:lvl2pPr marL="802340" indent="0" algn="ctr">
              <a:buNone/>
              <a:defRPr sz="3510"/>
            </a:lvl2pPr>
            <a:lvl3pPr marL="1604681" indent="0" algn="ctr">
              <a:buNone/>
              <a:defRPr sz="3159"/>
            </a:lvl3pPr>
            <a:lvl4pPr marL="2407021" indent="0" algn="ctr">
              <a:buNone/>
              <a:defRPr sz="2808"/>
            </a:lvl4pPr>
            <a:lvl5pPr marL="3209361" indent="0" algn="ctr">
              <a:buNone/>
              <a:defRPr sz="2808"/>
            </a:lvl5pPr>
            <a:lvl6pPr marL="4011701" indent="0" algn="ctr">
              <a:buNone/>
              <a:defRPr sz="2808"/>
            </a:lvl6pPr>
            <a:lvl7pPr marL="4814042" indent="0" algn="ctr">
              <a:buNone/>
              <a:defRPr sz="2808"/>
            </a:lvl7pPr>
            <a:lvl8pPr marL="5616382" indent="0" algn="ctr">
              <a:buNone/>
              <a:defRPr sz="2808"/>
            </a:lvl8pPr>
            <a:lvl9pPr marL="6418722" indent="0" algn="ctr">
              <a:buNone/>
              <a:defRPr sz="280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ACFF5-A388-CB0A-16E3-7FDDA3CA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F041D-E8AC-384C-E315-4671D881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E0D99-0F77-F690-B776-C5FC5836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2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2355-609B-31E2-36ED-B328CF9E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683E7-7171-A8A0-44DB-C4730554E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56A66-1D0B-14B7-D77A-5020B51A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EA2A2-989B-B030-4EC3-F8321512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8EC69-FA2A-8B8F-D65C-B5EE957E6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7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B870-FE47-470A-C41F-940AB7BB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54" y="7545804"/>
            <a:ext cx="18454330" cy="12590343"/>
          </a:xfrm>
        </p:spPr>
        <p:txBody>
          <a:bodyPr anchor="b"/>
          <a:lstStyle>
            <a:lvl1pPr>
              <a:defRPr sz="1052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CFF64-AC04-C858-097D-66F751D9E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9854" y="20255257"/>
            <a:ext cx="18454330" cy="6620964"/>
          </a:xfrm>
        </p:spPr>
        <p:txBody>
          <a:bodyPr/>
          <a:lstStyle>
            <a:lvl1pPr marL="0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1pPr>
            <a:lvl2pPr marL="802340" indent="0">
              <a:buNone/>
              <a:defRPr sz="3510">
                <a:solidFill>
                  <a:schemeClr val="tx1">
                    <a:tint val="75000"/>
                  </a:schemeClr>
                </a:solidFill>
              </a:defRPr>
            </a:lvl2pPr>
            <a:lvl3pPr marL="1604681" indent="0">
              <a:buNone/>
              <a:defRPr sz="3159">
                <a:solidFill>
                  <a:schemeClr val="tx1">
                    <a:tint val="75000"/>
                  </a:schemeClr>
                </a:solidFill>
              </a:defRPr>
            </a:lvl3pPr>
            <a:lvl4pPr marL="2407021" indent="0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4pPr>
            <a:lvl5pPr marL="3209361" indent="0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5pPr>
            <a:lvl6pPr marL="4011701" indent="0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6pPr>
            <a:lvl7pPr marL="4814042" indent="0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7pPr>
            <a:lvl8pPr marL="5616382" indent="0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8pPr>
            <a:lvl9pPr marL="6418722" indent="0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B4A2-764E-A11A-52B4-A97D173E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112D6-5904-BD19-90C2-87DA87B4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22E84-7806-4277-D444-4A8592F1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53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32BB-D366-A790-8A84-A8603381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5B6F3-6CEB-B051-C82A-FE8302CD8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54C4E-49FE-B005-395E-FAEEEE290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0EE9B-694C-FE86-0A88-9ECB5F3C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2A1F5-0AEB-5115-7DC8-AF7037816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AC524-528C-41ED-AE28-BB93091D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5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E159-1021-FE13-29FE-47FB5373F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4" y="1611454"/>
            <a:ext cx="18454330" cy="58502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D1A31-372F-EEB1-0892-287AB618F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85" y="7419688"/>
            <a:ext cx="9051648" cy="3636275"/>
          </a:xfrm>
        </p:spPr>
        <p:txBody>
          <a:bodyPr anchor="b"/>
          <a:lstStyle>
            <a:lvl1pPr marL="0" indent="0">
              <a:buNone/>
              <a:defRPr sz="4212" b="1"/>
            </a:lvl1pPr>
            <a:lvl2pPr marL="802340" indent="0">
              <a:buNone/>
              <a:defRPr sz="3510" b="1"/>
            </a:lvl2pPr>
            <a:lvl3pPr marL="1604681" indent="0">
              <a:buNone/>
              <a:defRPr sz="3159" b="1"/>
            </a:lvl3pPr>
            <a:lvl4pPr marL="2407021" indent="0">
              <a:buNone/>
              <a:defRPr sz="2808" b="1"/>
            </a:lvl4pPr>
            <a:lvl5pPr marL="3209361" indent="0">
              <a:buNone/>
              <a:defRPr sz="2808" b="1"/>
            </a:lvl5pPr>
            <a:lvl6pPr marL="4011701" indent="0">
              <a:buNone/>
              <a:defRPr sz="2808" b="1"/>
            </a:lvl6pPr>
            <a:lvl7pPr marL="4814042" indent="0">
              <a:buNone/>
              <a:defRPr sz="2808" b="1"/>
            </a:lvl7pPr>
            <a:lvl8pPr marL="5616382" indent="0">
              <a:buNone/>
              <a:defRPr sz="2808" b="1"/>
            </a:lvl8pPr>
            <a:lvl9pPr marL="6418722" indent="0">
              <a:buNone/>
              <a:defRPr sz="28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9FA7E-C492-4B51-A587-DFFC33119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3785" y="11055963"/>
            <a:ext cx="9051648" cy="16261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5F874D-4406-4D2A-B175-AFFB6F310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31890" y="7419688"/>
            <a:ext cx="9096225" cy="3636275"/>
          </a:xfrm>
        </p:spPr>
        <p:txBody>
          <a:bodyPr anchor="b"/>
          <a:lstStyle>
            <a:lvl1pPr marL="0" indent="0">
              <a:buNone/>
              <a:defRPr sz="4212" b="1"/>
            </a:lvl1pPr>
            <a:lvl2pPr marL="802340" indent="0">
              <a:buNone/>
              <a:defRPr sz="3510" b="1"/>
            </a:lvl2pPr>
            <a:lvl3pPr marL="1604681" indent="0">
              <a:buNone/>
              <a:defRPr sz="3159" b="1"/>
            </a:lvl3pPr>
            <a:lvl4pPr marL="2407021" indent="0">
              <a:buNone/>
              <a:defRPr sz="2808" b="1"/>
            </a:lvl4pPr>
            <a:lvl5pPr marL="3209361" indent="0">
              <a:buNone/>
              <a:defRPr sz="2808" b="1"/>
            </a:lvl5pPr>
            <a:lvl6pPr marL="4011701" indent="0">
              <a:buNone/>
              <a:defRPr sz="2808" b="1"/>
            </a:lvl6pPr>
            <a:lvl7pPr marL="4814042" indent="0">
              <a:buNone/>
              <a:defRPr sz="2808" b="1"/>
            </a:lvl7pPr>
            <a:lvl8pPr marL="5616382" indent="0">
              <a:buNone/>
              <a:defRPr sz="2808" b="1"/>
            </a:lvl8pPr>
            <a:lvl9pPr marL="6418722" indent="0">
              <a:buNone/>
              <a:defRPr sz="28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94D66-50CE-1649-21E2-6E684E7C2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31890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2FDBF-B318-6A7A-B884-117DEC31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73E42-35B6-1B12-F156-F7A1E0818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6B0289-F5A8-B50F-B121-54196A95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3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4910-6A4D-6001-E0FB-455082E6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920AA-1830-982E-0EF4-0AA8F40E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D582B-C11C-A315-29BA-ADCF7946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00A28-F935-81AC-88FC-6E89005F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4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A654B-7DD8-2F3E-60C7-4026DD5D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B78D7-32C3-A727-A196-802B7DF2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9005A-D4DC-B63A-CF7F-F940A6AB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CFDF-83B3-62BE-AB05-6DBC0CD7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5" y="2017818"/>
            <a:ext cx="6900871" cy="7062364"/>
          </a:xfrm>
        </p:spPr>
        <p:txBody>
          <a:bodyPr anchor="b"/>
          <a:lstStyle>
            <a:lvl1pPr>
              <a:defRPr sz="561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5B034-801E-F059-B67B-46DDD8658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6225" y="4357929"/>
            <a:ext cx="10831890" cy="21509383"/>
          </a:xfrm>
        </p:spPr>
        <p:txBody>
          <a:bodyPr/>
          <a:lstStyle>
            <a:lvl1pPr>
              <a:defRPr sz="5616"/>
            </a:lvl1pPr>
            <a:lvl2pPr>
              <a:defRPr sz="4914"/>
            </a:lvl2pPr>
            <a:lvl3pPr>
              <a:defRPr sz="4212"/>
            </a:lvl3pPr>
            <a:lvl4pPr>
              <a:defRPr sz="3510"/>
            </a:lvl4pPr>
            <a:lvl5pPr>
              <a:defRPr sz="3510"/>
            </a:lvl5pPr>
            <a:lvl6pPr>
              <a:defRPr sz="3510"/>
            </a:lvl6pPr>
            <a:lvl7pPr>
              <a:defRPr sz="3510"/>
            </a:lvl7pPr>
            <a:lvl8pPr>
              <a:defRPr sz="3510"/>
            </a:lvl8pPr>
            <a:lvl9pPr>
              <a:defRPr sz="35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EC695-66C9-0E30-6DB6-786385F6B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785" y="9080183"/>
            <a:ext cx="6900871" cy="16822161"/>
          </a:xfrm>
        </p:spPr>
        <p:txBody>
          <a:bodyPr/>
          <a:lstStyle>
            <a:lvl1pPr marL="0" indent="0">
              <a:buNone/>
              <a:defRPr sz="2808"/>
            </a:lvl1pPr>
            <a:lvl2pPr marL="802340" indent="0">
              <a:buNone/>
              <a:defRPr sz="2457"/>
            </a:lvl2pPr>
            <a:lvl3pPr marL="1604681" indent="0">
              <a:buNone/>
              <a:defRPr sz="2106"/>
            </a:lvl3pPr>
            <a:lvl4pPr marL="2407021" indent="0">
              <a:buNone/>
              <a:defRPr sz="1755"/>
            </a:lvl4pPr>
            <a:lvl5pPr marL="3209361" indent="0">
              <a:buNone/>
              <a:defRPr sz="1755"/>
            </a:lvl5pPr>
            <a:lvl6pPr marL="4011701" indent="0">
              <a:buNone/>
              <a:defRPr sz="1755"/>
            </a:lvl6pPr>
            <a:lvl7pPr marL="4814042" indent="0">
              <a:buNone/>
              <a:defRPr sz="1755"/>
            </a:lvl7pPr>
            <a:lvl8pPr marL="5616382" indent="0">
              <a:buNone/>
              <a:defRPr sz="1755"/>
            </a:lvl8pPr>
            <a:lvl9pPr marL="6418722" indent="0">
              <a:buNone/>
              <a:defRPr sz="17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AB07E-E5B4-A67F-33B2-847796EA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B575F-885A-A163-186B-127D459E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AE7F-3D5A-BB3E-654E-DCB65419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0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9AB0-71F5-0419-C0EA-9F9E798B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5" y="2017818"/>
            <a:ext cx="6900871" cy="7062364"/>
          </a:xfrm>
        </p:spPr>
        <p:txBody>
          <a:bodyPr anchor="b"/>
          <a:lstStyle>
            <a:lvl1pPr>
              <a:defRPr sz="561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62D0E-574A-D9A0-8C1B-330772D5A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6225" y="4357929"/>
            <a:ext cx="10831890" cy="21509383"/>
          </a:xfrm>
        </p:spPr>
        <p:txBody>
          <a:bodyPr/>
          <a:lstStyle>
            <a:lvl1pPr marL="0" indent="0">
              <a:buNone/>
              <a:defRPr sz="5616"/>
            </a:lvl1pPr>
            <a:lvl2pPr marL="802340" indent="0">
              <a:buNone/>
              <a:defRPr sz="4914"/>
            </a:lvl2pPr>
            <a:lvl3pPr marL="1604681" indent="0">
              <a:buNone/>
              <a:defRPr sz="4212"/>
            </a:lvl3pPr>
            <a:lvl4pPr marL="2407021" indent="0">
              <a:buNone/>
              <a:defRPr sz="3510"/>
            </a:lvl4pPr>
            <a:lvl5pPr marL="3209361" indent="0">
              <a:buNone/>
              <a:defRPr sz="3510"/>
            </a:lvl5pPr>
            <a:lvl6pPr marL="4011701" indent="0">
              <a:buNone/>
              <a:defRPr sz="3510"/>
            </a:lvl6pPr>
            <a:lvl7pPr marL="4814042" indent="0">
              <a:buNone/>
              <a:defRPr sz="3510"/>
            </a:lvl7pPr>
            <a:lvl8pPr marL="5616382" indent="0">
              <a:buNone/>
              <a:defRPr sz="3510"/>
            </a:lvl8pPr>
            <a:lvl9pPr marL="6418722" indent="0">
              <a:buNone/>
              <a:defRPr sz="351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48EB3-E2C7-9E72-D012-D17FC77C6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785" y="9080183"/>
            <a:ext cx="6900871" cy="16822161"/>
          </a:xfrm>
        </p:spPr>
        <p:txBody>
          <a:bodyPr/>
          <a:lstStyle>
            <a:lvl1pPr marL="0" indent="0">
              <a:buNone/>
              <a:defRPr sz="2808"/>
            </a:lvl1pPr>
            <a:lvl2pPr marL="802340" indent="0">
              <a:buNone/>
              <a:defRPr sz="2457"/>
            </a:lvl2pPr>
            <a:lvl3pPr marL="1604681" indent="0">
              <a:buNone/>
              <a:defRPr sz="2106"/>
            </a:lvl3pPr>
            <a:lvl4pPr marL="2407021" indent="0">
              <a:buNone/>
              <a:defRPr sz="1755"/>
            </a:lvl4pPr>
            <a:lvl5pPr marL="3209361" indent="0">
              <a:buNone/>
              <a:defRPr sz="1755"/>
            </a:lvl5pPr>
            <a:lvl6pPr marL="4011701" indent="0">
              <a:buNone/>
              <a:defRPr sz="1755"/>
            </a:lvl6pPr>
            <a:lvl7pPr marL="4814042" indent="0">
              <a:buNone/>
              <a:defRPr sz="1755"/>
            </a:lvl7pPr>
            <a:lvl8pPr marL="5616382" indent="0">
              <a:buNone/>
              <a:defRPr sz="1755"/>
            </a:lvl8pPr>
            <a:lvl9pPr marL="6418722" indent="0">
              <a:buNone/>
              <a:defRPr sz="17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7FEBD-CE6F-67D2-F44B-E92E4826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6F5AC-8FFE-653A-D482-DA385937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6AA45-0A2E-0283-A38D-CE4F9A95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9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FEA2-CF70-7D60-6B20-EA36FA9C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1260C-E9AF-14F6-05AA-BDB7F4085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83DB1-9F76-0008-AF8C-9BACBC2A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B1079-C271-E63B-5A92-73EFA3C6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AE380-CFF1-9646-527A-B1B5CB86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6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8126F-0BF4-BFAD-D769-EBB24BF4E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11745" y="1611452"/>
            <a:ext cx="4613583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19342-9731-AD14-22E0-3F90FA761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997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FBA31-7540-6000-1822-09B33FCE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C54A3-3BA8-4CCB-09D7-99D2DB4E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1A6F8-D719-E29C-3606-9400D063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4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D4FE7-F5C1-3B1E-BCEB-E548CC47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998" y="1611454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ADCD6-06A8-5FA5-C4C1-FD703A4AF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CF20-8AB7-3C09-A44E-684A3C34C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997" y="28053282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A22BC-D883-4411-AE9D-38F1CCC59601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885F4-A55A-224A-4E96-A4DDDB25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533" y="28053282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210C2-1273-E907-D2A2-4C780A811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11155" y="28053282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8F9A2-6C76-47C1-A557-62B023FFC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3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04681" rtl="0" eaLnBrk="1" latinLnBrk="0" hangingPunct="1">
        <a:lnSpc>
          <a:spcPct val="90000"/>
        </a:lnSpc>
        <a:spcBef>
          <a:spcPct val="0"/>
        </a:spcBef>
        <a:buNone/>
        <a:defRPr sz="77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1170" indent="-401170" algn="l" defTabSz="1604681" rtl="0" eaLnBrk="1" latinLnBrk="0" hangingPunct="1">
        <a:lnSpc>
          <a:spcPct val="90000"/>
        </a:lnSpc>
        <a:spcBef>
          <a:spcPts val="1755"/>
        </a:spcBef>
        <a:buFont typeface="Arial" panose="020B0604020202020204" pitchFamily="34" charset="0"/>
        <a:buChar char="•"/>
        <a:defRPr sz="4914" kern="1200">
          <a:solidFill>
            <a:schemeClr val="tx1"/>
          </a:solidFill>
          <a:latin typeface="+mn-lt"/>
          <a:ea typeface="+mn-ea"/>
          <a:cs typeface="+mn-cs"/>
        </a:defRPr>
      </a:lvl1pPr>
      <a:lvl2pPr marL="1203510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005851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510" kern="1200">
          <a:solidFill>
            <a:schemeClr val="tx1"/>
          </a:solidFill>
          <a:latin typeface="+mn-lt"/>
          <a:ea typeface="+mn-ea"/>
          <a:cs typeface="+mn-cs"/>
        </a:defRPr>
      </a:lvl3pPr>
      <a:lvl4pPr marL="2808191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4pPr>
      <a:lvl5pPr marL="3610531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5pPr>
      <a:lvl6pPr marL="4412872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6pPr>
      <a:lvl7pPr marL="5215212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7pPr>
      <a:lvl8pPr marL="6017552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8pPr>
      <a:lvl9pPr marL="6819892" indent="-401170" algn="l" defTabSz="1604681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1pPr>
      <a:lvl2pPr marL="802340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2pPr>
      <a:lvl3pPr marL="1604681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3pPr>
      <a:lvl4pPr marL="2407021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4pPr>
      <a:lvl5pPr marL="3209361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5pPr>
      <a:lvl6pPr marL="4011701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6pPr>
      <a:lvl7pPr marL="4814042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7pPr>
      <a:lvl8pPr marL="5616382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8pPr>
      <a:lvl9pPr marL="6418722" algn="l" defTabSz="1604681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emf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microsoft.com/office/2018/10/relationships/comments" Target="../comments/modernComment_101_6F3E7D3F.xml"/><Relationship Id="rId16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microsoft.com/office/2007/relationships/hdphoto" Target="../media/hdphoto2.wdp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DE0343-5614-0F7B-F9CA-CD3B0CE4573D}"/>
              </a:ext>
            </a:extLst>
          </p:cNvPr>
          <p:cNvSpPr txBox="1"/>
          <p:nvPr/>
        </p:nvSpPr>
        <p:spPr>
          <a:xfrm>
            <a:off x="-260613" y="3457642"/>
            <a:ext cx="21383625" cy="212365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indent="137160" algn="ctr">
              <a:spcBef>
                <a:spcPts val="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and Development</a:t>
            </a:r>
            <a:r>
              <a:rPr lang="en-US" sz="6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an Artificial Tree</a:t>
            </a:r>
          </a:p>
          <a:p>
            <a:pPr marL="0" marR="0" indent="137160" algn="ctr">
              <a:spcBef>
                <a:spcPts val="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Energy Harvesting from Traffic Induced Wind</a:t>
            </a:r>
            <a:endParaRPr lang="en-US" sz="66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11176-5B08-C36F-16E8-98A58F88375A}"/>
              </a:ext>
            </a:extLst>
          </p:cNvPr>
          <p:cNvSpPr txBox="1"/>
          <p:nvPr/>
        </p:nvSpPr>
        <p:spPr>
          <a:xfrm>
            <a:off x="0" y="5953127"/>
            <a:ext cx="21383625" cy="707886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3760788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E73C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4000" noProof="0" dirty="0">
                <a:solidFill>
                  <a:schemeClr val="bg1"/>
                </a:solidFill>
              </a:rPr>
              <a:t> Student: </a:t>
            </a:r>
            <a:r>
              <a:rPr lang="en-US" sz="4000" dirty="0">
                <a:solidFill>
                  <a:schemeClr val="bg1"/>
                </a:solidFill>
              </a:rPr>
              <a:t>Alina Tosif – 201801643 | Supervisor: Dr. Iftikhar Ahmad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5A9D6-315D-0284-496F-31F158517AE2}"/>
              </a:ext>
            </a:extLst>
          </p:cNvPr>
          <p:cNvSpPr/>
          <p:nvPr/>
        </p:nvSpPr>
        <p:spPr>
          <a:xfrm>
            <a:off x="0" y="26542625"/>
            <a:ext cx="21292236" cy="1841538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C9DDF7-0C0B-836F-20EE-A72CCB857140}"/>
              </a:ext>
            </a:extLst>
          </p:cNvPr>
          <p:cNvSpPr/>
          <p:nvPr/>
        </p:nvSpPr>
        <p:spPr>
          <a:xfrm>
            <a:off x="62063" y="15713921"/>
            <a:ext cx="9804023" cy="3207269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58D4E-0831-EDE6-ACB8-03118B360C02}"/>
              </a:ext>
            </a:extLst>
          </p:cNvPr>
          <p:cNvSpPr txBox="1"/>
          <p:nvPr/>
        </p:nvSpPr>
        <p:spPr>
          <a:xfrm>
            <a:off x="20775" y="6704637"/>
            <a:ext cx="9866236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Introduction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7589AD-9689-8D6F-DF64-F304108C5E5C}"/>
              </a:ext>
            </a:extLst>
          </p:cNvPr>
          <p:cNvSpPr txBox="1"/>
          <p:nvPr/>
        </p:nvSpPr>
        <p:spPr>
          <a:xfrm>
            <a:off x="32657" y="15626675"/>
            <a:ext cx="9860198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Objectives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714AF-F1A5-6AA2-A878-EF585BA102FF}"/>
              </a:ext>
            </a:extLst>
          </p:cNvPr>
          <p:cNvSpPr txBox="1"/>
          <p:nvPr/>
        </p:nvSpPr>
        <p:spPr>
          <a:xfrm>
            <a:off x="10045298" y="6730862"/>
            <a:ext cx="11329733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4.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Methodology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73601D-A560-EA1A-2EBD-8B27AA5CB161}"/>
              </a:ext>
            </a:extLst>
          </p:cNvPr>
          <p:cNvGrpSpPr/>
          <p:nvPr/>
        </p:nvGrpSpPr>
        <p:grpSpPr>
          <a:xfrm>
            <a:off x="71558" y="19904067"/>
            <a:ext cx="21164263" cy="5840626"/>
            <a:chOff x="10729474" y="21051054"/>
            <a:chExt cx="20561337" cy="77160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7577E91-59DD-22B6-81DE-490349CBE2EF}"/>
                </a:ext>
              </a:extLst>
            </p:cNvPr>
            <p:cNvGrpSpPr/>
            <p:nvPr/>
          </p:nvGrpSpPr>
          <p:grpSpPr>
            <a:xfrm>
              <a:off x="10729474" y="21051054"/>
              <a:ext cx="20561337" cy="7716039"/>
              <a:chOff x="10729474" y="21051054"/>
              <a:chExt cx="20561337" cy="7716039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F243C60-78DD-0D1B-19E0-156509E3EC6C}"/>
                  </a:ext>
                </a:extLst>
              </p:cNvPr>
              <p:cNvGrpSpPr/>
              <p:nvPr/>
            </p:nvGrpSpPr>
            <p:grpSpPr>
              <a:xfrm>
                <a:off x="10729474" y="21051054"/>
                <a:ext cx="20561337" cy="7716039"/>
                <a:chOff x="10729474" y="21034187"/>
                <a:chExt cx="20561337" cy="771603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2A34811C-803B-7902-1318-FA5DB4EBA3D3}"/>
                    </a:ext>
                  </a:extLst>
                </p:cNvPr>
                <p:cNvGrpSpPr/>
                <p:nvPr/>
              </p:nvGrpSpPr>
              <p:grpSpPr>
                <a:xfrm>
                  <a:off x="10729474" y="21057260"/>
                  <a:ext cx="20561337" cy="7692966"/>
                  <a:chOff x="10729474" y="21057260"/>
                  <a:chExt cx="20561337" cy="7692966"/>
                </a:xfrm>
              </p:grpSpPr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ACF6C8B4-0DF4-715E-52DB-29A129A1641C}"/>
                      </a:ext>
                    </a:extLst>
                  </p:cNvPr>
                  <p:cNvSpPr/>
                  <p:nvPr/>
                </p:nvSpPr>
                <p:spPr>
                  <a:xfrm>
                    <a:off x="10729474" y="21057319"/>
                    <a:ext cx="12999004" cy="769290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0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109AC3A5-3B3C-A677-A19B-C98352151809}"/>
                      </a:ext>
                    </a:extLst>
                  </p:cNvPr>
                  <p:cNvSpPr/>
                  <p:nvPr/>
                </p:nvSpPr>
                <p:spPr>
                  <a:xfrm>
                    <a:off x="23919746" y="21057260"/>
                    <a:ext cx="7371065" cy="769290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0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BA709E-A182-632C-320D-587ED766CAD7}"/>
                    </a:ext>
                  </a:extLst>
                </p:cNvPr>
                <p:cNvSpPr txBox="1"/>
                <p:nvPr/>
              </p:nvSpPr>
              <p:spPr>
                <a:xfrm>
                  <a:off x="24030494" y="21034187"/>
                  <a:ext cx="3076612" cy="956027"/>
                </a:xfrm>
                <a:prstGeom prst="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sz="4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73C3A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Results</a:t>
                  </a:r>
                  <a:endParaRPr lang="en-US" sz="4800" dirty="0"/>
                </a:p>
              </p:txBody>
            </p:sp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062C68A-051D-3C91-DF8D-3EF8BECA70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12" r="15362" b="8828"/>
              <a:stretch/>
            </p:blipFill>
            <p:spPr bwMode="auto">
              <a:xfrm>
                <a:off x="20986536" y="21273072"/>
                <a:ext cx="2631193" cy="5918709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F515616-93BD-F5EC-592B-3879E0E80B68}"/>
                </a:ext>
              </a:extLst>
            </p:cNvPr>
            <p:cNvGrpSpPr/>
            <p:nvPr/>
          </p:nvGrpSpPr>
          <p:grpSpPr>
            <a:xfrm>
              <a:off x="24022191" y="21976857"/>
              <a:ext cx="3266702" cy="6594455"/>
              <a:chOff x="24765561" y="24498139"/>
              <a:chExt cx="2174013" cy="4388659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E7CC1F4-F07B-2A78-9908-C564604110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6526"/>
              <a:stretch/>
            </p:blipFill>
            <p:spPr bwMode="auto">
              <a:xfrm>
                <a:off x="24796795" y="24498139"/>
                <a:ext cx="2142779" cy="2153556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AE99DCB-FA6B-7E37-3A12-76DD9A912A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6329"/>
              <a:stretch/>
            </p:blipFill>
            <p:spPr>
              <a:xfrm>
                <a:off x="24765561" y="26727329"/>
                <a:ext cx="2148308" cy="2159469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</p:pic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819BD6-BDA8-71C4-1024-93C53BF229D6}"/>
              </a:ext>
            </a:extLst>
          </p:cNvPr>
          <p:cNvGrpSpPr/>
          <p:nvPr/>
        </p:nvGrpSpPr>
        <p:grpSpPr>
          <a:xfrm>
            <a:off x="10093117" y="7604617"/>
            <a:ext cx="11199118" cy="11316571"/>
            <a:chOff x="10710639" y="10976547"/>
            <a:chExt cx="13467844" cy="1721651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6514FC1-C9D2-C01D-5A49-DF9379B8BCEE}"/>
                </a:ext>
              </a:extLst>
            </p:cNvPr>
            <p:cNvGrpSpPr/>
            <p:nvPr/>
          </p:nvGrpSpPr>
          <p:grpSpPr>
            <a:xfrm>
              <a:off x="10710639" y="10976547"/>
              <a:ext cx="13467844" cy="17216511"/>
              <a:chOff x="10710639" y="10976547"/>
              <a:chExt cx="13467844" cy="17216511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2B073D2-57A4-C40F-9996-605C08DF7B51}"/>
                  </a:ext>
                </a:extLst>
              </p:cNvPr>
              <p:cNvSpPr/>
              <p:nvPr/>
            </p:nvSpPr>
            <p:spPr>
              <a:xfrm>
                <a:off x="10710639" y="10976547"/>
                <a:ext cx="13467844" cy="8164491"/>
              </a:xfrm>
              <a:prstGeom prst="rect">
                <a:avLst/>
              </a:prstGeom>
              <a:solidFill>
                <a:schemeClr val="bg1"/>
              </a:solidFill>
              <a:ln w="1270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FFCD9E4-F2F8-0FD6-BA40-556D47A8164F}"/>
                  </a:ext>
                </a:extLst>
              </p:cNvPr>
              <p:cNvSpPr/>
              <p:nvPr/>
            </p:nvSpPr>
            <p:spPr>
              <a:xfrm>
                <a:off x="10720699" y="19210372"/>
                <a:ext cx="13457783" cy="8982686"/>
              </a:xfrm>
              <a:prstGeom prst="rect">
                <a:avLst/>
              </a:prstGeom>
              <a:solidFill>
                <a:schemeClr val="bg1"/>
              </a:solidFill>
              <a:ln w="1270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5F1294E-9E50-2FD2-8C4B-2049CC6E9E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366" t="12347" r="26496" b="1066"/>
            <a:stretch/>
          </p:blipFill>
          <p:spPr>
            <a:xfrm>
              <a:off x="11185032" y="12379296"/>
              <a:ext cx="5963792" cy="63861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39804DB-EB3F-3086-4CF4-1800A01D833F}"/>
                </a:ext>
              </a:extLst>
            </p:cNvPr>
            <p:cNvSpPr txBox="1"/>
            <p:nvPr/>
          </p:nvSpPr>
          <p:spPr>
            <a:xfrm>
              <a:off x="10815039" y="11023666"/>
              <a:ext cx="9196724" cy="117059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E73C3A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lang="en-US" sz="4400" b="1" dirty="0">
                  <a:solidFill>
                    <a:srgbClr val="E73C3A"/>
                  </a:solidFill>
                  <a:latin typeface="Calibri" panose="020F0502020204030204"/>
                </a:rPr>
                <a:t>Design &amp; modeling </a:t>
              </a:r>
              <a:endParaRPr lang="en-US" sz="4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65BF08-F697-BF02-D678-31E01A7A68D0}"/>
                </a:ext>
              </a:extLst>
            </p:cNvPr>
            <p:cNvSpPr txBox="1"/>
            <p:nvPr/>
          </p:nvSpPr>
          <p:spPr>
            <a:xfrm>
              <a:off x="10876202" y="19309069"/>
              <a:ext cx="4569642" cy="117059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rgbClr val="E73C3A"/>
                  </a:solidFill>
                  <a:latin typeface="Calibri" panose="020F0502020204030204"/>
                </a:rPr>
                <a:t>Fabrication</a:t>
              </a: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E73C3A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endParaRPr lang="en-US" sz="4800" dirty="0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23E0ADA-9887-81DF-2824-2E840A642A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2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rcRect b="3497"/>
            <a:stretch/>
          </p:blipFill>
          <p:spPr>
            <a:xfrm>
              <a:off x="11666826" y="20507912"/>
              <a:ext cx="11499051" cy="7327749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9B92C52-0A47-BA2C-1411-C06F5A90C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057919" y="11178800"/>
              <a:ext cx="5963792" cy="774706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14710CC-6F00-6EAF-7395-148ECB78B137}"/>
              </a:ext>
            </a:extLst>
          </p:cNvPr>
          <p:cNvSpPr txBox="1"/>
          <p:nvPr/>
        </p:nvSpPr>
        <p:spPr>
          <a:xfrm>
            <a:off x="20774" y="19065652"/>
            <a:ext cx="21304119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5. Experimentation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939C37-4B7F-2175-481F-85CF3649E3B6}"/>
              </a:ext>
            </a:extLst>
          </p:cNvPr>
          <p:cNvSpPr txBox="1"/>
          <p:nvPr/>
        </p:nvSpPr>
        <p:spPr>
          <a:xfrm>
            <a:off x="-32657" y="25626054"/>
            <a:ext cx="21383625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6.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Conclusions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820755-23D0-912D-70BD-132AD3A71F42}"/>
              </a:ext>
            </a:extLst>
          </p:cNvPr>
          <p:cNvSpPr txBox="1"/>
          <p:nvPr/>
        </p:nvSpPr>
        <p:spPr>
          <a:xfrm>
            <a:off x="278341" y="16716118"/>
            <a:ext cx="92238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AutoNum type="alphaLcParenBoth"/>
            </a:pPr>
            <a:r>
              <a:rPr lang="en-US" sz="2800" dirty="0">
                <a:latin typeface="+mj-lt"/>
              </a:rPr>
              <a:t>To design and develop an artificial tree for energy harvesting.</a:t>
            </a:r>
          </a:p>
          <a:p>
            <a:pPr marL="914400" indent="-914400">
              <a:buAutoNum type="alphaLcParenBoth" startAt="2"/>
            </a:pPr>
            <a:r>
              <a:rPr lang="en-US" sz="2800" dirty="0">
                <a:latin typeface="+mj-lt"/>
              </a:rPr>
              <a:t>To test the prototype to evaluate its performance in lab</a:t>
            </a:r>
          </a:p>
          <a:p>
            <a:pPr marL="914400" indent="-914400">
              <a:buAutoNum type="alphaLcParenBoth" startAt="2"/>
            </a:pPr>
            <a:r>
              <a:rPr lang="en-US" sz="2800" dirty="0">
                <a:latin typeface="+mj-lt"/>
              </a:rPr>
              <a:t>To test the prototype to evaluate its performance in real time.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39B12A-F982-C93E-2491-DB9DF00A097B}"/>
              </a:ext>
            </a:extLst>
          </p:cNvPr>
          <p:cNvSpPr/>
          <p:nvPr/>
        </p:nvSpPr>
        <p:spPr>
          <a:xfrm>
            <a:off x="91390" y="7547580"/>
            <a:ext cx="9736752" cy="5366594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73C3A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650966-DFE3-490E-F48A-88A13A8A8B38}"/>
              </a:ext>
            </a:extLst>
          </p:cNvPr>
          <p:cNvGrpSpPr/>
          <p:nvPr/>
        </p:nvGrpSpPr>
        <p:grpSpPr>
          <a:xfrm>
            <a:off x="6723903" y="7947470"/>
            <a:ext cx="2926688" cy="4324261"/>
            <a:chOff x="8771283" y="12966153"/>
            <a:chExt cx="1192692" cy="1771875"/>
          </a:xfrm>
        </p:grpSpPr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9A26181F-641B-0906-527F-3C225970D045}"/>
                </a:ext>
              </a:extLst>
            </p:cNvPr>
            <p:cNvSpPr/>
            <p:nvPr/>
          </p:nvSpPr>
          <p:spPr>
            <a:xfrm>
              <a:off x="8771283" y="12966153"/>
              <a:ext cx="1192692" cy="1771875"/>
            </a:xfrm>
            <a:prstGeom prst="cube">
              <a:avLst/>
            </a:prstGeom>
            <a:solidFill>
              <a:srgbClr val="E73C3A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5810C7D-05E3-68AA-5EDA-7A08C06C9E24}"/>
                </a:ext>
              </a:extLst>
            </p:cNvPr>
            <p:cNvGrpSpPr/>
            <p:nvPr/>
          </p:nvGrpSpPr>
          <p:grpSpPr>
            <a:xfrm>
              <a:off x="8871035" y="13402057"/>
              <a:ext cx="706896" cy="1238282"/>
              <a:chOff x="6719223" y="13263544"/>
              <a:chExt cx="1113414" cy="1474485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B3206799-D49A-C7F1-1AED-96F191D16EE0}"/>
                  </a:ext>
                </a:extLst>
              </p:cNvPr>
              <p:cNvGrpSpPr/>
              <p:nvPr/>
            </p:nvGrpSpPr>
            <p:grpSpPr>
              <a:xfrm>
                <a:off x="6719223" y="13263544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CCF284F-AB25-48DD-3877-72C25D5AC5C6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8620D28-CC1B-B324-8796-9757B2D80817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C485CB6D-D442-3981-24AE-9D37246ABF74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5931E17-074C-67D2-58D1-A254CCD952D9}"/>
                  </a:ext>
                </a:extLst>
              </p:cNvPr>
              <p:cNvGrpSpPr/>
              <p:nvPr/>
            </p:nvGrpSpPr>
            <p:grpSpPr>
              <a:xfrm>
                <a:off x="6740658" y="13639815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6F4A77A-0B94-AC60-FA23-607CA4F55CAB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C2D93CE-49F9-14C7-41D6-6D1ED4A963EC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19B9A9D-EA0B-9AD8-3B4D-433308434ADE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34188EF7-C650-105A-EF42-559DC1552FA8}"/>
                  </a:ext>
                </a:extLst>
              </p:cNvPr>
              <p:cNvGrpSpPr/>
              <p:nvPr/>
            </p:nvGrpSpPr>
            <p:grpSpPr>
              <a:xfrm>
                <a:off x="6740658" y="14058861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20CF069-B96E-5232-C863-39F119C2AD54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B2CA3561-DE74-27AD-AB14-8A1A42533232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3ED804A-88CB-FFED-614C-37E63C93983E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D5710D33-9BA4-B09D-7C4C-8F7BCB56AF40}"/>
                  </a:ext>
                </a:extLst>
              </p:cNvPr>
              <p:cNvGrpSpPr/>
              <p:nvPr/>
            </p:nvGrpSpPr>
            <p:grpSpPr>
              <a:xfrm>
                <a:off x="6749566" y="14443430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C4AA0592-9393-2F97-4297-B8BF0B0F4842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8711356E-98BC-EE0B-D02B-5039AD1DFB7F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2B499B5F-BDFD-6B47-680C-53F0A682F8F5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67D70424-B963-38CC-0D5F-0AA13DBC20B2}"/>
              </a:ext>
            </a:extLst>
          </p:cNvPr>
          <p:cNvSpPr/>
          <p:nvPr/>
        </p:nvSpPr>
        <p:spPr>
          <a:xfrm>
            <a:off x="6202681" y="867713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56EC0B1-8E0A-2559-2738-9BD94494E3C3}"/>
              </a:ext>
            </a:extLst>
          </p:cNvPr>
          <p:cNvCxnSpPr>
            <a:cxnSpLocks/>
          </p:cNvCxnSpPr>
          <p:nvPr/>
        </p:nvCxnSpPr>
        <p:spPr>
          <a:xfrm>
            <a:off x="3942487" y="10813052"/>
            <a:ext cx="3027250" cy="3993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8B0B40A-2EEC-4F34-D976-76CAFD1DB638}"/>
              </a:ext>
            </a:extLst>
          </p:cNvPr>
          <p:cNvSpPr txBox="1"/>
          <p:nvPr/>
        </p:nvSpPr>
        <p:spPr>
          <a:xfrm>
            <a:off x="161835" y="26666125"/>
            <a:ext cx="207908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A novel hybrid wind energy harvester incorporating both piezoelectric and electromagnetic transduction mechanisms to build a self-powered SHM system was developed.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 Due to wind 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energy, the device is 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capable of harvesting 1.60 µW from a piezoelectric leaf, 53 µW from a short beam EM-EH and 50 µW from a long beam EM-EH at the constant maximum wind speed of 10 m/sec and at optimum load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37BA844-4CF6-5C49-9827-F8023CB6E3C8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85"/>
          <a:stretch/>
        </p:blipFill>
        <p:spPr>
          <a:xfrm>
            <a:off x="290878" y="7912788"/>
            <a:ext cx="4760524" cy="23688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D16FD68-CC1F-310C-3B19-69A4EE7FE07A}"/>
              </a:ext>
            </a:extLst>
          </p:cNvPr>
          <p:cNvSpPr txBox="1"/>
          <p:nvPr/>
        </p:nvSpPr>
        <p:spPr>
          <a:xfrm>
            <a:off x="643748" y="10236256"/>
            <a:ext cx="3628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2800" b="1" dirty="0">
                <a:latin typeface="Calibri" panose="020F0502020204030204"/>
              </a:rPr>
              <a:t>Wireless Sensor Node</a:t>
            </a:r>
            <a:endParaRPr lang="en-US" sz="32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FC1443A-9305-E956-B12A-AC14CABA7C0D}"/>
              </a:ext>
            </a:extLst>
          </p:cNvPr>
          <p:cNvSpPr/>
          <p:nvPr/>
        </p:nvSpPr>
        <p:spPr>
          <a:xfrm>
            <a:off x="614329" y="11407494"/>
            <a:ext cx="3628051" cy="671966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Server Room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489E388D-E284-07CE-2882-D4B41B125DD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73774" y="9705264"/>
            <a:ext cx="2464568" cy="2055001"/>
          </a:xfrm>
          <a:prstGeom prst="bentConnector3">
            <a:avLst>
              <a:gd name="adj1" fmla="val 50000"/>
            </a:avLst>
          </a:prstGeom>
          <a:ln w="57150">
            <a:solidFill>
              <a:srgbClr val="E73C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5323DCB-5B9A-BA1E-67E1-0C67BB51CCFA}"/>
              </a:ext>
            </a:extLst>
          </p:cNvPr>
          <p:cNvSpPr/>
          <p:nvPr/>
        </p:nvSpPr>
        <p:spPr>
          <a:xfrm>
            <a:off x="7187336" y="9370253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D31C28E-6767-5091-A654-1AFAF6D80215}"/>
              </a:ext>
            </a:extLst>
          </p:cNvPr>
          <p:cNvSpPr/>
          <p:nvPr/>
        </p:nvSpPr>
        <p:spPr>
          <a:xfrm>
            <a:off x="9332267" y="8806196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4A1F5A3-8D02-46A6-804F-01119E0C6B5F}"/>
              </a:ext>
            </a:extLst>
          </p:cNvPr>
          <p:cNvSpPr/>
          <p:nvPr/>
        </p:nvSpPr>
        <p:spPr>
          <a:xfrm>
            <a:off x="7148718" y="10990502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A9540B6-058F-AC33-B6ED-1BAB4D63892C}"/>
              </a:ext>
            </a:extLst>
          </p:cNvPr>
          <p:cNvSpPr/>
          <p:nvPr/>
        </p:nvSpPr>
        <p:spPr>
          <a:xfrm>
            <a:off x="9131945" y="11027271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23FB76F-028C-3E2C-0415-602B454DC5C0}"/>
              </a:ext>
            </a:extLst>
          </p:cNvPr>
          <p:cNvSpPr/>
          <p:nvPr/>
        </p:nvSpPr>
        <p:spPr>
          <a:xfrm>
            <a:off x="8461928" y="10190741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A11743-061A-0929-4C74-547A938143EA}"/>
              </a:ext>
            </a:extLst>
          </p:cNvPr>
          <p:cNvSpPr/>
          <p:nvPr/>
        </p:nvSpPr>
        <p:spPr>
          <a:xfrm>
            <a:off x="91390" y="13095378"/>
            <a:ext cx="9736752" cy="2419999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E67DD8E-A1F5-087B-24EC-F919B5B1AE68}"/>
              </a:ext>
            </a:extLst>
          </p:cNvPr>
          <p:cNvSpPr txBox="1"/>
          <p:nvPr/>
        </p:nvSpPr>
        <p:spPr>
          <a:xfrm>
            <a:off x="62063" y="13059611"/>
            <a:ext cx="9772812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Problem Statement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28D476-C23C-1ABB-BCDE-9C1E78C51E53}"/>
              </a:ext>
            </a:extLst>
          </p:cNvPr>
          <p:cNvSpPr txBox="1"/>
          <p:nvPr/>
        </p:nvSpPr>
        <p:spPr>
          <a:xfrm>
            <a:off x="298714" y="14054147"/>
            <a:ext cx="9238771" cy="13849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just" eaLnBrk="1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800" dirty="0">
                <a:latin typeface="+mn-lt"/>
              </a:rPr>
              <a:t>Limited Battery Life</a:t>
            </a:r>
          </a:p>
          <a:p>
            <a:pPr marL="285750" marR="0" lvl="0" indent="-285750" algn="just" eaLnBrk="1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800" dirty="0">
                <a:latin typeface="+mn-lt"/>
              </a:rPr>
              <a:t>Deep Discharge </a:t>
            </a:r>
          </a:p>
          <a:p>
            <a:pPr marL="285750" marR="0" lvl="0" indent="-285750" algn="just" eaLnBrk="1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800" dirty="0">
                <a:latin typeface="+mn-lt"/>
              </a:rPr>
              <a:t>Regular Maintenance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1777ED7B-F034-69FF-CD3A-28B1C570F45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04"/>
          <a:stretch/>
        </p:blipFill>
        <p:spPr>
          <a:xfrm>
            <a:off x="213022" y="20269369"/>
            <a:ext cx="10427416" cy="496228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6730707-A516-A734-9A2B-A00ACEEB9A0F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67"/>
          <a:stretch/>
        </p:blipFill>
        <p:spPr bwMode="auto">
          <a:xfrm>
            <a:off x="17107253" y="20189130"/>
            <a:ext cx="3845471" cy="2736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266A5A55-0051-0EB3-A69A-3440BF1A3B3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17753" y="23210504"/>
            <a:ext cx="3734972" cy="253418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40B55804-9DCC-0C6A-9C71-7D56F7219F60}"/>
              </a:ext>
            </a:extLst>
          </p:cNvPr>
          <p:cNvSpPr txBox="1"/>
          <p:nvPr/>
        </p:nvSpPr>
        <p:spPr>
          <a:xfrm>
            <a:off x="213022" y="19977712"/>
            <a:ext cx="51306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E73C3A"/>
                </a:solidFill>
                <a:latin typeface="Calibri" panose="020F0502020204030204"/>
              </a:rPr>
              <a:t>Experimental Setup</a:t>
            </a:r>
            <a:endParaRPr lang="en-US" sz="4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A9BFF7-05A4-99A2-F30C-2764810EB559}"/>
              </a:ext>
            </a:extLst>
          </p:cNvPr>
          <p:cNvSpPr/>
          <p:nvPr/>
        </p:nvSpPr>
        <p:spPr>
          <a:xfrm>
            <a:off x="0" y="0"/>
            <a:ext cx="21383624" cy="3556000"/>
          </a:xfrm>
          <a:prstGeom prst="rect">
            <a:avLst/>
          </a:prstGeom>
          <a:solidFill>
            <a:srgbClr val="2236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H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BC282286-63B3-1C6A-4FFA-C183E87813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660785" y="783994"/>
            <a:ext cx="4877355" cy="21246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701A0F-EB73-6088-7BAD-0C1037F8F185}"/>
              </a:ext>
            </a:extLst>
          </p:cNvPr>
          <p:cNvSpPr txBox="1"/>
          <p:nvPr/>
        </p:nvSpPr>
        <p:spPr>
          <a:xfrm>
            <a:off x="5397727" y="705362"/>
            <a:ext cx="901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  <a:latin typeface="Nunito Sans Normal ExtraLight" pitchFamily="2" charset="77"/>
              </a:rPr>
              <a:t>Faculty</a:t>
            </a:r>
            <a:r>
              <a:rPr lang="en-BH" sz="5400" dirty="0">
                <a:solidFill>
                  <a:schemeClr val="bg1"/>
                </a:solidFill>
                <a:latin typeface="Nunito Sans Normal ExtraLight" pitchFamily="2" charset="77"/>
              </a:rPr>
              <a:t> of Engineering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42E1CE-39DD-EEDB-19F3-0A84D46FDA0D}"/>
              </a:ext>
            </a:extLst>
          </p:cNvPr>
          <p:cNvSpPr/>
          <p:nvPr/>
        </p:nvSpPr>
        <p:spPr>
          <a:xfrm>
            <a:off x="0" y="28707102"/>
            <a:ext cx="21383624" cy="1492978"/>
          </a:xfrm>
          <a:prstGeom prst="rect">
            <a:avLst/>
          </a:prstGeom>
          <a:gradFill flip="none" rotWithShape="1">
            <a:gsLst>
              <a:gs pos="31000">
                <a:srgbClr val="591B2B">
                  <a:alpha val="55026"/>
                </a:srgbClr>
              </a:gs>
              <a:gs pos="0">
                <a:schemeClr val="accent2"/>
              </a:gs>
              <a:gs pos="70000">
                <a:srgbClr val="22366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3F0046-7E0C-A678-AFCB-93DA229B55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16477" y="29301194"/>
            <a:ext cx="6321663" cy="30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7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D4D0E-AF59-09E8-0F27-8DDC8C5B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AED59-EC5C-F615-AF04-C50706D8570B}"/>
              </a:ext>
            </a:extLst>
          </p:cNvPr>
          <p:cNvSpPr txBox="1"/>
          <p:nvPr/>
        </p:nvSpPr>
        <p:spPr>
          <a:xfrm>
            <a:off x="-260613" y="3457642"/>
            <a:ext cx="21383625" cy="212365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indent="137160" algn="ctr">
              <a:spcBef>
                <a:spcPts val="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and Development</a:t>
            </a:r>
            <a:r>
              <a:rPr lang="en-US" sz="6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an Artificial Tree</a:t>
            </a:r>
          </a:p>
          <a:p>
            <a:pPr marL="0" marR="0" indent="137160" algn="ctr">
              <a:spcBef>
                <a:spcPts val="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Energy Harvesting from Traffic Induced Wind</a:t>
            </a:r>
            <a:endParaRPr lang="en-US" sz="66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F7DAD-888C-EAD5-4465-F79765108CFD}"/>
              </a:ext>
            </a:extLst>
          </p:cNvPr>
          <p:cNvSpPr txBox="1"/>
          <p:nvPr/>
        </p:nvSpPr>
        <p:spPr>
          <a:xfrm>
            <a:off x="0" y="5953127"/>
            <a:ext cx="21383625" cy="707886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3760788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E73C3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4000" noProof="0" dirty="0">
                <a:solidFill>
                  <a:schemeClr val="bg1"/>
                </a:solidFill>
              </a:rPr>
              <a:t> Student: </a:t>
            </a:r>
            <a:r>
              <a:rPr lang="en-US" sz="4000" dirty="0">
                <a:solidFill>
                  <a:schemeClr val="bg1"/>
                </a:solidFill>
              </a:rPr>
              <a:t>Alina Tosif – 201801643 | Supervisor: Dr. Iftikhar Ahmad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85FCEB-2754-AB69-75E4-BA5544D4C7CF}"/>
              </a:ext>
            </a:extLst>
          </p:cNvPr>
          <p:cNvSpPr/>
          <p:nvPr/>
        </p:nvSpPr>
        <p:spPr>
          <a:xfrm>
            <a:off x="0" y="26542625"/>
            <a:ext cx="21292236" cy="1841538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48B6E-4B33-98F2-E931-58F9451DED24}"/>
              </a:ext>
            </a:extLst>
          </p:cNvPr>
          <p:cNvSpPr/>
          <p:nvPr/>
        </p:nvSpPr>
        <p:spPr>
          <a:xfrm>
            <a:off x="62063" y="15713921"/>
            <a:ext cx="9804023" cy="3207269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CC7BAC-6EB2-3F5A-AF2B-69B9B3201248}"/>
              </a:ext>
            </a:extLst>
          </p:cNvPr>
          <p:cNvSpPr txBox="1"/>
          <p:nvPr/>
        </p:nvSpPr>
        <p:spPr>
          <a:xfrm>
            <a:off x="20775" y="6704637"/>
            <a:ext cx="9866236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Introduction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81BBEC-05FA-FFAF-FDD5-04647FC6C73E}"/>
              </a:ext>
            </a:extLst>
          </p:cNvPr>
          <p:cNvSpPr txBox="1"/>
          <p:nvPr/>
        </p:nvSpPr>
        <p:spPr>
          <a:xfrm>
            <a:off x="32657" y="15626675"/>
            <a:ext cx="9860198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Objectives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C67C9D-C20D-B196-0030-674B16978DE0}"/>
              </a:ext>
            </a:extLst>
          </p:cNvPr>
          <p:cNvSpPr txBox="1"/>
          <p:nvPr/>
        </p:nvSpPr>
        <p:spPr>
          <a:xfrm>
            <a:off x="10045298" y="6730862"/>
            <a:ext cx="11329733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4.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Methodology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A5D3CC0-F4FF-D9EB-8A9E-8ABDF273F607}"/>
              </a:ext>
            </a:extLst>
          </p:cNvPr>
          <p:cNvGrpSpPr/>
          <p:nvPr/>
        </p:nvGrpSpPr>
        <p:grpSpPr>
          <a:xfrm>
            <a:off x="71558" y="19904067"/>
            <a:ext cx="21164263" cy="5840626"/>
            <a:chOff x="10729474" y="21051054"/>
            <a:chExt cx="20561337" cy="7716039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6B7E072-26F4-7253-4637-61563530A8FF}"/>
                </a:ext>
              </a:extLst>
            </p:cNvPr>
            <p:cNvGrpSpPr/>
            <p:nvPr/>
          </p:nvGrpSpPr>
          <p:grpSpPr>
            <a:xfrm>
              <a:off x="10729474" y="21051054"/>
              <a:ext cx="20561337" cy="7716039"/>
              <a:chOff x="10729474" y="21051054"/>
              <a:chExt cx="20561337" cy="7716039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39FA508-2138-0864-D625-A1024AA84D9B}"/>
                  </a:ext>
                </a:extLst>
              </p:cNvPr>
              <p:cNvGrpSpPr/>
              <p:nvPr/>
            </p:nvGrpSpPr>
            <p:grpSpPr>
              <a:xfrm>
                <a:off x="10729474" y="21051054"/>
                <a:ext cx="20561337" cy="7716039"/>
                <a:chOff x="10729474" y="21034187"/>
                <a:chExt cx="20561337" cy="7716039"/>
              </a:xfrm>
            </p:grpSpPr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71CD6C01-74FE-A56D-9911-83024BE6988C}"/>
                    </a:ext>
                  </a:extLst>
                </p:cNvPr>
                <p:cNvGrpSpPr/>
                <p:nvPr/>
              </p:nvGrpSpPr>
              <p:grpSpPr>
                <a:xfrm>
                  <a:off x="10729474" y="21057260"/>
                  <a:ext cx="20561337" cy="7692966"/>
                  <a:chOff x="10729474" y="21057260"/>
                  <a:chExt cx="20561337" cy="7692966"/>
                </a:xfrm>
              </p:grpSpPr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1395268D-A2E0-0147-A099-F77CFE06DF77}"/>
                      </a:ext>
                    </a:extLst>
                  </p:cNvPr>
                  <p:cNvSpPr/>
                  <p:nvPr/>
                </p:nvSpPr>
                <p:spPr>
                  <a:xfrm>
                    <a:off x="10729474" y="21057319"/>
                    <a:ext cx="12999004" cy="769290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0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2BCA5784-74C6-0166-E9A0-D530C3A7883D}"/>
                      </a:ext>
                    </a:extLst>
                  </p:cNvPr>
                  <p:cNvSpPr/>
                  <p:nvPr/>
                </p:nvSpPr>
                <p:spPr>
                  <a:xfrm>
                    <a:off x="23919746" y="21057260"/>
                    <a:ext cx="7371065" cy="769290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0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916938E-B0B3-5A9D-E8BB-F07E3A76A46B}"/>
                    </a:ext>
                  </a:extLst>
                </p:cNvPr>
                <p:cNvSpPr txBox="1"/>
                <p:nvPr/>
              </p:nvSpPr>
              <p:spPr>
                <a:xfrm>
                  <a:off x="24030494" y="21034187"/>
                  <a:ext cx="3076612" cy="956027"/>
                </a:xfrm>
                <a:prstGeom prst="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sz="4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73C3A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Results</a:t>
                  </a:r>
                  <a:endParaRPr lang="en-US" sz="4800" dirty="0"/>
                </a:p>
              </p:txBody>
            </p:sp>
          </p:grp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D27690E9-95B2-C901-BA49-ED0C9C9A78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4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12" r="15362" b="8828"/>
              <a:stretch/>
            </p:blipFill>
            <p:spPr bwMode="auto">
              <a:xfrm>
                <a:off x="20986536" y="21273072"/>
                <a:ext cx="2631193" cy="5918709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0EEB196-6B26-62AF-3CAF-DEF3275A7378}"/>
                </a:ext>
              </a:extLst>
            </p:cNvPr>
            <p:cNvGrpSpPr/>
            <p:nvPr/>
          </p:nvGrpSpPr>
          <p:grpSpPr>
            <a:xfrm>
              <a:off x="24022191" y="21976857"/>
              <a:ext cx="3266702" cy="6594455"/>
              <a:chOff x="24765561" y="24498139"/>
              <a:chExt cx="2174013" cy="4388659"/>
            </a:xfrm>
          </p:grpSpPr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26874923-6705-E4A5-583A-150C361095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6526"/>
              <a:stretch/>
            </p:blipFill>
            <p:spPr bwMode="auto">
              <a:xfrm>
                <a:off x="24796795" y="24498139"/>
                <a:ext cx="2142779" cy="2153556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E32FE0C2-5427-4590-BE45-054518D240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6329"/>
              <a:stretch/>
            </p:blipFill>
            <p:spPr>
              <a:xfrm>
                <a:off x="24765561" y="26727329"/>
                <a:ext cx="2148308" cy="2159469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</p:pic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EBE548B-9D12-185E-84E3-D0279FF2B840}"/>
              </a:ext>
            </a:extLst>
          </p:cNvPr>
          <p:cNvGrpSpPr/>
          <p:nvPr/>
        </p:nvGrpSpPr>
        <p:grpSpPr>
          <a:xfrm>
            <a:off x="10093117" y="7604617"/>
            <a:ext cx="11199118" cy="11316571"/>
            <a:chOff x="10710639" y="10976547"/>
            <a:chExt cx="13467844" cy="17216511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A600FDA-383F-F77D-050B-4B19BB75DBD1}"/>
                </a:ext>
              </a:extLst>
            </p:cNvPr>
            <p:cNvGrpSpPr/>
            <p:nvPr/>
          </p:nvGrpSpPr>
          <p:grpSpPr>
            <a:xfrm>
              <a:off x="10710639" y="10976547"/>
              <a:ext cx="13467844" cy="17216511"/>
              <a:chOff x="10710639" y="10976547"/>
              <a:chExt cx="13467844" cy="17216511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0EE9D53F-BF55-6C63-FB70-D57A97DE9B16}"/>
                  </a:ext>
                </a:extLst>
              </p:cNvPr>
              <p:cNvSpPr/>
              <p:nvPr/>
            </p:nvSpPr>
            <p:spPr>
              <a:xfrm>
                <a:off x="10710639" y="10976547"/>
                <a:ext cx="13467844" cy="8164491"/>
              </a:xfrm>
              <a:prstGeom prst="rect">
                <a:avLst/>
              </a:prstGeom>
              <a:solidFill>
                <a:schemeClr val="bg1"/>
              </a:solidFill>
              <a:ln w="1270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829B671-9F41-C27F-BC87-F32B1481F416}"/>
                  </a:ext>
                </a:extLst>
              </p:cNvPr>
              <p:cNvSpPr/>
              <p:nvPr/>
            </p:nvSpPr>
            <p:spPr>
              <a:xfrm>
                <a:off x="10720699" y="19210372"/>
                <a:ext cx="13457783" cy="8982686"/>
              </a:xfrm>
              <a:prstGeom prst="rect">
                <a:avLst/>
              </a:prstGeom>
              <a:solidFill>
                <a:schemeClr val="bg1"/>
              </a:solidFill>
              <a:ln w="1270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4CC4DDC-447D-DEDE-1941-04B4FC07B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366" t="12347" r="26496" b="1066"/>
            <a:stretch/>
          </p:blipFill>
          <p:spPr>
            <a:xfrm>
              <a:off x="11185032" y="12379296"/>
              <a:ext cx="5963792" cy="63861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E83356B-D5A1-5C3E-09BF-4B93AD229905}"/>
                </a:ext>
              </a:extLst>
            </p:cNvPr>
            <p:cNvSpPr txBox="1"/>
            <p:nvPr/>
          </p:nvSpPr>
          <p:spPr>
            <a:xfrm>
              <a:off x="10815039" y="11023666"/>
              <a:ext cx="9196724" cy="117059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E73C3A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lang="en-US" sz="4400" b="1" dirty="0">
                  <a:solidFill>
                    <a:srgbClr val="E73C3A"/>
                  </a:solidFill>
                  <a:latin typeface="Calibri" panose="020F0502020204030204"/>
                </a:rPr>
                <a:t>Design &amp; modeling </a:t>
              </a:r>
              <a:endParaRPr lang="en-US" sz="48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E4C46A1-AFC5-C5D0-A030-BBB2CFC1076A}"/>
                </a:ext>
              </a:extLst>
            </p:cNvPr>
            <p:cNvSpPr txBox="1"/>
            <p:nvPr/>
          </p:nvSpPr>
          <p:spPr>
            <a:xfrm>
              <a:off x="10876202" y="19309069"/>
              <a:ext cx="4569642" cy="117059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rgbClr val="E73C3A"/>
                  </a:solidFill>
                  <a:latin typeface="Calibri" panose="020F0502020204030204"/>
                </a:rPr>
                <a:t>Fabrication</a:t>
              </a: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E73C3A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endParaRPr lang="en-US" sz="4800" dirty="0"/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8BAC0330-98B9-FF98-8650-0D0E2FD904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2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rcRect b="3497"/>
            <a:stretch/>
          </p:blipFill>
          <p:spPr>
            <a:xfrm>
              <a:off x="11666826" y="20507912"/>
              <a:ext cx="11499051" cy="7327749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5400E366-73CC-8B58-14FD-07FC2B3F0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8057919" y="11178800"/>
              <a:ext cx="5963792" cy="774706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FB5A5CE6-557D-6AC0-9A6B-9A1D73113825}"/>
              </a:ext>
            </a:extLst>
          </p:cNvPr>
          <p:cNvSpPr txBox="1"/>
          <p:nvPr/>
        </p:nvSpPr>
        <p:spPr>
          <a:xfrm>
            <a:off x="20774" y="19065652"/>
            <a:ext cx="21304119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5. Experimentation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A92072C-6FC2-D3B4-C3A3-A101BFE7F99C}"/>
              </a:ext>
            </a:extLst>
          </p:cNvPr>
          <p:cNvSpPr txBox="1"/>
          <p:nvPr/>
        </p:nvSpPr>
        <p:spPr>
          <a:xfrm>
            <a:off x="-32657" y="25626054"/>
            <a:ext cx="21383625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6. </a:t>
            </a:r>
            <a:r>
              <a:rPr lang="en-US" sz="4800" b="1" dirty="0">
                <a:solidFill>
                  <a:schemeClr val="bg1"/>
                </a:solidFill>
                <a:latin typeface="Calibri" panose="020F0502020204030204"/>
              </a:rPr>
              <a:t>Conclusions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465CCDB-1622-FB20-5272-6469F7954695}"/>
              </a:ext>
            </a:extLst>
          </p:cNvPr>
          <p:cNvSpPr txBox="1"/>
          <p:nvPr/>
        </p:nvSpPr>
        <p:spPr>
          <a:xfrm>
            <a:off x="278341" y="16716118"/>
            <a:ext cx="92238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AutoNum type="alphaLcParenBoth"/>
            </a:pPr>
            <a:r>
              <a:rPr lang="en-US" sz="2800" dirty="0">
                <a:latin typeface="+mj-lt"/>
              </a:rPr>
              <a:t>To design and develop an artificial tree for energy harvesting.</a:t>
            </a:r>
          </a:p>
          <a:p>
            <a:pPr marL="914400" indent="-914400">
              <a:buAutoNum type="alphaLcParenBoth" startAt="2"/>
            </a:pPr>
            <a:r>
              <a:rPr lang="en-US" sz="2800" dirty="0">
                <a:latin typeface="+mj-lt"/>
              </a:rPr>
              <a:t>To test the prototype to evaluate its performance in lab</a:t>
            </a:r>
          </a:p>
          <a:p>
            <a:pPr marL="914400" indent="-914400">
              <a:buAutoNum type="alphaLcParenBoth" startAt="2"/>
            </a:pPr>
            <a:r>
              <a:rPr lang="en-US" sz="2800" dirty="0">
                <a:latin typeface="+mj-lt"/>
              </a:rPr>
              <a:t>To test the prototype to evaluate its performance in real time.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E2B7F2A-EBA2-BBD7-E4C9-5426A99CA30F}"/>
              </a:ext>
            </a:extLst>
          </p:cNvPr>
          <p:cNvSpPr/>
          <p:nvPr/>
        </p:nvSpPr>
        <p:spPr>
          <a:xfrm>
            <a:off x="91390" y="7547580"/>
            <a:ext cx="9736752" cy="5366594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73C3A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9B919B2-B5DE-80DF-FAB9-71E734500880}"/>
              </a:ext>
            </a:extLst>
          </p:cNvPr>
          <p:cNvGrpSpPr/>
          <p:nvPr/>
        </p:nvGrpSpPr>
        <p:grpSpPr>
          <a:xfrm>
            <a:off x="6723903" y="7947470"/>
            <a:ext cx="2926688" cy="4324261"/>
            <a:chOff x="8771283" y="12966153"/>
            <a:chExt cx="1192692" cy="1771875"/>
          </a:xfrm>
        </p:grpSpPr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E1D6F4F1-D657-2092-E6D3-08EA44484621}"/>
                </a:ext>
              </a:extLst>
            </p:cNvPr>
            <p:cNvSpPr/>
            <p:nvPr/>
          </p:nvSpPr>
          <p:spPr>
            <a:xfrm>
              <a:off x="8771283" y="12966153"/>
              <a:ext cx="1192692" cy="1771875"/>
            </a:xfrm>
            <a:prstGeom prst="cube">
              <a:avLst/>
            </a:prstGeom>
            <a:solidFill>
              <a:srgbClr val="E73C3A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7E6EFCE6-9BFC-ACCB-345E-F084140479A1}"/>
                </a:ext>
              </a:extLst>
            </p:cNvPr>
            <p:cNvGrpSpPr/>
            <p:nvPr/>
          </p:nvGrpSpPr>
          <p:grpSpPr>
            <a:xfrm>
              <a:off x="8871035" y="13402057"/>
              <a:ext cx="706896" cy="1238282"/>
              <a:chOff x="6719223" y="13263544"/>
              <a:chExt cx="1113414" cy="1474485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C328F28F-0A11-BB3D-41CF-BFFE9AB2626E}"/>
                  </a:ext>
                </a:extLst>
              </p:cNvPr>
              <p:cNvGrpSpPr/>
              <p:nvPr/>
            </p:nvGrpSpPr>
            <p:grpSpPr>
              <a:xfrm>
                <a:off x="6719223" y="13263544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44A78538-EC1A-8219-C71C-CF50E3FC503E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8FBF3D40-23E1-0AE4-296E-28001F544B4E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49880120-8439-F2A5-4932-01B30016312A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E4D0894E-F891-905F-60ED-95676EE67898}"/>
                  </a:ext>
                </a:extLst>
              </p:cNvPr>
              <p:cNvGrpSpPr/>
              <p:nvPr/>
            </p:nvGrpSpPr>
            <p:grpSpPr>
              <a:xfrm>
                <a:off x="6740658" y="13639815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7DD9DDBF-A2B4-52DE-2251-3E78FDC498FF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122E6D20-69B9-1AE4-F531-E61908BCE56A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48711535-AEE4-F186-E920-55B13C3075DF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81B2CAE5-E208-8A32-B1E5-287586D54F4E}"/>
                  </a:ext>
                </a:extLst>
              </p:cNvPr>
              <p:cNvGrpSpPr/>
              <p:nvPr/>
            </p:nvGrpSpPr>
            <p:grpSpPr>
              <a:xfrm>
                <a:off x="6740658" y="14058861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C6F13FE-3223-A319-291B-91FF4B6036E4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3DCAAE21-D99E-F4E9-8B43-66E3C3CC08ED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ACF97E50-3EF4-6519-585A-6747CB68CF8E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84737B53-961E-8CD7-C8DE-2A6E5D72755B}"/>
                  </a:ext>
                </a:extLst>
              </p:cNvPr>
              <p:cNvGrpSpPr/>
              <p:nvPr/>
            </p:nvGrpSpPr>
            <p:grpSpPr>
              <a:xfrm>
                <a:off x="6749566" y="14443430"/>
                <a:ext cx="1083071" cy="294599"/>
                <a:chOff x="6719223" y="13263544"/>
                <a:chExt cx="1083071" cy="294599"/>
              </a:xfrm>
            </p:grpSpPr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D259088C-516F-F4CB-D9C6-8103C28F1823}"/>
                    </a:ext>
                  </a:extLst>
                </p:cNvPr>
                <p:cNvSpPr/>
                <p:nvPr/>
              </p:nvSpPr>
              <p:spPr>
                <a:xfrm>
                  <a:off x="671922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DB0D5D1A-8E7D-52D1-6ACF-29257798676A}"/>
                    </a:ext>
                  </a:extLst>
                </p:cNvPr>
                <p:cNvSpPr/>
                <p:nvPr/>
              </p:nvSpPr>
              <p:spPr>
                <a:xfrm>
                  <a:off x="7147983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16FD8058-84F2-F940-E031-23005EF31728}"/>
                    </a:ext>
                  </a:extLst>
                </p:cNvPr>
                <p:cNvSpPr/>
                <p:nvPr/>
              </p:nvSpPr>
              <p:spPr>
                <a:xfrm>
                  <a:off x="7589950" y="13263544"/>
                  <a:ext cx="212344" cy="2945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5BF81C0-3E1D-5B86-DAAE-6AA6018D618D}"/>
              </a:ext>
            </a:extLst>
          </p:cNvPr>
          <p:cNvSpPr/>
          <p:nvPr/>
        </p:nvSpPr>
        <p:spPr>
          <a:xfrm>
            <a:off x="6202681" y="867713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F769814-525B-569C-AB03-58F65DE303DA}"/>
              </a:ext>
            </a:extLst>
          </p:cNvPr>
          <p:cNvCxnSpPr>
            <a:cxnSpLocks/>
          </p:cNvCxnSpPr>
          <p:nvPr/>
        </p:nvCxnSpPr>
        <p:spPr>
          <a:xfrm>
            <a:off x="3942487" y="10813052"/>
            <a:ext cx="3027250" cy="3993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1596B6C-1FF9-B3BD-5C3C-D2C97DD8795C}"/>
              </a:ext>
            </a:extLst>
          </p:cNvPr>
          <p:cNvSpPr txBox="1"/>
          <p:nvPr/>
        </p:nvSpPr>
        <p:spPr>
          <a:xfrm>
            <a:off x="161835" y="26666125"/>
            <a:ext cx="207908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A novel hybrid wind energy harvester incorporating both piezoelectric and electromagnetic transduction mechanisms to build a self-powered SHM system was developed.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 Due to wind 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energy, the device is 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capable of harvesting 1.60 µW from a piezoelectric leaf, 53 µW from a short beam EM-EH and 50 µW from a long beam EM-EH at the constant maximum wind speed of 10 m/sec and at optimum load</a:t>
            </a: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D94E8FFF-A6D5-40B2-3202-FEDC26FFDB82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85"/>
          <a:stretch/>
        </p:blipFill>
        <p:spPr>
          <a:xfrm>
            <a:off x="290878" y="7912788"/>
            <a:ext cx="4760524" cy="23688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324EAE6E-1F5B-C0B1-8B94-1A1A8F340C54}"/>
              </a:ext>
            </a:extLst>
          </p:cNvPr>
          <p:cNvSpPr txBox="1"/>
          <p:nvPr/>
        </p:nvSpPr>
        <p:spPr>
          <a:xfrm>
            <a:off x="643748" y="10236256"/>
            <a:ext cx="3628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2800" b="1" dirty="0">
                <a:latin typeface="Calibri" panose="020F0502020204030204"/>
              </a:rPr>
              <a:t>Wireless Sensor Node</a:t>
            </a:r>
            <a:endParaRPr lang="en-US" sz="32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4FBFBA6-0C4E-A392-F007-7BE6B583D07B}"/>
              </a:ext>
            </a:extLst>
          </p:cNvPr>
          <p:cNvSpPr/>
          <p:nvPr/>
        </p:nvSpPr>
        <p:spPr>
          <a:xfrm>
            <a:off x="614329" y="11407494"/>
            <a:ext cx="3628051" cy="671966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Server Room</a:t>
            </a: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F55BA2A3-D43D-A0D6-7E32-21870AB182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73774" y="9705264"/>
            <a:ext cx="2464568" cy="2055001"/>
          </a:xfrm>
          <a:prstGeom prst="bentConnector3">
            <a:avLst>
              <a:gd name="adj1" fmla="val 50000"/>
            </a:avLst>
          </a:prstGeom>
          <a:ln w="57150">
            <a:solidFill>
              <a:srgbClr val="E73C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FA846E92-D6C2-6786-A974-F08281300AA9}"/>
              </a:ext>
            </a:extLst>
          </p:cNvPr>
          <p:cNvSpPr/>
          <p:nvPr/>
        </p:nvSpPr>
        <p:spPr>
          <a:xfrm>
            <a:off x="7187336" y="9370253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99E811BA-87B6-C76E-2274-2639A6E63E0A}"/>
              </a:ext>
            </a:extLst>
          </p:cNvPr>
          <p:cNvSpPr/>
          <p:nvPr/>
        </p:nvSpPr>
        <p:spPr>
          <a:xfrm>
            <a:off x="9332267" y="8806196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91FAE066-D5BA-AF0D-06E7-4E832C675FA4}"/>
              </a:ext>
            </a:extLst>
          </p:cNvPr>
          <p:cNvSpPr/>
          <p:nvPr/>
        </p:nvSpPr>
        <p:spPr>
          <a:xfrm>
            <a:off x="7148718" y="10990502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F06088D-9FD7-1215-5AE1-40F894C02247}"/>
              </a:ext>
            </a:extLst>
          </p:cNvPr>
          <p:cNvSpPr/>
          <p:nvPr/>
        </p:nvSpPr>
        <p:spPr>
          <a:xfrm>
            <a:off x="9131945" y="11027271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47C3DBB-0894-BCC8-572E-965C894A26C0}"/>
              </a:ext>
            </a:extLst>
          </p:cNvPr>
          <p:cNvSpPr/>
          <p:nvPr/>
        </p:nvSpPr>
        <p:spPr>
          <a:xfrm>
            <a:off x="8461928" y="10190741"/>
            <a:ext cx="205218" cy="26459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EAA055F-23FD-F20A-3ED7-AB38B5FDCDA4}"/>
              </a:ext>
            </a:extLst>
          </p:cNvPr>
          <p:cNvSpPr/>
          <p:nvPr/>
        </p:nvSpPr>
        <p:spPr>
          <a:xfrm>
            <a:off x="91390" y="13095378"/>
            <a:ext cx="9736752" cy="2419999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2A02F31-4DD0-4E2C-CA70-D258740F3640}"/>
              </a:ext>
            </a:extLst>
          </p:cNvPr>
          <p:cNvSpPr txBox="1"/>
          <p:nvPr/>
        </p:nvSpPr>
        <p:spPr>
          <a:xfrm>
            <a:off x="62063" y="13059611"/>
            <a:ext cx="9772812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Problem Statement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58F25E9-D70B-5095-BB5A-D22DA13DD026}"/>
              </a:ext>
            </a:extLst>
          </p:cNvPr>
          <p:cNvSpPr txBox="1"/>
          <p:nvPr/>
        </p:nvSpPr>
        <p:spPr>
          <a:xfrm>
            <a:off x="298714" y="14054147"/>
            <a:ext cx="9238771" cy="13849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just" eaLnBrk="1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800" dirty="0">
                <a:latin typeface="+mn-lt"/>
              </a:rPr>
              <a:t>Limited Battery Life</a:t>
            </a:r>
          </a:p>
          <a:p>
            <a:pPr marL="285750" marR="0" lvl="0" indent="-285750" algn="just" eaLnBrk="1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800" dirty="0">
                <a:latin typeface="+mn-lt"/>
              </a:rPr>
              <a:t>Deep Discharge </a:t>
            </a:r>
          </a:p>
          <a:p>
            <a:pPr marL="285750" marR="0" lvl="0" indent="-285750" algn="just" eaLnBrk="1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800" dirty="0">
                <a:latin typeface="+mn-lt"/>
              </a:rPr>
              <a:t>Regular Maintenance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8F27B137-14A7-F348-EB9E-28EDE32A2983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04"/>
          <a:stretch/>
        </p:blipFill>
        <p:spPr>
          <a:xfrm>
            <a:off x="213022" y="20269369"/>
            <a:ext cx="10427416" cy="4962287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04EB8B06-5B1D-F75A-453E-D9E716D930E7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67"/>
          <a:stretch/>
        </p:blipFill>
        <p:spPr bwMode="auto">
          <a:xfrm>
            <a:off x="17107253" y="20189130"/>
            <a:ext cx="3845471" cy="2736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5E62037-F5EC-810C-43E5-56EC43D17FE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17753" y="23210504"/>
            <a:ext cx="3734972" cy="2534188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B410823B-E115-7433-C80B-F8CF30A406DA}"/>
              </a:ext>
            </a:extLst>
          </p:cNvPr>
          <p:cNvSpPr txBox="1"/>
          <p:nvPr/>
        </p:nvSpPr>
        <p:spPr>
          <a:xfrm>
            <a:off x="213022" y="19977712"/>
            <a:ext cx="51306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E73C3A"/>
                </a:solidFill>
                <a:latin typeface="Calibri" panose="020F0502020204030204"/>
              </a:rPr>
              <a:t>Experimental Setup</a:t>
            </a:r>
            <a:endParaRPr lang="en-US" sz="48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4B28F6B-ED7A-0736-241F-017E50A18EEB}"/>
              </a:ext>
            </a:extLst>
          </p:cNvPr>
          <p:cNvSpPr/>
          <p:nvPr/>
        </p:nvSpPr>
        <p:spPr>
          <a:xfrm>
            <a:off x="0" y="0"/>
            <a:ext cx="21383624" cy="3556000"/>
          </a:xfrm>
          <a:prstGeom prst="rect">
            <a:avLst/>
          </a:prstGeom>
          <a:solidFill>
            <a:srgbClr val="2236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H"/>
          </a:p>
        </p:txBody>
      </p:sp>
      <p:pic>
        <p:nvPicPr>
          <p:cNvPr id="143" name="Picture 142" descr="A black and white logo&#10;&#10;AI-generated content may be incorrect.">
            <a:extLst>
              <a:ext uri="{FF2B5EF4-FFF2-40B4-BE49-F238E27FC236}">
                <a16:creationId xmlns:a16="http://schemas.microsoft.com/office/drawing/2014/main" id="{387355B2-CE53-C30F-9952-52DEC4EDAB3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60785" y="783994"/>
            <a:ext cx="4877355" cy="2124685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8951E887-C030-536E-3337-42DADF980558}"/>
              </a:ext>
            </a:extLst>
          </p:cNvPr>
          <p:cNvSpPr txBox="1"/>
          <p:nvPr/>
        </p:nvSpPr>
        <p:spPr>
          <a:xfrm>
            <a:off x="5397727" y="705362"/>
            <a:ext cx="901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  <a:latin typeface="Nunito Sans Normal ExtraLight" pitchFamily="2" charset="77"/>
              </a:rPr>
              <a:t>Faculty</a:t>
            </a:r>
            <a:r>
              <a:rPr lang="en-BH" sz="5400" dirty="0">
                <a:solidFill>
                  <a:schemeClr val="bg1"/>
                </a:solidFill>
                <a:latin typeface="Nunito Sans Normal ExtraLight" pitchFamily="2" charset="77"/>
              </a:rPr>
              <a:t> of Engineering 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71ABC71-0B89-2AFD-00F4-045E9F4B46E3}"/>
              </a:ext>
            </a:extLst>
          </p:cNvPr>
          <p:cNvSpPr/>
          <p:nvPr/>
        </p:nvSpPr>
        <p:spPr>
          <a:xfrm>
            <a:off x="0" y="28707102"/>
            <a:ext cx="21383624" cy="1492978"/>
          </a:xfrm>
          <a:prstGeom prst="rect">
            <a:avLst/>
          </a:prstGeom>
          <a:gradFill flip="none" rotWithShape="1">
            <a:gsLst>
              <a:gs pos="31000">
                <a:srgbClr val="591B2B">
                  <a:alpha val="55026"/>
                </a:srgbClr>
              </a:gs>
              <a:gs pos="0">
                <a:schemeClr val="accent2"/>
              </a:gs>
              <a:gs pos="70000">
                <a:srgbClr val="22366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H" dirty="0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D13ECD4D-7C01-FF80-52BC-E798358C70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16477" y="29301194"/>
            <a:ext cx="6321663" cy="304794"/>
          </a:xfrm>
          <a:prstGeom prst="rect">
            <a:avLst/>
          </a:prstGeom>
        </p:spPr>
      </p:pic>
      <p:pic>
        <p:nvPicPr>
          <p:cNvPr id="147" name="Picture 2" descr="A logo with a black background&#10;&#10;AI-generated content may be incorrect., Picture">
            <a:extLst>
              <a:ext uri="{FF2B5EF4-FFF2-40B4-BE49-F238E27FC236}">
                <a16:creationId xmlns:a16="http://schemas.microsoft.com/office/drawing/2014/main" id="{F2713F6F-F31B-13E7-20EC-A8AF908AF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58" y="45494"/>
            <a:ext cx="5428978" cy="274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3662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362</Words>
  <Application>Microsoft Office PowerPoint</Application>
  <PresentationFormat>Custom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Nunito Sans Normal ExtraLight</vt:lpstr>
      <vt:lpstr>Times New Roman</vt:lpstr>
      <vt:lpstr>Wingdings</vt:lpstr>
      <vt:lpstr>Office Theme</vt:lpstr>
      <vt:lpstr>PowerPoint Presentation</vt:lpstr>
      <vt:lpstr>PowerPoint Presentation</vt:lpstr>
    </vt:vector>
  </TitlesOfParts>
  <Company>Bahrain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Iftikhar Ahmad</dc:creator>
  <cp:lastModifiedBy>Iftikhar Ahmad</cp:lastModifiedBy>
  <cp:revision>2</cp:revision>
  <dcterms:created xsi:type="dcterms:W3CDTF">2024-12-11T07:41:58Z</dcterms:created>
  <dcterms:modified xsi:type="dcterms:W3CDTF">2025-05-11T10:40:24Z</dcterms:modified>
</cp:coreProperties>
</file>