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Lst>
  <p:sldSz cx="21396325" cy="30267275"/>
  <p:notesSz cx="6858000" cy="9144000"/>
  <p:defaultTextStyle>
    <a:defPPr>
      <a:defRPr lang="en-US"/>
    </a:defPPr>
    <a:lvl1pPr marL="0" algn="l" defTabSz="2479853" rtl="0" eaLnBrk="1" latinLnBrk="0" hangingPunct="1">
      <a:defRPr sz="4882" kern="1200">
        <a:solidFill>
          <a:schemeClr val="tx1"/>
        </a:solidFill>
        <a:latin typeface="+mn-lt"/>
        <a:ea typeface="+mn-ea"/>
        <a:cs typeface="+mn-cs"/>
      </a:defRPr>
    </a:lvl1pPr>
    <a:lvl2pPr marL="1239926" algn="l" defTabSz="2479853" rtl="0" eaLnBrk="1" latinLnBrk="0" hangingPunct="1">
      <a:defRPr sz="4882" kern="1200">
        <a:solidFill>
          <a:schemeClr val="tx1"/>
        </a:solidFill>
        <a:latin typeface="+mn-lt"/>
        <a:ea typeface="+mn-ea"/>
        <a:cs typeface="+mn-cs"/>
      </a:defRPr>
    </a:lvl2pPr>
    <a:lvl3pPr marL="2479853" algn="l" defTabSz="2479853" rtl="0" eaLnBrk="1" latinLnBrk="0" hangingPunct="1">
      <a:defRPr sz="4882" kern="1200">
        <a:solidFill>
          <a:schemeClr val="tx1"/>
        </a:solidFill>
        <a:latin typeface="+mn-lt"/>
        <a:ea typeface="+mn-ea"/>
        <a:cs typeface="+mn-cs"/>
      </a:defRPr>
    </a:lvl3pPr>
    <a:lvl4pPr marL="3719779" algn="l" defTabSz="2479853" rtl="0" eaLnBrk="1" latinLnBrk="0" hangingPunct="1">
      <a:defRPr sz="4882" kern="1200">
        <a:solidFill>
          <a:schemeClr val="tx1"/>
        </a:solidFill>
        <a:latin typeface="+mn-lt"/>
        <a:ea typeface="+mn-ea"/>
        <a:cs typeface="+mn-cs"/>
      </a:defRPr>
    </a:lvl4pPr>
    <a:lvl5pPr marL="4959706" algn="l" defTabSz="2479853" rtl="0" eaLnBrk="1" latinLnBrk="0" hangingPunct="1">
      <a:defRPr sz="4882" kern="1200">
        <a:solidFill>
          <a:schemeClr val="tx1"/>
        </a:solidFill>
        <a:latin typeface="+mn-lt"/>
        <a:ea typeface="+mn-ea"/>
        <a:cs typeface="+mn-cs"/>
      </a:defRPr>
    </a:lvl5pPr>
    <a:lvl6pPr marL="6199632" algn="l" defTabSz="2479853" rtl="0" eaLnBrk="1" latinLnBrk="0" hangingPunct="1">
      <a:defRPr sz="4882" kern="1200">
        <a:solidFill>
          <a:schemeClr val="tx1"/>
        </a:solidFill>
        <a:latin typeface="+mn-lt"/>
        <a:ea typeface="+mn-ea"/>
        <a:cs typeface="+mn-cs"/>
      </a:defRPr>
    </a:lvl6pPr>
    <a:lvl7pPr marL="7439558" algn="l" defTabSz="2479853" rtl="0" eaLnBrk="1" latinLnBrk="0" hangingPunct="1">
      <a:defRPr sz="4882" kern="1200">
        <a:solidFill>
          <a:schemeClr val="tx1"/>
        </a:solidFill>
        <a:latin typeface="+mn-lt"/>
        <a:ea typeface="+mn-ea"/>
        <a:cs typeface="+mn-cs"/>
      </a:defRPr>
    </a:lvl7pPr>
    <a:lvl8pPr marL="8679485" algn="l" defTabSz="2479853" rtl="0" eaLnBrk="1" latinLnBrk="0" hangingPunct="1">
      <a:defRPr sz="4882" kern="1200">
        <a:solidFill>
          <a:schemeClr val="tx1"/>
        </a:solidFill>
        <a:latin typeface="+mn-lt"/>
        <a:ea typeface="+mn-ea"/>
        <a:cs typeface="+mn-cs"/>
      </a:defRPr>
    </a:lvl8pPr>
    <a:lvl9pPr marL="9919411" algn="l" defTabSz="2479853" rtl="0" eaLnBrk="1" latinLnBrk="0" hangingPunct="1">
      <a:defRPr sz="4882"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F885341-D962-542F-AB7A-2EE7DBB0D9AF}" name="Iftikhar Ahmad" initials="IA" userId="S::Iftikhar.Ahmad@polytechnic.bh::0b815c6e-896b-4eaa-a2bc-02c1a5cb9db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37" d="100"/>
          <a:sy n="37" d="100"/>
        </p:scale>
        <p:origin x="1354" y="-34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8/10/relationships/authors" Target="author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EECF5-0203-1F96-8FDF-3F652E8B6514}"/>
              </a:ext>
            </a:extLst>
          </p:cNvPr>
          <p:cNvSpPr>
            <a:spLocks noGrp="1"/>
          </p:cNvSpPr>
          <p:nvPr>
            <p:ph type="ctrTitle"/>
          </p:nvPr>
        </p:nvSpPr>
        <p:spPr>
          <a:xfrm>
            <a:off x="2674541" y="4953466"/>
            <a:ext cx="16047244" cy="10537496"/>
          </a:xfrm>
        </p:spPr>
        <p:txBody>
          <a:bodyPr anchor="b"/>
          <a:lstStyle>
            <a:lvl1pPr algn="ctr">
              <a:defRPr sz="10529"/>
            </a:lvl1pPr>
          </a:lstStyle>
          <a:p>
            <a:r>
              <a:rPr lang="en-US"/>
              <a:t>Click to edit Master title style</a:t>
            </a:r>
          </a:p>
        </p:txBody>
      </p:sp>
      <p:sp>
        <p:nvSpPr>
          <p:cNvPr id="3" name="Subtitle 2">
            <a:extLst>
              <a:ext uri="{FF2B5EF4-FFF2-40B4-BE49-F238E27FC236}">
                <a16:creationId xmlns:a16="http://schemas.microsoft.com/office/drawing/2014/main" id="{EAE456BC-2BBB-9E8F-E112-DA8A7B316CDD}"/>
              </a:ext>
            </a:extLst>
          </p:cNvPr>
          <p:cNvSpPr>
            <a:spLocks noGrp="1"/>
          </p:cNvSpPr>
          <p:nvPr>
            <p:ph type="subTitle" idx="1"/>
          </p:nvPr>
        </p:nvSpPr>
        <p:spPr>
          <a:xfrm>
            <a:off x="2674541" y="15897328"/>
            <a:ext cx="16047244" cy="7307583"/>
          </a:xfrm>
        </p:spPr>
        <p:txBody>
          <a:bodyPr/>
          <a:lstStyle>
            <a:lvl1pPr marL="0" indent="0" algn="ctr">
              <a:buNone/>
              <a:defRPr sz="4212"/>
            </a:lvl1pPr>
            <a:lvl2pPr marL="802340" indent="0" algn="ctr">
              <a:buNone/>
              <a:defRPr sz="3510"/>
            </a:lvl2pPr>
            <a:lvl3pPr marL="1604681" indent="0" algn="ctr">
              <a:buNone/>
              <a:defRPr sz="3159"/>
            </a:lvl3pPr>
            <a:lvl4pPr marL="2407021" indent="0" algn="ctr">
              <a:buNone/>
              <a:defRPr sz="2808"/>
            </a:lvl4pPr>
            <a:lvl5pPr marL="3209361" indent="0" algn="ctr">
              <a:buNone/>
              <a:defRPr sz="2808"/>
            </a:lvl5pPr>
            <a:lvl6pPr marL="4011701" indent="0" algn="ctr">
              <a:buNone/>
              <a:defRPr sz="2808"/>
            </a:lvl6pPr>
            <a:lvl7pPr marL="4814042" indent="0" algn="ctr">
              <a:buNone/>
              <a:defRPr sz="2808"/>
            </a:lvl7pPr>
            <a:lvl8pPr marL="5616382" indent="0" algn="ctr">
              <a:buNone/>
              <a:defRPr sz="2808"/>
            </a:lvl8pPr>
            <a:lvl9pPr marL="6418722" indent="0" algn="ctr">
              <a:buNone/>
              <a:defRPr sz="2808"/>
            </a:lvl9pPr>
          </a:lstStyle>
          <a:p>
            <a:r>
              <a:rPr lang="en-US"/>
              <a:t>Click to edit Master subtitle style</a:t>
            </a:r>
          </a:p>
        </p:txBody>
      </p:sp>
      <p:sp>
        <p:nvSpPr>
          <p:cNvPr id="4" name="Date Placeholder 3">
            <a:extLst>
              <a:ext uri="{FF2B5EF4-FFF2-40B4-BE49-F238E27FC236}">
                <a16:creationId xmlns:a16="http://schemas.microsoft.com/office/drawing/2014/main" id="{289ACFF5-A388-CB0A-16E3-7FDDA3CA12D2}"/>
              </a:ext>
            </a:extLst>
          </p:cNvPr>
          <p:cNvSpPr>
            <a:spLocks noGrp="1"/>
          </p:cNvSpPr>
          <p:nvPr>
            <p:ph type="dt" sz="half" idx="10"/>
          </p:nvPr>
        </p:nvSpPr>
        <p:spPr/>
        <p:txBody>
          <a:bodyPr/>
          <a:lstStyle/>
          <a:p>
            <a:fld id="{9D7A22BC-D883-4411-AE9D-38F1CCC59601}" type="datetimeFigureOut">
              <a:rPr lang="en-US" smtClean="0"/>
              <a:t>12/25/2025</a:t>
            </a:fld>
            <a:endParaRPr lang="en-US"/>
          </a:p>
        </p:txBody>
      </p:sp>
      <p:sp>
        <p:nvSpPr>
          <p:cNvPr id="5" name="Footer Placeholder 4">
            <a:extLst>
              <a:ext uri="{FF2B5EF4-FFF2-40B4-BE49-F238E27FC236}">
                <a16:creationId xmlns:a16="http://schemas.microsoft.com/office/drawing/2014/main" id="{D09F041D-E8AC-384C-E315-4671D88127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0E0D99-0F77-F690-B776-C5FC5836FD74}"/>
              </a:ext>
            </a:extLst>
          </p:cNvPr>
          <p:cNvSpPr>
            <a:spLocks noGrp="1"/>
          </p:cNvSpPr>
          <p:nvPr>
            <p:ph type="sldNum" sz="quarter" idx="12"/>
          </p:nvPr>
        </p:nvSpPr>
        <p:spPr/>
        <p:txBody>
          <a:bodyPr/>
          <a:lstStyle/>
          <a:p>
            <a:fld id="{4558F9A2-6C76-47C1-A557-62B023FFC496}" type="slidenum">
              <a:rPr lang="en-US" smtClean="0"/>
              <a:t>‹#›</a:t>
            </a:fld>
            <a:endParaRPr lang="en-US"/>
          </a:p>
        </p:txBody>
      </p:sp>
    </p:spTree>
    <p:extLst>
      <p:ext uri="{BB962C8B-B14F-4D97-AF65-F5344CB8AC3E}">
        <p14:creationId xmlns:p14="http://schemas.microsoft.com/office/powerpoint/2010/main" val="3793823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A2355-609B-31E2-36ED-B328CF9EF2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683E7-7171-A8A0-44DB-C4730554EE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956A66-1D0B-14B7-D77A-5020B51A7543}"/>
              </a:ext>
            </a:extLst>
          </p:cNvPr>
          <p:cNvSpPr>
            <a:spLocks noGrp="1"/>
          </p:cNvSpPr>
          <p:nvPr>
            <p:ph type="dt" sz="half" idx="10"/>
          </p:nvPr>
        </p:nvSpPr>
        <p:spPr/>
        <p:txBody>
          <a:bodyPr/>
          <a:lstStyle/>
          <a:p>
            <a:fld id="{9D7A22BC-D883-4411-AE9D-38F1CCC59601}" type="datetimeFigureOut">
              <a:rPr lang="en-US" smtClean="0"/>
              <a:t>12/25/2025</a:t>
            </a:fld>
            <a:endParaRPr lang="en-US"/>
          </a:p>
        </p:txBody>
      </p:sp>
      <p:sp>
        <p:nvSpPr>
          <p:cNvPr id="5" name="Footer Placeholder 4">
            <a:extLst>
              <a:ext uri="{FF2B5EF4-FFF2-40B4-BE49-F238E27FC236}">
                <a16:creationId xmlns:a16="http://schemas.microsoft.com/office/drawing/2014/main" id="{B57EA2A2-989B-B030-4EC3-F8321512B9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08EC69-FA2A-8B8F-D65C-B5EE957E63F0}"/>
              </a:ext>
            </a:extLst>
          </p:cNvPr>
          <p:cNvSpPr>
            <a:spLocks noGrp="1"/>
          </p:cNvSpPr>
          <p:nvPr>
            <p:ph type="sldNum" sz="quarter" idx="12"/>
          </p:nvPr>
        </p:nvSpPr>
        <p:spPr/>
        <p:txBody>
          <a:bodyPr/>
          <a:lstStyle/>
          <a:p>
            <a:fld id="{4558F9A2-6C76-47C1-A557-62B023FFC496}" type="slidenum">
              <a:rPr lang="en-US" smtClean="0"/>
              <a:t>‹#›</a:t>
            </a:fld>
            <a:endParaRPr lang="en-US"/>
          </a:p>
        </p:txBody>
      </p:sp>
    </p:spTree>
    <p:extLst>
      <p:ext uri="{BB962C8B-B14F-4D97-AF65-F5344CB8AC3E}">
        <p14:creationId xmlns:p14="http://schemas.microsoft.com/office/powerpoint/2010/main" val="10780717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4B870-FE47-470A-C41F-940AB7BB4B56}"/>
              </a:ext>
            </a:extLst>
          </p:cNvPr>
          <p:cNvSpPr>
            <a:spLocks noGrp="1"/>
          </p:cNvSpPr>
          <p:nvPr>
            <p:ph type="title"/>
          </p:nvPr>
        </p:nvSpPr>
        <p:spPr>
          <a:xfrm>
            <a:off x="1459854" y="7545804"/>
            <a:ext cx="18454330" cy="12590343"/>
          </a:xfrm>
        </p:spPr>
        <p:txBody>
          <a:bodyPr anchor="b"/>
          <a:lstStyle>
            <a:lvl1pPr>
              <a:defRPr sz="10529"/>
            </a:lvl1pPr>
          </a:lstStyle>
          <a:p>
            <a:r>
              <a:rPr lang="en-US"/>
              <a:t>Click to edit Master title style</a:t>
            </a:r>
          </a:p>
        </p:txBody>
      </p:sp>
      <p:sp>
        <p:nvSpPr>
          <p:cNvPr id="3" name="Text Placeholder 2">
            <a:extLst>
              <a:ext uri="{FF2B5EF4-FFF2-40B4-BE49-F238E27FC236}">
                <a16:creationId xmlns:a16="http://schemas.microsoft.com/office/drawing/2014/main" id="{78ACFF64-AC04-C858-097D-66F751D9EDD8}"/>
              </a:ext>
            </a:extLst>
          </p:cNvPr>
          <p:cNvSpPr>
            <a:spLocks noGrp="1"/>
          </p:cNvSpPr>
          <p:nvPr>
            <p:ph type="body" idx="1"/>
          </p:nvPr>
        </p:nvSpPr>
        <p:spPr>
          <a:xfrm>
            <a:off x="1459854" y="20255257"/>
            <a:ext cx="18454330" cy="6620964"/>
          </a:xfrm>
        </p:spPr>
        <p:txBody>
          <a:bodyPr/>
          <a:lstStyle>
            <a:lvl1pPr marL="0" indent="0">
              <a:buNone/>
              <a:defRPr sz="4212">
                <a:solidFill>
                  <a:schemeClr val="tx1">
                    <a:tint val="75000"/>
                  </a:schemeClr>
                </a:solidFill>
              </a:defRPr>
            </a:lvl1pPr>
            <a:lvl2pPr marL="802340" indent="0">
              <a:buNone/>
              <a:defRPr sz="3510">
                <a:solidFill>
                  <a:schemeClr val="tx1">
                    <a:tint val="75000"/>
                  </a:schemeClr>
                </a:solidFill>
              </a:defRPr>
            </a:lvl2pPr>
            <a:lvl3pPr marL="1604681" indent="0">
              <a:buNone/>
              <a:defRPr sz="3159">
                <a:solidFill>
                  <a:schemeClr val="tx1">
                    <a:tint val="75000"/>
                  </a:schemeClr>
                </a:solidFill>
              </a:defRPr>
            </a:lvl3pPr>
            <a:lvl4pPr marL="2407021" indent="0">
              <a:buNone/>
              <a:defRPr sz="2808">
                <a:solidFill>
                  <a:schemeClr val="tx1">
                    <a:tint val="75000"/>
                  </a:schemeClr>
                </a:solidFill>
              </a:defRPr>
            </a:lvl4pPr>
            <a:lvl5pPr marL="3209361" indent="0">
              <a:buNone/>
              <a:defRPr sz="2808">
                <a:solidFill>
                  <a:schemeClr val="tx1">
                    <a:tint val="75000"/>
                  </a:schemeClr>
                </a:solidFill>
              </a:defRPr>
            </a:lvl5pPr>
            <a:lvl6pPr marL="4011701" indent="0">
              <a:buNone/>
              <a:defRPr sz="2808">
                <a:solidFill>
                  <a:schemeClr val="tx1">
                    <a:tint val="75000"/>
                  </a:schemeClr>
                </a:solidFill>
              </a:defRPr>
            </a:lvl6pPr>
            <a:lvl7pPr marL="4814042" indent="0">
              <a:buNone/>
              <a:defRPr sz="2808">
                <a:solidFill>
                  <a:schemeClr val="tx1">
                    <a:tint val="75000"/>
                  </a:schemeClr>
                </a:solidFill>
              </a:defRPr>
            </a:lvl7pPr>
            <a:lvl8pPr marL="5616382" indent="0">
              <a:buNone/>
              <a:defRPr sz="2808">
                <a:solidFill>
                  <a:schemeClr val="tx1">
                    <a:tint val="75000"/>
                  </a:schemeClr>
                </a:solidFill>
              </a:defRPr>
            </a:lvl8pPr>
            <a:lvl9pPr marL="6418722" indent="0">
              <a:buNone/>
              <a:defRPr sz="2808">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EFB4A2-764E-A11A-52B4-A97D173E3B72}"/>
              </a:ext>
            </a:extLst>
          </p:cNvPr>
          <p:cNvSpPr>
            <a:spLocks noGrp="1"/>
          </p:cNvSpPr>
          <p:nvPr>
            <p:ph type="dt" sz="half" idx="10"/>
          </p:nvPr>
        </p:nvSpPr>
        <p:spPr/>
        <p:txBody>
          <a:bodyPr/>
          <a:lstStyle/>
          <a:p>
            <a:fld id="{9D7A22BC-D883-4411-AE9D-38F1CCC59601}" type="datetimeFigureOut">
              <a:rPr lang="en-US" smtClean="0"/>
              <a:t>12/25/2025</a:t>
            </a:fld>
            <a:endParaRPr lang="en-US"/>
          </a:p>
        </p:txBody>
      </p:sp>
      <p:sp>
        <p:nvSpPr>
          <p:cNvPr id="5" name="Footer Placeholder 4">
            <a:extLst>
              <a:ext uri="{FF2B5EF4-FFF2-40B4-BE49-F238E27FC236}">
                <a16:creationId xmlns:a16="http://schemas.microsoft.com/office/drawing/2014/main" id="{6C5112D6-5904-BD19-90C2-87DA87B4B4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B22E84-7806-4277-D444-4A8592F1B81E}"/>
              </a:ext>
            </a:extLst>
          </p:cNvPr>
          <p:cNvSpPr>
            <a:spLocks noGrp="1"/>
          </p:cNvSpPr>
          <p:nvPr>
            <p:ph type="sldNum" sz="quarter" idx="12"/>
          </p:nvPr>
        </p:nvSpPr>
        <p:spPr/>
        <p:txBody>
          <a:bodyPr/>
          <a:lstStyle/>
          <a:p>
            <a:fld id="{4558F9A2-6C76-47C1-A557-62B023FFC496}" type="slidenum">
              <a:rPr lang="en-US" smtClean="0"/>
              <a:t>‹#›</a:t>
            </a:fld>
            <a:endParaRPr lang="en-US"/>
          </a:p>
        </p:txBody>
      </p:sp>
    </p:spTree>
    <p:extLst>
      <p:ext uri="{BB962C8B-B14F-4D97-AF65-F5344CB8AC3E}">
        <p14:creationId xmlns:p14="http://schemas.microsoft.com/office/powerpoint/2010/main" val="39287535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032BB-D366-A790-8A84-A86033815B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F5B6F3-6CEB-B051-C82A-FE8302CD8703}"/>
              </a:ext>
            </a:extLst>
          </p:cNvPr>
          <p:cNvSpPr>
            <a:spLocks noGrp="1"/>
          </p:cNvSpPr>
          <p:nvPr>
            <p:ph sz="half" idx="1"/>
          </p:nvPr>
        </p:nvSpPr>
        <p:spPr>
          <a:xfrm>
            <a:off x="1470997" y="8057261"/>
            <a:ext cx="9093438" cy="192043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A554C4E-49FE-B005-395E-FAEEEE290DE8}"/>
              </a:ext>
            </a:extLst>
          </p:cNvPr>
          <p:cNvSpPr>
            <a:spLocks noGrp="1"/>
          </p:cNvSpPr>
          <p:nvPr>
            <p:ph sz="half" idx="2"/>
          </p:nvPr>
        </p:nvSpPr>
        <p:spPr>
          <a:xfrm>
            <a:off x="10831890" y="8057261"/>
            <a:ext cx="9093438" cy="192043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60EE9B-694C-FE86-0A88-9ECB5F3C3344}"/>
              </a:ext>
            </a:extLst>
          </p:cNvPr>
          <p:cNvSpPr>
            <a:spLocks noGrp="1"/>
          </p:cNvSpPr>
          <p:nvPr>
            <p:ph type="dt" sz="half" idx="10"/>
          </p:nvPr>
        </p:nvSpPr>
        <p:spPr/>
        <p:txBody>
          <a:bodyPr/>
          <a:lstStyle/>
          <a:p>
            <a:fld id="{9D7A22BC-D883-4411-AE9D-38F1CCC59601}" type="datetimeFigureOut">
              <a:rPr lang="en-US" smtClean="0"/>
              <a:t>12/25/2025</a:t>
            </a:fld>
            <a:endParaRPr lang="en-US"/>
          </a:p>
        </p:txBody>
      </p:sp>
      <p:sp>
        <p:nvSpPr>
          <p:cNvPr id="6" name="Footer Placeholder 5">
            <a:extLst>
              <a:ext uri="{FF2B5EF4-FFF2-40B4-BE49-F238E27FC236}">
                <a16:creationId xmlns:a16="http://schemas.microsoft.com/office/drawing/2014/main" id="{4732A1F5-0AEB-5115-7DC8-AF70378160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EAC524-528C-41ED-AE28-BB93091DDF11}"/>
              </a:ext>
            </a:extLst>
          </p:cNvPr>
          <p:cNvSpPr>
            <a:spLocks noGrp="1"/>
          </p:cNvSpPr>
          <p:nvPr>
            <p:ph type="sldNum" sz="quarter" idx="12"/>
          </p:nvPr>
        </p:nvSpPr>
        <p:spPr/>
        <p:txBody>
          <a:bodyPr/>
          <a:lstStyle/>
          <a:p>
            <a:fld id="{4558F9A2-6C76-47C1-A557-62B023FFC496}" type="slidenum">
              <a:rPr lang="en-US" smtClean="0"/>
              <a:t>‹#›</a:t>
            </a:fld>
            <a:endParaRPr lang="en-US"/>
          </a:p>
        </p:txBody>
      </p:sp>
    </p:spTree>
    <p:extLst>
      <p:ext uri="{BB962C8B-B14F-4D97-AF65-F5344CB8AC3E}">
        <p14:creationId xmlns:p14="http://schemas.microsoft.com/office/powerpoint/2010/main" val="33947572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3E159-1021-FE13-29FE-47FB5373FBB2}"/>
              </a:ext>
            </a:extLst>
          </p:cNvPr>
          <p:cNvSpPr>
            <a:spLocks noGrp="1"/>
          </p:cNvSpPr>
          <p:nvPr>
            <p:ph type="title"/>
          </p:nvPr>
        </p:nvSpPr>
        <p:spPr>
          <a:xfrm>
            <a:off x="1473784" y="1611454"/>
            <a:ext cx="18454330" cy="5850274"/>
          </a:xfrm>
        </p:spPr>
        <p:txBody>
          <a:bodyPr/>
          <a:lstStyle/>
          <a:p>
            <a:r>
              <a:rPr lang="en-US"/>
              <a:t>Click to edit Master title style</a:t>
            </a:r>
          </a:p>
        </p:txBody>
      </p:sp>
      <p:sp>
        <p:nvSpPr>
          <p:cNvPr id="3" name="Text Placeholder 2">
            <a:extLst>
              <a:ext uri="{FF2B5EF4-FFF2-40B4-BE49-F238E27FC236}">
                <a16:creationId xmlns:a16="http://schemas.microsoft.com/office/drawing/2014/main" id="{E27D1A31-372F-EEB1-0892-287AB618FD33}"/>
              </a:ext>
            </a:extLst>
          </p:cNvPr>
          <p:cNvSpPr>
            <a:spLocks noGrp="1"/>
          </p:cNvSpPr>
          <p:nvPr>
            <p:ph type="body" idx="1"/>
          </p:nvPr>
        </p:nvSpPr>
        <p:spPr>
          <a:xfrm>
            <a:off x="1473785" y="7419688"/>
            <a:ext cx="9051648" cy="3636275"/>
          </a:xfrm>
        </p:spPr>
        <p:txBody>
          <a:bodyPr anchor="b"/>
          <a:lstStyle>
            <a:lvl1pPr marL="0" indent="0">
              <a:buNone/>
              <a:defRPr sz="4212" b="1"/>
            </a:lvl1pPr>
            <a:lvl2pPr marL="802340" indent="0">
              <a:buNone/>
              <a:defRPr sz="3510" b="1"/>
            </a:lvl2pPr>
            <a:lvl3pPr marL="1604681" indent="0">
              <a:buNone/>
              <a:defRPr sz="3159" b="1"/>
            </a:lvl3pPr>
            <a:lvl4pPr marL="2407021" indent="0">
              <a:buNone/>
              <a:defRPr sz="2808" b="1"/>
            </a:lvl4pPr>
            <a:lvl5pPr marL="3209361" indent="0">
              <a:buNone/>
              <a:defRPr sz="2808" b="1"/>
            </a:lvl5pPr>
            <a:lvl6pPr marL="4011701" indent="0">
              <a:buNone/>
              <a:defRPr sz="2808" b="1"/>
            </a:lvl6pPr>
            <a:lvl7pPr marL="4814042" indent="0">
              <a:buNone/>
              <a:defRPr sz="2808" b="1"/>
            </a:lvl7pPr>
            <a:lvl8pPr marL="5616382" indent="0">
              <a:buNone/>
              <a:defRPr sz="2808" b="1"/>
            </a:lvl8pPr>
            <a:lvl9pPr marL="6418722" indent="0">
              <a:buNone/>
              <a:defRPr sz="2808" b="1"/>
            </a:lvl9pPr>
          </a:lstStyle>
          <a:p>
            <a:pPr lvl="0"/>
            <a:r>
              <a:rPr lang="en-US"/>
              <a:t>Click to edit Master text styles</a:t>
            </a:r>
          </a:p>
        </p:txBody>
      </p:sp>
      <p:sp>
        <p:nvSpPr>
          <p:cNvPr id="4" name="Content Placeholder 3">
            <a:extLst>
              <a:ext uri="{FF2B5EF4-FFF2-40B4-BE49-F238E27FC236}">
                <a16:creationId xmlns:a16="http://schemas.microsoft.com/office/drawing/2014/main" id="{8AA9FA7E-C492-4B51-A587-DFFC33119EDE}"/>
              </a:ext>
            </a:extLst>
          </p:cNvPr>
          <p:cNvSpPr>
            <a:spLocks noGrp="1"/>
          </p:cNvSpPr>
          <p:nvPr>
            <p:ph sz="half" idx="2"/>
          </p:nvPr>
        </p:nvSpPr>
        <p:spPr>
          <a:xfrm>
            <a:off x="1473785" y="11055963"/>
            <a:ext cx="9051648" cy="162616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C5F874D-4406-4D2A-B175-AFFB6F31063B}"/>
              </a:ext>
            </a:extLst>
          </p:cNvPr>
          <p:cNvSpPr>
            <a:spLocks noGrp="1"/>
          </p:cNvSpPr>
          <p:nvPr>
            <p:ph type="body" sz="quarter" idx="3"/>
          </p:nvPr>
        </p:nvSpPr>
        <p:spPr>
          <a:xfrm>
            <a:off x="10831890" y="7419688"/>
            <a:ext cx="9096225" cy="3636275"/>
          </a:xfrm>
        </p:spPr>
        <p:txBody>
          <a:bodyPr anchor="b"/>
          <a:lstStyle>
            <a:lvl1pPr marL="0" indent="0">
              <a:buNone/>
              <a:defRPr sz="4212" b="1"/>
            </a:lvl1pPr>
            <a:lvl2pPr marL="802340" indent="0">
              <a:buNone/>
              <a:defRPr sz="3510" b="1"/>
            </a:lvl2pPr>
            <a:lvl3pPr marL="1604681" indent="0">
              <a:buNone/>
              <a:defRPr sz="3159" b="1"/>
            </a:lvl3pPr>
            <a:lvl4pPr marL="2407021" indent="0">
              <a:buNone/>
              <a:defRPr sz="2808" b="1"/>
            </a:lvl4pPr>
            <a:lvl5pPr marL="3209361" indent="0">
              <a:buNone/>
              <a:defRPr sz="2808" b="1"/>
            </a:lvl5pPr>
            <a:lvl6pPr marL="4011701" indent="0">
              <a:buNone/>
              <a:defRPr sz="2808" b="1"/>
            </a:lvl6pPr>
            <a:lvl7pPr marL="4814042" indent="0">
              <a:buNone/>
              <a:defRPr sz="2808" b="1"/>
            </a:lvl7pPr>
            <a:lvl8pPr marL="5616382" indent="0">
              <a:buNone/>
              <a:defRPr sz="2808" b="1"/>
            </a:lvl8pPr>
            <a:lvl9pPr marL="6418722" indent="0">
              <a:buNone/>
              <a:defRPr sz="2808" b="1"/>
            </a:lvl9pPr>
          </a:lstStyle>
          <a:p>
            <a:pPr lvl="0"/>
            <a:r>
              <a:rPr lang="en-US"/>
              <a:t>Click to edit Master text styles</a:t>
            </a:r>
          </a:p>
        </p:txBody>
      </p:sp>
      <p:sp>
        <p:nvSpPr>
          <p:cNvPr id="6" name="Content Placeholder 5">
            <a:extLst>
              <a:ext uri="{FF2B5EF4-FFF2-40B4-BE49-F238E27FC236}">
                <a16:creationId xmlns:a16="http://schemas.microsoft.com/office/drawing/2014/main" id="{77694D66-50CE-1649-21E2-6E684E7C2363}"/>
              </a:ext>
            </a:extLst>
          </p:cNvPr>
          <p:cNvSpPr>
            <a:spLocks noGrp="1"/>
          </p:cNvSpPr>
          <p:nvPr>
            <p:ph sz="quarter" idx="4"/>
          </p:nvPr>
        </p:nvSpPr>
        <p:spPr>
          <a:xfrm>
            <a:off x="10831890" y="11055963"/>
            <a:ext cx="9096225" cy="162616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7D2FDBF-B318-6A7A-B884-117DEC31B820}"/>
              </a:ext>
            </a:extLst>
          </p:cNvPr>
          <p:cNvSpPr>
            <a:spLocks noGrp="1"/>
          </p:cNvSpPr>
          <p:nvPr>
            <p:ph type="dt" sz="half" idx="10"/>
          </p:nvPr>
        </p:nvSpPr>
        <p:spPr/>
        <p:txBody>
          <a:bodyPr/>
          <a:lstStyle/>
          <a:p>
            <a:fld id="{9D7A22BC-D883-4411-AE9D-38F1CCC59601}" type="datetimeFigureOut">
              <a:rPr lang="en-US" smtClean="0"/>
              <a:t>12/25/2025</a:t>
            </a:fld>
            <a:endParaRPr lang="en-US"/>
          </a:p>
        </p:txBody>
      </p:sp>
      <p:sp>
        <p:nvSpPr>
          <p:cNvPr id="8" name="Footer Placeholder 7">
            <a:extLst>
              <a:ext uri="{FF2B5EF4-FFF2-40B4-BE49-F238E27FC236}">
                <a16:creationId xmlns:a16="http://schemas.microsoft.com/office/drawing/2014/main" id="{7F573E42-35B6-1B12-F156-F7A1E0818B8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56B0289-F5A8-B50F-B121-54196A95F056}"/>
              </a:ext>
            </a:extLst>
          </p:cNvPr>
          <p:cNvSpPr>
            <a:spLocks noGrp="1"/>
          </p:cNvSpPr>
          <p:nvPr>
            <p:ph type="sldNum" sz="quarter" idx="12"/>
          </p:nvPr>
        </p:nvSpPr>
        <p:spPr/>
        <p:txBody>
          <a:bodyPr/>
          <a:lstStyle/>
          <a:p>
            <a:fld id="{4558F9A2-6C76-47C1-A557-62B023FFC496}" type="slidenum">
              <a:rPr lang="en-US" smtClean="0"/>
              <a:t>‹#›</a:t>
            </a:fld>
            <a:endParaRPr lang="en-US"/>
          </a:p>
        </p:txBody>
      </p:sp>
    </p:spTree>
    <p:extLst>
      <p:ext uri="{BB962C8B-B14F-4D97-AF65-F5344CB8AC3E}">
        <p14:creationId xmlns:p14="http://schemas.microsoft.com/office/powerpoint/2010/main" val="578133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64910-6A4D-6001-E0FB-455082E6964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A3920AA-1830-982E-0EF4-0AA8F40E9AFD}"/>
              </a:ext>
            </a:extLst>
          </p:cNvPr>
          <p:cNvSpPr>
            <a:spLocks noGrp="1"/>
          </p:cNvSpPr>
          <p:nvPr>
            <p:ph type="dt" sz="half" idx="10"/>
          </p:nvPr>
        </p:nvSpPr>
        <p:spPr/>
        <p:txBody>
          <a:bodyPr/>
          <a:lstStyle/>
          <a:p>
            <a:fld id="{9D7A22BC-D883-4411-AE9D-38F1CCC59601}" type="datetimeFigureOut">
              <a:rPr lang="en-US" smtClean="0"/>
              <a:t>12/25/2025</a:t>
            </a:fld>
            <a:endParaRPr lang="en-US"/>
          </a:p>
        </p:txBody>
      </p:sp>
      <p:sp>
        <p:nvSpPr>
          <p:cNvPr id="4" name="Footer Placeholder 3">
            <a:extLst>
              <a:ext uri="{FF2B5EF4-FFF2-40B4-BE49-F238E27FC236}">
                <a16:creationId xmlns:a16="http://schemas.microsoft.com/office/drawing/2014/main" id="{6B9D582B-C11C-A315-29BA-ADCF79463B9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4300A28-F935-81AC-88FC-6E89005F2EDB}"/>
              </a:ext>
            </a:extLst>
          </p:cNvPr>
          <p:cNvSpPr>
            <a:spLocks noGrp="1"/>
          </p:cNvSpPr>
          <p:nvPr>
            <p:ph type="sldNum" sz="quarter" idx="12"/>
          </p:nvPr>
        </p:nvSpPr>
        <p:spPr/>
        <p:txBody>
          <a:bodyPr/>
          <a:lstStyle/>
          <a:p>
            <a:fld id="{4558F9A2-6C76-47C1-A557-62B023FFC496}" type="slidenum">
              <a:rPr lang="en-US" smtClean="0"/>
              <a:t>‹#›</a:t>
            </a:fld>
            <a:endParaRPr lang="en-US"/>
          </a:p>
        </p:txBody>
      </p:sp>
    </p:spTree>
    <p:extLst>
      <p:ext uri="{BB962C8B-B14F-4D97-AF65-F5344CB8AC3E}">
        <p14:creationId xmlns:p14="http://schemas.microsoft.com/office/powerpoint/2010/main" val="37590437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FA654B-7DD8-2F3E-60C7-4026DD5D990E}"/>
              </a:ext>
            </a:extLst>
          </p:cNvPr>
          <p:cNvSpPr>
            <a:spLocks noGrp="1"/>
          </p:cNvSpPr>
          <p:nvPr>
            <p:ph type="dt" sz="half" idx="10"/>
          </p:nvPr>
        </p:nvSpPr>
        <p:spPr/>
        <p:txBody>
          <a:bodyPr/>
          <a:lstStyle/>
          <a:p>
            <a:fld id="{9D7A22BC-D883-4411-AE9D-38F1CCC59601}" type="datetimeFigureOut">
              <a:rPr lang="en-US" smtClean="0"/>
              <a:t>12/25/2025</a:t>
            </a:fld>
            <a:endParaRPr lang="en-US"/>
          </a:p>
        </p:txBody>
      </p:sp>
      <p:sp>
        <p:nvSpPr>
          <p:cNvPr id="3" name="Footer Placeholder 2">
            <a:extLst>
              <a:ext uri="{FF2B5EF4-FFF2-40B4-BE49-F238E27FC236}">
                <a16:creationId xmlns:a16="http://schemas.microsoft.com/office/drawing/2014/main" id="{137B78D7-32C3-A727-A196-802B7DF27FC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849005A-D4DC-B63A-CF7F-F940A6AB93EE}"/>
              </a:ext>
            </a:extLst>
          </p:cNvPr>
          <p:cNvSpPr>
            <a:spLocks noGrp="1"/>
          </p:cNvSpPr>
          <p:nvPr>
            <p:ph type="sldNum" sz="quarter" idx="12"/>
          </p:nvPr>
        </p:nvSpPr>
        <p:spPr/>
        <p:txBody>
          <a:bodyPr/>
          <a:lstStyle/>
          <a:p>
            <a:fld id="{4558F9A2-6C76-47C1-A557-62B023FFC496}" type="slidenum">
              <a:rPr lang="en-US" smtClean="0"/>
              <a:t>‹#›</a:t>
            </a:fld>
            <a:endParaRPr lang="en-US"/>
          </a:p>
        </p:txBody>
      </p:sp>
    </p:spTree>
    <p:extLst>
      <p:ext uri="{BB962C8B-B14F-4D97-AF65-F5344CB8AC3E}">
        <p14:creationId xmlns:p14="http://schemas.microsoft.com/office/powerpoint/2010/main" val="2914916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3CFDF-83B3-62BE-AB05-6DBC0CD71948}"/>
              </a:ext>
            </a:extLst>
          </p:cNvPr>
          <p:cNvSpPr>
            <a:spLocks noGrp="1"/>
          </p:cNvSpPr>
          <p:nvPr>
            <p:ph type="title"/>
          </p:nvPr>
        </p:nvSpPr>
        <p:spPr>
          <a:xfrm>
            <a:off x="1473785" y="2017818"/>
            <a:ext cx="6900871" cy="7062364"/>
          </a:xfrm>
        </p:spPr>
        <p:txBody>
          <a:bodyPr anchor="b"/>
          <a:lstStyle>
            <a:lvl1pPr>
              <a:defRPr sz="5616"/>
            </a:lvl1pPr>
          </a:lstStyle>
          <a:p>
            <a:r>
              <a:rPr lang="en-US"/>
              <a:t>Click to edit Master title style</a:t>
            </a:r>
          </a:p>
        </p:txBody>
      </p:sp>
      <p:sp>
        <p:nvSpPr>
          <p:cNvPr id="3" name="Content Placeholder 2">
            <a:extLst>
              <a:ext uri="{FF2B5EF4-FFF2-40B4-BE49-F238E27FC236}">
                <a16:creationId xmlns:a16="http://schemas.microsoft.com/office/drawing/2014/main" id="{20C5B034-801E-F059-B67B-46DDD8658746}"/>
              </a:ext>
            </a:extLst>
          </p:cNvPr>
          <p:cNvSpPr>
            <a:spLocks noGrp="1"/>
          </p:cNvSpPr>
          <p:nvPr>
            <p:ph idx="1"/>
          </p:nvPr>
        </p:nvSpPr>
        <p:spPr>
          <a:xfrm>
            <a:off x="9096225" y="4357929"/>
            <a:ext cx="10831890" cy="21509383"/>
          </a:xfrm>
        </p:spPr>
        <p:txBody>
          <a:bodyPr/>
          <a:lstStyle>
            <a:lvl1pPr>
              <a:defRPr sz="5616"/>
            </a:lvl1pPr>
            <a:lvl2pPr>
              <a:defRPr sz="4914"/>
            </a:lvl2pPr>
            <a:lvl3pPr>
              <a:defRPr sz="4212"/>
            </a:lvl3pPr>
            <a:lvl4pPr>
              <a:defRPr sz="3510"/>
            </a:lvl4pPr>
            <a:lvl5pPr>
              <a:defRPr sz="3510"/>
            </a:lvl5pPr>
            <a:lvl6pPr>
              <a:defRPr sz="3510"/>
            </a:lvl6pPr>
            <a:lvl7pPr>
              <a:defRPr sz="3510"/>
            </a:lvl7pPr>
            <a:lvl8pPr>
              <a:defRPr sz="3510"/>
            </a:lvl8pPr>
            <a:lvl9pPr>
              <a:defRPr sz="351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2EC695-66C9-0E30-6DB6-786385F6B907}"/>
              </a:ext>
            </a:extLst>
          </p:cNvPr>
          <p:cNvSpPr>
            <a:spLocks noGrp="1"/>
          </p:cNvSpPr>
          <p:nvPr>
            <p:ph type="body" sz="half" idx="2"/>
          </p:nvPr>
        </p:nvSpPr>
        <p:spPr>
          <a:xfrm>
            <a:off x="1473785" y="9080183"/>
            <a:ext cx="6900871" cy="16822161"/>
          </a:xfrm>
        </p:spPr>
        <p:txBody>
          <a:bodyPr/>
          <a:lstStyle>
            <a:lvl1pPr marL="0" indent="0">
              <a:buNone/>
              <a:defRPr sz="2808"/>
            </a:lvl1pPr>
            <a:lvl2pPr marL="802340" indent="0">
              <a:buNone/>
              <a:defRPr sz="2457"/>
            </a:lvl2pPr>
            <a:lvl3pPr marL="1604681" indent="0">
              <a:buNone/>
              <a:defRPr sz="2106"/>
            </a:lvl3pPr>
            <a:lvl4pPr marL="2407021" indent="0">
              <a:buNone/>
              <a:defRPr sz="1755"/>
            </a:lvl4pPr>
            <a:lvl5pPr marL="3209361" indent="0">
              <a:buNone/>
              <a:defRPr sz="1755"/>
            </a:lvl5pPr>
            <a:lvl6pPr marL="4011701" indent="0">
              <a:buNone/>
              <a:defRPr sz="1755"/>
            </a:lvl6pPr>
            <a:lvl7pPr marL="4814042" indent="0">
              <a:buNone/>
              <a:defRPr sz="1755"/>
            </a:lvl7pPr>
            <a:lvl8pPr marL="5616382" indent="0">
              <a:buNone/>
              <a:defRPr sz="1755"/>
            </a:lvl8pPr>
            <a:lvl9pPr marL="6418722" indent="0">
              <a:buNone/>
              <a:defRPr sz="1755"/>
            </a:lvl9pPr>
          </a:lstStyle>
          <a:p>
            <a:pPr lvl="0"/>
            <a:r>
              <a:rPr lang="en-US"/>
              <a:t>Click to edit Master text styles</a:t>
            </a:r>
          </a:p>
        </p:txBody>
      </p:sp>
      <p:sp>
        <p:nvSpPr>
          <p:cNvPr id="5" name="Date Placeholder 4">
            <a:extLst>
              <a:ext uri="{FF2B5EF4-FFF2-40B4-BE49-F238E27FC236}">
                <a16:creationId xmlns:a16="http://schemas.microsoft.com/office/drawing/2014/main" id="{662AB07E-E5B4-A67F-33B2-847796EAE2AD}"/>
              </a:ext>
            </a:extLst>
          </p:cNvPr>
          <p:cNvSpPr>
            <a:spLocks noGrp="1"/>
          </p:cNvSpPr>
          <p:nvPr>
            <p:ph type="dt" sz="half" idx="10"/>
          </p:nvPr>
        </p:nvSpPr>
        <p:spPr/>
        <p:txBody>
          <a:bodyPr/>
          <a:lstStyle/>
          <a:p>
            <a:fld id="{9D7A22BC-D883-4411-AE9D-38F1CCC59601}" type="datetimeFigureOut">
              <a:rPr lang="en-US" smtClean="0"/>
              <a:t>12/25/2025</a:t>
            </a:fld>
            <a:endParaRPr lang="en-US"/>
          </a:p>
        </p:txBody>
      </p:sp>
      <p:sp>
        <p:nvSpPr>
          <p:cNvPr id="6" name="Footer Placeholder 5">
            <a:extLst>
              <a:ext uri="{FF2B5EF4-FFF2-40B4-BE49-F238E27FC236}">
                <a16:creationId xmlns:a16="http://schemas.microsoft.com/office/drawing/2014/main" id="{5BCB575F-885A-A163-186B-127D459E98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D7AE7F-3D5A-BB3E-654E-DCB654195021}"/>
              </a:ext>
            </a:extLst>
          </p:cNvPr>
          <p:cNvSpPr>
            <a:spLocks noGrp="1"/>
          </p:cNvSpPr>
          <p:nvPr>
            <p:ph type="sldNum" sz="quarter" idx="12"/>
          </p:nvPr>
        </p:nvSpPr>
        <p:spPr/>
        <p:txBody>
          <a:bodyPr/>
          <a:lstStyle/>
          <a:p>
            <a:fld id="{4558F9A2-6C76-47C1-A557-62B023FFC496}" type="slidenum">
              <a:rPr lang="en-US" smtClean="0"/>
              <a:t>‹#›</a:t>
            </a:fld>
            <a:endParaRPr lang="en-US"/>
          </a:p>
        </p:txBody>
      </p:sp>
    </p:spTree>
    <p:extLst>
      <p:ext uri="{BB962C8B-B14F-4D97-AF65-F5344CB8AC3E}">
        <p14:creationId xmlns:p14="http://schemas.microsoft.com/office/powerpoint/2010/main" val="7559709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E9AB0-71F5-0419-C0EA-9F9E798BD242}"/>
              </a:ext>
            </a:extLst>
          </p:cNvPr>
          <p:cNvSpPr>
            <a:spLocks noGrp="1"/>
          </p:cNvSpPr>
          <p:nvPr>
            <p:ph type="title"/>
          </p:nvPr>
        </p:nvSpPr>
        <p:spPr>
          <a:xfrm>
            <a:off x="1473785" y="2017818"/>
            <a:ext cx="6900871" cy="7062364"/>
          </a:xfrm>
        </p:spPr>
        <p:txBody>
          <a:bodyPr anchor="b"/>
          <a:lstStyle>
            <a:lvl1pPr>
              <a:defRPr sz="5616"/>
            </a:lvl1pPr>
          </a:lstStyle>
          <a:p>
            <a:r>
              <a:rPr lang="en-US"/>
              <a:t>Click to edit Master title style</a:t>
            </a:r>
          </a:p>
        </p:txBody>
      </p:sp>
      <p:sp>
        <p:nvSpPr>
          <p:cNvPr id="3" name="Picture Placeholder 2">
            <a:extLst>
              <a:ext uri="{FF2B5EF4-FFF2-40B4-BE49-F238E27FC236}">
                <a16:creationId xmlns:a16="http://schemas.microsoft.com/office/drawing/2014/main" id="{3E362D0E-574A-D9A0-8C1B-330772D5A008}"/>
              </a:ext>
            </a:extLst>
          </p:cNvPr>
          <p:cNvSpPr>
            <a:spLocks noGrp="1"/>
          </p:cNvSpPr>
          <p:nvPr>
            <p:ph type="pic" idx="1"/>
          </p:nvPr>
        </p:nvSpPr>
        <p:spPr>
          <a:xfrm>
            <a:off x="9096225" y="4357929"/>
            <a:ext cx="10831890" cy="21509383"/>
          </a:xfrm>
        </p:spPr>
        <p:txBody>
          <a:bodyPr/>
          <a:lstStyle>
            <a:lvl1pPr marL="0" indent="0">
              <a:buNone/>
              <a:defRPr sz="5616"/>
            </a:lvl1pPr>
            <a:lvl2pPr marL="802340" indent="0">
              <a:buNone/>
              <a:defRPr sz="4914"/>
            </a:lvl2pPr>
            <a:lvl3pPr marL="1604681" indent="0">
              <a:buNone/>
              <a:defRPr sz="4212"/>
            </a:lvl3pPr>
            <a:lvl4pPr marL="2407021" indent="0">
              <a:buNone/>
              <a:defRPr sz="3510"/>
            </a:lvl4pPr>
            <a:lvl5pPr marL="3209361" indent="0">
              <a:buNone/>
              <a:defRPr sz="3510"/>
            </a:lvl5pPr>
            <a:lvl6pPr marL="4011701" indent="0">
              <a:buNone/>
              <a:defRPr sz="3510"/>
            </a:lvl6pPr>
            <a:lvl7pPr marL="4814042" indent="0">
              <a:buNone/>
              <a:defRPr sz="3510"/>
            </a:lvl7pPr>
            <a:lvl8pPr marL="5616382" indent="0">
              <a:buNone/>
              <a:defRPr sz="3510"/>
            </a:lvl8pPr>
            <a:lvl9pPr marL="6418722" indent="0">
              <a:buNone/>
              <a:defRPr sz="3510"/>
            </a:lvl9pPr>
          </a:lstStyle>
          <a:p>
            <a:endParaRPr lang="en-US"/>
          </a:p>
        </p:txBody>
      </p:sp>
      <p:sp>
        <p:nvSpPr>
          <p:cNvPr id="4" name="Text Placeholder 3">
            <a:extLst>
              <a:ext uri="{FF2B5EF4-FFF2-40B4-BE49-F238E27FC236}">
                <a16:creationId xmlns:a16="http://schemas.microsoft.com/office/drawing/2014/main" id="{2F248EB3-E2C7-9E72-D012-D17FC77C6EE4}"/>
              </a:ext>
            </a:extLst>
          </p:cNvPr>
          <p:cNvSpPr>
            <a:spLocks noGrp="1"/>
          </p:cNvSpPr>
          <p:nvPr>
            <p:ph type="body" sz="half" idx="2"/>
          </p:nvPr>
        </p:nvSpPr>
        <p:spPr>
          <a:xfrm>
            <a:off x="1473785" y="9080183"/>
            <a:ext cx="6900871" cy="16822161"/>
          </a:xfrm>
        </p:spPr>
        <p:txBody>
          <a:bodyPr/>
          <a:lstStyle>
            <a:lvl1pPr marL="0" indent="0">
              <a:buNone/>
              <a:defRPr sz="2808"/>
            </a:lvl1pPr>
            <a:lvl2pPr marL="802340" indent="0">
              <a:buNone/>
              <a:defRPr sz="2457"/>
            </a:lvl2pPr>
            <a:lvl3pPr marL="1604681" indent="0">
              <a:buNone/>
              <a:defRPr sz="2106"/>
            </a:lvl3pPr>
            <a:lvl4pPr marL="2407021" indent="0">
              <a:buNone/>
              <a:defRPr sz="1755"/>
            </a:lvl4pPr>
            <a:lvl5pPr marL="3209361" indent="0">
              <a:buNone/>
              <a:defRPr sz="1755"/>
            </a:lvl5pPr>
            <a:lvl6pPr marL="4011701" indent="0">
              <a:buNone/>
              <a:defRPr sz="1755"/>
            </a:lvl6pPr>
            <a:lvl7pPr marL="4814042" indent="0">
              <a:buNone/>
              <a:defRPr sz="1755"/>
            </a:lvl7pPr>
            <a:lvl8pPr marL="5616382" indent="0">
              <a:buNone/>
              <a:defRPr sz="1755"/>
            </a:lvl8pPr>
            <a:lvl9pPr marL="6418722" indent="0">
              <a:buNone/>
              <a:defRPr sz="1755"/>
            </a:lvl9pPr>
          </a:lstStyle>
          <a:p>
            <a:pPr lvl="0"/>
            <a:r>
              <a:rPr lang="en-US"/>
              <a:t>Click to edit Master text styles</a:t>
            </a:r>
          </a:p>
        </p:txBody>
      </p:sp>
      <p:sp>
        <p:nvSpPr>
          <p:cNvPr id="5" name="Date Placeholder 4">
            <a:extLst>
              <a:ext uri="{FF2B5EF4-FFF2-40B4-BE49-F238E27FC236}">
                <a16:creationId xmlns:a16="http://schemas.microsoft.com/office/drawing/2014/main" id="{A897FEBD-CE6F-67D2-F44B-E92E4826BD9F}"/>
              </a:ext>
            </a:extLst>
          </p:cNvPr>
          <p:cNvSpPr>
            <a:spLocks noGrp="1"/>
          </p:cNvSpPr>
          <p:nvPr>
            <p:ph type="dt" sz="half" idx="10"/>
          </p:nvPr>
        </p:nvSpPr>
        <p:spPr/>
        <p:txBody>
          <a:bodyPr/>
          <a:lstStyle/>
          <a:p>
            <a:fld id="{9D7A22BC-D883-4411-AE9D-38F1CCC59601}" type="datetimeFigureOut">
              <a:rPr lang="en-US" smtClean="0"/>
              <a:t>12/25/2025</a:t>
            </a:fld>
            <a:endParaRPr lang="en-US"/>
          </a:p>
        </p:txBody>
      </p:sp>
      <p:sp>
        <p:nvSpPr>
          <p:cNvPr id="6" name="Footer Placeholder 5">
            <a:extLst>
              <a:ext uri="{FF2B5EF4-FFF2-40B4-BE49-F238E27FC236}">
                <a16:creationId xmlns:a16="http://schemas.microsoft.com/office/drawing/2014/main" id="{7996F5AC-8FFE-653A-D482-DA38593790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56AA45-0A2E-0283-A38D-CE4F9A95887F}"/>
              </a:ext>
            </a:extLst>
          </p:cNvPr>
          <p:cNvSpPr>
            <a:spLocks noGrp="1"/>
          </p:cNvSpPr>
          <p:nvPr>
            <p:ph type="sldNum" sz="quarter" idx="12"/>
          </p:nvPr>
        </p:nvSpPr>
        <p:spPr/>
        <p:txBody>
          <a:bodyPr/>
          <a:lstStyle/>
          <a:p>
            <a:fld id="{4558F9A2-6C76-47C1-A557-62B023FFC496}" type="slidenum">
              <a:rPr lang="en-US" smtClean="0"/>
              <a:t>‹#›</a:t>
            </a:fld>
            <a:endParaRPr lang="en-US"/>
          </a:p>
        </p:txBody>
      </p:sp>
    </p:spTree>
    <p:extLst>
      <p:ext uri="{BB962C8B-B14F-4D97-AF65-F5344CB8AC3E}">
        <p14:creationId xmlns:p14="http://schemas.microsoft.com/office/powerpoint/2010/main" val="6667944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1FEA2-CF70-7D60-6B20-EA36FA9CFE4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511260C-E9AF-14F6-05AA-BDB7F408577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D83DB1-9F76-0008-AF8C-9BACBC2A2678}"/>
              </a:ext>
            </a:extLst>
          </p:cNvPr>
          <p:cNvSpPr>
            <a:spLocks noGrp="1"/>
          </p:cNvSpPr>
          <p:nvPr>
            <p:ph type="dt" sz="half" idx="10"/>
          </p:nvPr>
        </p:nvSpPr>
        <p:spPr/>
        <p:txBody>
          <a:bodyPr/>
          <a:lstStyle/>
          <a:p>
            <a:fld id="{9D7A22BC-D883-4411-AE9D-38F1CCC59601}" type="datetimeFigureOut">
              <a:rPr lang="en-US" smtClean="0"/>
              <a:t>12/25/2025</a:t>
            </a:fld>
            <a:endParaRPr lang="en-US"/>
          </a:p>
        </p:txBody>
      </p:sp>
      <p:sp>
        <p:nvSpPr>
          <p:cNvPr id="5" name="Footer Placeholder 4">
            <a:extLst>
              <a:ext uri="{FF2B5EF4-FFF2-40B4-BE49-F238E27FC236}">
                <a16:creationId xmlns:a16="http://schemas.microsoft.com/office/drawing/2014/main" id="{C57B1079-C271-E63B-5A92-73EFA3C649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FAE380-CFF1-9646-527A-B1B5CB86F183}"/>
              </a:ext>
            </a:extLst>
          </p:cNvPr>
          <p:cNvSpPr>
            <a:spLocks noGrp="1"/>
          </p:cNvSpPr>
          <p:nvPr>
            <p:ph type="sldNum" sz="quarter" idx="12"/>
          </p:nvPr>
        </p:nvSpPr>
        <p:spPr/>
        <p:txBody>
          <a:bodyPr/>
          <a:lstStyle/>
          <a:p>
            <a:fld id="{4558F9A2-6C76-47C1-A557-62B023FFC496}" type="slidenum">
              <a:rPr lang="en-US" smtClean="0"/>
              <a:t>‹#›</a:t>
            </a:fld>
            <a:endParaRPr lang="en-US"/>
          </a:p>
        </p:txBody>
      </p:sp>
    </p:spTree>
    <p:extLst>
      <p:ext uri="{BB962C8B-B14F-4D97-AF65-F5344CB8AC3E}">
        <p14:creationId xmlns:p14="http://schemas.microsoft.com/office/powerpoint/2010/main" val="36444683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D8126F-0BF4-BFAD-D769-EBB24BF4EF44}"/>
              </a:ext>
            </a:extLst>
          </p:cNvPr>
          <p:cNvSpPr>
            <a:spLocks noGrp="1"/>
          </p:cNvSpPr>
          <p:nvPr>
            <p:ph type="title" orient="vert"/>
          </p:nvPr>
        </p:nvSpPr>
        <p:spPr>
          <a:xfrm>
            <a:off x="15311745" y="1611452"/>
            <a:ext cx="4613583" cy="2565011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E119342-9731-AD14-22E0-3F90FA761F6C}"/>
              </a:ext>
            </a:extLst>
          </p:cNvPr>
          <p:cNvSpPr>
            <a:spLocks noGrp="1"/>
          </p:cNvSpPr>
          <p:nvPr>
            <p:ph type="body" orient="vert" idx="1"/>
          </p:nvPr>
        </p:nvSpPr>
        <p:spPr>
          <a:xfrm>
            <a:off x="1470997" y="1611452"/>
            <a:ext cx="13573294" cy="25650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0FBA31-7540-6000-1822-09B33FCE4845}"/>
              </a:ext>
            </a:extLst>
          </p:cNvPr>
          <p:cNvSpPr>
            <a:spLocks noGrp="1"/>
          </p:cNvSpPr>
          <p:nvPr>
            <p:ph type="dt" sz="half" idx="10"/>
          </p:nvPr>
        </p:nvSpPr>
        <p:spPr/>
        <p:txBody>
          <a:bodyPr/>
          <a:lstStyle/>
          <a:p>
            <a:fld id="{9D7A22BC-D883-4411-AE9D-38F1CCC59601}" type="datetimeFigureOut">
              <a:rPr lang="en-US" smtClean="0"/>
              <a:t>12/25/2025</a:t>
            </a:fld>
            <a:endParaRPr lang="en-US"/>
          </a:p>
        </p:txBody>
      </p:sp>
      <p:sp>
        <p:nvSpPr>
          <p:cNvPr id="5" name="Footer Placeholder 4">
            <a:extLst>
              <a:ext uri="{FF2B5EF4-FFF2-40B4-BE49-F238E27FC236}">
                <a16:creationId xmlns:a16="http://schemas.microsoft.com/office/drawing/2014/main" id="{1CBC54A3-3BA8-4CCB-09D7-99D2DB4E97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F1A6F8-D719-E29C-3606-9400D063E3CF}"/>
              </a:ext>
            </a:extLst>
          </p:cNvPr>
          <p:cNvSpPr>
            <a:spLocks noGrp="1"/>
          </p:cNvSpPr>
          <p:nvPr>
            <p:ph type="sldNum" sz="quarter" idx="12"/>
          </p:nvPr>
        </p:nvSpPr>
        <p:spPr/>
        <p:txBody>
          <a:bodyPr/>
          <a:lstStyle/>
          <a:p>
            <a:fld id="{4558F9A2-6C76-47C1-A557-62B023FFC496}" type="slidenum">
              <a:rPr lang="en-US" smtClean="0"/>
              <a:t>‹#›</a:t>
            </a:fld>
            <a:endParaRPr lang="en-US"/>
          </a:p>
        </p:txBody>
      </p:sp>
    </p:spTree>
    <p:extLst>
      <p:ext uri="{BB962C8B-B14F-4D97-AF65-F5344CB8AC3E}">
        <p14:creationId xmlns:p14="http://schemas.microsoft.com/office/powerpoint/2010/main" val="27256413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1D4FE7-F5C1-3B1E-BCEB-E548CC47025E}"/>
              </a:ext>
            </a:extLst>
          </p:cNvPr>
          <p:cNvSpPr>
            <a:spLocks noGrp="1"/>
          </p:cNvSpPr>
          <p:nvPr>
            <p:ph type="title"/>
          </p:nvPr>
        </p:nvSpPr>
        <p:spPr>
          <a:xfrm>
            <a:off x="1470998" y="1611454"/>
            <a:ext cx="18454330" cy="5850274"/>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A9ADCD6-06A8-5FA5-C4C1-FD703A4AFB17}"/>
              </a:ext>
            </a:extLst>
          </p:cNvPr>
          <p:cNvSpPr>
            <a:spLocks noGrp="1"/>
          </p:cNvSpPr>
          <p:nvPr>
            <p:ph type="body" idx="1"/>
          </p:nvPr>
        </p:nvSpPr>
        <p:spPr>
          <a:xfrm>
            <a:off x="1470998" y="8057261"/>
            <a:ext cx="18454330" cy="1920430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52CF20-8AB7-3C09-A44E-684A3C34C6DF}"/>
              </a:ext>
            </a:extLst>
          </p:cNvPr>
          <p:cNvSpPr>
            <a:spLocks noGrp="1"/>
          </p:cNvSpPr>
          <p:nvPr>
            <p:ph type="dt" sz="half" idx="2"/>
          </p:nvPr>
        </p:nvSpPr>
        <p:spPr>
          <a:xfrm>
            <a:off x="1470997" y="28053282"/>
            <a:ext cx="4814173" cy="1611452"/>
          </a:xfrm>
          <a:prstGeom prst="rect">
            <a:avLst/>
          </a:prstGeom>
        </p:spPr>
        <p:txBody>
          <a:bodyPr vert="horz" lIns="91440" tIns="45720" rIns="91440" bIns="45720" rtlCol="0" anchor="ctr"/>
          <a:lstStyle>
            <a:lvl1pPr algn="l">
              <a:defRPr sz="2106">
                <a:solidFill>
                  <a:schemeClr val="tx1">
                    <a:tint val="75000"/>
                  </a:schemeClr>
                </a:solidFill>
              </a:defRPr>
            </a:lvl1pPr>
          </a:lstStyle>
          <a:p>
            <a:fld id="{9D7A22BC-D883-4411-AE9D-38F1CCC59601}" type="datetimeFigureOut">
              <a:rPr lang="en-US" smtClean="0"/>
              <a:t>12/25/2025</a:t>
            </a:fld>
            <a:endParaRPr lang="en-US"/>
          </a:p>
        </p:txBody>
      </p:sp>
      <p:sp>
        <p:nvSpPr>
          <p:cNvPr id="5" name="Footer Placeholder 4">
            <a:extLst>
              <a:ext uri="{FF2B5EF4-FFF2-40B4-BE49-F238E27FC236}">
                <a16:creationId xmlns:a16="http://schemas.microsoft.com/office/drawing/2014/main" id="{5E3885F4-A55A-224A-4E96-A4DDDB255926}"/>
              </a:ext>
            </a:extLst>
          </p:cNvPr>
          <p:cNvSpPr>
            <a:spLocks noGrp="1"/>
          </p:cNvSpPr>
          <p:nvPr>
            <p:ph type="ftr" sz="quarter" idx="3"/>
          </p:nvPr>
        </p:nvSpPr>
        <p:spPr>
          <a:xfrm>
            <a:off x="7087533" y="28053282"/>
            <a:ext cx="7221260" cy="1611452"/>
          </a:xfrm>
          <a:prstGeom prst="rect">
            <a:avLst/>
          </a:prstGeom>
        </p:spPr>
        <p:txBody>
          <a:bodyPr vert="horz" lIns="91440" tIns="45720" rIns="91440" bIns="45720" rtlCol="0" anchor="ctr"/>
          <a:lstStyle>
            <a:lvl1pPr algn="ctr">
              <a:defRPr sz="2106">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A9210C2-1273-E907-D2A2-4C780A811D55}"/>
              </a:ext>
            </a:extLst>
          </p:cNvPr>
          <p:cNvSpPr>
            <a:spLocks noGrp="1"/>
          </p:cNvSpPr>
          <p:nvPr>
            <p:ph type="sldNum" sz="quarter" idx="4"/>
          </p:nvPr>
        </p:nvSpPr>
        <p:spPr>
          <a:xfrm>
            <a:off x="15111155" y="28053282"/>
            <a:ext cx="4814173" cy="1611452"/>
          </a:xfrm>
          <a:prstGeom prst="rect">
            <a:avLst/>
          </a:prstGeom>
        </p:spPr>
        <p:txBody>
          <a:bodyPr vert="horz" lIns="91440" tIns="45720" rIns="91440" bIns="45720" rtlCol="0" anchor="ctr"/>
          <a:lstStyle>
            <a:lvl1pPr algn="r">
              <a:defRPr sz="2106">
                <a:solidFill>
                  <a:schemeClr val="tx1">
                    <a:tint val="75000"/>
                  </a:schemeClr>
                </a:solidFill>
              </a:defRPr>
            </a:lvl1pPr>
          </a:lstStyle>
          <a:p>
            <a:fld id="{4558F9A2-6C76-47C1-A557-62B023FFC496}" type="slidenum">
              <a:rPr lang="en-US" smtClean="0"/>
              <a:t>‹#›</a:t>
            </a:fld>
            <a:endParaRPr lang="en-US"/>
          </a:p>
        </p:txBody>
      </p:sp>
    </p:spTree>
    <p:extLst>
      <p:ext uri="{BB962C8B-B14F-4D97-AF65-F5344CB8AC3E}">
        <p14:creationId xmlns:p14="http://schemas.microsoft.com/office/powerpoint/2010/main" val="20983321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1604681" rtl="0" eaLnBrk="1" latinLnBrk="0" hangingPunct="1">
        <a:lnSpc>
          <a:spcPct val="90000"/>
        </a:lnSpc>
        <a:spcBef>
          <a:spcPct val="0"/>
        </a:spcBef>
        <a:buNone/>
        <a:defRPr sz="7722" kern="1200">
          <a:solidFill>
            <a:schemeClr val="tx1"/>
          </a:solidFill>
          <a:latin typeface="+mj-lt"/>
          <a:ea typeface="+mj-ea"/>
          <a:cs typeface="+mj-cs"/>
        </a:defRPr>
      </a:lvl1pPr>
    </p:titleStyle>
    <p:bodyStyle>
      <a:lvl1pPr marL="401170" indent="-401170" algn="l" defTabSz="1604681" rtl="0" eaLnBrk="1" latinLnBrk="0" hangingPunct="1">
        <a:lnSpc>
          <a:spcPct val="90000"/>
        </a:lnSpc>
        <a:spcBef>
          <a:spcPts val="1755"/>
        </a:spcBef>
        <a:buFont typeface="Arial" panose="020B0604020202020204" pitchFamily="34" charset="0"/>
        <a:buChar char="•"/>
        <a:defRPr sz="4914" kern="1200">
          <a:solidFill>
            <a:schemeClr val="tx1"/>
          </a:solidFill>
          <a:latin typeface="+mn-lt"/>
          <a:ea typeface="+mn-ea"/>
          <a:cs typeface="+mn-cs"/>
        </a:defRPr>
      </a:lvl1pPr>
      <a:lvl2pPr marL="1203510" indent="-401170" algn="l" defTabSz="1604681" rtl="0" eaLnBrk="1" latinLnBrk="0" hangingPunct="1">
        <a:lnSpc>
          <a:spcPct val="90000"/>
        </a:lnSpc>
        <a:spcBef>
          <a:spcPts val="877"/>
        </a:spcBef>
        <a:buFont typeface="Arial" panose="020B0604020202020204" pitchFamily="34" charset="0"/>
        <a:buChar char="•"/>
        <a:defRPr sz="4212" kern="1200">
          <a:solidFill>
            <a:schemeClr val="tx1"/>
          </a:solidFill>
          <a:latin typeface="+mn-lt"/>
          <a:ea typeface="+mn-ea"/>
          <a:cs typeface="+mn-cs"/>
        </a:defRPr>
      </a:lvl2pPr>
      <a:lvl3pPr marL="2005851" indent="-401170" algn="l" defTabSz="1604681" rtl="0" eaLnBrk="1" latinLnBrk="0" hangingPunct="1">
        <a:lnSpc>
          <a:spcPct val="90000"/>
        </a:lnSpc>
        <a:spcBef>
          <a:spcPts val="877"/>
        </a:spcBef>
        <a:buFont typeface="Arial" panose="020B0604020202020204" pitchFamily="34" charset="0"/>
        <a:buChar char="•"/>
        <a:defRPr sz="3510" kern="1200">
          <a:solidFill>
            <a:schemeClr val="tx1"/>
          </a:solidFill>
          <a:latin typeface="+mn-lt"/>
          <a:ea typeface="+mn-ea"/>
          <a:cs typeface="+mn-cs"/>
        </a:defRPr>
      </a:lvl3pPr>
      <a:lvl4pPr marL="2808191" indent="-401170" algn="l" defTabSz="1604681" rtl="0" eaLnBrk="1" latinLnBrk="0" hangingPunct="1">
        <a:lnSpc>
          <a:spcPct val="90000"/>
        </a:lnSpc>
        <a:spcBef>
          <a:spcPts val="877"/>
        </a:spcBef>
        <a:buFont typeface="Arial" panose="020B0604020202020204" pitchFamily="34" charset="0"/>
        <a:buChar char="•"/>
        <a:defRPr sz="3159" kern="1200">
          <a:solidFill>
            <a:schemeClr val="tx1"/>
          </a:solidFill>
          <a:latin typeface="+mn-lt"/>
          <a:ea typeface="+mn-ea"/>
          <a:cs typeface="+mn-cs"/>
        </a:defRPr>
      </a:lvl4pPr>
      <a:lvl5pPr marL="3610531" indent="-401170" algn="l" defTabSz="1604681" rtl="0" eaLnBrk="1" latinLnBrk="0" hangingPunct="1">
        <a:lnSpc>
          <a:spcPct val="90000"/>
        </a:lnSpc>
        <a:spcBef>
          <a:spcPts val="877"/>
        </a:spcBef>
        <a:buFont typeface="Arial" panose="020B0604020202020204" pitchFamily="34" charset="0"/>
        <a:buChar char="•"/>
        <a:defRPr sz="3159" kern="1200">
          <a:solidFill>
            <a:schemeClr val="tx1"/>
          </a:solidFill>
          <a:latin typeface="+mn-lt"/>
          <a:ea typeface="+mn-ea"/>
          <a:cs typeface="+mn-cs"/>
        </a:defRPr>
      </a:lvl5pPr>
      <a:lvl6pPr marL="4412872" indent="-401170" algn="l" defTabSz="1604681" rtl="0" eaLnBrk="1" latinLnBrk="0" hangingPunct="1">
        <a:lnSpc>
          <a:spcPct val="90000"/>
        </a:lnSpc>
        <a:spcBef>
          <a:spcPts val="877"/>
        </a:spcBef>
        <a:buFont typeface="Arial" panose="020B0604020202020204" pitchFamily="34" charset="0"/>
        <a:buChar char="•"/>
        <a:defRPr sz="3159" kern="1200">
          <a:solidFill>
            <a:schemeClr val="tx1"/>
          </a:solidFill>
          <a:latin typeface="+mn-lt"/>
          <a:ea typeface="+mn-ea"/>
          <a:cs typeface="+mn-cs"/>
        </a:defRPr>
      </a:lvl6pPr>
      <a:lvl7pPr marL="5215212" indent="-401170" algn="l" defTabSz="1604681" rtl="0" eaLnBrk="1" latinLnBrk="0" hangingPunct="1">
        <a:lnSpc>
          <a:spcPct val="90000"/>
        </a:lnSpc>
        <a:spcBef>
          <a:spcPts val="877"/>
        </a:spcBef>
        <a:buFont typeface="Arial" panose="020B0604020202020204" pitchFamily="34" charset="0"/>
        <a:buChar char="•"/>
        <a:defRPr sz="3159" kern="1200">
          <a:solidFill>
            <a:schemeClr val="tx1"/>
          </a:solidFill>
          <a:latin typeface="+mn-lt"/>
          <a:ea typeface="+mn-ea"/>
          <a:cs typeface="+mn-cs"/>
        </a:defRPr>
      </a:lvl7pPr>
      <a:lvl8pPr marL="6017552" indent="-401170" algn="l" defTabSz="1604681" rtl="0" eaLnBrk="1" latinLnBrk="0" hangingPunct="1">
        <a:lnSpc>
          <a:spcPct val="90000"/>
        </a:lnSpc>
        <a:spcBef>
          <a:spcPts val="877"/>
        </a:spcBef>
        <a:buFont typeface="Arial" panose="020B0604020202020204" pitchFamily="34" charset="0"/>
        <a:buChar char="•"/>
        <a:defRPr sz="3159" kern="1200">
          <a:solidFill>
            <a:schemeClr val="tx1"/>
          </a:solidFill>
          <a:latin typeface="+mn-lt"/>
          <a:ea typeface="+mn-ea"/>
          <a:cs typeface="+mn-cs"/>
        </a:defRPr>
      </a:lvl8pPr>
      <a:lvl9pPr marL="6819892" indent="-401170" algn="l" defTabSz="1604681" rtl="0" eaLnBrk="1" latinLnBrk="0" hangingPunct="1">
        <a:lnSpc>
          <a:spcPct val="90000"/>
        </a:lnSpc>
        <a:spcBef>
          <a:spcPts val="877"/>
        </a:spcBef>
        <a:buFont typeface="Arial" panose="020B0604020202020204" pitchFamily="34" charset="0"/>
        <a:buChar char="•"/>
        <a:defRPr sz="3159" kern="1200">
          <a:solidFill>
            <a:schemeClr val="tx1"/>
          </a:solidFill>
          <a:latin typeface="+mn-lt"/>
          <a:ea typeface="+mn-ea"/>
          <a:cs typeface="+mn-cs"/>
        </a:defRPr>
      </a:lvl9pPr>
    </p:bodyStyle>
    <p:otherStyle>
      <a:defPPr>
        <a:defRPr lang="en-US"/>
      </a:defPPr>
      <a:lvl1pPr marL="0" algn="l" defTabSz="1604681" rtl="0" eaLnBrk="1" latinLnBrk="0" hangingPunct="1">
        <a:defRPr sz="3159" kern="1200">
          <a:solidFill>
            <a:schemeClr val="tx1"/>
          </a:solidFill>
          <a:latin typeface="+mn-lt"/>
          <a:ea typeface="+mn-ea"/>
          <a:cs typeface="+mn-cs"/>
        </a:defRPr>
      </a:lvl1pPr>
      <a:lvl2pPr marL="802340" algn="l" defTabSz="1604681" rtl="0" eaLnBrk="1" latinLnBrk="0" hangingPunct="1">
        <a:defRPr sz="3159" kern="1200">
          <a:solidFill>
            <a:schemeClr val="tx1"/>
          </a:solidFill>
          <a:latin typeface="+mn-lt"/>
          <a:ea typeface="+mn-ea"/>
          <a:cs typeface="+mn-cs"/>
        </a:defRPr>
      </a:lvl2pPr>
      <a:lvl3pPr marL="1604681" algn="l" defTabSz="1604681" rtl="0" eaLnBrk="1" latinLnBrk="0" hangingPunct="1">
        <a:defRPr sz="3159" kern="1200">
          <a:solidFill>
            <a:schemeClr val="tx1"/>
          </a:solidFill>
          <a:latin typeface="+mn-lt"/>
          <a:ea typeface="+mn-ea"/>
          <a:cs typeface="+mn-cs"/>
        </a:defRPr>
      </a:lvl3pPr>
      <a:lvl4pPr marL="2407021" algn="l" defTabSz="1604681" rtl="0" eaLnBrk="1" latinLnBrk="0" hangingPunct="1">
        <a:defRPr sz="3159" kern="1200">
          <a:solidFill>
            <a:schemeClr val="tx1"/>
          </a:solidFill>
          <a:latin typeface="+mn-lt"/>
          <a:ea typeface="+mn-ea"/>
          <a:cs typeface="+mn-cs"/>
        </a:defRPr>
      </a:lvl4pPr>
      <a:lvl5pPr marL="3209361" algn="l" defTabSz="1604681" rtl="0" eaLnBrk="1" latinLnBrk="0" hangingPunct="1">
        <a:defRPr sz="3159" kern="1200">
          <a:solidFill>
            <a:schemeClr val="tx1"/>
          </a:solidFill>
          <a:latin typeface="+mn-lt"/>
          <a:ea typeface="+mn-ea"/>
          <a:cs typeface="+mn-cs"/>
        </a:defRPr>
      </a:lvl5pPr>
      <a:lvl6pPr marL="4011701" algn="l" defTabSz="1604681" rtl="0" eaLnBrk="1" latinLnBrk="0" hangingPunct="1">
        <a:defRPr sz="3159" kern="1200">
          <a:solidFill>
            <a:schemeClr val="tx1"/>
          </a:solidFill>
          <a:latin typeface="+mn-lt"/>
          <a:ea typeface="+mn-ea"/>
          <a:cs typeface="+mn-cs"/>
        </a:defRPr>
      </a:lvl6pPr>
      <a:lvl7pPr marL="4814042" algn="l" defTabSz="1604681" rtl="0" eaLnBrk="1" latinLnBrk="0" hangingPunct="1">
        <a:defRPr sz="3159" kern="1200">
          <a:solidFill>
            <a:schemeClr val="tx1"/>
          </a:solidFill>
          <a:latin typeface="+mn-lt"/>
          <a:ea typeface="+mn-ea"/>
          <a:cs typeface="+mn-cs"/>
        </a:defRPr>
      </a:lvl7pPr>
      <a:lvl8pPr marL="5616382" algn="l" defTabSz="1604681" rtl="0" eaLnBrk="1" latinLnBrk="0" hangingPunct="1">
        <a:defRPr sz="3159" kern="1200">
          <a:solidFill>
            <a:schemeClr val="tx1"/>
          </a:solidFill>
          <a:latin typeface="+mn-lt"/>
          <a:ea typeface="+mn-ea"/>
          <a:cs typeface="+mn-cs"/>
        </a:defRPr>
      </a:lvl8pPr>
      <a:lvl9pPr marL="6418722" algn="l" defTabSz="1604681" rtl="0" eaLnBrk="1" latinLnBrk="0" hangingPunct="1">
        <a:defRPr sz="315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G"/><Relationship Id="rId13" Type="http://schemas.openxmlformats.org/officeDocument/2006/relationships/image" Target="../media/image12.jpg"/><Relationship Id="rId3" Type="http://schemas.openxmlformats.org/officeDocument/2006/relationships/image" Target="../media/image2.png"/><Relationship Id="rId7" Type="http://schemas.openxmlformats.org/officeDocument/2006/relationships/image" Target="../media/image6.JPG"/><Relationship Id="rId12" Type="http://schemas.openxmlformats.org/officeDocument/2006/relationships/image" Target="../media/image11.jp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JPG"/><Relationship Id="rId5" Type="http://schemas.openxmlformats.org/officeDocument/2006/relationships/image" Target="../media/image4.png"/><Relationship Id="rId15" Type="http://schemas.openxmlformats.org/officeDocument/2006/relationships/image" Target="../media/image14.JPG"/><Relationship Id="rId10" Type="http://schemas.openxmlformats.org/officeDocument/2006/relationships/image" Target="../media/image9.JPG"/><Relationship Id="rId4" Type="http://schemas.openxmlformats.org/officeDocument/2006/relationships/image" Target="../media/image3.png"/><Relationship Id="rId9" Type="http://schemas.openxmlformats.org/officeDocument/2006/relationships/image" Target="../media/image8.JPG"/><Relationship Id="rId14" Type="http://schemas.openxmlformats.org/officeDocument/2006/relationships/image" Target="../media/image13.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D4D0E-AF59-09E8-0F27-8DDC8C5B9F17}"/>
            </a:ext>
          </a:extLst>
        </p:cNvPr>
        <p:cNvGrpSpPr/>
        <p:nvPr/>
      </p:nvGrpSpPr>
      <p:grpSpPr>
        <a:xfrm>
          <a:off x="0" y="0"/>
          <a:ext cx="0" cy="0"/>
          <a:chOff x="0" y="0"/>
          <a:chExt cx="0" cy="0"/>
        </a:xfrm>
      </p:grpSpPr>
      <p:sp>
        <p:nvSpPr>
          <p:cNvPr id="143" name="Rectangle 142">
            <a:extLst>
              <a:ext uri="{FF2B5EF4-FFF2-40B4-BE49-F238E27FC236}">
                <a16:creationId xmlns:a16="http://schemas.microsoft.com/office/drawing/2014/main" id="{C910DD3B-0249-4440-BA63-2EEEAD5DDF9C}"/>
              </a:ext>
            </a:extLst>
          </p:cNvPr>
          <p:cNvSpPr/>
          <p:nvPr/>
        </p:nvSpPr>
        <p:spPr>
          <a:xfrm>
            <a:off x="10043411" y="7459261"/>
            <a:ext cx="11216557" cy="6519419"/>
          </a:xfrm>
          <a:prstGeom prst="rect">
            <a:avLst/>
          </a:prstGeom>
          <a:ln w="76200">
            <a:solidFill>
              <a:srgbClr val="00B0F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7" name="TextBox 6">
            <a:extLst>
              <a:ext uri="{FF2B5EF4-FFF2-40B4-BE49-F238E27FC236}">
                <a16:creationId xmlns:a16="http://schemas.microsoft.com/office/drawing/2014/main" id="{19D8582F-E562-5339-5043-926905E3C65A}"/>
              </a:ext>
            </a:extLst>
          </p:cNvPr>
          <p:cNvSpPr txBox="1"/>
          <p:nvPr/>
        </p:nvSpPr>
        <p:spPr>
          <a:xfrm>
            <a:off x="-32657" y="2519207"/>
            <a:ext cx="21426618" cy="2123658"/>
          </a:xfrm>
          <a:prstGeom prst="rect">
            <a:avLst/>
          </a:prstGeom>
          <a:noFill/>
          <a:ln>
            <a:noFill/>
          </a:ln>
        </p:spPr>
        <p:txBody>
          <a:bodyPr wrap="square">
            <a:spAutoFit/>
          </a:bodyPr>
          <a:lstStyle/>
          <a:p>
            <a:pPr indent="137160" algn="ctr"/>
            <a:r>
              <a:rPr lang="en-US" sz="7200" b="1" dirty="0" err="1">
                <a:solidFill>
                  <a:srgbClr val="FF0000"/>
                </a:solidFill>
                <a:latin typeface="Times New Roman" panose="02020603050405020304" pitchFamily="18" charset="0"/>
                <a:ea typeface="Times New Roman" panose="02020603050405020304" pitchFamily="18" charset="0"/>
              </a:rPr>
              <a:t>SmartGuard</a:t>
            </a:r>
            <a:r>
              <a:rPr lang="en-US" sz="7200" b="1" dirty="0">
                <a:solidFill>
                  <a:srgbClr val="FF0000"/>
                </a:solidFill>
                <a:latin typeface="Times New Roman" panose="02020603050405020304" pitchFamily="18" charset="0"/>
                <a:ea typeface="Times New Roman" panose="02020603050405020304" pitchFamily="18" charset="0"/>
              </a:rPr>
              <a:t>: </a:t>
            </a:r>
          </a:p>
          <a:p>
            <a:pPr indent="137160" algn="ctr"/>
            <a:r>
              <a:rPr lang="en-US" sz="6000" dirty="0">
                <a:solidFill>
                  <a:srgbClr val="FF0000"/>
                </a:solidFill>
                <a:latin typeface="Times New Roman" panose="02020603050405020304" pitchFamily="18" charset="0"/>
                <a:ea typeface="Times New Roman" panose="02020603050405020304" pitchFamily="18" charset="0"/>
              </a:rPr>
              <a:t>An Intelligent Child Safety and Monitoring System in Buses</a:t>
            </a:r>
            <a:endParaRPr lang="en-US" sz="6000" dirty="0">
              <a:solidFill>
                <a:srgbClr val="FF0000"/>
              </a:solidFill>
              <a:effectLst/>
              <a:latin typeface="Times New Roman" panose="02020603050405020304" pitchFamily="18" charset="0"/>
              <a:ea typeface="Times New Roman" panose="02020603050405020304" pitchFamily="18" charset="0"/>
            </a:endParaRPr>
          </a:p>
        </p:txBody>
      </p:sp>
      <p:sp>
        <p:nvSpPr>
          <p:cNvPr id="8" name="TextBox 7">
            <a:extLst>
              <a:ext uri="{FF2B5EF4-FFF2-40B4-BE49-F238E27FC236}">
                <a16:creationId xmlns:a16="http://schemas.microsoft.com/office/drawing/2014/main" id="{E79EA836-E73F-0AAC-CA3E-D09AFBF1239A}"/>
              </a:ext>
            </a:extLst>
          </p:cNvPr>
          <p:cNvSpPr txBox="1"/>
          <p:nvPr/>
        </p:nvSpPr>
        <p:spPr>
          <a:xfrm>
            <a:off x="-18980" y="4588712"/>
            <a:ext cx="21412941" cy="2092881"/>
          </a:xfrm>
          <a:prstGeom prst="rect">
            <a:avLst/>
          </a:prstGeom>
          <a:solidFill>
            <a:srgbClr val="002060"/>
          </a:solidFill>
        </p:spPr>
        <p:txBody>
          <a:bodyPr wrap="square">
            <a:spAutoFit/>
          </a:bodyPr>
          <a:lstStyle>
            <a:defPPr>
              <a:defRPr lang="en-US"/>
            </a:defPPr>
            <a:lvl1pPr marR="0" lvl="0" indent="0" algn="ctr" defTabSz="3760788" fontAlgn="base">
              <a:lnSpc>
                <a:spcPct val="100000"/>
              </a:lnSpc>
              <a:spcBef>
                <a:spcPct val="50000"/>
              </a:spcBef>
              <a:spcAft>
                <a:spcPct val="0"/>
              </a:spcAft>
              <a:buClrTx/>
              <a:buSzTx/>
              <a:buFontTx/>
              <a:buNone/>
              <a:tabLst/>
              <a:defRPr kumimoji="0" sz="3200" b="1" i="0" u="none" strike="noStrike" cap="none" spc="0" normalizeH="0" baseline="0">
                <a:ln>
                  <a:noFill/>
                </a:ln>
                <a:solidFill>
                  <a:srgbClr val="E73C3A"/>
                </a:solidFill>
                <a:effectLst/>
                <a:uLnTx/>
                <a:uFillTx/>
                <a:latin typeface="Times New Roman" panose="02020603050405020304" pitchFamily="18" charset="0"/>
                <a:cs typeface="Times New Roman" panose="02020603050405020304" pitchFamily="18" charset="0"/>
              </a:defRPr>
            </a:lvl1pPr>
          </a:lstStyle>
          <a:p>
            <a:pPr lvl="0"/>
            <a:r>
              <a:rPr lang="en-US" sz="4000" noProof="0" dirty="0">
                <a:solidFill>
                  <a:schemeClr val="bg1"/>
                </a:solidFill>
              </a:rPr>
              <a:t> </a:t>
            </a:r>
            <a:r>
              <a:rPr lang="en-US" sz="3600" noProof="0" dirty="0">
                <a:solidFill>
                  <a:schemeClr val="bg1"/>
                </a:solidFill>
              </a:rPr>
              <a:t>Student</a:t>
            </a:r>
            <a:r>
              <a:rPr lang="en-US" sz="3600" dirty="0">
                <a:solidFill>
                  <a:schemeClr val="bg1"/>
                </a:solidFill>
              </a:rPr>
              <a:t>: Mohamed Alaraibi-202101014 | Rahim Alrahim-202101849 | Reem Madan-201901611 | Sayed </a:t>
            </a:r>
            <a:r>
              <a:rPr lang="en-US" sz="3600" dirty="0" err="1">
                <a:solidFill>
                  <a:schemeClr val="bg1"/>
                </a:solidFill>
              </a:rPr>
              <a:t>Qasim</a:t>
            </a:r>
            <a:r>
              <a:rPr lang="en-US" sz="3600" dirty="0">
                <a:solidFill>
                  <a:schemeClr val="bg1"/>
                </a:solidFill>
              </a:rPr>
              <a:t> Fadhul-202101072</a:t>
            </a:r>
          </a:p>
          <a:p>
            <a:pPr lvl="0"/>
            <a:r>
              <a:rPr lang="en-US" sz="3600" dirty="0">
                <a:solidFill>
                  <a:schemeClr val="bg1"/>
                </a:solidFill>
              </a:rPr>
              <a:t> Polytechnic Supervisor: Dr. </a:t>
            </a:r>
            <a:r>
              <a:rPr lang="en-US" sz="3600" dirty="0" err="1">
                <a:solidFill>
                  <a:schemeClr val="bg1"/>
                </a:solidFill>
              </a:rPr>
              <a:t>Zakareya</a:t>
            </a:r>
            <a:r>
              <a:rPr lang="en-US" sz="3600" dirty="0">
                <a:solidFill>
                  <a:schemeClr val="bg1"/>
                </a:solidFill>
              </a:rPr>
              <a:t> Hasan </a:t>
            </a:r>
          </a:p>
        </p:txBody>
      </p:sp>
      <p:sp>
        <p:nvSpPr>
          <p:cNvPr id="10" name="Rectangle 9">
            <a:extLst>
              <a:ext uri="{FF2B5EF4-FFF2-40B4-BE49-F238E27FC236}">
                <a16:creationId xmlns:a16="http://schemas.microsoft.com/office/drawing/2014/main" id="{BD6EC273-E846-BAE5-3CFF-7C9953660FF6}"/>
              </a:ext>
            </a:extLst>
          </p:cNvPr>
          <p:cNvSpPr/>
          <p:nvPr/>
        </p:nvSpPr>
        <p:spPr>
          <a:xfrm>
            <a:off x="91391" y="16897993"/>
            <a:ext cx="9743484" cy="2515123"/>
          </a:xfrm>
          <a:prstGeom prst="rect">
            <a:avLst/>
          </a:prstGeom>
          <a:noFill/>
          <a:ln w="1270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48A1091-CE0D-1F61-F0C7-CFA610C1C9B9}"/>
              </a:ext>
            </a:extLst>
          </p:cNvPr>
          <p:cNvSpPr txBox="1"/>
          <p:nvPr/>
        </p:nvSpPr>
        <p:spPr>
          <a:xfrm>
            <a:off x="29315" y="6704637"/>
            <a:ext cx="9857695" cy="830997"/>
          </a:xfrm>
          <a:prstGeom prst="rect">
            <a:avLst/>
          </a:prstGeom>
          <a:solidFill>
            <a:srgbClr val="00B0F0"/>
          </a:solidFill>
        </p:spPr>
        <p:txBody>
          <a:bodyPr wrap="square">
            <a:spAutoFit/>
          </a:bodyPr>
          <a:lstStyle/>
          <a:p>
            <a:pPr algn="ctr"/>
            <a:r>
              <a:rPr kumimoji="0" lang="en-US" sz="4800" b="1" i="0" u="none" strike="noStrike" kern="1200" cap="none" spc="0" normalizeH="0" baseline="0" noProof="0" dirty="0">
                <a:ln>
                  <a:noFill/>
                </a:ln>
                <a:solidFill>
                  <a:schemeClr val="bg1"/>
                </a:solidFill>
                <a:effectLst/>
                <a:uLnTx/>
                <a:uFillTx/>
                <a:latin typeface="Calibri" panose="020F0502020204030204"/>
                <a:ea typeface="+mn-ea"/>
                <a:cs typeface="+mn-cs"/>
              </a:rPr>
              <a:t> 1. </a:t>
            </a:r>
            <a:r>
              <a:rPr lang="en-US" sz="4800" b="1" dirty="0">
                <a:solidFill>
                  <a:schemeClr val="bg1"/>
                </a:solidFill>
                <a:latin typeface="Calibri" panose="020F0502020204030204"/>
              </a:rPr>
              <a:t>Introduction</a:t>
            </a:r>
            <a:r>
              <a:rPr kumimoji="0" lang="en-US" sz="4800" b="1" i="0" u="none" strike="noStrike" kern="1200" cap="none" spc="0" normalizeH="0" baseline="0" noProof="0" dirty="0">
                <a:ln>
                  <a:noFill/>
                </a:ln>
                <a:solidFill>
                  <a:schemeClr val="bg1"/>
                </a:solidFill>
                <a:effectLst/>
                <a:uLnTx/>
                <a:uFillTx/>
                <a:latin typeface="Calibri" panose="020F0502020204030204"/>
                <a:ea typeface="+mn-ea"/>
                <a:cs typeface="+mn-cs"/>
              </a:rPr>
              <a:t> </a:t>
            </a:r>
            <a:endParaRPr lang="en-US" sz="1100" dirty="0">
              <a:solidFill>
                <a:schemeClr val="bg1"/>
              </a:solidFill>
            </a:endParaRPr>
          </a:p>
        </p:txBody>
      </p:sp>
      <p:sp>
        <p:nvSpPr>
          <p:cNvPr id="13" name="TextBox 12">
            <a:extLst>
              <a:ext uri="{FF2B5EF4-FFF2-40B4-BE49-F238E27FC236}">
                <a16:creationId xmlns:a16="http://schemas.microsoft.com/office/drawing/2014/main" id="{7406BAB0-98FB-365B-AC70-F133808B35A6}"/>
              </a:ext>
            </a:extLst>
          </p:cNvPr>
          <p:cNvSpPr txBox="1"/>
          <p:nvPr/>
        </p:nvSpPr>
        <p:spPr>
          <a:xfrm>
            <a:off x="44920" y="16854206"/>
            <a:ext cx="9857694" cy="830997"/>
          </a:xfrm>
          <a:prstGeom prst="rect">
            <a:avLst/>
          </a:prstGeom>
          <a:solidFill>
            <a:srgbClr val="00B0F0"/>
          </a:solidFill>
        </p:spPr>
        <p:txBody>
          <a:bodyPr wrap="square">
            <a:spAutoFit/>
          </a:bodyPr>
          <a:lstStyle/>
          <a:p>
            <a:pPr algn="ctr"/>
            <a:r>
              <a:rPr kumimoji="0" lang="en-US" sz="4800" b="1" i="0" u="none" strike="noStrike" kern="1200" cap="none" spc="0" normalizeH="0" baseline="0" noProof="0" dirty="0">
                <a:ln>
                  <a:noFill/>
                </a:ln>
                <a:solidFill>
                  <a:schemeClr val="bg1"/>
                </a:solidFill>
                <a:effectLst/>
                <a:uLnTx/>
                <a:uFillTx/>
                <a:latin typeface="Calibri" panose="020F0502020204030204"/>
                <a:ea typeface="+mn-ea"/>
                <a:cs typeface="+mn-cs"/>
              </a:rPr>
              <a:t> 3. </a:t>
            </a:r>
            <a:r>
              <a:rPr lang="en-US" sz="4800" b="1" dirty="0">
                <a:solidFill>
                  <a:schemeClr val="bg1"/>
                </a:solidFill>
                <a:latin typeface="Calibri" panose="020F0502020204030204"/>
              </a:rPr>
              <a:t>Objectives</a:t>
            </a:r>
            <a:r>
              <a:rPr kumimoji="0" lang="en-US" sz="4800" b="1" i="0" u="none" strike="noStrike" kern="1200" cap="none" spc="0" normalizeH="0" baseline="0" noProof="0" dirty="0">
                <a:ln>
                  <a:noFill/>
                </a:ln>
                <a:solidFill>
                  <a:schemeClr val="bg1"/>
                </a:solidFill>
                <a:effectLst/>
                <a:uLnTx/>
                <a:uFillTx/>
                <a:latin typeface="Calibri" panose="020F0502020204030204"/>
                <a:ea typeface="+mn-ea"/>
                <a:cs typeface="+mn-cs"/>
              </a:rPr>
              <a:t> </a:t>
            </a:r>
            <a:endParaRPr lang="en-US" sz="1100" dirty="0">
              <a:solidFill>
                <a:schemeClr val="bg1"/>
              </a:solidFill>
            </a:endParaRPr>
          </a:p>
        </p:txBody>
      </p:sp>
      <p:sp>
        <p:nvSpPr>
          <p:cNvPr id="14" name="TextBox 13">
            <a:extLst>
              <a:ext uri="{FF2B5EF4-FFF2-40B4-BE49-F238E27FC236}">
                <a16:creationId xmlns:a16="http://schemas.microsoft.com/office/drawing/2014/main" id="{E3C5560C-E323-F7CD-D29B-3720E40558CE}"/>
              </a:ext>
            </a:extLst>
          </p:cNvPr>
          <p:cNvSpPr txBox="1"/>
          <p:nvPr/>
        </p:nvSpPr>
        <p:spPr>
          <a:xfrm>
            <a:off x="10011982" y="6725887"/>
            <a:ext cx="11329733" cy="830997"/>
          </a:xfrm>
          <a:prstGeom prst="rect">
            <a:avLst/>
          </a:prstGeom>
          <a:solidFill>
            <a:srgbClr val="00B0F0"/>
          </a:solidFill>
        </p:spPr>
        <p:txBody>
          <a:bodyPr wrap="square">
            <a:spAutoFit/>
          </a:bodyPr>
          <a:lstStyle/>
          <a:p>
            <a:pPr algn="ctr"/>
            <a:r>
              <a:rPr kumimoji="0" lang="en-US" sz="4800" b="1" i="0" u="none" strike="noStrike" kern="1200" cap="none" spc="0" normalizeH="0" baseline="0" noProof="0" dirty="0">
                <a:ln>
                  <a:noFill/>
                </a:ln>
                <a:solidFill>
                  <a:schemeClr val="bg1"/>
                </a:solidFill>
                <a:effectLst/>
                <a:uLnTx/>
                <a:uFillTx/>
                <a:latin typeface="Calibri" panose="020F0502020204030204"/>
                <a:ea typeface="+mn-ea"/>
                <a:cs typeface="+mn-cs"/>
              </a:rPr>
              <a:t> 4. </a:t>
            </a:r>
            <a:r>
              <a:rPr lang="en-US" sz="4800" b="1" dirty="0">
                <a:solidFill>
                  <a:schemeClr val="bg1"/>
                </a:solidFill>
                <a:latin typeface="Calibri" panose="020F0502020204030204"/>
              </a:rPr>
              <a:t>Methodology</a:t>
            </a:r>
            <a:endParaRPr lang="en-US" sz="1100" dirty="0">
              <a:solidFill>
                <a:schemeClr val="bg1"/>
              </a:solidFill>
            </a:endParaRPr>
          </a:p>
        </p:txBody>
      </p:sp>
      <p:sp>
        <p:nvSpPr>
          <p:cNvPr id="40" name="Rectangle 39">
            <a:extLst>
              <a:ext uri="{FF2B5EF4-FFF2-40B4-BE49-F238E27FC236}">
                <a16:creationId xmlns:a16="http://schemas.microsoft.com/office/drawing/2014/main" id="{B7AD24C9-51FE-53D4-BAB5-19857B15FB2D}"/>
              </a:ext>
            </a:extLst>
          </p:cNvPr>
          <p:cNvSpPr/>
          <p:nvPr/>
        </p:nvSpPr>
        <p:spPr>
          <a:xfrm>
            <a:off x="91390" y="7547580"/>
            <a:ext cx="9736752" cy="5366594"/>
          </a:xfrm>
          <a:prstGeom prst="rect">
            <a:avLst/>
          </a:prstGeom>
          <a:noFill/>
          <a:ln w="1270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E73C3A"/>
              </a:solidFill>
            </a:endParaRPr>
          </a:p>
        </p:txBody>
      </p:sp>
      <p:grpSp>
        <p:nvGrpSpPr>
          <p:cNvPr id="32" name="Group 31">
            <a:extLst>
              <a:ext uri="{FF2B5EF4-FFF2-40B4-BE49-F238E27FC236}">
                <a16:creationId xmlns:a16="http://schemas.microsoft.com/office/drawing/2014/main" id="{019326C1-C90D-4855-B7AE-7D95D2655E80}"/>
              </a:ext>
            </a:extLst>
          </p:cNvPr>
          <p:cNvGrpSpPr/>
          <p:nvPr/>
        </p:nvGrpSpPr>
        <p:grpSpPr>
          <a:xfrm>
            <a:off x="20774" y="26747348"/>
            <a:ext cx="21412941" cy="2419768"/>
            <a:chOff x="20774" y="26747348"/>
            <a:chExt cx="21412941" cy="2419768"/>
          </a:xfrm>
        </p:grpSpPr>
        <p:sp>
          <p:nvSpPr>
            <p:cNvPr id="9" name="Rectangle 8">
              <a:extLst>
                <a:ext uri="{FF2B5EF4-FFF2-40B4-BE49-F238E27FC236}">
                  <a16:creationId xmlns:a16="http://schemas.microsoft.com/office/drawing/2014/main" id="{0E767456-89F9-44B4-DAEE-25B268ED518F}"/>
                </a:ext>
              </a:extLst>
            </p:cNvPr>
            <p:cNvSpPr/>
            <p:nvPr/>
          </p:nvSpPr>
          <p:spPr>
            <a:xfrm>
              <a:off x="62062" y="27082328"/>
              <a:ext cx="21279653" cy="2084788"/>
            </a:xfrm>
            <a:prstGeom prst="rect">
              <a:avLst/>
            </a:prstGeom>
            <a:noFill/>
            <a:ln w="1270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CC079130-E711-9B94-1163-02BA7698C893}"/>
                </a:ext>
              </a:extLst>
            </p:cNvPr>
            <p:cNvSpPr txBox="1"/>
            <p:nvPr/>
          </p:nvSpPr>
          <p:spPr>
            <a:xfrm>
              <a:off x="20774" y="26747348"/>
              <a:ext cx="21412941" cy="830997"/>
            </a:xfrm>
            <a:prstGeom prst="rect">
              <a:avLst/>
            </a:prstGeom>
            <a:solidFill>
              <a:srgbClr val="00B0F0"/>
            </a:solidFill>
          </p:spPr>
          <p:txBody>
            <a:bodyPr wrap="square">
              <a:spAutoFit/>
            </a:bodyPr>
            <a:lstStyle/>
            <a:p>
              <a:pPr algn="ctr"/>
              <a:r>
                <a:rPr kumimoji="0" lang="en-US" sz="4800" b="1" i="0" u="none" strike="noStrike" kern="1200" cap="none" spc="0" normalizeH="0" baseline="0" noProof="0" dirty="0">
                  <a:ln>
                    <a:noFill/>
                  </a:ln>
                  <a:solidFill>
                    <a:schemeClr val="bg1"/>
                  </a:solidFill>
                  <a:effectLst/>
                  <a:uLnTx/>
                  <a:uFillTx/>
                  <a:latin typeface="Calibri" panose="020F0502020204030204"/>
                  <a:ea typeface="+mn-ea"/>
                  <a:cs typeface="+mn-cs"/>
                </a:rPr>
                <a:t> 6. </a:t>
              </a:r>
              <a:r>
                <a:rPr lang="en-US" sz="4800" b="1" dirty="0">
                  <a:solidFill>
                    <a:schemeClr val="bg1"/>
                  </a:solidFill>
                  <a:latin typeface="Calibri" panose="020F0502020204030204"/>
                </a:rPr>
                <a:t>Conclusions</a:t>
              </a:r>
              <a:r>
                <a:rPr kumimoji="0" lang="en-US" sz="4800" b="1" i="0" u="none" strike="noStrike" kern="1200" cap="none" spc="0" normalizeH="0" baseline="0" noProof="0" dirty="0">
                  <a:ln>
                    <a:noFill/>
                  </a:ln>
                  <a:solidFill>
                    <a:schemeClr val="bg1"/>
                  </a:solidFill>
                  <a:effectLst/>
                  <a:uLnTx/>
                  <a:uFillTx/>
                  <a:latin typeface="Calibri" panose="020F0502020204030204"/>
                  <a:ea typeface="+mn-ea"/>
                  <a:cs typeface="+mn-cs"/>
                </a:rPr>
                <a:t> </a:t>
              </a:r>
              <a:endParaRPr lang="en-US" sz="1100" dirty="0">
                <a:solidFill>
                  <a:schemeClr val="bg1"/>
                </a:solidFill>
              </a:endParaRPr>
            </a:p>
          </p:txBody>
        </p:sp>
        <p:sp>
          <p:nvSpPr>
            <p:cNvPr id="62" name="TextBox 61">
              <a:extLst>
                <a:ext uri="{FF2B5EF4-FFF2-40B4-BE49-F238E27FC236}">
                  <a16:creationId xmlns:a16="http://schemas.microsoft.com/office/drawing/2014/main" id="{7AAE09C5-4A21-AD3F-1784-28B25FC304CC}"/>
                </a:ext>
              </a:extLst>
            </p:cNvPr>
            <p:cNvSpPr txBox="1"/>
            <p:nvPr/>
          </p:nvSpPr>
          <p:spPr>
            <a:xfrm>
              <a:off x="178154" y="27622227"/>
              <a:ext cx="21114081" cy="1408078"/>
            </a:xfrm>
            <a:prstGeom prst="rect">
              <a:avLst/>
            </a:prstGeom>
            <a:noFill/>
          </p:spPr>
          <p:txBody>
            <a:bodyPr wrap="square">
              <a:spAutoFit/>
            </a:bodyPr>
            <a:lstStyle/>
            <a:p>
              <a:pPr algn="ctr"/>
              <a:r>
                <a:rPr lang="en-US" sz="2850" dirty="0" err="1"/>
                <a:t>SmartGuard</a:t>
              </a:r>
              <a:r>
                <a:rPr lang="en-US" sz="2850" dirty="0"/>
                <a:t> provides an effective solution for enhancing child safety in school transportation. The system successfully detects child presence and hazardous conditions while triggering timely alerts. Experimental results demonstrate reliable performance under different scenarios. Overall, </a:t>
              </a:r>
              <a:r>
                <a:rPr lang="en-US" sz="2850" dirty="0" err="1"/>
                <a:t>SmartGuard</a:t>
              </a:r>
              <a:r>
                <a:rPr lang="en-US" sz="2850" dirty="0"/>
                <a:t> reduces reliance on manual supervision and improves transportation safety.</a:t>
              </a:r>
            </a:p>
          </p:txBody>
        </p:sp>
      </p:grpSp>
      <p:sp>
        <p:nvSpPr>
          <p:cNvPr id="73" name="Rectangle 72">
            <a:extLst>
              <a:ext uri="{FF2B5EF4-FFF2-40B4-BE49-F238E27FC236}">
                <a16:creationId xmlns:a16="http://schemas.microsoft.com/office/drawing/2014/main" id="{D661C82B-D110-E956-449C-8D9B8C3E4182}"/>
              </a:ext>
            </a:extLst>
          </p:cNvPr>
          <p:cNvSpPr/>
          <p:nvPr/>
        </p:nvSpPr>
        <p:spPr>
          <a:xfrm>
            <a:off x="91390" y="13095377"/>
            <a:ext cx="9736752" cy="3624326"/>
          </a:xfrm>
          <a:prstGeom prst="rect">
            <a:avLst/>
          </a:prstGeom>
          <a:noFill/>
          <a:ln w="1270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TextBox 73">
            <a:extLst>
              <a:ext uri="{FF2B5EF4-FFF2-40B4-BE49-F238E27FC236}">
                <a16:creationId xmlns:a16="http://schemas.microsoft.com/office/drawing/2014/main" id="{C1F0A887-D858-19CB-8CDC-A9E684F970E4}"/>
              </a:ext>
            </a:extLst>
          </p:cNvPr>
          <p:cNvSpPr txBox="1"/>
          <p:nvPr/>
        </p:nvSpPr>
        <p:spPr>
          <a:xfrm>
            <a:off x="62063" y="13029062"/>
            <a:ext cx="9772812" cy="830997"/>
          </a:xfrm>
          <a:prstGeom prst="rect">
            <a:avLst/>
          </a:prstGeom>
          <a:solidFill>
            <a:srgbClr val="00B0F0"/>
          </a:solidFill>
          <a:ln>
            <a:solidFill>
              <a:srgbClr val="00B0F0"/>
            </a:solidFill>
          </a:ln>
        </p:spPr>
        <p:txBody>
          <a:bodyPr wrap="square">
            <a:spAutoFit/>
          </a:bodyPr>
          <a:lstStyle/>
          <a:p>
            <a:pPr algn="ctr"/>
            <a:r>
              <a:rPr kumimoji="0" lang="en-US" sz="4800" b="1" i="0" u="none" strike="noStrike" kern="1200" cap="none" spc="0" normalizeH="0" baseline="0" noProof="0" dirty="0">
                <a:ln>
                  <a:noFill/>
                </a:ln>
                <a:solidFill>
                  <a:schemeClr val="bg1"/>
                </a:solidFill>
                <a:effectLst/>
                <a:uLnTx/>
                <a:uFillTx/>
                <a:latin typeface="Calibri" panose="020F0502020204030204"/>
                <a:ea typeface="+mn-ea"/>
                <a:cs typeface="+mn-cs"/>
              </a:rPr>
              <a:t>2. Problem Statement</a:t>
            </a:r>
            <a:endParaRPr lang="en-US" sz="1100" dirty="0">
              <a:solidFill>
                <a:schemeClr val="bg1"/>
              </a:solidFill>
            </a:endParaRPr>
          </a:p>
        </p:txBody>
      </p:sp>
      <p:sp>
        <p:nvSpPr>
          <p:cNvPr id="75" name="TextBox 74">
            <a:extLst>
              <a:ext uri="{FF2B5EF4-FFF2-40B4-BE49-F238E27FC236}">
                <a16:creationId xmlns:a16="http://schemas.microsoft.com/office/drawing/2014/main" id="{02852340-5921-DA11-146E-FDD33BACDCB1}"/>
              </a:ext>
            </a:extLst>
          </p:cNvPr>
          <p:cNvSpPr txBox="1"/>
          <p:nvPr/>
        </p:nvSpPr>
        <p:spPr>
          <a:xfrm>
            <a:off x="239492" y="17687552"/>
            <a:ext cx="9502833" cy="1692771"/>
          </a:xfrm>
          <a:prstGeom prst="rect">
            <a:avLst/>
          </a:prstGeom>
          <a:noFill/>
        </p:spPr>
        <p:txBody>
          <a:bodyPr wrap="square">
            <a:spAutoFit/>
          </a:bodyPr>
          <a:lstStyle/>
          <a:p>
            <a:pPr marL="457200" lvl="0" indent="-457200">
              <a:buFont typeface="Arial" panose="020B0604020202020204" pitchFamily="34" charset="0"/>
              <a:buChar char="•"/>
            </a:pPr>
            <a:r>
              <a:rPr lang="en-US" sz="2600" dirty="0"/>
              <a:t>To continuously monitor child presence inside school buses.</a:t>
            </a:r>
          </a:p>
          <a:p>
            <a:pPr marL="457200" lvl="0" indent="-457200">
              <a:buFont typeface="Arial" panose="020B0604020202020204" pitchFamily="34" charset="0"/>
              <a:buChar char="•"/>
            </a:pPr>
            <a:r>
              <a:rPr lang="en-US" sz="2600" dirty="0"/>
              <a:t>To detect unsafe conditions using integrated sensing technologies.</a:t>
            </a:r>
          </a:p>
          <a:p>
            <a:pPr marL="457200" lvl="0" indent="-457200">
              <a:buFont typeface="Arial" panose="020B0604020202020204" pitchFamily="34" charset="0"/>
              <a:buChar char="•"/>
            </a:pPr>
            <a:r>
              <a:rPr lang="en-US" sz="2600" dirty="0"/>
              <a:t>To trigger real-time alerts and automated safety actions.</a:t>
            </a:r>
          </a:p>
          <a:p>
            <a:pPr marL="457200" lvl="0" indent="-457200">
              <a:buFont typeface="Arial" panose="020B0604020202020204" pitchFamily="34" charset="0"/>
              <a:buChar char="•"/>
            </a:pPr>
            <a:r>
              <a:rPr lang="en-US" sz="2600" dirty="0"/>
              <a:t>To reduce human error and enhance overall transportation safety.</a:t>
            </a:r>
          </a:p>
        </p:txBody>
      </p:sp>
      <p:sp>
        <p:nvSpPr>
          <p:cNvPr id="160" name="TextBox 159">
            <a:extLst>
              <a:ext uri="{FF2B5EF4-FFF2-40B4-BE49-F238E27FC236}">
                <a16:creationId xmlns:a16="http://schemas.microsoft.com/office/drawing/2014/main" id="{7DB06E7F-A44C-76CE-655A-0DE0E8982244}"/>
              </a:ext>
            </a:extLst>
          </p:cNvPr>
          <p:cNvSpPr txBox="1"/>
          <p:nvPr/>
        </p:nvSpPr>
        <p:spPr>
          <a:xfrm>
            <a:off x="-1" y="29345406"/>
            <a:ext cx="21393962" cy="584775"/>
          </a:xfrm>
          <a:prstGeom prst="rect">
            <a:avLst/>
          </a:prstGeom>
          <a:solidFill>
            <a:srgbClr val="002060"/>
          </a:solidFill>
        </p:spPr>
        <p:txBody>
          <a:bodyPr wrap="square">
            <a:spAutoFit/>
          </a:bodyPr>
          <a:lstStyle/>
          <a:p>
            <a:pPr marL="0" marR="0" lvl="0" indent="0" algn="ctr" defTabSz="3760788" rtl="0" eaLnBrk="1" fontAlgn="base" latinLnBrk="0" hangingPunct="1">
              <a:lnSpc>
                <a:spcPct val="100000"/>
              </a:lnSpc>
              <a:spcBef>
                <a:spcPct val="50000"/>
              </a:spcBef>
              <a:spcAft>
                <a:spcPct val="0"/>
              </a:spcAft>
              <a:buClrTx/>
              <a:buSzTx/>
              <a:buFontTx/>
              <a:buNone/>
              <a:tabLst/>
              <a:defRPr/>
            </a:pPr>
            <a:r>
              <a:rPr kumimoji="0" lang="en-US" sz="32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rPr>
              <a:t>Department of </a:t>
            </a:r>
            <a:r>
              <a:rPr lang="en-US" sz="3200" b="1">
                <a:solidFill>
                  <a:schemeClr val="bg1"/>
                </a:solidFill>
                <a:latin typeface="Times New Roman" panose="02020603050405020304" pitchFamily="18" charset="0"/>
                <a:cs typeface="Times New Roman" panose="02020603050405020304" pitchFamily="18" charset="0"/>
              </a:rPr>
              <a:t>Electrical</a:t>
            </a:r>
            <a:r>
              <a:rPr kumimoji="0" lang="en-US" sz="3200" b="1" i="0" u="none" strike="noStrike" kern="1200" cap="none" spc="0" normalizeH="0" baseline="0" noProof="0">
                <a:ln>
                  <a:noFill/>
                </a:ln>
                <a:solidFill>
                  <a:schemeClr val="bg1"/>
                </a:solidFill>
                <a:effectLst/>
                <a:uLnTx/>
                <a:uFillTx/>
                <a:latin typeface="Times New Roman" panose="02020603050405020304" pitchFamily="18" charset="0"/>
                <a:cs typeface="Times New Roman" panose="02020603050405020304" pitchFamily="18" charset="0"/>
              </a:rPr>
              <a:t> </a:t>
            </a:r>
            <a:r>
              <a:rPr kumimoji="0" lang="en-US" sz="32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rPr>
              <a:t>Engineering, Faculty of Engineering </a:t>
            </a:r>
          </a:p>
        </p:txBody>
      </p:sp>
      <p:pic>
        <p:nvPicPr>
          <p:cNvPr id="1026" name="Picture 2" descr="Self Service Banner">
            <a:extLst>
              <a:ext uri="{FF2B5EF4-FFF2-40B4-BE49-F238E27FC236}">
                <a16:creationId xmlns:a16="http://schemas.microsoft.com/office/drawing/2014/main" id="{9EF4C765-C073-5E0B-474B-0427C99727D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4781" b="10761"/>
          <a:stretch/>
        </p:blipFill>
        <p:spPr bwMode="auto">
          <a:xfrm>
            <a:off x="3909246" y="104298"/>
            <a:ext cx="13177482" cy="246538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8CA185E-DCB6-6DC2-717E-302150F1F84A}"/>
              </a:ext>
            </a:extLst>
          </p:cNvPr>
          <p:cNvSpPr txBox="1"/>
          <p:nvPr/>
        </p:nvSpPr>
        <p:spPr>
          <a:xfrm>
            <a:off x="-18980" y="2486421"/>
            <a:ext cx="21383625" cy="138499"/>
          </a:xfrm>
          <a:prstGeom prst="rect">
            <a:avLst/>
          </a:prstGeom>
          <a:solidFill>
            <a:srgbClr val="002060"/>
          </a:solidFill>
        </p:spPr>
        <p:txBody>
          <a:bodyPr wrap="square">
            <a:spAutoFit/>
          </a:bodyPr>
          <a:lstStyle>
            <a:defPPr>
              <a:defRPr lang="en-US"/>
            </a:defPPr>
            <a:lvl1pPr marR="0" lvl="0" indent="0" algn="ctr" defTabSz="3760788" fontAlgn="base">
              <a:lnSpc>
                <a:spcPct val="100000"/>
              </a:lnSpc>
              <a:spcBef>
                <a:spcPct val="50000"/>
              </a:spcBef>
              <a:spcAft>
                <a:spcPct val="0"/>
              </a:spcAft>
              <a:buClrTx/>
              <a:buSzTx/>
              <a:buFontTx/>
              <a:buNone/>
              <a:tabLst/>
              <a:defRPr kumimoji="0" sz="3200" b="1" i="0" u="none" strike="noStrike" cap="none" spc="0" normalizeH="0" baseline="0">
                <a:ln>
                  <a:noFill/>
                </a:ln>
                <a:solidFill>
                  <a:srgbClr val="E73C3A"/>
                </a:solidFill>
                <a:effectLst/>
                <a:uLnTx/>
                <a:uFillTx/>
                <a:latin typeface="Times New Roman" panose="02020603050405020304" pitchFamily="18" charset="0"/>
                <a:cs typeface="Times New Roman" panose="02020603050405020304" pitchFamily="18" charset="0"/>
              </a:defRPr>
            </a:lvl1pPr>
          </a:lstStyle>
          <a:p>
            <a:pPr lvl="0"/>
            <a:endParaRPr lang="en-US" sz="300" dirty="0">
              <a:solidFill>
                <a:schemeClr val="bg1"/>
              </a:solidFill>
            </a:endParaRPr>
          </a:p>
        </p:txBody>
      </p:sp>
      <p:pic>
        <p:nvPicPr>
          <p:cNvPr id="11" name="Picture 10">
            <a:extLst>
              <a:ext uri="{FF2B5EF4-FFF2-40B4-BE49-F238E27FC236}">
                <a16:creationId xmlns:a16="http://schemas.microsoft.com/office/drawing/2014/main" id="{DB1A3C38-22EA-4E26-A94C-A4C9EFB7D997}"/>
              </a:ext>
            </a:extLst>
          </p:cNvPr>
          <p:cNvPicPr>
            <a:picLocks noChangeAspect="1"/>
          </p:cNvPicPr>
          <p:nvPr/>
        </p:nvPicPr>
        <p:blipFill>
          <a:blip r:embed="rId3"/>
          <a:stretch>
            <a:fillRect/>
          </a:stretch>
        </p:blipFill>
        <p:spPr>
          <a:xfrm>
            <a:off x="14044814" y="9224138"/>
            <a:ext cx="1972120" cy="3624090"/>
          </a:xfrm>
          <a:prstGeom prst="rect">
            <a:avLst/>
          </a:prstGeom>
        </p:spPr>
      </p:pic>
      <p:sp>
        <p:nvSpPr>
          <p:cNvPr id="3" name="Rectangle 2">
            <a:extLst>
              <a:ext uri="{FF2B5EF4-FFF2-40B4-BE49-F238E27FC236}">
                <a16:creationId xmlns:a16="http://schemas.microsoft.com/office/drawing/2014/main" id="{DCF104ED-05D2-49FF-ABE9-F321384646E0}"/>
              </a:ext>
            </a:extLst>
          </p:cNvPr>
          <p:cNvSpPr/>
          <p:nvPr/>
        </p:nvSpPr>
        <p:spPr>
          <a:xfrm>
            <a:off x="115791" y="7590663"/>
            <a:ext cx="9712351" cy="5278368"/>
          </a:xfrm>
          <a:prstGeom prst="rect">
            <a:avLst/>
          </a:prstGeom>
        </p:spPr>
        <p:txBody>
          <a:bodyPr wrap="square">
            <a:spAutoFit/>
          </a:bodyPr>
          <a:lstStyle/>
          <a:p>
            <a:pPr algn="ctr"/>
            <a:r>
              <a:rPr lang="en-US" sz="2750" dirty="0"/>
              <a:t>Ensuring child safety in school transportation remains a major challenge, particularly where safety procedures rely heavily on manual supervision. Incidents involving children being unintentionally left inside school buses have highlighted the limitations of human-dependent checks and the serious risks associated with delayed detection.</a:t>
            </a:r>
            <a:endParaRPr lang="en-US" sz="2800" dirty="0"/>
          </a:p>
          <a:p>
            <a:pPr algn="ctr"/>
            <a:endParaRPr lang="en-US" sz="700" dirty="0"/>
          </a:p>
          <a:p>
            <a:pPr algn="ctr"/>
            <a:r>
              <a:rPr lang="en-US" sz="2750" b="1" dirty="0" err="1"/>
              <a:t>SmartGuard</a:t>
            </a:r>
            <a:r>
              <a:rPr lang="en-US" sz="2750" dirty="0"/>
              <a:t> is an intelligent child safety and monitoring system designed to address these challenges through continuous automated surveillance. By integrating multi-sensor detection, vision-based monitoring, and real-time alerts, the system enables early risk identification and rapid response, significantly enhancing safety in school transportation.</a:t>
            </a:r>
          </a:p>
        </p:txBody>
      </p:sp>
      <p:pic>
        <p:nvPicPr>
          <p:cNvPr id="4" name="Picture 3">
            <a:extLst>
              <a:ext uri="{FF2B5EF4-FFF2-40B4-BE49-F238E27FC236}">
                <a16:creationId xmlns:a16="http://schemas.microsoft.com/office/drawing/2014/main" id="{2A74B741-EB13-4BBF-BCE7-E8EB5FB12821}"/>
              </a:ext>
            </a:extLst>
          </p:cNvPr>
          <p:cNvPicPr>
            <a:picLocks noChangeAspect="1"/>
          </p:cNvPicPr>
          <p:nvPr/>
        </p:nvPicPr>
        <p:blipFill>
          <a:blip r:embed="rId4"/>
          <a:stretch>
            <a:fillRect/>
          </a:stretch>
        </p:blipFill>
        <p:spPr>
          <a:xfrm>
            <a:off x="16028658" y="9280549"/>
            <a:ext cx="5185729" cy="3764951"/>
          </a:xfrm>
          <a:prstGeom prst="rect">
            <a:avLst/>
          </a:prstGeom>
        </p:spPr>
      </p:pic>
      <p:pic>
        <p:nvPicPr>
          <p:cNvPr id="16" name="Picture 15">
            <a:extLst>
              <a:ext uri="{FF2B5EF4-FFF2-40B4-BE49-F238E27FC236}">
                <a16:creationId xmlns:a16="http://schemas.microsoft.com/office/drawing/2014/main" id="{6A93C3F8-AE0E-4F7A-B178-49A8DEEB2FD3}"/>
              </a:ext>
            </a:extLst>
          </p:cNvPr>
          <p:cNvPicPr>
            <a:picLocks noChangeAspect="1"/>
          </p:cNvPicPr>
          <p:nvPr/>
        </p:nvPicPr>
        <p:blipFill>
          <a:blip r:embed="rId5"/>
          <a:stretch>
            <a:fillRect/>
          </a:stretch>
        </p:blipFill>
        <p:spPr>
          <a:xfrm>
            <a:off x="10173764" y="8645385"/>
            <a:ext cx="3788166" cy="5020833"/>
          </a:xfrm>
          <a:prstGeom prst="rect">
            <a:avLst/>
          </a:prstGeom>
        </p:spPr>
      </p:pic>
      <p:sp>
        <p:nvSpPr>
          <p:cNvPr id="28" name="Rectangle 1">
            <a:extLst>
              <a:ext uri="{FF2B5EF4-FFF2-40B4-BE49-F238E27FC236}">
                <a16:creationId xmlns:a16="http://schemas.microsoft.com/office/drawing/2014/main" id="{8C89C6E9-E587-48F8-84D3-630F2CF7BC52}"/>
              </a:ext>
            </a:extLst>
          </p:cNvPr>
          <p:cNvSpPr>
            <a:spLocks noChangeArrowheads="1"/>
          </p:cNvSpPr>
          <p:nvPr/>
        </p:nvSpPr>
        <p:spPr bwMode="auto">
          <a:xfrm>
            <a:off x="146974" y="13839589"/>
            <a:ext cx="9649984" cy="286232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250" b="0" i="0" u="none" strike="noStrike" cap="none" normalizeH="0" baseline="0" dirty="0">
                <a:ln>
                  <a:noFill/>
                </a:ln>
                <a:solidFill>
                  <a:srgbClr val="000000"/>
                </a:solidFill>
                <a:effectLst/>
                <a:cs typeface="Segoe UI" panose="020B0502040204020203" pitchFamily="34" charset="0"/>
              </a:rPr>
              <a:t>School transportation safety relies heavily on manual supervision, making it vulnerable to human error and oversight.</a:t>
            </a:r>
            <a:endParaRPr kumimoji="0" lang="en-US" altLang="en-US" sz="2250" b="0" i="0" u="none" strike="noStrike" cap="none" normalizeH="0" baseline="0" dirty="0">
              <a:ln>
                <a:noFill/>
              </a:ln>
              <a:solidFill>
                <a:srgbClr val="242424"/>
              </a:solidFill>
              <a:effectLst/>
              <a:cs typeface="Segoe UI" panose="020B0502040204020203" pitchFamily="34" charset="0"/>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250" b="0" i="0" u="none" strike="noStrike" cap="none" normalizeH="0" baseline="0" dirty="0">
                <a:ln>
                  <a:noFill/>
                </a:ln>
                <a:solidFill>
                  <a:srgbClr val="000000"/>
                </a:solidFill>
                <a:effectLst/>
                <a:cs typeface="Segoe UI" panose="020B0502040204020203" pitchFamily="34" charset="0"/>
              </a:rPr>
              <a:t>Existing systems lack continuous monitoring and real-time child presence detection.</a:t>
            </a:r>
            <a:endParaRPr kumimoji="0" lang="en-US" altLang="en-US" sz="2250" b="0" i="0" u="none" strike="noStrike" cap="none" normalizeH="0" baseline="0" dirty="0">
              <a:ln>
                <a:noFill/>
              </a:ln>
              <a:solidFill>
                <a:srgbClr val="242424"/>
              </a:solidFill>
              <a:effectLst/>
              <a:cs typeface="Segoe UI" panose="020B0502040204020203" pitchFamily="34" charset="0"/>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250" b="0" i="0" u="none" strike="noStrike" cap="none" normalizeH="0" baseline="0" dirty="0">
                <a:ln>
                  <a:noFill/>
                </a:ln>
                <a:solidFill>
                  <a:srgbClr val="000000"/>
                </a:solidFill>
                <a:effectLst/>
                <a:cs typeface="Segoe UI" panose="020B0502040204020203" pitchFamily="34" charset="0"/>
              </a:rPr>
              <a:t>Automated emergency response mechanisms are not sufficiently implemented.</a:t>
            </a:r>
            <a:endParaRPr kumimoji="0" lang="en-US" altLang="en-US" sz="2250" b="0" i="0" u="none" strike="noStrike" cap="none" normalizeH="0" baseline="0" dirty="0">
              <a:ln>
                <a:noFill/>
              </a:ln>
              <a:solidFill>
                <a:srgbClr val="242424"/>
              </a:solidFill>
              <a:effectLst/>
              <a:cs typeface="Segoe UI" panose="020B0502040204020203" pitchFamily="34" charset="0"/>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250" b="0" i="0" u="none" strike="noStrike" cap="none" normalizeH="0" baseline="0" dirty="0">
                <a:ln>
                  <a:noFill/>
                </a:ln>
                <a:solidFill>
                  <a:srgbClr val="000000"/>
                </a:solidFill>
                <a:effectLst/>
                <a:cs typeface="Segoe UI" panose="020B0502040204020203" pitchFamily="34" charset="0"/>
              </a:rPr>
              <a:t>These limitations can result in dangerous situations remaining unnoticed, increasing safety risks.</a:t>
            </a:r>
            <a:endParaRPr kumimoji="0" lang="en-US" altLang="en-US" sz="2250" b="0" i="0" u="none" strike="noStrike" cap="none" normalizeH="0" baseline="0" dirty="0">
              <a:ln>
                <a:noFill/>
              </a:ln>
              <a:solidFill>
                <a:schemeClr val="tx1"/>
              </a:solidFill>
              <a:effectLst/>
            </a:endParaRPr>
          </a:p>
        </p:txBody>
      </p:sp>
      <p:sp>
        <p:nvSpPr>
          <p:cNvPr id="42" name="Rectangle 41">
            <a:extLst>
              <a:ext uri="{FF2B5EF4-FFF2-40B4-BE49-F238E27FC236}">
                <a16:creationId xmlns:a16="http://schemas.microsoft.com/office/drawing/2014/main" id="{1C44AA72-D86B-47B7-95CA-D8B7438639BA}"/>
              </a:ext>
            </a:extLst>
          </p:cNvPr>
          <p:cNvSpPr/>
          <p:nvPr/>
        </p:nvSpPr>
        <p:spPr>
          <a:xfrm>
            <a:off x="10027809" y="14062040"/>
            <a:ext cx="11216557" cy="5366594"/>
          </a:xfrm>
          <a:prstGeom prst="rect">
            <a:avLst/>
          </a:prstGeom>
          <a:ln w="76200">
            <a:solidFill>
              <a:srgbClr val="00B0F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pic>
        <p:nvPicPr>
          <p:cNvPr id="5" name="Picture 4">
            <a:extLst>
              <a:ext uri="{FF2B5EF4-FFF2-40B4-BE49-F238E27FC236}">
                <a16:creationId xmlns:a16="http://schemas.microsoft.com/office/drawing/2014/main" id="{7AA9F99E-8603-4510-A605-939F13D8E72B}"/>
              </a:ext>
            </a:extLst>
          </p:cNvPr>
          <p:cNvPicPr>
            <a:picLocks noChangeAspect="1"/>
          </p:cNvPicPr>
          <p:nvPr/>
        </p:nvPicPr>
        <p:blipFill>
          <a:blip r:embed="rId6"/>
          <a:stretch>
            <a:fillRect/>
          </a:stretch>
        </p:blipFill>
        <p:spPr>
          <a:xfrm>
            <a:off x="10492977" y="14412589"/>
            <a:ext cx="9768635" cy="4892221"/>
          </a:xfrm>
          <a:prstGeom prst="rect">
            <a:avLst/>
          </a:prstGeom>
        </p:spPr>
      </p:pic>
      <p:sp>
        <p:nvSpPr>
          <p:cNvPr id="142" name="TextBox 141">
            <a:extLst>
              <a:ext uri="{FF2B5EF4-FFF2-40B4-BE49-F238E27FC236}">
                <a16:creationId xmlns:a16="http://schemas.microsoft.com/office/drawing/2014/main" id="{3B849EFE-AB6A-4D44-A4FD-ADD347F50121}"/>
              </a:ext>
            </a:extLst>
          </p:cNvPr>
          <p:cNvSpPr txBox="1"/>
          <p:nvPr/>
        </p:nvSpPr>
        <p:spPr>
          <a:xfrm>
            <a:off x="13941107" y="14202917"/>
            <a:ext cx="3799863" cy="769441"/>
          </a:xfrm>
          <a:prstGeom prst="rect">
            <a:avLst/>
          </a:prstGeom>
          <a:noFill/>
          <a:ln>
            <a:solidFill>
              <a:schemeClr val="bg1"/>
            </a:solidFill>
          </a:ln>
        </p:spPr>
        <p:txBody>
          <a:bodyPr wrap="square">
            <a:spAutoFit/>
          </a:bodyPr>
          <a:lstStyle/>
          <a:p>
            <a:pPr algn="ctr"/>
            <a:r>
              <a:rPr lang="en-US" sz="4400" b="1" dirty="0">
                <a:solidFill>
                  <a:srgbClr val="E73C3A"/>
                </a:solidFill>
                <a:latin typeface="Calibri" panose="020F0502020204030204"/>
              </a:rPr>
              <a:t>Fabrication</a:t>
            </a:r>
            <a:r>
              <a:rPr kumimoji="0" lang="en-US" sz="4400" b="1" i="0" u="none" strike="noStrike" kern="1200" cap="none" spc="0" normalizeH="0" baseline="0" noProof="0" dirty="0">
                <a:ln>
                  <a:noFill/>
                </a:ln>
                <a:solidFill>
                  <a:srgbClr val="E73C3A"/>
                </a:solidFill>
                <a:effectLst/>
                <a:uLnTx/>
                <a:uFillTx/>
                <a:latin typeface="Calibri" panose="020F0502020204030204"/>
                <a:ea typeface="+mn-ea"/>
                <a:cs typeface="+mn-cs"/>
              </a:rPr>
              <a:t> </a:t>
            </a:r>
            <a:endParaRPr lang="en-US" sz="4800" dirty="0"/>
          </a:p>
        </p:txBody>
      </p:sp>
      <p:sp>
        <p:nvSpPr>
          <p:cNvPr id="144" name="TextBox 143">
            <a:extLst>
              <a:ext uri="{FF2B5EF4-FFF2-40B4-BE49-F238E27FC236}">
                <a16:creationId xmlns:a16="http://schemas.microsoft.com/office/drawing/2014/main" id="{B8AB30C3-A296-4CE0-BADB-7C12C071B881}"/>
              </a:ext>
            </a:extLst>
          </p:cNvPr>
          <p:cNvSpPr txBox="1"/>
          <p:nvPr/>
        </p:nvSpPr>
        <p:spPr>
          <a:xfrm>
            <a:off x="10173764" y="7590663"/>
            <a:ext cx="10958947" cy="769441"/>
          </a:xfrm>
          <a:prstGeom prst="rect">
            <a:avLst/>
          </a:prstGeom>
          <a:noFill/>
          <a:ln>
            <a:solidFill>
              <a:schemeClr val="bg1"/>
            </a:solidFill>
          </a:ln>
        </p:spPr>
        <p:txBody>
          <a:bodyPr wrap="square">
            <a:spAutoFit/>
          </a:bodyPr>
          <a:lstStyle/>
          <a:p>
            <a:pPr algn="ctr"/>
            <a:r>
              <a:rPr kumimoji="0" lang="en-US" sz="4400" b="1" i="0" u="none" strike="noStrike" kern="1200" cap="none" spc="0" normalizeH="0" baseline="0" noProof="0" dirty="0">
                <a:ln>
                  <a:noFill/>
                </a:ln>
                <a:solidFill>
                  <a:srgbClr val="E73C3A"/>
                </a:solidFill>
                <a:effectLst/>
                <a:uLnTx/>
                <a:uFillTx/>
                <a:latin typeface="Calibri" panose="020F0502020204030204"/>
                <a:ea typeface="+mn-ea"/>
                <a:cs typeface="+mn-cs"/>
              </a:rPr>
              <a:t> </a:t>
            </a:r>
            <a:r>
              <a:rPr lang="en-US" sz="4400" b="1" dirty="0">
                <a:solidFill>
                  <a:srgbClr val="E73C3A"/>
                </a:solidFill>
                <a:latin typeface="Calibri" panose="020F0502020204030204"/>
              </a:rPr>
              <a:t>Design &amp; modeling </a:t>
            </a:r>
            <a:endParaRPr lang="en-US" sz="4800" dirty="0"/>
          </a:p>
        </p:txBody>
      </p:sp>
      <p:grpSp>
        <p:nvGrpSpPr>
          <p:cNvPr id="27" name="Group 26">
            <a:extLst>
              <a:ext uri="{FF2B5EF4-FFF2-40B4-BE49-F238E27FC236}">
                <a16:creationId xmlns:a16="http://schemas.microsoft.com/office/drawing/2014/main" id="{57471352-AC3B-407D-9A96-714B70BD35B6}"/>
              </a:ext>
            </a:extLst>
          </p:cNvPr>
          <p:cNvGrpSpPr/>
          <p:nvPr/>
        </p:nvGrpSpPr>
        <p:grpSpPr>
          <a:xfrm>
            <a:off x="44920" y="19562006"/>
            <a:ext cx="21304119" cy="7048531"/>
            <a:chOff x="44920" y="19562006"/>
            <a:chExt cx="21304119" cy="7048531"/>
          </a:xfrm>
        </p:grpSpPr>
        <p:grpSp>
          <p:nvGrpSpPr>
            <p:cNvPr id="38" name="Group 37">
              <a:extLst>
                <a:ext uri="{FF2B5EF4-FFF2-40B4-BE49-F238E27FC236}">
                  <a16:creationId xmlns:a16="http://schemas.microsoft.com/office/drawing/2014/main" id="{F01165BF-11CA-4844-8FB3-11C8FA5096A2}"/>
                </a:ext>
              </a:extLst>
            </p:cNvPr>
            <p:cNvGrpSpPr/>
            <p:nvPr/>
          </p:nvGrpSpPr>
          <p:grpSpPr>
            <a:xfrm>
              <a:off x="44920" y="19562006"/>
              <a:ext cx="21304119" cy="7048531"/>
              <a:chOff x="20774" y="19065652"/>
              <a:chExt cx="21304119" cy="7048531"/>
            </a:xfrm>
          </p:grpSpPr>
          <p:grpSp>
            <p:nvGrpSpPr>
              <p:cNvPr id="20" name="Group 19">
                <a:extLst>
                  <a:ext uri="{FF2B5EF4-FFF2-40B4-BE49-F238E27FC236}">
                    <a16:creationId xmlns:a16="http://schemas.microsoft.com/office/drawing/2014/main" id="{FACC5301-D7BA-F4D4-E983-18FF6472E274}"/>
                  </a:ext>
                </a:extLst>
              </p:cNvPr>
              <p:cNvGrpSpPr/>
              <p:nvPr/>
            </p:nvGrpSpPr>
            <p:grpSpPr>
              <a:xfrm>
                <a:off x="71558" y="19922636"/>
                <a:ext cx="21164263" cy="6191547"/>
                <a:chOff x="10729474" y="21057260"/>
                <a:chExt cx="20561337" cy="7692966"/>
              </a:xfrm>
            </p:grpSpPr>
            <p:grpSp>
              <p:nvGrpSpPr>
                <p:cNvPr id="22" name="Group 21">
                  <a:extLst>
                    <a:ext uri="{FF2B5EF4-FFF2-40B4-BE49-F238E27FC236}">
                      <a16:creationId xmlns:a16="http://schemas.microsoft.com/office/drawing/2014/main" id="{4AB320F1-73E7-0573-41EB-54BDA8DBC9E3}"/>
                    </a:ext>
                  </a:extLst>
                </p:cNvPr>
                <p:cNvGrpSpPr/>
                <p:nvPr/>
              </p:nvGrpSpPr>
              <p:grpSpPr>
                <a:xfrm>
                  <a:off x="10729474" y="21057260"/>
                  <a:ext cx="20561337" cy="7692966"/>
                  <a:chOff x="10729474" y="21057260"/>
                  <a:chExt cx="20561337" cy="7692966"/>
                </a:xfrm>
              </p:grpSpPr>
              <p:sp>
                <p:nvSpPr>
                  <p:cNvPr id="24" name="Rectangle 23">
                    <a:extLst>
                      <a:ext uri="{FF2B5EF4-FFF2-40B4-BE49-F238E27FC236}">
                        <a16:creationId xmlns:a16="http://schemas.microsoft.com/office/drawing/2014/main" id="{5F314C0C-6B19-DD9B-043F-E34D58F2BAB8}"/>
                      </a:ext>
                    </a:extLst>
                  </p:cNvPr>
                  <p:cNvSpPr/>
                  <p:nvPr/>
                </p:nvSpPr>
                <p:spPr>
                  <a:xfrm>
                    <a:off x="10729474" y="21057318"/>
                    <a:ext cx="6056170" cy="7692908"/>
                  </a:xfrm>
                  <a:prstGeom prst="rect">
                    <a:avLst/>
                  </a:prstGeom>
                  <a:solidFill>
                    <a:schemeClr val="bg1"/>
                  </a:solidFill>
                  <a:ln w="1270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25273033-6E21-5F02-2012-71FC1498C1A5}"/>
                      </a:ext>
                    </a:extLst>
                  </p:cNvPr>
                  <p:cNvSpPr/>
                  <p:nvPr/>
                </p:nvSpPr>
                <p:spPr>
                  <a:xfrm>
                    <a:off x="16968841" y="21057260"/>
                    <a:ext cx="14321970" cy="7692908"/>
                  </a:xfrm>
                  <a:prstGeom prst="rect">
                    <a:avLst/>
                  </a:prstGeom>
                  <a:solidFill>
                    <a:schemeClr val="bg1"/>
                  </a:solidFill>
                  <a:ln w="1270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3" name="TextBox 22">
                  <a:extLst>
                    <a:ext uri="{FF2B5EF4-FFF2-40B4-BE49-F238E27FC236}">
                      <a16:creationId xmlns:a16="http://schemas.microsoft.com/office/drawing/2014/main" id="{EDABFC9A-85A5-C2D0-6DFD-4425A479715B}"/>
                    </a:ext>
                  </a:extLst>
                </p:cNvPr>
                <p:cNvSpPr txBox="1"/>
                <p:nvPr/>
              </p:nvSpPr>
              <p:spPr>
                <a:xfrm>
                  <a:off x="23274862" y="21321613"/>
                  <a:ext cx="3076612" cy="956027"/>
                </a:xfrm>
                <a:prstGeom prst="rect">
                  <a:avLst/>
                </a:prstGeom>
                <a:noFill/>
                <a:ln>
                  <a:solidFill>
                    <a:schemeClr val="bg1"/>
                  </a:solidFill>
                </a:ln>
              </p:spPr>
              <p:txBody>
                <a:bodyPr wrap="square">
                  <a:spAutoFit/>
                </a:bodyPr>
                <a:lstStyle/>
                <a:p>
                  <a:r>
                    <a:rPr kumimoji="0" lang="en-US" sz="4400" b="1" i="0" u="none" strike="noStrike" kern="1200" cap="none" spc="0" normalizeH="0" baseline="0" noProof="0" dirty="0">
                      <a:ln>
                        <a:noFill/>
                      </a:ln>
                      <a:solidFill>
                        <a:srgbClr val="E73C3A"/>
                      </a:solidFill>
                      <a:effectLst/>
                      <a:uLnTx/>
                      <a:uFillTx/>
                      <a:latin typeface="Calibri" panose="020F0502020204030204"/>
                      <a:ea typeface="+mn-ea"/>
                      <a:cs typeface="+mn-cs"/>
                    </a:rPr>
                    <a:t> Results</a:t>
                  </a:r>
                  <a:endParaRPr lang="en-US" sz="4800" dirty="0"/>
                </a:p>
              </p:txBody>
            </p:sp>
          </p:grpSp>
          <p:sp>
            <p:nvSpPr>
              <p:cNvPr id="35" name="TextBox 34">
                <a:extLst>
                  <a:ext uri="{FF2B5EF4-FFF2-40B4-BE49-F238E27FC236}">
                    <a16:creationId xmlns:a16="http://schemas.microsoft.com/office/drawing/2014/main" id="{F2ADA0DB-7FBE-8A1D-41BD-9027CC6B295E}"/>
                  </a:ext>
                </a:extLst>
              </p:cNvPr>
              <p:cNvSpPr txBox="1"/>
              <p:nvPr/>
            </p:nvSpPr>
            <p:spPr>
              <a:xfrm>
                <a:off x="20774" y="19065652"/>
                <a:ext cx="21304119" cy="830997"/>
              </a:xfrm>
              <a:prstGeom prst="rect">
                <a:avLst/>
              </a:prstGeom>
              <a:solidFill>
                <a:srgbClr val="00B0F0"/>
              </a:solidFill>
            </p:spPr>
            <p:txBody>
              <a:bodyPr wrap="square">
                <a:spAutoFit/>
              </a:bodyPr>
              <a:lstStyle/>
              <a:p>
                <a:pPr algn="ctr"/>
                <a:r>
                  <a:rPr kumimoji="0" lang="en-US" sz="4800" b="1" i="0" u="none" strike="noStrike" kern="1200" cap="none" spc="0" normalizeH="0" baseline="0" noProof="0" dirty="0">
                    <a:ln>
                      <a:noFill/>
                    </a:ln>
                    <a:solidFill>
                      <a:schemeClr val="bg1"/>
                    </a:solidFill>
                    <a:effectLst/>
                    <a:uLnTx/>
                    <a:uFillTx/>
                    <a:latin typeface="Calibri" panose="020F0502020204030204"/>
                    <a:ea typeface="+mn-ea"/>
                    <a:cs typeface="+mn-cs"/>
                  </a:rPr>
                  <a:t> 5. Experimentation</a:t>
                </a:r>
                <a:endParaRPr lang="en-US" sz="1100" dirty="0">
                  <a:solidFill>
                    <a:schemeClr val="bg1"/>
                  </a:solidFill>
                </a:endParaRPr>
              </a:p>
            </p:txBody>
          </p:sp>
          <p:sp>
            <p:nvSpPr>
              <p:cNvPr id="83" name="TextBox 82">
                <a:extLst>
                  <a:ext uri="{FF2B5EF4-FFF2-40B4-BE49-F238E27FC236}">
                    <a16:creationId xmlns:a16="http://schemas.microsoft.com/office/drawing/2014/main" id="{6115298A-46FF-81D3-8D20-C8FE929F0F4D}"/>
                  </a:ext>
                </a:extLst>
              </p:cNvPr>
              <p:cNvSpPr txBox="1"/>
              <p:nvPr/>
            </p:nvSpPr>
            <p:spPr>
              <a:xfrm>
                <a:off x="62062" y="20074939"/>
                <a:ext cx="6243253" cy="769441"/>
              </a:xfrm>
              <a:prstGeom prst="rect">
                <a:avLst/>
              </a:prstGeom>
              <a:noFill/>
            </p:spPr>
            <p:txBody>
              <a:bodyPr wrap="square">
                <a:spAutoFit/>
              </a:bodyPr>
              <a:lstStyle/>
              <a:p>
                <a:pPr algn="ctr"/>
                <a:r>
                  <a:rPr lang="en-US" sz="4400" b="1" dirty="0">
                    <a:solidFill>
                      <a:srgbClr val="E73C3A"/>
                    </a:solidFill>
                    <a:latin typeface="Calibri" panose="020F0502020204030204"/>
                  </a:rPr>
                  <a:t>Experimental Setup</a:t>
                </a:r>
                <a:endParaRPr lang="en-US" sz="4800" dirty="0"/>
              </a:p>
            </p:txBody>
          </p:sp>
          <p:pic>
            <p:nvPicPr>
              <p:cNvPr id="31" name="Picture 30">
                <a:extLst>
                  <a:ext uri="{FF2B5EF4-FFF2-40B4-BE49-F238E27FC236}">
                    <a16:creationId xmlns:a16="http://schemas.microsoft.com/office/drawing/2014/main" id="{008615BB-1792-43C3-8913-CF1D0B01CAA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949004" y="23826474"/>
                <a:ext cx="4534250" cy="2162036"/>
              </a:xfrm>
              <a:prstGeom prst="rect">
                <a:avLst/>
              </a:prstGeom>
            </p:spPr>
          </p:pic>
          <p:pic>
            <p:nvPicPr>
              <p:cNvPr id="36" name="Picture 35">
                <a:extLst>
                  <a:ext uri="{FF2B5EF4-FFF2-40B4-BE49-F238E27FC236}">
                    <a16:creationId xmlns:a16="http://schemas.microsoft.com/office/drawing/2014/main" id="{24264C06-811E-4529-BB09-063C904B106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2591213" y="21967908"/>
                <a:ext cx="3985438" cy="2313716"/>
              </a:xfrm>
              <a:prstGeom prst="rect">
                <a:avLst/>
              </a:prstGeom>
            </p:spPr>
          </p:pic>
          <p:pic>
            <p:nvPicPr>
              <p:cNvPr id="41" name="Picture 40">
                <a:extLst>
                  <a:ext uri="{FF2B5EF4-FFF2-40B4-BE49-F238E27FC236}">
                    <a16:creationId xmlns:a16="http://schemas.microsoft.com/office/drawing/2014/main" id="{2754972A-7661-4602-ABAE-3583E1D690E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3077897" y="24459634"/>
                <a:ext cx="5440512" cy="1499541"/>
              </a:xfrm>
              <a:prstGeom prst="rect">
                <a:avLst/>
              </a:prstGeom>
            </p:spPr>
          </p:pic>
          <p:pic>
            <p:nvPicPr>
              <p:cNvPr id="43" name="Picture 42">
                <a:extLst>
                  <a:ext uri="{FF2B5EF4-FFF2-40B4-BE49-F238E27FC236}">
                    <a16:creationId xmlns:a16="http://schemas.microsoft.com/office/drawing/2014/main" id="{C3F636B0-034F-40E3-A8A4-3262895D4FE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6684610" y="20090337"/>
                <a:ext cx="4107064" cy="2514462"/>
              </a:xfrm>
              <a:prstGeom prst="rect">
                <a:avLst/>
              </a:prstGeom>
            </p:spPr>
          </p:pic>
          <p:pic>
            <p:nvPicPr>
              <p:cNvPr id="17" name="Picture 16">
                <a:extLst>
                  <a:ext uri="{FF2B5EF4-FFF2-40B4-BE49-F238E27FC236}">
                    <a16:creationId xmlns:a16="http://schemas.microsoft.com/office/drawing/2014/main" id="{C3E9D9A1-73C2-4151-904E-4D547700CE8A}"/>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9060471" y="22696064"/>
                <a:ext cx="1462679" cy="3171121"/>
              </a:xfrm>
              <a:prstGeom prst="rect">
                <a:avLst/>
              </a:prstGeom>
            </p:spPr>
          </p:pic>
        </p:grpSp>
        <p:pic>
          <p:nvPicPr>
            <p:cNvPr id="45" name="Picture 44">
              <a:extLst>
                <a:ext uri="{FF2B5EF4-FFF2-40B4-BE49-F238E27FC236}">
                  <a16:creationId xmlns:a16="http://schemas.microsoft.com/office/drawing/2014/main" id="{29E4D439-E41D-4573-9F7B-8FC2CF161E5C}"/>
                </a:ext>
              </a:extLst>
            </p:cNvPr>
            <p:cNvPicPr>
              <a:picLocks noChangeAspect="1"/>
            </p:cNvPicPr>
            <p:nvPr/>
          </p:nvPicPr>
          <p:blipFill rotWithShape="1">
            <a:blip r:embed="rId12">
              <a:extLst>
                <a:ext uri="{28A0092B-C50C-407E-A947-70E740481C1C}">
                  <a14:useLocalDpi xmlns:a14="http://schemas.microsoft.com/office/drawing/2010/main" val="0"/>
                </a:ext>
              </a:extLst>
            </a:blip>
            <a:srcRect l="4583" t="6267" b="10130"/>
            <a:stretch/>
          </p:blipFill>
          <p:spPr>
            <a:xfrm>
              <a:off x="812698" y="21191947"/>
              <a:ext cx="5002563" cy="5292917"/>
            </a:xfrm>
            <a:prstGeom prst="rect">
              <a:avLst/>
            </a:prstGeom>
          </p:spPr>
        </p:pic>
        <p:pic>
          <p:nvPicPr>
            <p:cNvPr id="18" name="Picture 17">
              <a:extLst>
                <a:ext uri="{FF2B5EF4-FFF2-40B4-BE49-F238E27FC236}">
                  <a16:creationId xmlns:a16="http://schemas.microsoft.com/office/drawing/2014/main" id="{B3E725E9-75D1-4466-B5AE-67D79C6F1499}"/>
                </a:ext>
              </a:extLst>
            </p:cNvPr>
            <p:cNvPicPr>
              <a:picLocks noChangeAspect="1"/>
            </p:cNvPicPr>
            <p:nvPr/>
          </p:nvPicPr>
          <p:blipFill rotWithShape="1">
            <a:blip r:embed="rId13">
              <a:extLst>
                <a:ext uri="{28A0092B-C50C-407E-A947-70E740481C1C}">
                  <a14:useLocalDpi xmlns:a14="http://schemas.microsoft.com/office/drawing/2010/main" val="0"/>
                </a:ext>
              </a:extLst>
            </a:blip>
            <a:srcRect l="15687" t="15032" r="15689" b="21446"/>
            <a:stretch/>
          </p:blipFill>
          <p:spPr>
            <a:xfrm>
              <a:off x="6730919" y="20571293"/>
              <a:ext cx="5207789" cy="3516618"/>
            </a:xfrm>
            <a:prstGeom prst="rect">
              <a:avLst/>
            </a:prstGeom>
          </p:spPr>
        </p:pic>
        <p:grpSp>
          <p:nvGrpSpPr>
            <p:cNvPr id="26" name="Group 25">
              <a:extLst>
                <a:ext uri="{FF2B5EF4-FFF2-40B4-BE49-F238E27FC236}">
                  <a16:creationId xmlns:a16="http://schemas.microsoft.com/office/drawing/2014/main" id="{4D0F0275-E7B5-4BF0-966C-BB1999DBDF3E}"/>
                </a:ext>
              </a:extLst>
            </p:cNvPr>
            <p:cNvGrpSpPr/>
            <p:nvPr/>
          </p:nvGrpSpPr>
          <p:grpSpPr>
            <a:xfrm>
              <a:off x="16819172" y="23192418"/>
              <a:ext cx="2058772" cy="1684169"/>
              <a:chOff x="23010281" y="16579632"/>
              <a:chExt cx="2058772" cy="1684169"/>
            </a:xfrm>
          </p:grpSpPr>
          <p:pic>
            <p:nvPicPr>
              <p:cNvPr id="48" name="Picture 47">
                <a:extLst>
                  <a:ext uri="{FF2B5EF4-FFF2-40B4-BE49-F238E27FC236}">
                    <a16:creationId xmlns:a16="http://schemas.microsoft.com/office/drawing/2014/main" id="{274D6B6F-0883-49A7-9221-5BBE5B783402}"/>
                  </a:ext>
                </a:extLst>
              </p:cNvPr>
              <p:cNvPicPr>
                <a:picLocks noChangeAspect="1"/>
              </p:cNvPicPr>
              <p:nvPr/>
            </p:nvPicPr>
            <p:blipFill rotWithShape="1">
              <a:blip r:embed="rId14">
                <a:extLst>
                  <a:ext uri="{28A0092B-C50C-407E-A947-70E740481C1C}">
                    <a14:useLocalDpi xmlns:a14="http://schemas.microsoft.com/office/drawing/2010/main" val="0"/>
                  </a:ext>
                </a:extLst>
              </a:blip>
              <a:srcRect t="60042" b="14058"/>
              <a:stretch/>
            </p:blipFill>
            <p:spPr>
              <a:xfrm>
                <a:off x="23010281" y="17106605"/>
                <a:ext cx="2058772" cy="1157196"/>
              </a:xfrm>
              <a:prstGeom prst="rect">
                <a:avLst/>
              </a:prstGeom>
            </p:spPr>
          </p:pic>
          <p:pic>
            <p:nvPicPr>
              <p:cNvPr id="49" name="Picture 48">
                <a:extLst>
                  <a:ext uri="{FF2B5EF4-FFF2-40B4-BE49-F238E27FC236}">
                    <a16:creationId xmlns:a16="http://schemas.microsoft.com/office/drawing/2014/main" id="{16AFD251-21CD-48C5-A512-1043BDDDED08}"/>
                  </a:ext>
                </a:extLst>
              </p:cNvPr>
              <p:cNvPicPr>
                <a:picLocks noChangeAspect="1"/>
              </p:cNvPicPr>
              <p:nvPr/>
            </p:nvPicPr>
            <p:blipFill rotWithShape="1">
              <a:blip r:embed="rId15">
                <a:extLst>
                  <a:ext uri="{28A0092B-C50C-407E-A947-70E740481C1C}">
                    <a14:useLocalDpi xmlns:a14="http://schemas.microsoft.com/office/drawing/2010/main" val="0"/>
                  </a:ext>
                </a:extLst>
              </a:blip>
              <a:srcRect t="74557" b="13648"/>
              <a:stretch/>
            </p:blipFill>
            <p:spPr>
              <a:xfrm>
                <a:off x="23010281" y="16579632"/>
                <a:ext cx="2058772" cy="526973"/>
              </a:xfrm>
              <a:prstGeom prst="rect">
                <a:avLst/>
              </a:prstGeom>
            </p:spPr>
          </p:pic>
        </p:grpSp>
      </p:grpSp>
    </p:spTree>
    <p:extLst>
      <p:ext uri="{BB962C8B-B14F-4D97-AF65-F5344CB8AC3E}">
        <p14:creationId xmlns:p14="http://schemas.microsoft.com/office/powerpoint/2010/main" val="18663662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1690</TotalTime>
  <Words>307</Words>
  <Application>Microsoft Office PowerPoint</Application>
  <PresentationFormat>Custom</PresentationFormat>
  <Paragraphs>27</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Segoe UI</vt:lpstr>
      <vt:lpstr>Times New Roman</vt:lpstr>
      <vt:lpstr>Office Theme</vt:lpstr>
      <vt:lpstr>PowerPoint Presentation</vt:lpstr>
    </vt:vector>
  </TitlesOfParts>
  <Company>Bahrain Polytechnic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Iftikhar Ahmad</dc:creator>
  <cp:lastModifiedBy>Mohammed Aloraibi</cp:lastModifiedBy>
  <cp:revision>38</cp:revision>
  <dcterms:created xsi:type="dcterms:W3CDTF">2024-12-11T07:41:58Z</dcterms:created>
  <dcterms:modified xsi:type="dcterms:W3CDTF">2025-12-26T06:30:39Z</dcterms:modified>
</cp:coreProperties>
</file>