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6" r:id="rId1"/>
  </p:sldMasterIdLst>
  <p:notesMasterIdLst>
    <p:notesMasterId r:id="rId29"/>
  </p:notesMasterIdLst>
  <p:sldIdLst>
    <p:sldId id="256" r:id="rId2"/>
    <p:sldId id="342" r:id="rId3"/>
    <p:sldId id="353" r:id="rId4"/>
    <p:sldId id="354" r:id="rId5"/>
    <p:sldId id="319" r:id="rId6"/>
    <p:sldId id="355" r:id="rId7"/>
    <p:sldId id="356" r:id="rId8"/>
    <p:sldId id="357" r:id="rId9"/>
    <p:sldId id="358" r:id="rId10"/>
    <p:sldId id="339" r:id="rId11"/>
    <p:sldId id="321" r:id="rId12"/>
    <p:sldId id="329" r:id="rId13"/>
    <p:sldId id="327" r:id="rId14"/>
    <p:sldId id="338" r:id="rId15"/>
    <p:sldId id="378" r:id="rId16"/>
    <p:sldId id="379" r:id="rId17"/>
    <p:sldId id="380" r:id="rId18"/>
    <p:sldId id="381" r:id="rId19"/>
    <p:sldId id="382" r:id="rId20"/>
    <p:sldId id="332" r:id="rId21"/>
    <p:sldId id="363" r:id="rId22"/>
    <p:sldId id="350" r:id="rId23"/>
    <p:sldId id="364" r:id="rId24"/>
    <p:sldId id="366" r:id="rId25"/>
    <p:sldId id="367" r:id="rId26"/>
    <p:sldId id="370" r:id="rId27"/>
    <p:sldId id="341" r:id="rId28"/>
  </p:sldIdLst>
  <p:sldSz cx="9144000" cy="5143500" type="screen16x9"/>
  <p:notesSz cx="6858000" cy="9144000"/>
  <p:embeddedFontLst>
    <p:embeddedFont>
      <p:font typeface="Bahnschrift SemiBold" panose="020B0502040204020203" pitchFamily="34" charset="0"/>
      <p:bold r:id="rId30"/>
    </p:embeddedFont>
    <p:embeddedFont>
      <p:font typeface="Boogaloo" panose="020B0604020202020204" charset="0"/>
      <p:regular r:id="rId31"/>
    </p:embeddedFont>
    <p:embeddedFont>
      <p:font typeface="Catamaran" panose="020B0604020202020204" charset="0"/>
      <p:regular r:id="rId32"/>
      <p:bold r:id="rId33"/>
    </p:embeddedFont>
    <p:embeddedFont>
      <p:font typeface="Euphoria Script" panose="020B0604020202020204" charset="0"/>
      <p:regular r:id="rId34"/>
    </p:embeddedFont>
    <p:embeddedFont>
      <p:font typeface="Mouse Memoirs" panose="020B0604020202020204" charset="0"/>
      <p:regular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BCE27E0C-22FC-428B-B77E-057BBA07F769}">
          <p14:sldIdLst>
            <p14:sldId id="256"/>
            <p14:sldId id="342"/>
            <p14:sldId id="353"/>
            <p14:sldId id="354"/>
            <p14:sldId id="319"/>
            <p14:sldId id="355"/>
            <p14:sldId id="356"/>
            <p14:sldId id="357"/>
            <p14:sldId id="358"/>
            <p14:sldId id="339"/>
            <p14:sldId id="321"/>
            <p14:sldId id="329"/>
            <p14:sldId id="327"/>
            <p14:sldId id="338"/>
            <p14:sldId id="378"/>
            <p14:sldId id="379"/>
            <p14:sldId id="380"/>
            <p14:sldId id="381"/>
            <p14:sldId id="382"/>
            <p14:sldId id="332"/>
            <p14:sldId id="363"/>
            <p14:sldId id="350"/>
            <p14:sldId id="364"/>
            <p14:sldId id="366"/>
            <p14:sldId id="367"/>
            <p14:sldId id="370"/>
            <p14:sldId id="34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0202"/>
    <a:srgbClr val="97C238"/>
    <a:srgbClr val="82A630"/>
    <a:srgbClr val="FFFFFF"/>
    <a:srgbClr val="7BA145"/>
    <a:srgbClr val="9EDADA"/>
    <a:srgbClr val="E69E1A"/>
    <a:srgbClr val="993366"/>
    <a:srgbClr val="5587AC"/>
    <a:srgbClr val="A8A8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8983AB-79BA-43C6-B910-AFE11B8E1D2B}" v="6" dt="2025-12-27T16:20:27.565"/>
  </p1510:revLst>
</p1510:revInfo>
</file>

<file path=ppt/tableStyles.xml><?xml version="1.0" encoding="utf-8"?>
<a:tblStyleLst xmlns:a="http://schemas.openxmlformats.org/drawingml/2006/main" def="{97273FD9-47E8-44FA-BCE8-DAA0CA4FE539}">
  <a:tblStyle styleId="{97273FD9-47E8-44FA-BCE8-DAA0CA4FE53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95" autoAdjust="0"/>
    <p:restoredTop sz="95268" autoAdjust="0"/>
  </p:normalViewPr>
  <p:slideViewPr>
    <p:cSldViewPr snapToGrid="0">
      <p:cViewPr varScale="1">
        <p:scale>
          <a:sx n="105" d="100"/>
          <a:sy n="105" d="100"/>
        </p:scale>
        <p:origin x="960" y="115"/>
      </p:cViewPr>
      <p:guideLst/>
    </p:cSldViewPr>
  </p:slideViewPr>
  <p:notesTextViewPr>
    <p:cViewPr>
      <p:scale>
        <a:sx n="25" d="100"/>
        <a:sy n="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Aloraibi" userId="86615720ab1d5e87" providerId="LiveId" clId="{35F77217-5788-4F62-AEFF-3B784A4B5286}"/>
    <pc:docChg chg="undo custSel modSld sldOrd">
      <pc:chgData name="Mohammed Aloraibi" userId="86615720ab1d5e87" providerId="LiveId" clId="{35F77217-5788-4F62-AEFF-3B784A4B5286}" dt="2025-12-27T16:38:02.657" v="106" actId="1076"/>
      <pc:docMkLst>
        <pc:docMk/>
      </pc:docMkLst>
      <pc:sldChg chg="modSp mod">
        <pc:chgData name="Mohammed Aloraibi" userId="86615720ab1d5e87" providerId="LiveId" clId="{35F77217-5788-4F62-AEFF-3B784A4B5286}" dt="2025-12-27T15:27:01.726" v="5" actId="20577"/>
        <pc:sldMkLst>
          <pc:docMk/>
          <pc:sldMk cId="732208357" sldId="319"/>
        </pc:sldMkLst>
        <pc:spChg chg="mod">
          <ac:chgData name="Mohammed Aloraibi" userId="86615720ab1d5e87" providerId="LiveId" clId="{35F77217-5788-4F62-AEFF-3B784A4B5286}" dt="2025-12-27T15:27:01.726" v="5" actId="20577"/>
          <ac:spMkLst>
            <pc:docMk/>
            <pc:sldMk cId="732208357" sldId="319"/>
            <ac:spMk id="2569" creationId="{00000000-0000-0000-0000-000000000000}"/>
          </ac:spMkLst>
        </pc:spChg>
        <pc:spChg chg="mod">
          <ac:chgData name="Mohammed Aloraibi" userId="86615720ab1d5e87" providerId="LiveId" clId="{35F77217-5788-4F62-AEFF-3B784A4B5286}" dt="2025-12-27T15:26:55.250" v="2" actId="20577"/>
          <ac:spMkLst>
            <pc:docMk/>
            <pc:sldMk cId="732208357" sldId="319"/>
            <ac:spMk id="2573" creationId="{00000000-0000-0000-0000-000000000000}"/>
          </ac:spMkLst>
        </pc:spChg>
        <pc:spChg chg="mod">
          <ac:chgData name="Mohammed Aloraibi" userId="86615720ab1d5e87" providerId="LiveId" clId="{35F77217-5788-4F62-AEFF-3B784A4B5286}" dt="2025-12-27T15:26:57.501" v="3" actId="20577"/>
          <ac:spMkLst>
            <pc:docMk/>
            <pc:sldMk cId="732208357" sldId="319"/>
            <ac:spMk id="2575" creationId="{00000000-0000-0000-0000-000000000000}"/>
          </ac:spMkLst>
        </pc:spChg>
        <pc:spChg chg="mod">
          <ac:chgData name="Mohammed Aloraibi" userId="86615720ab1d5e87" providerId="LiveId" clId="{35F77217-5788-4F62-AEFF-3B784A4B5286}" dt="2025-12-27T15:26:59.856" v="4" actId="20577"/>
          <ac:spMkLst>
            <pc:docMk/>
            <pc:sldMk cId="732208357" sldId="319"/>
            <ac:spMk id="2577" creationId="{00000000-0000-0000-0000-000000000000}"/>
          </ac:spMkLst>
        </pc:spChg>
      </pc:sldChg>
      <pc:sldChg chg="modSp mod">
        <pc:chgData name="Mohammed Aloraibi" userId="86615720ab1d5e87" providerId="LiveId" clId="{35F77217-5788-4F62-AEFF-3B784A4B5286}" dt="2025-12-27T15:28:12.753" v="7" actId="20577"/>
        <pc:sldMkLst>
          <pc:docMk/>
          <pc:sldMk cId="2705075837" sldId="321"/>
        </pc:sldMkLst>
        <pc:spChg chg="mod">
          <ac:chgData name="Mohammed Aloraibi" userId="86615720ab1d5e87" providerId="LiveId" clId="{35F77217-5788-4F62-AEFF-3B784A4B5286}" dt="2025-12-27T15:28:12.753" v="7" actId="20577"/>
          <ac:spMkLst>
            <pc:docMk/>
            <pc:sldMk cId="2705075837" sldId="321"/>
            <ac:spMk id="2" creationId="{089883BA-F992-4851-A6AB-F58DDFC3BFCA}"/>
          </ac:spMkLst>
        </pc:spChg>
      </pc:sldChg>
      <pc:sldChg chg="ord">
        <pc:chgData name="Mohammed Aloraibi" userId="86615720ab1d5e87" providerId="LiveId" clId="{35F77217-5788-4F62-AEFF-3B784A4B5286}" dt="2025-12-27T15:24:03.285" v="1"/>
        <pc:sldMkLst>
          <pc:docMk/>
          <pc:sldMk cId="495984465" sldId="353"/>
        </pc:sldMkLst>
      </pc:sldChg>
      <pc:sldChg chg="addSp delSp modSp mod chgLayout">
        <pc:chgData name="Mohammed Aloraibi" userId="86615720ab1d5e87" providerId="LiveId" clId="{35F77217-5788-4F62-AEFF-3B784A4B5286}" dt="2025-12-27T16:38:02.657" v="106" actId="1076"/>
        <pc:sldMkLst>
          <pc:docMk/>
          <pc:sldMk cId="2823734463" sldId="355"/>
        </pc:sldMkLst>
        <pc:spChg chg="mod ord">
          <ac:chgData name="Mohammed Aloraibi" userId="86615720ab1d5e87" providerId="LiveId" clId="{35F77217-5788-4F62-AEFF-3B784A4B5286}" dt="2025-12-27T16:37:50.792" v="104" actId="207"/>
          <ac:spMkLst>
            <pc:docMk/>
            <pc:sldMk cId="2823734463" sldId="355"/>
            <ac:spMk id="2" creationId="{06DFC73A-66CF-4414-8D3A-D51E09C69675}"/>
          </ac:spMkLst>
        </pc:spChg>
        <pc:spChg chg="add del mod ord">
          <ac:chgData name="Mohammed Aloraibi" userId="86615720ab1d5e87" providerId="LiveId" clId="{35F77217-5788-4F62-AEFF-3B784A4B5286}" dt="2025-12-27T16:17:36.617" v="61" actId="700"/>
          <ac:spMkLst>
            <pc:docMk/>
            <pc:sldMk cId="2823734463" sldId="355"/>
            <ac:spMk id="7" creationId="{556A4D52-ED38-EEEA-8D72-9A90A3CD266E}"/>
          </ac:spMkLst>
        </pc:spChg>
        <pc:spChg chg="mod">
          <ac:chgData name="Mohammed Aloraibi" userId="86615720ab1d5e87" providerId="LiveId" clId="{35F77217-5788-4F62-AEFF-3B784A4B5286}" dt="2025-12-27T16:37:57.442" v="105" actId="1076"/>
          <ac:spMkLst>
            <pc:docMk/>
            <pc:sldMk cId="2823734463" sldId="355"/>
            <ac:spMk id="8" creationId="{8553625F-FD11-4590-8B1A-AA3DDB1DCE56}"/>
          </ac:spMkLst>
        </pc:spChg>
        <pc:picChg chg="add mod">
          <ac:chgData name="Mohammed Aloraibi" userId="86615720ab1d5e87" providerId="LiveId" clId="{35F77217-5788-4F62-AEFF-3B784A4B5286}" dt="2025-12-27T16:37:34.622" v="102" actId="1076"/>
          <ac:picMkLst>
            <pc:docMk/>
            <pc:sldMk cId="2823734463" sldId="355"/>
            <ac:picMk id="3" creationId="{6583AF17-8473-78D3-7FFE-80F50318E902}"/>
          </ac:picMkLst>
        </pc:picChg>
        <pc:picChg chg="del">
          <ac:chgData name="Mohammed Aloraibi" userId="86615720ab1d5e87" providerId="LiveId" clId="{35F77217-5788-4F62-AEFF-3B784A4B5286}" dt="2025-12-27T16:15:37.861" v="48" actId="478"/>
          <ac:picMkLst>
            <pc:docMk/>
            <pc:sldMk cId="2823734463" sldId="355"/>
            <ac:picMk id="4" creationId="{EC2DC039-F278-4BC0-8B0F-F93BF4786E22}"/>
          </ac:picMkLst>
        </pc:picChg>
        <pc:picChg chg="del">
          <ac:chgData name="Mohammed Aloraibi" userId="86615720ab1d5e87" providerId="LiveId" clId="{35F77217-5788-4F62-AEFF-3B784A4B5286}" dt="2025-12-27T16:15:39.615" v="49" actId="478"/>
          <ac:picMkLst>
            <pc:docMk/>
            <pc:sldMk cId="2823734463" sldId="355"/>
            <ac:picMk id="5" creationId="{BA95512A-4063-4BE6-A31B-964E94943484}"/>
          </ac:picMkLst>
        </pc:picChg>
        <pc:picChg chg="add mod">
          <ac:chgData name="Mohammed Aloraibi" userId="86615720ab1d5e87" providerId="LiveId" clId="{35F77217-5788-4F62-AEFF-3B784A4B5286}" dt="2025-12-27T16:38:02.657" v="106" actId="1076"/>
          <ac:picMkLst>
            <pc:docMk/>
            <pc:sldMk cId="2823734463" sldId="355"/>
            <ac:picMk id="6" creationId="{65515D27-F20E-EB60-ECE1-54DC2394E4FD}"/>
          </ac:picMkLst>
        </pc:picChg>
      </pc:sldChg>
      <pc:sldChg chg="ord">
        <pc:chgData name="Mohammed Aloraibi" userId="86615720ab1d5e87" providerId="LiveId" clId="{35F77217-5788-4F62-AEFF-3B784A4B5286}" dt="2025-12-27T15:34:30.509" v="24"/>
        <pc:sldMkLst>
          <pc:docMk/>
          <pc:sldMk cId="2105267049" sldId="363"/>
        </pc:sldMkLst>
      </pc:sldChg>
      <pc:sldChg chg="modSp mod">
        <pc:chgData name="Mohammed Aloraibi" userId="86615720ab1d5e87" providerId="LiveId" clId="{35F77217-5788-4F62-AEFF-3B784A4B5286}" dt="2025-12-27T15:30:40.148" v="22" actId="1076"/>
        <pc:sldMkLst>
          <pc:docMk/>
          <pc:sldMk cId="601957342" sldId="378"/>
        </pc:sldMkLst>
        <pc:spChg chg="mod">
          <ac:chgData name="Mohammed Aloraibi" userId="86615720ab1d5e87" providerId="LiveId" clId="{35F77217-5788-4F62-AEFF-3B784A4B5286}" dt="2025-12-27T15:30:40.148" v="22" actId="1076"/>
          <ac:spMkLst>
            <pc:docMk/>
            <pc:sldMk cId="601957342" sldId="378"/>
            <ac:spMk id="34" creationId="{3D5FAC44-CC27-4672-952B-26F90762DA60}"/>
          </ac:spMkLst>
        </pc:spChg>
      </pc:sldChg>
      <pc:sldChg chg="addSp delSp modSp mod delAnim">
        <pc:chgData name="Mohammed Aloraibi" userId="86615720ab1d5e87" providerId="LiveId" clId="{35F77217-5788-4F62-AEFF-3B784A4B5286}" dt="2025-12-27T16:00:16.140" v="45" actId="403"/>
        <pc:sldMkLst>
          <pc:docMk/>
          <pc:sldMk cId="788760698" sldId="382"/>
        </pc:sldMkLst>
        <pc:spChg chg="add mod">
          <ac:chgData name="Mohammed Aloraibi" userId="86615720ab1d5e87" providerId="LiveId" clId="{35F77217-5788-4F62-AEFF-3B784A4B5286}" dt="2025-12-27T15:58:52.910" v="42" actId="164"/>
          <ac:spMkLst>
            <pc:docMk/>
            <pc:sldMk cId="788760698" sldId="382"/>
            <ac:spMk id="6" creationId="{A7893AF1-56BD-123D-105D-039D43116477}"/>
          </ac:spMkLst>
        </pc:spChg>
        <pc:spChg chg="mod">
          <ac:chgData name="Mohammed Aloraibi" userId="86615720ab1d5e87" providerId="LiveId" clId="{35F77217-5788-4F62-AEFF-3B784A4B5286}" dt="2025-12-27T16:00:16.140" v="45" actId="403"/>
          <ac:spMkLst>
            <pc:docMk/>
            <pc:sldMk cId="788760698" sldId="382"/>
            <ac:spMk id="33" creationId="{F978A8E7-5D0F-4B19-9E5F-4BDD4C295519}"/>
          </ac:spMkLst>
        </pc:spChg>
        <pc:grpChg chg="add mod">
          <ac:chgData name="Mohammed Aloraibi" userId="86615720ab1d5e87" providerId="LiveId" clId="{35F77217-5788-4F62-AEFF-3B784A4B5286}" dt="2025-12-27T15:58:52.910" v="42" actId="164"/>
          <ac:grpSpMkLst>
            <pc:docMk/>
            <pc:sldMk cId="788760698" sldId="382"/>
            <ac:grpSpMk id="7" creationId="{A5696ACD-7C64-59D3-D6FC-205043D790D1}"/>
          </ac:grpSpMkLst>
        </pc:grpChg>
        <pc:picChg chg="add del mod">
          <ac:chgData name="Mohammed Aloraibi" userId="86615720ab1d5e87" providerId="LiveId" clId="{35F77217-5788-4F62-AEFF-3B784A4B5286}" dt="2025-12-27T15:56:33.951" v="28" actId="478"/>
          <ac:picMkLst>
            <pc:docMk/>
            <pc:sldMk cId="788760698" sldId="382"/>
            <ac:picMk id="2" creationId="{A730B7F6-D8FE-4D3A-AE5B-2F7B05F612AF}"/>
          </ac:picMkLst>
        </pc:picChg>
        <pc:picChg chg="del">
          <ac:chgData name="Mohammed Aloraibi" userId="86615720ab1d5e87" providerId="LiveId" clId="{35F77217-5788-4F62-AEFF-3B784A4B5286}" dt="2025-12-27T15:56:19.286" v="25" actId="478"/>
          <ac:picMkLst>
            <pc:docMk/>
            <pc:sldMk cId="788760698" sldId="382"/>
            <ac:picMk id="3" creationId="{89BDAB5D-489A-4D2D-8A34-08B1A4E09B36}"/>
          </ac:picMkLst>
        </pc:picChg>
        <pc:picChg chg="add mod">
          <ac:chgData name="Mohammed Aloraibi" userId="86615720ab1d5e87" providerId="LiveId" clId="{35F77217-5788-4F62-AEFF-3B784A4B5286}" dt="2025-12-27T15:58:52.910" v="42" actId="164"/>
          <ac:picMkLst>
            <pc:docMk/>
            <pc:sldMk cId="788760698" sldId="382"/>
            <ac:picMk id="4" creationId="{93E6C93D-5AC2-8AB5-912F-4B02D8CB4A0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2"/>
        <p:cNvGrpSpPr/>
        <p:nvPr/>
      </p:nvGrpSpPr>
      <p:grpSpPr>
        <a:xfrm>
          <a:off x="0" y="0"/>
          <a:ext cx="0" cy="0"/>
          <a:chOff x="0" y="0"/>
          <a:chExt cx="0" cy="0"/>
        </a:xfrm>
      </p:grpSpPr>
      <p:sp>
        <p:nvSpPr>
          <p:cNvPr id="1183" name="Google Shape;1183;gbf7f698039_0_2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4" name="Google Shape;1184;gbf7f698039_0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629945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5"/>
        <p:cNvGrpSpPr/>
        <p:nvPr/>
      </p:nvGrpSpPr>
      <p:grpSpPr>
        <a:xfrm>
          <a:off x="0" y="0"/>
          <a:ext cx="0" cy="0"/>
          <a:chOff x="0" y="0"/>
          <a:chExt cx="0" cy="0"/>
        </a:xfrm>
      </p:grpSpPr>
      <p:sp>
        <p:nvSpPr>
          <p:cNvPr id="3506" name="Google Shape;3506;gc062ea4f8e_0_3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7" name="Google Shape;3507;gc062ea4f8e_0_3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33204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3"/>
        <p:cNvGrpSpPr/>
        <p:nvPr/>
      </p:nvGrpSpPr>
      <p:grpSpPr>
        <a:xfrm>
          <a:off x="0" y="0"/>
          <a:ext cx="0" cy="0"/>
          <a:chOff x="0" y="0"/>
          <a:chExt cx="0" cy="0"/>
        </a:xfrm>
      </p:grpSpPr>
      <p:sp>
        <p:nvSpPr>
          <p:cNvPr id="2674" name="Google Shape;2674;gbfe78c4662_0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5" name="Google Shape;2675;gbfe78c4662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776347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0"/>
        <p:cNvGrpSpPr/>
        <p:nvPr/>
      </p:nvGrpSpPr>
      <p:grpSpPr>
        <a:xfrm>
          <a:off x="0" y="0"/>
          <a:ext cx="0" cy="0"/>
          <a:chOff x="0" y="0"/>
          <a:chExt cx="0" cy="0"/>
        </a:xfrm>
      </p:grpSpPr>
      <p:sp>
        <p:nvSpPr>
          <p:cNvPr id="2551" name="Google Shape;2551;gbfe78c4662_0_8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2" name="Google Shape;2552;gbfe78c4662_0_8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96501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3"/>
        <p:cNvGrpSpPr/>
        <p:nvPr/>
      </p:nvGrpSpPr>
      <p:grpSpPr>
        <a:xfrm>
          <a:off x="0" y="0"/>
          <a:ext cx="0" cy="0"/>
          <a:chOff x="0" y="0"/>
          <a:chExt cx="0" cy="0"/>
        </a:xfrm>
      </p:grpSpPr>
      <p:sp>
        <p:nvSpPr>
          <p:cNvPr id="3474" name="Google Shape;3474;gbfe78c4662_0_167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5" name="Google Shape;3475;gbfe78c4662_0_167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124106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3"/>
        <p:cNvGrpSpPr/>
        <p:nvPr/>
      </p:nvGrpSpPr>
      <p:grpSpPr>
        <a:xfrm>
          <a:off x="0" y="0"/>
          <a:ext cx="0" cy="0"/>
          <a:chOff x="0" y="0"/>
          <a:chExt cx="0" cy="0"/>
        </a:xfrm>
      </p:grpSpPr>
      <p:sp>
        <p:nvSpPr>
          <p:cNvPr id="2714" name="Google Shape;2714;gbfe78c4662_0_166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5" name="Google Shape;2715;gbfe78c4662_0_166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320053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5"/>
        <p:cNvGrpSpPr/>
        <p:nvPr/>
      </p:nvGrpSpPr>
      <p:grpSpPr>
        <a:xfrm>
          <a:off x="0" y="0"/>
          <a:ext cx="0" cy="0"/>
          <a:chOff x="0" y="0"/>
          <a:chExt cx="0" cy="0"/>
        </a:xfrm>
      </p:grpSpPr>
      <p:sp>
        <p:nvSpPr>
          <p:cNvPr id="3166" name="Google Shape;3166;gc062ea4f8e_0_30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7" name="Google Shape;3167;gc062ea4f8e_0_30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202313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8"/>
        <p:cNvGrpSpPr/>
        <p:nvPr/>
      </p:nvGrpSpPr>
      <p:grpSpPr>
        <a:xfrm>
          <a:off x="0" y="0"/>
          <a:ext cx="0" cy="0"/>
          <a:chOff x="0" y="0"/>
          <a:chExt cx="0" cy="0"/>
        </a:xfrm>
      </p:grpSpPr>
      <p:sp>
        <p:nvSpPr>
          <p:cNvPr id="3409" name="Google Shape;3409;gbfe78c4662_0_167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0" name="Google Shape;3410;gbfe78c4662_0_167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373742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5"/>
        <p:cNvGrpSpPr/>
        <p:nvPr/>
      </p:nvGrpSpPr>
      <p:grpSpPr>
        <a:xfrm>
          <a:off x="0" y="0"/>
          <a:ext cx="0" cy="0"/>
          <a:chOff x="0" y="0"/>
          <a:chExt cx="0" cy="0"/>
        </a:xfrm>
      </p:grpSpPr>
      <p:sp>
        <p:nvSpPr>
          <p:cNvPr id="2376" name="Google Shape;2376;gbfe78c4662_0_10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7" name="Google Shape;2377;gbfe78c4662_0_10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082617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441585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7"/>
        <p:cNvGrpSpPr/>
        <p:nvPr/>
      </p:nvGrpSpPr>
      <p:grpSpPr>
        <a:xfrm>
          <a:off x="0" y="0"/>
          <a:ext cx="0" cy="0"/>
          <a:chOff x="0" y="0"/>
          <a:chExt cx="0" cy="0"/>
        </a:xfrm>
      </p:grpSpPr>
      <p:sp>
        <p:nvSpPr>
          <p:cNvPr id="1228" name="Google Shape;1228;gbfe78c4662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9" name="Google Shape;1229;gbfe78c4662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227810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9"/>
        <p:cNvGrpSpPr/>
        <p:nvPr/>
      </p:nvGrpSpPr>
      <p:grpSpPr>
        <a:xfrm>
          <a:off x="0" y="0"/>
          <a:ext cx="0" cy="0"/>
          <a:chOff x="0" y="0"/>
          <a:chExt cx="0" cy="0"/>
        </a:xfrm>
      </p:grpSpPr>
      <p:sp>
        <p:nvSpPr>
          <p:cNvPr id="2280" name="Google Shape;2280;gc062ea4f8e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1" name="Google Shape;2281;gc062ea4f8e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500501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5"/>
        <p:cNvGrpSpPr/>
        <p:nvPr/>
      </p:nvGrpSpPr>
      <p:grpSpPr>
        <a:xfrm>
          <a:off x="0" y="0"/>
          <a:ext cx="0" cy="0"/>
          <a:chOff x="0" y="0"/>
          <a:chExt cx="0" cy="0"/>
        </a:xfrm>
      </p:grpSpPr>
      <p:sp>
        <p:nvSpPr>
          <p:cNvPr id="3506" name="Google Shape;3506;gc062ea4f8e_0_3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7" name="Google Shape;3507;gc062ea4f8e_0_3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85261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5"/>
        <p:cNvGrpSpPr/>
        <p:nvPr/>
      </p:nvGrpSpPr>
      <p:grpSpPr>
        <a:xfrm>
          <a:off x="0" y="0"/>
          <a:ext cx="0" cy="0"/>
          <a:chOff x="0" y="0"/>
          <a:chExt cx="0" cy="0"/>
        </a:xfrm>
      </p:grpSpPr>
      <p:sp>
        <p:nvSpPr>
          <p:cNvPr id="3506" name="Google Shape;3506;gc062ea4f8e_0_3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7" name="Google Shape;3507;gc062ea4f8e_0_3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63605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7"/>
        <p:cNvGrpSpPr/>
        <p:nvPr/>
      </p:nvGrpSpPr>
      <p:grpSpPr>
        <a:xfrm>
          <a:off x="0" y="0"/>
          <a:ext cx="0" cy="0"/>
          <a:chOff x="0" y="0"/>
          <a:chExt cx="0" cy="0"/>
        </a:xfrm>
      </p:grpSpPr>
      <p:sp>
        <p:nvSpPr>
          <p:cNvPr id="3668" name="Google Shape;3668;gc0ca46d13b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9" name="Google Shape;3669;gc0ca46d13b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187133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9"/>
        <p:cNvGrpSpPr/>
        <p:nvPr/>
      </p:nvGrpSpPr>
      <p:grpSpPr>
        <a:xfrm>
          <a:off x="0" y="0"/>
          <a:ext cx="0" cy="0"/>
          <a:chOff x="0" y="0"/>
          <a:chExt cx="0" cy="0"/>
        </a:xfrm>
      </p:grpSpPr>
      <p:sp>
        <p:nvSpPr>
          <p:cNvPr id="1910" name="Google Shape;1910;gbfe78c4662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1" name="Google Shape;1911;gbfe78c4662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58290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1180550" y="122873"/>
            <a:ext cx="11441566" cy="5039017"/>
            <a:chOff x="-1180550" y="122873"/>
            <a:chExt cx="11441566" cy="5039017"/>
          </a:xfrm>
        </p:grpSpPr>
        <p:sp>
          <p:nvSpPr>
            <p:cNvPr id="10" name="Google Shape;10;p2"/>
            <p:cNvSpPr/>
            <p:nvPr/>
          </p:nvSpPr>
          <p:spPr>
            <a:xfrm>
              <a:off x="-179259" y="4165417"/>
              <a:ext cx="9944790" cy="825695"/>
            </a:xfrm>
            <a:custGeom>
              <a:avLst/>
              <a:gdLst/>
              <a:ahLst/>
              <a:cxnLst/>
              <a:rect l="l" t="t" r="r" b="b"/>
              <a:pathLst>
                <a:path w="209001" h="17352" extrusionOk="0">
                  <a:moveTo>
                    <a:pt x="0" y="0"/>
                  </a:moveTo>
                  <a:lnTo>
                    <a:pt x="0" y="17352"/>
                  </a:lnTo>
                  <a:lnTo>
                    <a:pt x="209000" y="17352"/>
                  </a:lnTo>
                  <a:lnTo>
                    <a:pt x="20900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179250" y="4444489"/>
              <a:ext cx="9944790" cy="717401"/>
            </a:xfrm>
            <a:custGeom>
              <a:avLst/>
              <a:gdLst/>
              <a:ahLst/>
              <a:cxnLst/>
              <a:rect l="l" t="t" r="r" b="b"/>
              <a:pathLst>
                <a:path w="209001" h="11307" extrusionOk="0">
                  <a:moveTo>
                    <a:pt x="0" y="1"/>
                  </a:moveTo>
                  <a:lnTo>
                    <a:pt x="0" y="11307"/>
                  </a:lnTo>
                  <a:lnTo>
                    <a:pt x="209000" y="11307"/>
                  </a:lnTo>
                  <a:lnTo>
                    <a:pt x="20900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1881042" y="1102010"/>
              <a:ext cx="1673714" cy="797667"/>
            </a:xfrm>
            <a:custGeom>
              <a:avLst/>
              <a:gdLst/>
              <a:ahLst/>
              <a:cxnLst/>
              <a:rect l="l" t="t" r="r" b="b"/>
              <a:pathLst>
                <a:path w="35175" h="16763" extrusionOk="0">
                  <a:moveTo>
                    <a:pt x="18530" y="0"/>
                  </a:moveTo>
                  <a:cubicBezTo>
                    <a:pt x="12680" y="0"/>
                    <a:pt x="7930" y="2866"/>
                    <a:pt x="7930" y="6438"/>
                  </a:cubicBezTo>
                  <a:lnTo>
                    <a:pt x="7930" y="6713"/>
                  </a:lnTo>
                  <a:cubicBezTo>
                    <a:pt x="3337" y="7341"/>
                    <a:pt x="1" y="9265"/>
                    <a:pt x="1" y="11502"/>
                  </a:cubicBezTo>
                  <a:cubicBezTo>
                    <a:pt x="1" y="14289"/>
                    <a:pt x="5025" y="16527"/>
                    <a:pt x="11228" y="16527"/>
                  </a:cubicBezTo>
                  <a:cubicBezTo>
                    <a:pt x="11403" y="16532"/>
                    <a:pt x="11578" y="16534"/>
                    <a:pt x="11753" y="16534"/>
                  </a:cubicBezTo>
                  <a:cubicBezTo>
                    <a:pt x="14360" y="16534"/>
                    <a:pt x="16924" y="15989"/>
                    <a:pt x="19315" y="14996"/>
                  </a:cubicBezTo>
                  <a:cubicBezTo>
                    <a:pt x="20846" y="16056"/>
                    <a:pt x="23515" y="16762"/>
                    <a:pt x="26538" y="16762"/>
                  </a:cubicBezTo>
                  <a:cubicBezTo>
                    <a:pt x="31288" y="16762"/>
                    <a:pt x="35174" y="14996"/>
                    <a:pt x="35174" y="12837"/>
                  </a:cubicBezTo>
                  <a:cubicBezTo>
                    <a:pt x="35174" y="10913"/>
                    <a:pt x="32230" y="9304"/>
                    <a:pt x="28265" y="8950"/>
                  </a:cubicBezTo>
                  <a:cubicBezTo>
                    <a:pt x="28815" y="8205"/>
                    <a:pt x="29129" y="7341"/>
                    <a:pt x="29129" y="6438"/>
                  </a:cubicBezTo>
                  <a:cubicBezTo>
                    <a:pt x="29129" y="2866"/>
                    <a:pt x="24379" y="0"/>
                    <a:pt x="185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8587302" y="352325"/>
              <a:ext cx="1673714" cy="797667"/>
            </a:xfrm>
            <a:custGeom>
              <a:avLst/>
              <a:gdLst/>
              <a:ahLst/>
              <a:cxnLst/>
              <a:rect l="l" t="t" r="r" b="b"/>
              <a:pathLst>
                <a:path w="35175" h="16763" extrusionOk="0">
                  <a:moveTo>
                    <a:pt x="18530" y="0"/>
                  </a:moveTo>
                  <a:cubicBezTo>
                    <a:pt x="12681" y="0"/>
                    <a:pt x="7931" y="2866"/>
                    <a:pt x="7931" y="6399"/>
                  </a:cubicBezTo>
                  <a:lnTo>
                    <a:pt x="7931" y="6713"/>
                  </a:lnTo>
                  <a:cubicBezTo>
                    <a:pt x="3338" y="7341"/>
                    <a:pt x="1" y="9225"/>
                    <a:pt x="1" y="11502"/>
                  </a:cubicBezTo>
                  <a:cubicBezTo>
                    <a:pt x="1" y="14289"/>
                    <a:pt x="5026" y="16527"/>
                    <a:pt x="11228" y="16527"/>
                  </a:cubicBezTo>
                  <a:cubicBezTo>
                    <a:pt x="11328" y="16528"/>
                    <a:pt x="11427" y="16529"/>
                    <a:pt x="11527" y="16529"/>
                  </a:cubicBezTo>
                  <a:cubicBezTo>
                    <a:pt x="14211" y="16529"/>
                    <a:pt x="16854" y="16018"/>
                    <a:pt x="19315" y="14996"/>
                  </a:cubicBezTo>
                  <a:cubicBezTo>
                    <a:pt x="20846" y="16056"/>
                    <a:pt x="23515" y="16762"/>
                    <a:pt x="26499" y="16762"/>
                  </a:cubicBezTo>
                  <a:cubicBezTo>
                    <a:pt x="31288" y="16762"/>
                    <a:pt x="35174" y="14996"/>
                    <a:pt x="35174" y="12837"/>
                  </a:cubicBezTo>
                  <a:cubicBezTo>
                    <a:pt x="35174" y="10913"/>
                    <a:pt x="32230" y="9304"/>
                    <a:pt x="28265" y="8950"/>
                  </a:cubicBezTo>
                  <a:cubicBezTo>
                    <a:pt x="28815" y="8205"/>
                    <a:pt x="29129" y="7341"/>
                    <a:pt x="29129" y="6399"/>
                  </a:cubicBezTo>
                  <a:cubicBezTo>
                    <a:pt x="29129" y="2866"/>
                    <a:pt x="24379" y="0"/>
                    <a:pt x="185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4514840" y="122873"/>
              <a:ext cx="1673714" cy="797667"/>
            </a:xfrm>
            <a:custGeom>
              <a:avLst/>
              <a:gdLst/>
              <a:ahLst/>
              <a:cxnLst/>
              <a:rect l="l" t="t" r="r" b="b"/>
              <a:pathLst>
                <a:path w="35175" h="16763" extrusionOk="0">
                  <a:moveTo>
                    <a:pt x="16645" y="0"/>
                  </a:moveTo>
                  <a:cubicBezTo>
                    <a:pt x="10796" y="0"/>
                    <a:pt x="6046" y="2866"/>
                    <a:pt x="6046" y="6399"/>
                  </a:cubicBezTo>
                  <a:cubicBezTo>
                    <a:pt x="6046" y="7341"/>
                    <a:pt x="6360" y="8205"/>
                    <a:pt x="6910" y="8951"/>
                  </a:cubicBezTo>
                  <a:cubicBezTo>
                    <a:pt x="2984" y="9304"/>
                    <a:pt x="0" y="10913"/>
                    <a:pt x="40" y="12837"/>
                  </a:cubicBezTo>
                  <a:cubicBezTo>
                    <a:pt x="40" y="14996"/>
                    <a:pt x="3887" y="16763"/>
                    <a:pt x="8676" y="16763"/>
                  </a:cubicBezTo>
                  <a:cubicBezTo>
                    <a:pt x="11660" y="16763"/>
                    <a:pt x="14329" y="16056"/>
                    <a:pt x="15860" y="14996"/>
                  </a:cubicBezTo>
                  <a:cubicBezTo>
                    <a:pt x="18321" y="16018"/>
                    <a:pt x="20964" y="16529"/>
                    <a:pt x="23648" y="16529"/>
                  </a:cubicBezTo>
                  <a:cubicBezTo>
                    <a:pt x="23748" y="16529"/>
                    <a:pt x="23847" y="16528"/>
                    <a:pt x="23947" y="16527"/>
                  </a:cubicBezTo>
                  <a:cubicBezTo>
                    <a:pt x="30149" y="16527"/>
                    <a:pt x="35174" y="14289"/>
                    <a:pt x="35174" y="11502"/>
                  </a:cubicBezTo>
                  <a:cubicBezTo>
                    <a:pt x="35174" y="9225"/>
                    <a:pt x="31837" y="7341"/>
                    <a:pt x="27244" y="6713"/>
                  </a:cubicBezTo>
                  <a:lnTo>
                    <a:pt x="27244" y="6399"/>
                  </a:lnTo>
                  <a:cubicBezTo>
                    <a:pt x="27244" y="2866"/>
                    <a:pt x="22534" y="0"/>
                    <a:pt x="166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3633147" y="3321100"/>
              <a:ext cx="1077839" cy="513728"/>
            </a:xfrm>
            <a:custGeom>
              <a:avLst/>
              <a:gdLst/>
              <a:ahLst/>
              <a:cxnLst/>
              <a:rect l="l" t="t" r="r" b="b"/>
              <a:pathLst>
                <a:path w="22652" h="10796" extrusionOk="0">
                  <a:moveTo>
                    <a:pt x="11935" y="0"/>
                  </a:moveTo>
                  <a:cubicBezTo>
                    <a:pt x="8166" y="0"/>
                    <a:pt x="5104" y="1846"/>
                    <a:pt x="5104" y="4122"/>
                  </a:cubicBezTo>
                  <a:lnTo>
                    <a:pt x="5104" y="4319"/>
                  </a:lnTo>
                  <a:cubicBezTo>
                    <a:pt x="2160" y="4711"/>
                    <a:pt x="1" y="5967"/>
                    <a:pt x="1" y="7420"/>
                  </a:cubicBezTo>
                  <a:cubicBezTo>
                    <a:pt x="1" y="9186"/>
                    <a:pt x="3259" y="10639"/>
                    <a:pt x="7224" y="10639"/>
                  </a:cubicBezTo>
                  <a:cubicBezTo>
                    <a:pt x="7324" y="10641"/>
                    <a:pt x="7424" y="10642"/>
                    <a:pt x="7524" y="10642"/>
                  </a:cubicBezTo>
                  <a:cubicBezTo>
                    <a:pt x="9225" y="10642"/>
                    <a:pt x="10888" y="10325"/>
                    <a:pt x="12445" y="9658"/>
                  </a:cubicBezTo>
                  <a:cubicBezTo>
                    <a:pt x="13427" y="10364"/>
                    <a:pt x="15154" y="10796"/>
                    <a:pt x="17077" y="10796"/>
                  </a:cubicBezTo>
                  <a:cubicBezTo>
                    <a:pt x="20139" y="10796"/>
                    <a:pt x="22652" y="9658"/>
                    <a:pt x="22652" y="8284"/>
                  </a:cubicBezTo>
                  <a:cubicBezTo>
                    <a:pt x="22652" y="7027"/>
                    <a:pt x="20728" y="6007"/>
                    <a:pt x="18216" y="5771"/>
                  </a:cubicBezTo>
                  <a:cubicBezTo>
                    <a:pt x="18569" y="5300"/>
                    <a:pt x="18765" y="4711"/>
                    <a:pt x="18765" y="4122"/>
                  </a:cubicBezTo>
                  <a:cubicBezTo>
                    <a:pt x="18765" y="1846"/>
                    <a:pt x="15703" y="0"/>
                    <a:pt x="119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6924471" y="920560"/>
              <a:ext cx="1283300" cy="554936"/>
            </a:xfrm>
            <a:custGeom>
              <a:avLst/>
              <a:gdLst/>
              <a:ahLst/>
              <a:cxnLst/>
              <a:rect l="l" t="t" r="r" b="b"/>
              <a:pathLst>
                <a:path w="26970" h="11662" extrusionOk="0">
                  <a:moveTo>
                    <a:pt x="10639" y="0"/>
                  </a:moveTo>
                  <a:cubicBezTo>
                    <a:pt x="7655" y="0"/>
                    <a:pt x="5221" y="1257"/>
                    <a:pt x="5221" y="2827"/>
                  </a:cubicBezTo>
                  <a:cubicBezTo>
                    <a:pt x="5221" y="2905"/>
                    <a:pt x="5221" y="2945"/>
                    <a:pt x="5221" y="3023"/>
                  </a:cubicBezTo>
                  <a:cubicBezTo>
                    <a:pt x="2199" y="3573"/>
                    <a:pt x="0" y="5222"/>
                    <a:pt x="0" y="7224"/>
                  </a:cubicBezTo>
                  <a:cubicBezTo>
                    <a:pt x="0" y="9697"/>
                    <a:pt x="3259" y="11660"/>
                    <a:pt x="7263" y="11660"/>
                  </a:cubicBezTo>
                  <a:cubicBezTo>
                    <a:pt x="7328" y="11661"/>
                    <a:pt x="7394" y="11662"/>
                    <a:pt x="7460" y="11662"/>
                  </a:cubicBezTo>
                  <a:cubicBezTo>
                    <a:pt x="9354" y="11662"/>
                    <a:pt x="11204" y="11115"/>
                    <a:pt x="12798" y="10129"/>
                  </a:cubicBezTo>
                  <a:cubicBezTo>
                    <a:pt x="14172" y="11031"/>
                    <a:pt x="16527" y="11660"/>
                    <a:pt x="19236" y="11660"/>
                  </a:cubicBezTo>
                  <a:cubicBezTo>
                    <a:pt x="23476" y="11660"/>
                    <a:pt x="26930" y="10089"/>
                    <a:pt x="26930" y="8205"/>
                  </a:cubicBezTo>
                  <a:cubicBezTo>
                    <a:pt x="26969" y="6831"/>
                    <a:pt x="25242" y="5653"/>
                    <a:pt x="22730" y="5104"/>
                  </a:cubicBezTo>
                  <a:cubicBezTo>
                    <a:pt x="22730" y="4986"/>
                    <a:pt x="22769" y="4907"/>
                    <a:pt x="22769" y="4790"/>
                  </a:cubicBezTo>
                  <a:cubicBezTo>
                    <a:pt x="22769" y="3455"/>
                    <a:pt x="20257" y="2395"/>
                    <a:pt x="17155" y="2395"/>
                  </a:cubicBezTo>
                  <a:cubicBezTo>
                    <a:pt x="16763" y="2395"/>
                    <a:pt x="16409" y="2395"/>
                    <a:pt x="16056" y="2434"/>
                  </a:cubicBezTo>
                  <a:cubicBezTo>
                    <a:pt x="15664" y="1060"/>
                    <a:pt x="13426" y="0"/>
                    <a:pt x="106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0521" y="3061439"/>
              <a:ext cx="1316941" cy="568022"/>
            </a:xfrm>
            <a:custGeom>
              <a:avLst/>
              <a:gdLst/>
              <a:ahLst/>
              <a:cxnLst/>
              <a:rect l="l" t="t" r="r" b="b"/>
              <a:pathLst>
                <a:path w="27677" h="11937" extrusionOk="0">
                  <a:moveTo>
                    <a:pt x="10953" y="1"/>
                  </a:moveTo>
                  <a:cubicBezTo>
                    <a:pt x="7852" y="1"/>
                    <a:pt x="5379" y="1296"/>
                    <a:pt x="5379" y="2906"/>
                  </a:cubicBezTo>
                  <a:cubicBezTo>
                    <a:pt x="5379" y="2984"/>
                    <a:pt x="5379" y="3024"/>
                    <a:pt x="5379" y="3102"/>
                  </a:cubicBezTo>
                  <a:cubicBezTo>
                    <a:pt x="2278" y="3652"/>
                    <a:pt x="1" y="5379"/>
                    <a:pt x="1" y="7420"/>
                  </a:cubicBezTo>
                  <a:cubicBezTo>
                    <a:pt x="1" y="9933"/>
                    <a:pt x="3338" y="11935"/>
                    <a:pt x="7499" y="11935"/>
                  </a:cubicBezTo>
                  <a:cubicBezTo>
                    <a:pt x="7566" y="11936"/>
                    <a:pt x="7633" y="11937"/>
                    <a:pt x="7699" y="11937"/>
                  </a:cubicBezTo>
                  <a:cubicBezTo>
                    <a:pt x="9632" y="11937"/>
                    <a:pt x="11520" y="11389"/>
                    <a:pt x="13152" y="10365"/>
                  </a:cubicBezTo>
                  <a:cubicBezTo>
                    <a:pt x="14565" y="11307"/>
                    <a:pt x="16999" y="11935"/>
                    <a:pt x="19747" y="11935"/>
                  </a:cubicBezTo>
                  <a:cubicBezTo>
                    <a:pt x="24104" y="11935"/>
                    <a:pt x="27677" y="10365"/>
                    <a:pt x="27677" y="8402"/>
                  </a:cubicBezTo>
                  <a:cubicBezTo>
                    <a:pt x="27677" y="6988"/>
                    <a:pt x="25910" y="5811"/>
                    <a:pt x="23319" y="5222"/>
                  </a:cubicBezTo>
                  <a:cubicBezTo>
                    <a:pt x="23358" y="5143"/>
                    <a:pt x="23358" y="5026"/>
                    <a:pt x="23358" y="4908"/>
                  </a:cubicBezTo>
                  <a:cubicBezTo>
                    <a:pt x="23358" y="3573"/>
                    <a:pt x="20767" y="2474"/>
                    <a:pt x="17588" y="2474"/>
                  </a:cubicBezTo>
                  <a:cubicBezTo>
                    <a:pt x="17195" y="2474"/>
                    <a:pt x="16842" y="2474"/>
                    <a:pt x="16449" y="2513"/>
                  </a:cubicBezTo>
                  <a:cubicBezTo>
                    <a:pt x="16096" y="1100"/>
                    <a:pt x="13780" y="1"/>
                    <a:pt x="109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376905" y="352336"/>
              <a:ext cx="1453312" cy="627789"/>
            </a:xfrm>
            <a:custGeom>
              <a:avLst/>
              <a:gdLst/>
              <a:ahLst/>
              <a:cxnLst/>
              <a:rect l="l" t="t" r="r" b="b"/>
              <a:pathLst>
                <a:path w="30543" h="13193" extrusionOk="0">
                  <a:moveTo>
                    <a:pt x="18490" y="1"/>
                  </a:moveTo>
                  <a:cubicBezTo>
                    <a:pt x="15389" y="1"/>
                    <a:pt x="12838" y="1179"/>
                    <a:pt x="12406" y="2749"/>
                  </a:cubicBezTo>
                  <a:cubicBezTo>
                    <a:pt x="12013" y="2710"/>
                    <a:pt x="11581" y="2710"/>
                    <a:pt x="11150" y="2710"/>
                  </a:cubicBezTo>
                  <a:cubicBezTo>
                    <a:pt x="7616" y="2710"/>
                    <a:pt x="4790" y="3927"/>
                    <a:pt x="4790" y="5418"/>
                  </a:cubicBezTo>
                  <a:cubicBezTo>
                    <a:pt x="4790" y="5536"/>
                    <a:pt x="4790" y="5654"/>
                    <a:pt x="4829" y="5772"/>
                  </a:cubicBezTo>
                  <a:cubicBezTo>
                    <a:pt x="1964" y="6400"/>
                    <a:pt x="1" y="7734"/>
                    <a:pt x="1" y="9265"/>
                  </a:cubicBezTo>
                  <a:cubicBezTo>
                    <a:pt x="1" y="11425"/>
                    <a:pt x="3926" y="13191"/>
                    <a:pt x="8755" y="13191"/>
                  </a:cubicBezTo>
                  <a:cubicBezTo>
                    <a:pt x="11817" y="13191"/>
                    <a:pt x="14486" y="12484"/>
                    <a:pt x="16057" y="11425"/>
                  </a:cubicBezTo>
                  <a:cubicBezTo>
                    <a:pt x="17844" y="12603"/>
                    <a:pt x="19963" y="13193"/>
                    <a:pt x="22092" y="13193"/>
                  </a:cubicBezTo>
                  <a:cubicBezTo>
                    <a:pt x="22161" y="13193"/>
                    <a:pt x="22230" y="13192"/>
                    <a:pt x="22298" y="13191"/>
                  </a:cubicBezTo>
                  <a:cubicBezTo>
                    <a:pt x="26852" y="13191"/>
                    <a:pt x="30542" y="10953"/>
                    <a:pt x="30542" y="8206"/>
                  </a:cubicBezTo>
                  <a:cubicBezTo>
                    <a:pt x="30542" y="5929"/>
                    <a:pt x="28108" y="4005"/>
                    <a:pt x="24654" y="3416"/>
                  </a:cubicBezTo>
                  <a:cubicBezTo>
                    <a:pt x="24654" y="3338"/>
                    <a:pt x="24654" y="3259"/>
                    <a:pt x="24654" y="3220"/>
                  </a:cubicBezTo>
                  <a:cubicBezTo>
                    <a:pt x="24654" y="1414"/>
                    <a:pt x="21906" y="1"/>
                    <a:pt x="184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5256778" y="1440279"/>
              <a:ext cx="2570740" cy="2854196"/>
            </a:xfrm>
            <a:custGeom>
              <a:avLst/>
              <a:gdLst/>
              <a:ahLst/>
              <a:cxnLst/>
              <a:rect l="l" t="t" r="r" b="b"/>
              <a:pathLst>
                <a:path w="54027" h="59981" extrusionOk="0">
                  <a:moveTo>
                    <a:pt x="24883" y="0"/>
                  </a:moveTo>
                  <a:cubicBezTo>
                    <a:pt x="22921" y="0"/>
                    <a:pt x="20541" y="387"/>
                    <a:pt x="17658" y="1370"/>
                  </a:cubicBezTo>
                  <a:cubicBezTo>
                    <a:pt x="8590" y="4472"/>
                    <a:pt x="6274" y="11459"/>
                    <a:pt x="12751" y="12166"/>
                  </a:cubicBezTo>
                  <a:cubicBezTo>
                    <a:pt x="12751" y="12166"/>
                    <a:pt x="2544" y="13344"/>
                    <a:pt x="2544" y="20056"/>
                  </a:cubicBezTo>
                  <a:cubicBezTo>
                    <a:pt x="2544" y="23375"/>
                    <a:pt x="4734" y="24218"/>
                    <a:pt x="6962" y="24218"/>
                  </a:cubicBezTo>
                  <a:cubicBezTo>
                    <a:pt x="8693" y="24218"/>
                    <a:pt x="10448" y="23708"/>
                    <a:pt x="11213" y="23455"/>
                  </a:cubicBezTo>
                  <a:lnTo>
                    <a:pt x="11213" y="23455"/>
                  </a:lnTo>
                  <a:cubicBezTo>
                    <a:pt x="9153" y="24213"/>
                    <a:pt x="1" y="28030"/>
                    <a:pt x="4860" y="34463"/>
                  </a:cubicBezTo>
                  <a:cubicBezTo>
                    <a:pt x="4860" y="34463"/>
                    <a:pt x="7199" y="36328"/>
                    <a:pt x="10101" y="36328"/>
                  </a:cubicBezTo>
                  <a:cubicBezTo>
                    <a:pt x="11774" y="36328"/>
                    <a:pt x="13634" y="35709"/>
                    <a:pt x="15342" y="33757"/>
                  </a:cubicBezTo>
                  <a:lnTo>
                    <a:pt x="15342" y="33757"/>
                  </a:lnTo>
                  <a:cubicBezTo>
                    <a:pt x="15341" y="33758"/>
                    <a:pt x="12202" y="37683"/>
                    <a:pt x="15656" y="39331"/>
                  </a:cubicBezTo>
                  <a:cubicBezTo>
                    <a:pt x="16187" y="39582"/>
                    <a:pt x="16706" y="39684"/>
                    <a:pt x="17212" y="39684"/>
                  </a:cubicBezTo>
                  <a:cubicBezTo>
                    <a:pt x="19535" y="39684"/>
                    <a:pt x="21601" y="37525"/>
                    <a:pt x="23372" y="37525"/>
                  </a:cubicBezTo>
                  <a:cubicBezTo>
                    <a:pt x="23758" y="37525"/>
                    <a:pt x="24131" y="37628"/>
                    <a:pt x="24488" y="37879"/>
                  </a:cubicBezTo>
                  <a:cubicBezTo>
                    <a:pt x="24488" y="37879"/>
                    <a:pt x="29160" y="43492"/>
                    <a:pt x="26373" y="59980"/>
                  </a:cubicBezTo>
                  <a:lnTo>
                    <a:pt x="31476" y="59980"/>
                  </a:lnTo>
                  <a:cubicBezTo>
                    <a:pt x="31476" y="59980"/>
                    <a:pt x="27315" y="40980"/>
                    <a:pt x="33949" y="36897"/>
                  </a:cubicBezTo>
                  <a:cubicBezTo>
                    <a:pt x="33949" y="36897"/>
                    <a:pt x="34507" y="36568"/>
                    <a:pt x="35327" y="36568"/>
                  </a:cubicBezTo>
                  <a:cubicBezTo>
                    <a:pt x="36134" y="36568"/>
                    <a:pt x="37196" y="36887"/>
                    <a:pt x="38228" y="38154"/>
                  </a:cubicBezTo>
                  <a:cubicBezTo>
                    <a:pt x="38790" y="38843"/>
                    <a:pt x="39777" y="39169"/>
                    <a:pt x="40914" y="39169"/>
                  </a:cubicBezTo>
                  <a:cubicBezTo>
                    <a:pt x="43983" y="39169"/>
                    <a:pt x="48146" y="36796"/>
                    <a:pt x="48003" y="32815"/>
                  </a:cubicBezTo>
                  <a:cubicBezTo>
                    <a:pt x="47869" y="29719"/>
                    <a:pt x="46497" y="29049"/>
                    <a:pt x="45335" y="29049"/>
                  </a:cubicBezTo>
                  <a:cubicBezTo>
                    <a:pt x="45257" y="29049"/>
                    <a:pt x="45180" y="29052"/>
                    <a:pt x="45104" y="29058"/>
                  </a:cubicBezTo>
                  <a:lnTo>
                    <a:pt x="45104" y="29058"/>
                  </a:lnTo>
                  <a:cubicBezTo>
                    <a:pt x="47944" y="28167"/>
                    <a:pt x="54027" y="25555"/>
                    <a:pt x="53695" y="19585"/>
                  </a:cubicBezTo>
                  <a:cubicBezTo>
                    <a:pt x="53458" y="15679"/>
                    <a:pt x="50872" y="14708"/>
                    <a:pt x="48357" y="14708"/>
                  </a:cubicBezTo>
                  <a:cubicBezTo>
                    <a:pt x="45868" y="14708"/>
                    <a:pt x="43449" y="15660"/>
                    <a:pt x="43449" y="15660"/>
                  </a:cubicBezTo>
                  <a:cubicBezTo>
                    <a:pt x="43449" y="15660"/>
                    <a:pt x="51575" y="12048"/>
                    <a:pt x="48121" y="8672"/>
                  </a:cubicBezTo>
                  <a:cubicBezTo>
                    <a:pt x="47079" y="7677"/>
                    <a:pt x="45967" y="7328"/>
                    <a:pt x="44919" y="7328"/>
                  </a:cubicBezTo>
                  <a:cubicBezTo>
                    <a:pt x="42477" y="7328"/>
                    <a:pt x="40385" y="9227"/>
                    <a:pt x="40348" y="9260"/>
                  </a:cubicBezTo>
                  <a:lnTo>
                    <a:pt x="40348" y="9260"/>
                  </a:lnTo>
                  <a:cubicBezTo>
                    <a:pt x="40399" y="9214"/>
                    <a:pt x="44382" y="5559"/>
                    <a:pt x="42978" y="3687"/>
                  </a:cubicBezTo>
                  <a:cubicBezTo>
                    <a:pt x="42550" y="3111"/>
                    <a:pt x="41667" y="2872"/>
                    <a:pt x="40600" y="2872"/>
                  </a:cubicBezTo>
                  <a:cubicBezTo>
                    <a:pt x="38243" y="2872"/>
                    <a:pt x="34983" y="4038"/>
                    <a:pt x="33714" y="5335"/>
                  </a:cubicBezTo>
                  <a:cubicBezTo>
                    <a:pt x="33683" y="5335"/>
                    <a:pt x="32166" y="0"/>
                    <a:pt x="248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80550" y="1440279"/>
              <a:ext cx="2567552" cy="2854196"/>
            </a:xfrm>
            <a:custGeom>
              <a:avLst/>
              <a:gdLst/>
              <a:ahLst/>
              <a:cxnLst/>
              <a:rect l="l" t="t" r="r" b="b"/>
              <a:pathLst>
                <a:path w="53960" h="59981" extrusionOk="0">
                  <a:moveTo>
                    <a:pt x="24850" y="0"/>
                  </a:moveTo>
                  <a:cubicBezTo>
                    <a:pt x="22889" y="0"/>
                    <a:pt x="20509" y="388"/>
                    <a:pt x="17628" y="1370"/>
                  </a:cubicBezTo>
                  <a:cubicBezTo>
                    <a:pt x="8560" y="4472"/>
                    <a:pt x="6244" y="11459"/>
                    <a:pt x="12760" y="12166"/>
                  </a:cubicBezTo>
                  <a:cubicBezTo>
                    <a:pt x="12760" y="12166"/>
                    <a:pt x="2514" y="13344"/>
                    <a:pt x="2514" y="20056"/>
                  </a:cubicBezTo>
                  <a:cubicBezTo>
                    <a:pt x="2514" y="23375"/>
                    <a:pt x="4704" y="24218"/>
                    <a:pt x="6932" y="24218"/>
                  </a:cubicBezTo>
                  <a:cubicBezTo>
                    <a:pt x="8673" y="24218"/>
                    <a:pt x="10438" y="23703"/>
                    <a:pt x="11196" y="23450"/>
                  </a:cubicBezTo>
                  <a:lnTo>
                    <a:pt x="11196" y="23450"/>
                  </a:lnTo>
                  <a:cubicBezTo>
                    <a:pt x="9167" y="24198"/>
                    <a:pt x="0" y="28018"/>
                    <a:pt x="4870" y="34463"/>
                  </a:cubicBezTo>
                  <a:cubicBezTo>
                    <a:pt x="4870" y="34463"/>
                    <a:pt x="7192" y="36328"/>
                    <a:pt x="10083" y="36328"/>
                  </a:cubicBezTo>
                  <a:cubicBezTo>
                    <a:pt x="11749" y="36328"/>
                    <a:pt x="13604" y="35709"/>
                    <a:pt x="15312" y="33757"/>
                  </a:cubicBezTo>
                  <a:lnTo>
                    <a:pt x="15312" y="33757"/>
                  </a:lnTo>
                  <a:cubicBezTo>
                    <a:pt x="15311" y="33757"/>
                    <a:pt x="12171" y="37683"/>
                    <a:pt x="15665" y="39331"/>
                  </a:cubicBezTo>
                  <a:cubicBezTo>
                    <a:pt x="16190" y="39582"/>
                    <a:pt x="16704" y="39684"/>
                    <a:pt x="17206" y="39684"/>
                  </a:cubicBezTo>
                  <a:cubicBezTo>
                    <a:pt x="19510" y="39684"/>
                    <a:pt x="21576" y="37525"/>
                    <a:pt x="23366" y="37525"/>
                  </a:cubicBezTo>
                  <a:cubicBezTo>
                    <a:pt x="23757" y="37525"/>
                    <a:pt x="24134" y="37628"/>
                    <a:pt x="24498" y="37879"/>
                  </a:cubicBezTo>
                  <a:cubicBezTo>
                    <a:pt x="24498" y="37879"/>
                    <a:pt x="29130" y="43492"/>
                    <a:pt x="26343" y="59980"/>
                  </a:cubicBezTo>
                  <a:lnTo>
                    <a:pt x="31446" y="59980"/>
                  </a:lnTo>
                  <a:cubicBezTo>
                    <a:pt x="31446" y="59980"/>
                    <a:pt x="27246" y="40980"/>
                    <a:pt x="33880" y="36897"/>
                  </a:cubicBezTo>
                  <a:cubicBezTo>
                    <a:pt x="33880" y="36897"/>
                    <a:pt x="34448" y="36568"/>
                    <a:pt x="35278" y="36568"/>
                  </a:cubicBezTo>
                  <a:cubicBezTo>
                    <a:pt x="36095" y="36568"/>
                    <a:pt x="37166" y="36887"/>
                    <a:pt x="38198" y="38154"/>
                  </a:cubicBezTo>
                  <a:cubicBezTo>
                    <a:pt x="38764" y="38848"/>
                    <a:pt x="39760" y="39176"/>
                    <a:pt x="40905" y="39176"/>
                  </a:cubicBezTo>
                  <a:cubicBezTo>
                    <a:pt x="43970" y="39176"/>
                    <a:pt x="48105" y="36826"/>
                    <a:pt x="47934" y="32854"/>
                  </a:cubicBezTo>
                  <a:cubicBezTo>
                    <a:pt x="47799" y="29765"/>
                    <a:pt x="46414" y="29101"/>
                    <a:pt x="45248" y="29101"/>
                  </a:cubicBezTo>
                  <a:cubicBezTo>
                    <a:pt x="45160" y="29101"/>
                    <a:pt x="45073" y="29105"/>
                    <a:pt x="44989" y="29111"/>
                  </a:cubicBezTo>
                  <a:lnTo>
                    <a:pt x="44989" y="29111"/>
                  </a:lnTo>
                  <a:cubicBezTo>
                    <a:pt x="47808" y="28235"/>
                    <a:pt x="53959" y="25627"/>
                    <a:pt x="53626" y="19625"/>
                  </a:cubicBezTo>
                  <a:cubicBezTo>
                    <a:pt x="53389" y="15718"/>
                    <a:pt x="50803" y="14747"/>
                    <a:pt x="48288" y="14747"/>
                  </a:cubicBezTo>
                  <a:cubicBezTo>
                    <a:pt x="45799" y="14747"/>
                    <a:pt x="43380" y="15699"/>
                    <a:pt x="43380" y="15699"/>
                  </a:cubicBezTo>
                  <a:cubicBezTo>
                    <a:pt x="43380" y="15699"/>
                    <a:pt x="51506" y="12087"/>
                    <a:pt x="48051" y="8711"/>
                  </a:cubicBezTo>
                  <a:cubicBezTo>
                    <a:pt x="47008" y="7703"/>
                    <a:pt x="45895" y="7350"/>
                    <a:pt x="44846" y="7350"/>
                  </a:cubicBezTo>
                  <a:cubicBezTo>
                    <a:pt x="42446" y="7350"/>
                    <a:pt x="40385" y="9203"/>
                    <a:pt x="40283" y="9296"/>
                  </a:cubicBezTo>
                  <a:lnTo>
                    <a:pt x="40283" y="9296"/>
                  </a:lnTo>
                  <a:cubicBezTo>
                    <a:pt x="40425" y="9166"/>
                    <a:pt x="44297" y="5576"/>
                    <a:pt x="42948" y="3726"/>
                  </a:cubicBezTo>
                  <a:cubicBezTo>
                    <a:pt x="42507" y="3151"/>
                    <a:pt x="41617" y="2911"/>
                    <a:pt x="40543" y="2911"/>
                  </a:cubicBezTo>
                  <a:cubicBezTo>
                    <a:pt x="38173" y="2911"/>
                    <a:pt x="34914" y="4078"/>
                    <a:pt x="33644" y="5375"/>
                  </a:cubicBezTo>
                  <a:cubicBezTo>
                    <a:pt x="33644" y="5344"/>
                    <a:pt x="32134" y="0"/>
                    <a:pt x="248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7570792" y="3578859"/>
              <a:ext cx="203606" cy="717391"/>
            </a:xfrm>
            <a:custGeom>
              <a:avLst/>
              <a:gdLst/>
              <a:ahLst/>
              <a:cxnLst/>
              <a:rect l="l" t="t" r="r" b="b"/>
              <a:pathLst>
                <a:path w="4279" h="15076" extrusionOk="0">
                  <a:moveTo>
                    <a:pt x="0" y="1"/>
                  </a:moveTo>
                  <a:lnTo>
                    <a:pt x="0" y="15075"/>
                  </a:lnTo>
                  <a:lnTo>
                    <a:pt x="4279" y="15075"/>
                  </a:lnTo>
                  <a:lnTo>
                    <a:pt x="4279" y="1"/>
                  </a:lnTo>
                  <a:close/>
                </a:path>
              </a:pathLst>
            </a:custGeom>
            <a:solidFill>
              <a:srgbClr val="82A6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6696595" y="1587644"/>
              <a:ext cx="1951977" cy="2269233"/>
            </a:xfrm>
            <a:custGeom>
              <a:avLst/>
              <a:gdLst/>
              <a:ahLst/>
              <a:cxnLst/>
              <a:rect l="l" t="t" r="r" b="b"/>
              <a:pathLst>
                <a:path w="41023" h="47688" extrusionOk="0">
                  <a:moveTo>
                    <a:pt x="20256" y="1"/>
                  </a:moveTo>
                  <a:cubicBezTo>
                    <a:pt x="20256" y="14565"/>
                    <a:pt x="10953" y="21945"/>
                    <a:pt x="4318" y="23162"/>
                  </a:cubicBezTo>
                  <a:cubicBezTo>
                    <a:pt x="5031" y="23381"/>
                    <a:pt x="5755" y="23474"/>
                    <a:pt x="6470" y="23474"/>
                  </a:cubicBezTo>
                  <a:cubicBezTo>
                    <a:pt x="10361" y="23474"/>
                    <a:pt x="13975" y="20728"/>
                    <a:pt x="13975" y="20728"/>
                  </a:cubicBezTo>
                  <a:lnTo>
                    <a:pt x="13975" y="20767"/>
                  </a:lnTo>
                  <a:cubicBezTo>
                    <a:pt x="11541" y="23947"/>
                    <a:pt x="7969" y="26106"/>
                    <a:pt x="4004" y="26773"/>
                  </a:cubicBezTo>
                  <a:cubicBezTo>
                    <a:pt x="4004" y="26773"/>
                    <a:pt x="5296" y="27533"/>
                    <a:pt x="7655" y="27533"/>
                  </a:cubicBezTo>
                  <a:cubicBezTo>
                    <a:pt x="8687" y="27533"/>
                    <a:pt x="9923" y="27388"/>
                    <a:pt x="11345" y="26970"/>
                  </a:cubicBezTo>
                  <a:lnTo>
                    <a:pt x="11345" y="26970"/>
                  </a:lnTo>
                  <a:cubicBezTo>
                    <a:pt x="8990" y="30424"/>
                    <a:pt x="5771" y="33172"/>
                    <a:pt x="2002" y="34939"/>
                  </a:cubicBezTo>
                  <a:cubicBezTo>
                    <a:pt x="2039" y="34976"/>
                    <a:pt x="2174" y="34993"/>
                    <a:pt x="2385" y="34993"/>
                  </a:cubicBezTo>
                  <a:cubicBezTo>
                    <a:pt x="3752" y="34993"/>
                    <a:pt x="8324" y="34279"/>
                    <a:pt x="10364" y="33565"/>
                  </a:cubicBezTo>
                  <a:lnTo>
                    <a:pt x="10364" y="33565"/>
                  </a:lnTo>
                  <a:cubicBezTo>
                    <a:pt x="8951" y="36548"/>
                    <a:pt x="5457" y="41691"/>
                    <a:pt x="0" y="42397"/>
                  </a:cubicBezTo>
                  <a:cubicBezTo>
                    <a:pt x="0" y="42397"/>
                    <a:pt x="1522" y="42702"/>
                    <a:pt x="3640" y="42702"/>
                  </a:cubicBezTo>
                  <a:cubicBezTo>
                    <a:pt x="5823" y="42702"/>
                    <a:pt x="8639" y="42378"/>
                    <a:pt x="11070" y="41063"/>
                  </a:cubicBezTo>
                  <a:lnTo>
                    <a:pt x="11070" y="41063"/>
                  </a:lnTo>
                  <a:cubicBezTo>
                    <a:pt x="10756" y="41887"/>
                    <a:pt x="7537" y="46598"/>
                    <a:pt x="4358" y="47540"/>
                  </a:cubicBezTo>
                  <a:cubicBezTo>
                    <a:pt x="5334" y="47593"/>
                    <a:pt x="6250" y="47618"/>
                    <a:pt x="7111" y="47618"/>
                  </a:cubicBezTo>
                  <a:cubicBezTo>
                    <a:pt x="18993" y="47618"/>
                    <a:pt x="20256" y="42908"/>
                    <a:pt x="20256" y="42908"/>
                  </a:cubicBezTo>
                  <a:cubicBezTo>
                    <a:pt x="20256" y="42908"/>
                    <a:pt x="21083" y="47688"/>
                    <a:pt x="34325" y="47688"/>
                  </a:cubicBezTo>
                  <a:cubicBezTo>
                    <a:pt x="34923" y="47688"/>
                    <a:pt x="35545" y="47678"/>
                    <a:pt x="36194" y="47658"/>
                  </a:cubicBezTo>
                  <a:cubicBezTo>
                    <a:pt x="36194" y="47658"/>
                    <a:pt x="29089" y="43732"/>
                    <a:pt x="29089" y="41377"/>
                  </a:cubicBezTo>
                  <a:lnTo>
                    <a:pt x="29089" y="41377"/>
                  </a:lnTo>
                  <a:cubicBezTo>
                    <a:pt x="31633" y="42944"/>
                    <a:pt x="34419" y="43359"/>
                    <a:pt x="36660" y="43359"/>
                  </a:cubicBezTo>
                  <a:cubicBezTo>
                    <a:pt x="39190" y="43359"/>
                    <a:pt x="41023" y="42829"/>
                    <a:pt x="41023" y="42829"/>
                  </a:cubicBezTo>
                  <a:cubicBezTo>
                    <a:pt x="35566" y="42123"/>
                    <a:pt x="31601" y="36666"/>
                    <a:pt x="30149" y="33643"/>
                  </a:cubicBezTo>
                  <a:lnTo>
                    <a:pt x="30149" y="33643"/>
                  </a:lnTo>
                  <a:cubicBezTo>
                    <a:pt x="31989" y="34277"/>
                    <a:pt x="35963" y="35351"/>
                    <a:pt x="37704" y="35351"/>
                  </a:cubicBezTo>
                  <a:cubicBezTo>
                    <a:pt x="38228" y="35351"/>
                    <a:pt x="38550" y="35254"/>
                    <a:pt x="38550" y="35017"/>
                  </a:cubicBezTo>
                  <a:cubicBezTo>
                    <a:pt x="33407" y="32269"/>
                    <a:pt x="30463" y="29286"/>
                    <a:pt x="28814" y="26734"/>
                  </a:cubicBezTo>
                  <a:lnTo>
                    <a:pt x="28814" y="26734"/>
                  </a:lnTo>
                  <a:cubicBezTo>
                    <a:pt x="30502" y="27310"/>
                    <a:pt x="31955" y="27502"/>
                    <a:pt x="33141" y="27502"/>
                  </a:cubicBezTo>
                  <a:cubicBezTo>
                    <a:pt x="35514" y="27502"/>
                    <a:pt x="36822" y="26734"/>
                    <a:pt x="36822" y="26734"/>
                  </a:cubicBezTo>
                  <a:cubicBezTo>
                    <a:pt x="33407" y="26145"/>
                    <a:pt x="30227" y="24457"/>
                    <a:pt x="27833" y="21906"/>
                  </a:cubicBezTo>
                  <a:lnTo>
                    <a:pt x="27833" y="21906"/>
                  </a:lnTo>
                  <a:cubicBezTo>
                    <a:pt x="29824" y="23308"/>
                    <a:pt x="31952" y="23669"/>
                    <a:pt x="33564" y="23669"/>
                  </a:cubicBezTo>
                  <a:cubicBezTo>
                    <a:pt x="35066" y="23669"/>
                    <a:pt x="36119" y="23355"/>
                    <a:pt x="36194" y="23280"/>
                  </a:cubicBezTo>
                  <a:cubicBezTo>
                    <a:pt x="31837" y="23280"/>
                    <a:pt x="20256" y="14643"/>
                    <a:pt x="20256" y="118"/>
                  </a:cubicBezTo>
                  <a:lnTo>
                    <a:pt x="202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8679926" y="3369683"/>
              <a:ext cx="179386" cy="924719"/>
            </a:xfrm>
            <a:custGeom>
              <a:avLst/>
              <a:gdLst/>
              <a:ahLst/>
              <a:cxnLst/>
              <a:rect l="l" t="t" r="r" b="b"/>
              <a:pathLst>
                <a:path w="3770" h="19433" extrusionOk="0">
                  <a:moveTo>
                    <a:pt x="1" y="0"/>
                  </a:moveTo>
                  <a:lnTo>
                    <a:pt x="1" y="19432"/>
                  </a:lnTo>
                  <a:lnTo>
                    <a:pt x="3769" y="19432"/>
                  </a:lnTo>
                  <a:lnTo>
                    <a:pt x="3769" y="0"/>
                  </a:lnTo>
                  <a:close/>
                </a:path>
              </a:pathLst>
            </a:custGeom>
            <a:solidFill>
              <a:srgbClr val="9ABC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943958" y="1285063"/>
              <a:ext cx="1653159" cy="2181867"/>
            </a:xfrm>
            <a:custGeom>
              <a:avLst/>
              <a:gdLst/>
              <a:ahLst/>
              <a:cxnLst/>
              <a:rect l="l" t="t" r="r" b="b"/>
              <a:pathLst>
                <a:path w="34743" h="45852" extrusionOk="0">
                  <a:moveTo>
                    <a:pt x="17352" y="0"/>
                  </a:moveTo>
                  <a:cubicBezTo>
                    <a:pt x="11189" y="0"/>
                    <a:pt x="6164" y="3258"/>
                    <a:pt x="6164" y="7223"/>
                  </a:cubicBezTo>
                  <a:cubicBezTo>
                    <a:pt x="6164" y="7616"/>
                    <a:pt x="6242" y="8008"/>
                    <a:pt x="6321" y="8362"/>
                  </a:cubicBezTo>
                  <a:cubicBezTo>
                    <a:pt x="4240" y="9422"/>
                    <a:pt x="2906" y="11031"/>
                    <a:pt x="2906" y="12876"/>
                  </a:cubicBezTo>
                  <a:cubicBezTo>
                    <a:pt x="2906" y="14250"/>
                    <a:pt x="3691" y="15546"/>
                    <a:pt x="5026" y="16527"/>
                  </a:cubicBezTo>
                  <a:cubicBezTo>
                    <a:pt x="2906" y="17587"/>
                    <a:pt x="1532" y="19196"/>
                    <a:pt x="1532" y="21042"/>
                  </a:cubicBezTo>
                  <a:cubicBezTo>
                    <a:pt x="1532" y="22690"/>
                    <a:pt x="2631" y="24143"/>
                    <a:pt x="4319" y="25163"/>
                  </a:cubicBezTo>
                  <a:cubicBezTo>
                    <a:pt x="2474" y="26223"/>
                    <a:pt x="1335" y="27715"/>
                    <a:pt x="1335" y="29403"/>
                  </a:cubicBezTo>
                  <a:cubicBezTo>
                    <a:pt x="1335" y="30816"/>
                    <a:pt x="2121" y="32112"/>
                    <a:pt x="3455" y="33093"/>
                  </a:cubicBezTo>
                  <a:cubicBezTo>
                    <a:pt x="1335" y="34153"/>
                    <a:pt x="1" y="35763"/>
                    <a:pt x="1" y="37608"/>
                  </a:cubicBezTo>
                  <a:cubicBezTo>
                    <a:pt x="1" y="40709"/>
                    <a:pt x="3926" y="43261"/>
                    <a:pt x="8755" y="43261"/>
                  </a:cubicBezTo>
                  <a:cubicBezTo>
                    <a:pt x="9030" y="43261"/>
                    <a:pt x="9344" y="43261"/>
                    <a:pt x="9619" y="43221"/>
                  </a:cubicBezTo>
                  <a:cubicBezTo>
                    <a:pt x="11032" y="44792"/>
                    <a:pt x="13976" y="45851"/>
                    <a:pt x="17352" y="45851"/>
                  </a:cubicBezTo>
                  <a:cubicBezTo>
                    <a:pt x="20728" y="45851"/>
                    <a:pt x="23672" y="44792"/>
                    <a:pt x="25085" y="43221"/>
                  </a:cubicBezTo>
                  <a:cubicBezTo>
                    <a:pt x="25399" y="43221"/>
                    <a:pt x="25674" y="43261"/>
                    <a:pt x="25949" y="43261"/>
                  </a:cubicBezTo>
                  <a:cubicBezTo>
                    <a:pt x="30817" y="43261"/>
                    <a:pt x="34742" y="40709"/>
                    <a:pt x="34742" y="37608"/>
                  </a:cubicBezTo>
                  <a:cubicBezTo>
                    <a:pt x="34742" y="35763"/>
                    <a:pt x="33368" y="34153"/>
                    <a:pt x="31249" y="33093"/>
                  </a:cubicBezTo>
                  <a:cubicBezTo>
                    <a:pt x="32583" y="32112"/>
                    <a:pt x="33368" y="30816"/>
                    <a:pt x="33368" y="29403"/>
                  </a:cubicBezTo>
                  <a:cubicBezTo>
                    <a:pt x="33368" y="27715"/>
                    <a:pt x="32230" y="26184"/>
                    <a:pt x="30385" y="25163"/>
                  </a:cubicBezTo>
                  <a:cubicBezTo>
                    <a:pt x="32112" y="24143"/>
                    <a:pt x="33172" y="22651"/>
                    <a:pt x="33172" y="21042"/>
                  </a:cubicBezTo>
                  <a:cubicBezTo>
                    <a:pt x="33172" y="19196"/>
                    <a:pt x="31798" y="17587"/>
                    <a:pt x="29678" y="16527"/>
                  </a:cubicBezTo>
                  <a:cubicBezTo>
                    <a:pt x="31013" y="15546"/>
                    <a:pt x="31838" y="14250"/>
                    <a:pt x="31838" y="12837"/>
                  </a:cubicBezTo>
                  <a:cubicBezTo>
                    <a:pt x="31838" y="11031"/>
                    <a:pt x="30464" y="9422"/>
                    <a:pt x="28383" y="8362"/>
                  </a:cubicBezTo>
                  <a:cubicBezTo>
                    <a:pt x="28501" y="8008"/>
                    <a:pt x="28540" y="7616"/>
                    <a:pt x="28540" y="7223"/>
                  </a:cubicBezTo>
                  <a:cubicBezTo>
                    <a:pt x="28540" y="3219"/>
                    <a:pt x="23515" y="0"/>
                    <a:pt x="173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2641278" y="1131893"/>
              <a:ext cx="1739093" cy="2295833"/>
            </a:xfrm>
            <a:custGeom>
              <a:avLst/>
              <a:gdLst/>
              <a:ahLst/>
              <a:cxnLst/>
              <a:rect l="l" t="t" r="r" b="b"/>
              <a:pathLst>
                <a:path w="36549" h="48247" extrusionOk="0">
                  <a:moveTo>
                    <a:pt x="18255" y="0"/>
                  </a:moveTo>
                  <a:cubicBezTo>
                    <a:pt x="11739" y="0"/>
                    <a:pt x="6478" y="3415"/>
                    <a:pt x="6478" y="7577"/>
                  </a:cubicBezTo>
                  <a:cubicBezTo>
                    <a:pt x="6478" y="8008"/>
                    <a:pt x="6517" y="8401"/>
                    <a:pt x="6635" y="8794"/>
                  </a:cubicBezTo>
                  <a:cubicBezTo>
                    <a:pt x="4437" y="9893"/>
                    <a:pt x="3024" y="11620"/>
                    <a:pt x="3024" y="13504"/>
                  </a:cubicBezTo>
                  <a:cubicBezTo>
                    <a:pt x="3024" y="14996"/>
                    <a:pt x="3887" y="16370"/>
                    <a:pt x="5261" y="17391"/>
                  </a:cubicBezTo>
                  <a:cubicBezTo>
                    <a:pt x="3063" y="18490"/>
                    <a:pt x="1610" y="20217"/>
                    <a:pt x="1610" y="22141"/>
                  </a:cubicBezTo>
                  <a:cubicBezTo>
                    <a:pt x="1610" y="23868"/>
                    <a:pt x="2749" y="25399"/>
                    <a:pt x="4555" y="26459"/>
                  </a:cubicBezTo>
                  <a:cubicBezTo>
                    <a:pt x="2631" y="27558"/>
                    <a:pt x="1414" y="29168"/>
                    <a:pt x="1414" y="30934"/>
                  </a:cubicBezTo>
                  <a:cubicBezTo>
                    <a:pt x="1414" y="32426"/>
                    <a:pt x="2239" y="33800"/>
                    <a:pt x="3652" y="34820"/>
                  </a:cubicBezTo>
                  <a:cubicBezTo>
                    <a:pt x="1414" y="35920"/>
                    <a:pt x="1" y="37647"/>
                    <a:pt x="1" y="39570"/>
                  </a:cubicBezTo>
                  <a:cubicBezTo>
                    <a:pt x="1" y="42829"/>
                    <a:pt x="4123" y="45498"/>
                    <a:pt x="9226" y="45498"/>
                  </a:cubicBezTo>
                  <a:cubicBezTo>
                    <a:pt x="9501" y="45498"/>
                    <a:pt x="9815" y="45498"/>
                    <a:pt x="10129" y="45459"/>
                  </a:cubicBezTo>
                  <a:cubicBezTo>
                    <a:pt x="11621" y="47108"/>
                    <a:pt x="14683" y="48246"/>
                    <a:pt x="18255" y="48246"/>
                  </a:cubicBezTo>
                  <a:cubicBezTo>
                    <a:pt x="21827" y="48246"/>
                    <a:pt x="24929" y="47108"/>
                    <a:pt x="26420" y="45459"/>
                  </a:cubicBezTo>
                  <a:cubicBezTo>
                    <a:pt x="26695" y="45459"/>
                    <a:pt x="27009" y="45498"/>
                    <a:pt x="27323" y="45498"/>
                  </a:cubicBezTo>
                  <a:cubicBezTo>
                    <a:pt x="32387" y="45498"/>
                    <a:pt x="36548" y="42829"/>
                    <a:pt x="36548" y="39570"/>
                  </a:cubicBezTo>
                  <a:cubicBezTo>
                    <a:pt x="36509" y="37647"/>
                    <a:pt x="35096" y="35920"/>
                    <a:pt x="32858" y="34820"/>
                  </a:cubicBezTo>
                  <a:cubicBezTo>
                    <a:pt x="34272" y="33800"/>
                    <a:pt x="35096" y="32426"/>
                    <a:pt x="35096" y="30934"/>
                  </a:cubicBezTo>
                  <a:cubicBezTo>
                    <a:pt x="35096" y="29168"/>
                    <a:pt x="33879" y="27558"/>
                    <a:pt x="31955" y="26459"/>
                  </a:cubicBezTo>
                  <a:cubicBezTo>
                    <a:pt x="33761" y="25399"/>
                    <a:pt x="34900" y="23868"/>
                    <a:pt x="34900" y="22141"/>
                  </a:cubicBezTo>
                  <a:cubicBezTo>
                    <a:pt x="34900" y="20217"/>
                    <a:pt x="33447" y="18490"/>
                    <a:pt x="31249" y="17391"/>
                  </a:cubicBezTo>
                  <a:cubicBezTo>
                    <a:pt x="32623" y="16370"/>
                    <a:pt x="33486" y="14996"/>
                    <a:pt x="33486" y="13504"/>
                  </a:cubicBezTo>
                  <a:cubicBezTo>
                    <a:pt x="33486" y="11620"/>
                    <a:pt x="32073" y="9893"/>
                    <a:pt x="29875" y="8794"/>
                  </a:cubicBezTo>
                  <a:cubicBezTo>
                    <a:pt x="29993" y="8401"/>
                    <a:pt x="30032" y="8008"/>
                    <a:pt x="30032" y="7577"/>
                  </a:cubicBezTo>
                  <a:cubicBezTo>
                    <a:pt x="30032" y="3415"/>
                    <a:pt x="24772" y="0"/>
                    <a:pt x="18255" y="0"/>
                  </a:cubicBezTo>
                  <a:close/>
                </a:path>
              </a:pathLst>
            </a:custGeom>
            <a:solidFill>
              <a:srgbClr val="82A6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3414646" y="3326715"/>
              <a:ext cx="188665" cy="971400"/>
            </a:xfrm>
            <a:custGeom>
              <a:avLst/>
              <a:gdLst/>
              <a:ahLst/>
              <a:cxnLst/>
              <a:rect l="l" t="t" r="r" b="b"/>
              <a:pathLst>
                <a:path w="3965" h="20414" extrusionOk="0">
                  <a:moveTo>
                    <a:pt x="0" y="0"/>
                  </a:moveTo>
                  <a:lnTo>
                    <a:pt x="0" y="20414"/>
                  </a:lnTo>
                  <a:lnTo>
                    <a:pt x="3965" y="20414"/>
                  </a:lnTo>
                  <a:lnTo>
                    <a:pt x="3965" y="0"/>
                  </a:lnTo>
                  <a:close/>
                </a:path>
              </a:pathLst>
            </a:custGeom>
            <a:solidFill>
              <a:srgbClr val="708C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3452950" y="1660018"/>
              <a:ext cx="2372226" cy="2634448"/>
            </a:xfrm>
            <a:custGeom>
              <a:avLst/>
              <a:gdLst/>
              <a:ahLst/>
              <a:cxnLst/>
              <a:rect l="l" t="t" r="r" b="b"/>
              <a:pathLst>
                <a:path w="49855" h="55363" extrusionOk="0">
                  <a:moveTo>
                    <a:pt x="22979" y="0"/>
                  </a:moveTo>
                  <a:cubicBezTo>
                    <a:pt x="21167" y="0"/>
                    <a:pt x="18970" y="358"/>
                    <a:pt x="16311" y="1267"/>
                  </a:cubicBezTo>
                  <a:cubicBezTo>
                    <a:pt x="7949" y="4093"/>
                    <a:pt x="5790" y="10571"/>
                    <a:pt x="11796" y="11199"/>
                  </a:cubicBezTo>
                  <a:cubicBezTo>
                    <a:pt x="11796" y="11199"/>
                    <a:pt x="2375" y="12298"/>
                    <a:pt x="2375" y="18500"/>
                  </a:cubicBezTo>
                  <a:cubicBezTo>
                    <a:pt x="2375" y="21544"/>
                    <a:pt x="4379" y="22319"/>
                    <a:pt x="6420" y="22319"/>
                  </a:cubicBezTo>
                  <a:cubicBezTo>
                    <a:pt x="8029" y="22319"/>
                    <a:pt x="9662" y="21837"/>
                    <a:pt x="10354" y="21605"/>
                  </a:cubicBezTo>
                  <a:lnTo>
                    <a:pt x="10354" y="21605"/>
                  </a:lnTo>
                  <a:cubicBezTo>
                    <a:pt x="8506" y="22289"/>
                    <a:pt x="1" y="25840"/>
                    <a:pt x="4495" y="31808"/>
                  </a:cubicBezTo>
                  <a:cubicBezTo>
                    <a:pt x="4495" y="31808"/>
                    <a:pt x="6651" y="33537"/>
                    <a:pt x="9332" y="33537"/>
                  </a:cubicBezTo>
                  <a:cubicBezTo>
                    <a:pt x="10869" y="33537"/>
                    <a:pt x="12578" y="32968"/>
                    <a:pt x="14152" y="31180"/>
                  </a:cubicBezTo>
                  <a:lnTo>
                    <a:pt x="14152" y="31180"/>
                  </a:lnTo>
                  <a:cubicBezTo>
                    <a:pt x="14151" y="31181"/>
                    <a:pt x="11247" y="34792"/>
                    <a:pt x="14466" y="36323"/>
                  </a:cubicBezTo>
                  <a:cubicBezTo>
                    <a:pt x="14949" y="36547"/>
                    <a:pt x="15420" y="36639"/>
                    <a:pt x="15880" y="36639"/>
                  </a:cubicBezTo>
                  <a:cubicBezTo>
                    <a:pt x="18026" y="36639"/>
                    <a:pt x="19922" y="34633"/>
                    <a:pt x="21568" y="34633"/>
                  </a:cubicBezTo>
                  <a:cubicBezTo>
                    <a:pt x="21921" y="34633"/>
                    <a:pt x="22262" y="34725"/>
                    <a:pt x="22592" y="34949"/>
                  </a:cubicBezTo>
                  <a:cubicBezTo>
                    <a:pt x="22592" y="34949"/>
                    <a:pt x="26871" y="40170"/>
                    <a:pt x="24319" y="55362"/>
                  </a:cubicBezTo>
                  <a:lnTo>
                    <a:pt x="29069" y="55362"/>
                  </a:lnTo>
                  <a:cubicBezTo>
                    <a:pt x="29069" y="55362"/>
                    <a:pt x="25183" y="37854"/>
                    <a:pt x="31307" y="34085"/>
                  </a:cubicBezTo>
                  <a:cubicBezTo>
                    <a:pt x="31307" y="34085"/>
                    <a:pt x="31834" y="33771"/>
                    <a:pt x="32605" y="33771"/>
                  </a:cubicBezTo>
                  <a:cubicBezTo>
                    <a:pt x="33351" y="33771"/>
                    <a:pt x="34325" y="34065"/>
                    <a:pt x="35271" y="35224"/>
                  </a:cubicBezTo>
                  <a:cubicBezTo>
                    <a:pt x="35792" y="35861"/>
                    <a:pt x="36708" y="36162"/>
                    <a:pt x="37761" y="36162"/>
                  </a:cubicBezTo>
                  <a:cubicBezTo>
                    <a:pt x="40597" y="36162"/>
                    <a:pt x="44433" y="33980"/>
                    <a:pt x="44261" y="30317"/>
                  </a:cubicBezTo>
                  <a:cubicBezTo>
                    <a:pt x="44149" y="27477"/>
                    <a:pt x="42879" y="26866"/>
                    <a:pt x="41806" y="26866"/>
                  </a:cubicBezTo>
                  <a:cubicBezTo>
                    <a:pt x="41725" y="26866"/>
                    <a:pt x="41646" y="26869"/>
                    <a:pt x="41568" y="26876"/>
                  </a:cubicBezTo>
                  <a:lnTo>
                    <a:pt x="41568" y="26876"/>
                  </a:lnTo>
                  <a:cubicBezTo>
                    <a:pt x="44176" y="26065"/>
                    <a:pt x="49855" y="23654"/>
                    <a:pt x="49521" y="18108"/>
                  </a:cubicBezTo>
                  <a:cubicBezTo>
                    <a:pt x="49304" y="14486"/>
                    <a:pt x="46911" y="13588"/>
                    <a:pt x="44592" y="13588"/>
                  </a:cubicBezTo>
                  <a:cubicBezTo>
                    <a:pt x="42310" y="13588"/>
                    <a:pt x="40100" y="14457"/>
                    <a:pt x="40100" y="14457"/>
                  </a:cubicBezTo>
                  <a:cubicBezTo>
                    <a:pt x="40100" y="14457"/>
                    <a:pt x="47598" y="11159"/>
                    <a:pt x="44379" y="8058"/>
                  </a:cubicBezTo>
                  <a:cubicBezTo>
                    <a:pt x="43412" y="7127"/>
                    <a:pt x="42381" y="6801"/>
                    <a:pt x="41412" y="6801"/>
                  </a:cubicBezTo>
                  <a:cubicBezTo>
                    <a:pt x="39173" y="6801"/>
                    <a:pt x="37264" y="8542"/>
                    <a:pt x="37235" y="8568"/>
                  </a:cubicBezTo>
                  <a:lnTo>
                    <a:pt x="37235" y="8568"/>
                  </a:lnTo>
                  <a:cubicBezTo>
                    <a:pt x="37275" y="8531"/>
                    <a:pt x="40956" y="5144"/>
                    <a:pt x="39668" y="3426"/>
                  </a:cubicBezTo>
                  <a:cubicBezTo>
                    <a:pt x="39279" y="2903"/>
                    <a:pt x="38471" y="2685"/>
                    <a:pt x="37491" y="2685"/>
                  </a:cubicBezTo>
                  <a:cubicBezTo>
                    <a:pt x="35310" y="2685"/>
                    <a:pt x="32275" y="3765"/>
                    <a:pt x="31110" y="4957"/>
                  </a:cubicBezTo>
                  <a:cubicBezTo>
                    <a:pt x="31110" y="4926"/>
                    <a:pt x="29698" y="0"/>
                    <a:pt x="229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183548" y="3625585"/>
              <a:ext cx="194327" cy="691220"/>
            </a:xfrm>
            <a:custGeom>
              <a:avLst/>
              <a:gdLst/>
              <a:ahLst/>
              <a:cxnLst/>
              <a:rect l="l" t="t" r="r" b="b"/>
              <a:pathLst>
                <a:path w="4084" h="14526" extrusionOk="0">
                  <a:moveTo>
                    <a:pt x="1" y="0"/>
                  </a:moveTo>
                  <a:lnTo>
                    <a:pt x="1" y="14525"/>
                  </a:lnTo>
                  <a:lnTo>
                    <a:pt x="4083" y="14525"/>
                  </a:lnTo>
                  <a:lnTo>
                    <a:pt x="4083" y="0"/>
                  </a:lnTo>
                  <a:close/>
                </a:path>
              </a:pathLst>
            </a:custGeom>
            <a:solidFill>
              <a:srgbClr val="82A6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4341136" y="1752044"/>
              <a:ext cx="1881031" cy="2138517"/>
            </a:xfrm>
            <a:custGeom>
              <a:avLst/>
              <a:gdLst/>
              <a:ahLst/>
              <a:cxnLst/>
              <a:rect l="l" t="t" r="r" b="b"/>
              <a:pathLst>
                <a:path w="39532" h="44941" extrusionOk="0">
                  <a:moveTo>
                    <a:pt x="19510" y="0"/>
                  </a:moveTo>
                  <a:cubicBezTo>
                    <a:pt x="19510" y="13975"/>
                    <a:pt x="10560" y="20178"/>
                    <a:pt x="4201" y="21356"/>
                  </a:cubicBezTo>
                  <a:cubicBezTo>
                    <a:pt x="4874" y="21560"/>
                    <a:pt x="5558" y="21647"/>
                    <a:pt x="6235" y="21647"/>
                  </a:cubicBezTo>
                  <a:cubicBezTo>
                    <a:pt x="9974" y="21647"/>
                    <a:pt x="13465" y="19000"/>
                    <a:pt x="13465" y="19000"/>
                  </a:cubicBezTo>
                  <a:lnTo>
                    <a:pt x="13465" y="19040"/>
                  </a:lnTo>
                  <a:cubicBezTo>
                    <a:pt x="11110" y="22102"/>
                    <a:pt x="7694" y="24182"/>
                    <a:pt x="3886" y="24810"/>
                  </a:cubicBezTo>
                  <a:cubicBezTo>
                    <a:pt x="3886" y="24810"/>
                    <a:pt x="5143" y="25553"/>
                    <a:pt x="7418" y="25553"/>
                  </a:cubicBezTo>
                  <a:cubicBezTo>
                    <a:pt x="8409" y="25553"/>
                    <a:pt x="9594" y="25412"/>
                    <a:pt x="10953" y="25006"/>
                  </a:cubicBezTo>
                  <a:lnTo>
                    <a:pt x="10953" y="25006"/>
                  </a:lnTo>
                  <a:cubicBezTo>
                    <a:pt x="8676" y="28343"/>
                    <a:pt x="5574" y="30973"/>
                    <a:pt x="1924" y="32661"/>
                  </a:cubicBezTo>
                  <a:cubicBezTo>
                    <a:pt x="1962" y="32700"/>
                    <a:pt x="2102" y="32717"/>
                    <a:pt x="2320" y="32717"/>
                  </a:cubicBezTo>
                  <a:cubicBezTo>
                    <a:pt x="3668" y="32717"/>
                    <a:pt x="8017" y="32042"/>
                    <a:pt x="10010" y="31366"/>
                  </a:cubicBezTo>
                  <a:lnTo>
                    <a:pt x="10010" y="31366"/>
                  </a:lnTo>
                  <a:cubicBezTo>
                    <a:pt x="8597" y="34232"/>
                    <a:pt x="5260" y="39178"/>
                    <a:pt x="0" y="39845"/>
                  </a:cubicBezTo>
                  <a:cubicBezTo>
                    <a:pt x="0" y="39845"/>
                    <a:pt x="1511" y="40159"/>
                    <a:pt x="3602" y="40159"/>
                  </a:cubicBezTo>
                  <a:cubicBezTo>
                    <a:pt x="5692" y="40159"/>
                    <a:pt x="8362" y="39845"/>
                    <a:pt x="10678" y="38589"/>
                  </a:cubicBezTo>
                  <a:lnTo>
                    <a:pt x="10678" y="38589"/>
                  </a:lnTo>
                  <a:cubicBezTo>
                    <a:pt x="10364" y="39374"/>
                    <a:pt x="7262" y="43889"/>
                    <a:pt x="4201" y="44831"/>
                  </a:cubicBezTo>
                  <a:cubicBezTo>
                    <a:pt x="5130" y="44881"/>
                    <a:pt x="6003" y="44904"/>
                    <a:pt x="6824" y="44904"/>
                  </a:cubicBezTo>
                  <a:cubicBezTo>
                    <a:pt x="18314" y="44904"/>
                    <a:pt x="19510" y="40356"/>
                    <a:pt x="19510" y="40356"/>
                  </a:cubicBezTo>
                  <a:cubicBezTo>
                    <a:pt x="19510" y="40356"/>
                    <a:pt x="20298" y="44941"/>
                    <a:pt x="32995" y="44941"/>
                  </a:cubicBezTo>
                  <a:cubicBezTo>
                    <a:pt x="33590" y="44941"/>
                    <a:pt x="34211" y="44930"/>
                    <a:pt x="34860" y="44909"/>
                  </a:cubicBezTo>
                  <a:cubicBezTo>
                    <a:pt x="34860" y="44909"/>
                    <a:pt x="27990" y="41141"/>
                    <a:pt x="27990" y="38864"/>
                  </a:cubicBezTo>
                  <a:lnTo>
                    <a:pt x="27990" y="38864"/>
                  </a:lnTo>
                  <a:cubicBezTo>
                    <a:pt x="30500" y="40438"/>
                    <a:pt x="33243" y="40849"/>
                    <a:pt x="35425" y="40849"/>
                  </a:cubicBezTo>
                  <a:cubicBezTo>
                    <a:pt x="37815" y="40849"/>
                    <a:pt x="39531" y="40356"/>
                    <a:pt x="39531" y="40356"/>
                  </a:cubicBezTo>
                  <a:cubicBezTo>
                    <a:pt x="34271" y="39649"/>
                    <a:pt x="30463" y="34389"/>
                    <a:pt x="29050" y="31523"/>
                  </a:cubicBezTo>
                  <a:lnTo>
                    <a:pt x="29050" y="31523"/>
                  </a:lnTo>
                  <a:cubicBezTo>
                    <a:pt x="30795" y="32125"/>
                    <a:pt x="34616" y="33142"/>
                    <a:pt x="36305" y="33142"/>
                  </a:cubicBezTo>
                  <a:cubicBezTo>
                    <a:pt x="36820" y="33142"/>
                    <a:pt x="37136" y="33048"/>
                    <a:pt x="37136" y="32818"/>
                  </a:cubicBezTo>
                  <a:cubicBezTo>
                    <a:pt x="32190" y="30188"/>
                    <a:pt x="29364" y="27283"/>
                    <a:pt x="27754" y="24849"/>
                  </a:cubicBezTo>
                  <a:lnTo>
                    <a:pt x="27754" y="24849"/>
                  </a:lnTo>
                  <a:cubicBezTo>
                    <a:pt x="29390" y="25399"/>
                    <a:pt x="30794" y="25582"/>
                    <a:pt x="31940" y="25582"/>
                  </a:cubicBezTo>
                  <a:cubicBezTo>
                    <a:pt x="34231" y="25582"/>
                    <a:pt x="35488" y="24849"/>
                    <a:pt x="35488" y="24849"/>
                  </a:cubicBezTo>
                  <a:cubicBezTo>
                    <a:pt x="32151" y="24261"/>
                    <a:pt x="29128" y="22612"/>
                    <a:pt x="26812" y="20139"/>
                  </a:cubicBezTo>
                  <a:lnTo>
                    <a:pt x="26812" y="20139"/>
                  </a:lnTo>
                  <a:cubicBezTo>
                    <a:pt x="28739" y="21492"/>
                    <a:pt x="30806" y="21838"/>
                    <a:pt x="32363" y="21838"/>
                  </a:cubicBezTo>
                  <a:cubicBezTo>
                    <a:pt x="33787" y="21838"/>
                    <a:pt x="34785" y="21548"/>
                    <a:pt x="34860" y="21473"/>
                  </a:cubicBezTo>
                  <a:cubicBezTo>
                    <a:pt x="30698" y="21473"/>
                    <a:pt x="19510" y="14093"/>
                    <a:pt x="19510" y="79"/>
                  </a:cubicBezTo>
                  <a:lnTo>
                    <a:pt x="195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1834363" y="3511623"/>
              <a:ext cx="222305" cy="784629"/>
            </a:xfrm>
            <a:custGeom>
              <a:avLst/>
              <a:gdLst/>
              <a:ahLst/>
              <a:cxnLst/>
              <a:rect l="l" t="t" r="r" b="b"/>
              <a:pathLst>
                <a:path w="4672" h="16489" extrusionOk="0">
                  <a:moveTo>
                    <a:pt x="0" y="1"/>
                  </a:moveTo>
                  <a:lnTo>
                    <a:pt x="0" y="16488"/>
                  </a:lnTo>
                  <a:lnTo>
                    <a:pt x="4672" y="16488"/>
                  </a:lnTo>
                  <a:lnTo>
                    <a:pt x="46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876087" y="1329886"/>
              <a:ext cx="2140689" cy="2485793"/>
            </a:xfrm>
            <a:custGeom>
              <a:avLst/>
              <a:gdLst/>
              <a:ahLst/>
              <a:cxnLst/>
              <a:rect l="l" t="t" r="r" b="b"/>
              <a:pathLst>
                <a:path w="44989" h="52239" extrusionOk="0">
                  <a:moveTo>
                    <a:pt x="22220" y="0"/>
                  </a:moveTo>
                  <a:cubicBezTo>
                    <a:pt x="22220" y="15938"/>
                    <a:pt x="12053" y="24025"/>
                    <a:pt x="4751" y="25399"/>
                  </a:cubicBezTo>
                  <a:cubicBezTo>
                    <a:pt x="5509" y="25624"/>
                    <a:pt x="6279" y="25720"/>
                    <a:pt x="7040" y="25720"/>
                  </a:cubicBezTo>
                  <a:cubicBezTo>
                    <a:pt x="11330" y="25720"/>
                    <a:pt x="15350" y="22690"/>
                    <a:pt x="15350" y="22690"/>
                  </a:cubicBezTo>
                  <a:lnTo>
                    <a:pt x="15350" y="22730"/>
                  </a:lnTo>
                  <a:cubicBezTo>
                    <a:pt x="12681" y="26223"/>
                    <a:pt x="8755" y="28579"/>
                    <a:pt x="4398" y="29325"/>
                  </a:cubicBezTo>
                  <a:cubicBezTo>
                    <a:pt x="4398" y="29325"/>
                    <a:pt x="5834" y="30167"/>
                    <a:pt x="8438" y="30167"/>
                  </a:cubicBezTo>
                  <a:cubicBezTo>
                    <a:pt x="9563" y="30167"/>
                    <a:pt x="10906" y="30010"/>
                    <a:pt x="12445" y="29560"/>
                  </a:cubicBezTo>
                  <a:lnTo>
                    <a:pt x="12445" y="29560"/>
                  </a:lnTo>
                  <a:cubicBezTo>
                    <a:pt x="9893" y="33329"/>
                    <a:pt x="6321" y="36312"/>
                    <a:pt x="2199" y="38275"/>
                  </a:cubicBezTo>
                  <a:cubicBezTo>
                    <a:pt x="2233" y="38309"/>
                    <a:pt x="2361" y="38325"/>
                    <a:pt x="2562" y="38325"/>
                  </a:cubicBezTo>
                  <a:cubicBezTo>
                    <a:pt x="3980" y="38325"/>
                    <a:pt x="9082" y="37535"/>
                    <a:pt x="11385" y="36744"/>
                  </a:cubicBezTo>
                  <a:lnTo>
                    <a:pt x="11385" y="36744"/>
                  </a:lnTo>
                  <a:cubicBezTo>
                    <a:pt x="9815" y="40042"/>
                    <a:pt x="5968" y="45655"/>
                    <a:pt x="1" y="46440"/>
                  </a:cubicBezTo>
                  <a:cubicBezTo>
                    <a:pt x="1" y="46440"/>
                    <a:pt x="1672" y="46784"/>
                    <a:pt x="3996" y="46784"/>
                  </a:cubicBezTo>
                  <a:cubicBezTo>
                    <a:pt x="6385" y="46784"/>
                    <a:pt x="9465" y="46421"/>
                    <a:pt x="12131" y="44949"/>
                  </a:cubicBezTo>
                  <a:lnTo>
                    <a:pt x="12131" y="44949"/>
                  </a:lnTo>
                  <a:cubicBezTo>
                    <a:pt x="11817" y="45852"/>
                    <a:pt x="8284" y="51033"/>
                    <a:pt x="4790" y="52093"/>
                  </a:cubicBezTo>
                  <a:cubicBezTo>
                    <a:pt x="5860" y="52152"/>
                    <a:pt x="6866" y="52179"/>
                    <a:pt x="7810" y="52179"/>
                  </a:cubicBezTo>
                  <a:cubicBezTo>
                    <a:pt x="20860" y="52179"/>
                    <a:pt x="22259" y="46990"/>
                    <a:pt x="22259" y="46990"/>
                  </a:cubicBezTo>
                  <a:cubicBezTo>
                    <a:pt x="22259" y="46990"/>
                    <a:pt x="23164" y="52239"/>
                    <a:pt x="37835" y="52239"/>
                  </a:cubicBezTo>
                  <a:cubicBezTo>
                    <a:pt x="38442" y="52239"/>
                    <a:pt x="39073" y="52230"/>
                    <a:pt x="39728" y="52211"/>
                  </a:cubicBezTo>
                  <a:cubicBezTo>
                    <a:pt x="39728" y="52211"/>
                    <a:pt x="31916" y="47893"/>
                    <a:pt x="31916" y="45302"/>
                  </a:cubicBezTo>
                  <a:lnTo>
                    <a:pt x="31916" y="45302"/>
                  </a:lnTo>
                  <a:cubicBezTo>
                    <a:pt x="34712" y="47054"/>
                    <a:pt x="37799" y="47514"/>
                    <a:pt x="40271" y="47514"/>
                  </a:cubicBezTo>
                  <a:cubicBezTo>
                    <a:pt x="43006" y="47514"/>
                    <a:pt x="44988" y="46951"/>
                    <a:pt x="44988" y="46951"/>
                  </a:cubicBezTo>
                  <a:cubicBezTo>
                    <a:pt x="38982" y="46166"/>
                    <a:pt x="34664" y="40159"/>
                    <a:pt x="33055" y="36901"/>
                  </a:cubicBezTo>
                  <a:lnTo>
                    <a:pt x="33055" y="36901"/>
                  </a:lnTo>
                  <a:cubicBezTo>
                    <a:pt x="35053" y="37567"/>
                    <a:pt x="39435" y="38748"/>
                    <a:pt x="41334" y="38748"/>
                  </a:cubicBezTo>
                  <a:cubicBezTo>
                    <a:pt x="41896" y="38748"/>
                    <a:pt x="42241" y="38644"/>
                    <a:pt x="42241" y="38393"/>
                  </a:cubicBezTo>
                  <a:cubicBezTo>
                    <a:pt x="36627" y="35370"/>
                    <a:pt x="33408" y="32073"/>
                    <a:pt x="31563" y="29325"/>
                  </a:cubicBezTo>
                  <a:lnTo>
                    <a:pt x="31563" y="29325"/>
                  </a:lnTo>
                  <a:cubicBezTo>
                    <a:pt x="33421" y="29953"/>
                    <a:pt x="35022" y="30162"/>
                    <a:pt x="36330" y="30162"/>
                  </a:cubicBezTo>
                  <a:cubicBezTo>
                    <a:pt x="38947" y="30162"/>
                    <a:pt x="40395" y="29325"/>
                    <a:pt x="40395" y="29325"/>
                  </a:cubicBezTo>
                  <a:cubicBezTo>
                    <a:pt x="36627" y="28697"/>
                    <a:pt x="33172" y="26812"/>
                    <a:pt x="30542" y="23986"/>
                  </a:cubicBezTo>
                  <a:lnTo>
                    <a:pt x="30542" y="23986"/>
                  </a:lnTo>
                  <a:cubicBezTo>
                    <a:pt x="32739" y="25526"/>
                    <a:pt x="35097" y="25917"/>
                    <a:pt x="36870" y="25917"/>
                  </a:cubicBezTo>
                  <a:cubicBezTo>
                    <a:pt x="38485" y="25917"/>
                    <a:pt x="39614" y="25592"/>
                    <a:pt x="39689" y="25517"/>
                  </a:cubicBezTo>
                  <a:cubicBezTo>
                    <a:pt x="34939" y="25517"/>
                    <a:pt x="22220" y="16056"/>
                    <a:pt x="22220" y="118"/>
                  </a:cubicBezTo>
                  <a:lnTo>
                    <a:pt x="22220" y="0"/>
                  </a:lnTo>
                  <a:close/>
                </a:path>
              </a:pathLst>
            </a:custGeom>
            <a:solidFill>
              <a:srgbClr val="82A6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1801721" y="1864246"/>
              <a:ext cx="2187177" cy="2430214"/>
            </a:xfrm>
            <a:custGeom>
              <a:avLst/>
              <a:gdLst/>
              <a:ahLst/>
              <a:cxnLst/>
              <a:rect l="l" t="t" r="r" b="b"/>
              <a:pathLst>
                <a:path w="45966" h="51071" extrusionOk="0">
                  <a:moveTo>
                    <a:pt x="21184" y="0"/>
                  </a:moveTo>
                  <a:cubicBezTo>
                    <a:pt x="19510" y="0"/>
                    <a:pt x="17477" y="332"/>
                    <a:pt x="15015" y="1175"/>
                  </a:cubicBezTo>
                  <a:cubicBezTo>
                    <a:pt x="7321" y="3805"/>
                    <a:pt x="5319" y="9772"/>
                    <a:pt x="10854" y="10361"/>
                  </a:cubicBezTo>
                  <a:cubicBezTo>
                    <a:pt x="10854" y="10361"/>
                    <a:pt x="2178" y="11343"/>
                    <a:pt x="2178" y="17074"/>
                  </a:cubicBezTo>
                  <a:cubicBezTo>
                    <a:pt x="2178" y="19911"/>
                    <a:pt x="4038" y="20632"/>
                    <a:pt x="5929" y="20632"/>
                  </a:cubicBezTo>
                  <a:cubicBezTo>
                    <a:pt x="7411" y="20632"/>
                    <a:pt x="8913" y="20189"/>
                    <a:pt x="9552" y="19975"/>
                  </a:cubicBezTo>
                  <a:lnTo>
                    <a:pt x="9552" y="19975"/>
                  </a:lnTo>
                  <a:cubicBezTo>
                    <a:pt x="7841" y="20609"/>
                    <a:pt x="0" y="23887"/>
                    <a:pt x="4141" y="29361"/>
                  </a:cubicBezTo>
                  <a:cubicBezTo>
                    <a:pt x="4141" y="29361"/>
                    <a:pt x="6135" y="30944"/>
                    <a:pt x="8606" y="30944"/>
                  </a:cubicBezTo>
                  <a:cubicBezTo>
                    <a:pt x="10026" y="30944"/>
                    <a:pt x="11605" y="30421"/>
                    <a:pt x="13052" y="28772"/>
                  </a:cubicBezTo>
                  <a:lnTo>
                    <a:pt x="13052" y="28772"/>
                  </a:lnTo>
                  <a:cubicBezTo>
                    <a:pt x="13051" y="28773"/>
                    <a:pt x="10383" y="32109"/>
                    <a:pt x="13327" y="33483"/>
                  </a:cubicBezTo>
                  <a:cubicBezTo>
                    <a:pt x="13783" y="33699"/>
                    <a:pt x="14228" y="33788"/>
                    <a:pt x="14662" y="33788"/>
                  </a:cubicBezTo>
                  <a:cubicBezTo>
                    <a:pt x="16633" y="33788"/>
                    <a:pt x="18378" y="31962"/>
                    <a:pt x="19895" y="31962"/>
                  </a:cubicBezTo>
                  <a:cubicBezTo>
                    <a:pt x="20229" y="31962"/>
                    <a:pt x="20552" y="32050"/>
                    <a:pt x="20864" y="32266"/>
                  </a:cubicBezTo>
                  <a:cubicBezTo>
                    <a:pt x="20864" y="32266"/>
                    <a:pt x="24790" y="37056"/>
                    <a:pt x="22434" y="51070"/>
                  </a:cubicBezTo>
                  <a:lnTo>
                    <a:pt x="26792" y="51070"/>
                  </a:lnTo>
                  <a:cubicBezTo>
                    <a:pt x="26792" y="51070"/>
                    <a:pt x="23219" y="34936"/>
                    <a:pt x="28833" y="31442"/>
                  </a:cubicBezTo>
                  <a:cubicBezTo>
                    <a:pt x="28833" y="31442"/>
                    <a:pt x="29313" y="31162"/>
                    <a:pt x="30020" y="31162"/>
                  </a:cubicBezTo>
                  <a:cubicBezTo>
                    <a:pt x="30714" y="31162"/>
                    <a:pt x="31628" y="31432"/>
                    <a:pt x="32523" y="32502"/>
                  </a:cubicBezTo>
                  <a:cubicBezTo>
                    <a:pt x="33003" y="33099"/>
                    <a:pt x="33849" y="33381"/>
                    <a:pt x="34822" y="33381"/>
                  </a:cubicBezTo>
                  <a:cubicBezTo>
                    <a:pt x="37428" y="33381"/>
                    <a:pt x="40949" y="31361"/>
                    <a:pt x="40806" y="27987"/>
                  </a:cubicBezTo>
                  <a:cubicBezTo>
                    <a:pt x="40695" y="25353"/>
                    <a:pt x="39548" y="24778"/>
                    <a:pt x="38569" y="24778"/>
                  </a:cubicBezTo>
                  <a:cubicBezTo>
                    <a:pt x="38510" y="24778"/>
                    <a:pt x="38451" y="24780"/>
                    <a:pt x="38393" y="24784"/>
                  </a:cubicBezTo>
                  <a:lnTo>
                    <a:pt x="38393" y="24784"/>
                  </a:lnTo>
                  <a:cubicBezTo>
                    <a:pt x="40825" y="24010"/>
                    <a:pt x="45965" y="21767"/>
                    <a:pt x="45635" y="16721"/>
                  </a:cubicBezTo>
                  <a:cubicBezTo>
                    <a:pt x="45437" y="13374"/>
                    <a:pt x="43230" y="12545"/>
                    <a:pt x="41093" y="12545"/>
                  </a:cubicBezTo>
                  <a:cubicBezTo>
                    <a:pt x="38993" y="12545"/>
                    <a:pt x="36959" y="13345"/>
                    <a:pt x="36959" y="13345"/>
                  </a:cubicBezTo>
                  <a:cubicBezTo>
                    <a:pt x="36959" y="13345"/>
                    <a:pt x="43868" y="10283"/>
                    <a:pt x="40924" y="7417"/>
                  </a:cubicBezTo>
                  <a:cubicBezTo>
                    <a:pt x="40028" y="6556"/>
                    <a:pt x="39071" y="6255"/>
                    <a:pt x="38171" y="6255"/>
                  </a:cubicBezTo>
                  <a:cubicBezTo>
                    <a:pt x="36095" y="6255"/>
                    <a:pt x="34322" y="7859"/>
                    <a:pt x="34290" y="7888"/>
                  </a:cubicBezTo>
                  <a:lnTo>
                    <a:pt x="34290" y="7888"/>
                  </a:lnTo>
                  <a:cubicBezTo>
                    <a:pt x="34334" y="7848"/>
                    <a:pt x="37737" y="4737"/>
                    <a:pt x="36566" y="3138"/>
                  </a:cubicBezTo>
                  <a:cubicBezTo>
                    <a:pt x="36200" y="2649"/>
                    <a:pt x="35449" y="2446"/>
                    <a:pt x="34541" y="2446"/>
                  </a:cubicBezTo>
                  <a:cubicBezTo>
                    <a:pt x="32530" y="2446"/>
                    <a:pt x="29746" y="3443"/>
                    <a:pt x="28637" y="4551"/>
                  </a:cubicBezTo>
                  <a:lnTo>
                    <a:pt x="28637" y="4551"/>
                  </a:lnTo>
                  <a:cubicBezTo>
                    <a:pt x="28654" y="4504"/>
                    <a:pt x="27352" y="0"/>
                    <a:pt x="21184" y="0"/>
                  </a:cubicBezTo>
                  <a:close/>
                </a:path>
              </a:pathLst>
            </a:custGeom>
            <a:solidFill>
              <a:srgbClr val="9ABC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155060" y="1438233"/>
              <a:ext cx="1572840" cy="2071661"/>
            </a:xfrm>
            <a:custGeom>
              <a:avLst/>
              <a:gdLst/>
              <a:ahLst/>
              <a:cxnLst/>
              <a:rect l="l" t="t" r="r" b="b"/>
              <a:pathLst>
                <a:path w="33055" h="43536" extrusionOk="0">
                  <a:moveTo>
                    <a:pt x="16528" y="0"/>
                  </a:moveTo>
                  <a:cubicBezTo>
                    <a:pt x="10639" y="0"/>
                    <a:pt x="5889" y="3062"/>
                    <a:pt x="5889" y="6831"/>
                  </a:cubicBezTo>
                  <a:cubicBezTo>
                    <a:pt x="5889" y="7223"/>
                    <a:pt x="5929" y="7577"/>
                    <a:pt x="6046" y="7930"/>
                  </a:cubicBezTo>
                  <a:cubicBezTo>
                    <a:pt x="4084" y="8911"/>
                    <a:pt x="2749" y="10442"/>
                    <a:pt x="2749" y="12209"/>
                  </a:cubicBezTo>
                  <a:cubicBezTo>
                    <a:pt x="2749" y="13544"/>
                    <a:pt x="3534" y="14761"/>
                    <a:pt x="4790" y="15703"/>
                  </a:cubicBezTo>
                  <a:cubicBezTo>
                    <a:pt x="2788" y="16684"/>
                    <a:pt x="1493" y="18215"/>
                    <a:pt x="1493" y="19982"/>
                  </a:cubicBezTo>
                  <a:cubicBezTo>
                    <a:pt x="1493" y="21513"/>
                    <a:pt x="2513" y="22926"/>
                    <a:pt x="4123" y="23907"/>
                  </a:cubicBezTo>
                  <a:cubicBezTo>
                    <a:pt x="2396" y="24889"/>
                    <a:pt x="1296" y="26341"/>
                    <a:pt x="1296" y="27951"/>
                  </a:cubicBezTo>
                  <a:cubicBezTo>
                    <a:pt x="1296" y="29285"/>
                    <a:pt x="2042" y="30502"/>
                    <a:pt x="3338" y="31444"/>
                  </a:cubicBezTo>
                  <a:cubicBezTo>
                    <a:pt x="1296" y="32426"/>
                    <a:pt x="1" y="33957"/>
                    <a:pt x="1" y="35723"/>
                  </a:cubicBezTo>
                  <a:cubicBezTo>
                    <a:pt x="1" y="38668"/>
                    <a:pt x="3730" y="41062"/>
                    <a:pt x="8363" y="41062"/>
                  </a:cubicBezTo>
                  <a:cubicBezTo>
                    <a:pt x="8637" y="41062"/>
                    <a:pt x="8912" y="41062"/>
                    <a:pt x="9148" y="41023"/>
                  </a:cubicBezTo>
                  <a:cubicBezTo>
                    <a:pt x="10522" y="42515"/>
                    <a:pt x="13309" y="43535"/>
                    <a:pt x="16528" y="43535"/>
                  </a:cubicBezTo>
                  <a:cubicBezTo>
                    <a:pt x="19747" y="43535"/>
                    <a:pt x="22534" y="42515"/>
                    <a:pt x="23869" y="41023"/>
                  </a:cubicBezTo>
                  <a:cubicBezTo>
                    <a:pt x="24144" y="41023"/>
                    <a:pt x="24418" y="41062"/>
                    <a:pt x="24693" y="41062"/>
                  </a:cubicBezTo>
                  <a:cubicBezTo>
                    <a:pt x="29286" y="41062"/>
                    <a:pt x="33055" y="38668"/>
                    <a:pt x="33055" y="35723"/>
                  </a:cubicBezTo>
                  <a:cubicBezTo>
                    <a:pt x="33015" y="33957"/>
                    <a:pt x="31720" y="32426"/>
                    <a:pt x="29718" y="31444"/>
                  </a:cubicBezTo>
                  <a:cubicBezTo>
                    <a:pt x="30974" y="30502"/>
                    <a:pt x="31720" y="29246"/>
                    <a:pt x="31720" y="27911"/>
                  </a:cubicBezTo>
                  <a:cubicBezTo>
                    <a:pt x="31720" y="26302"/>
                    <a:pt x="30621" y="24889"/>
                    <a:pt x="28894" y="23907"/>
                  </a:cubicBezTo>
                  <a:cubicBezTo>
                    <a:pt x="30503" y="22926"/>
                    <a:pt x="31524" y="21513"/>
                    <a:pt x="31524" y="19982"/>
                  </a:cubicBezTo>
                  <a:cubicBezTo>
                    <a:pt x="31524" y="18215"/>
                    <a:pt x="30228" y="16684"/>
                    <a:pt x="28226" y="15703"/>
                  </a:cubicBezTo>
                  <a:cubicBezTo>
                    <a:pt x="29482" y="14761"/>
                    <a:pt x="30268" y="13544"/>
                    <a:pt x="30268" y="12170"/>
                  </a:cubicBezTo>
                  <a:cubicBezTo>
                    <a:pt x="30268" y="10442"/>
                    <a:pt x="28972" y="8911"/>
                    <a:pt x="27009" y="7930"/>
                  </a:cubicBezTo>
                  <a:cubicBezTo>
                    <a:pt x="27088" y="7577"/>
                    <a:pt x="27127" y="7184"/>
                    <a:pt x="27127" y="6831"/>
                  </a:cubicBezTo>
                  <a:cubicBezTo>
                    <a:pt x="27127" y="3062"/>
                    <a:pt x="22377" y="0"/>
                    <a:pt x="165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855579" y="3418218"/>
              <a:ext cx="170012" cy="878038"/>
            </a:xfrm>
            <a:custGeom>
              <a:avLst/>
              <a:gdLst/>
              <a:ahLst/>
              <a:cxnLst/>
              <a:rect l="l" t="t" r="r" b="b"/>
              <a:pathLst>
                <a:path w="3573" h="18452" extrusionOk="0">
                  <a:moveTo>
                    <a:pt x="0" y="1"/>
                  </a:moveTo>
                  <a:lnTo>
                    <a:pt x="0" y="18451"/>
                  </a:lnTo>
                  <a:lnTo>
                    <a:pt x="3572" y="18451"/>
                  </a:lnTo>
                  <a:lnTo>
                    <a:pt x="3572" y="1"/>
                  </a:lnTo>
                  <a:close/>
                </a:path>
              </a:pathLst>
            </a:custGeom>
            <a:solidFill>
              <a:srgbClr val="9ABC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179259" y="4378351"/>
              <a:ext cx="9944790" cy="74756"/>
            </a:xfrm>
            <a:custGeom>
              <a:avLst/>
              <a:gdLst/>
              <a:ahLst/>
              <a:cxnLst/>
              <a:rect l="l" t="t" r="r" b="b"/>
              <a:pathLst>
                <a:path w="209001" h="1571" extrusionOk="0">
                  <a:moveTo>
                    <a:pt x="0" y="1"/>
                  </a:moveTo>
                  <a:lnTo>
                    <a:pt x="209000" y="1"/>
                  </a:lnTo>
                  <a:lnTo>
                    <a:pt x="209000" y="1571"/>
                  </a:lnTo>
                  <a:lnTo>
                    <a:pt x="0" y="157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179259" y="4798245"/>
              <a:ext cx="9944790" cy="48"/>
            </a:xfrm>
            <a:custGeom>
              <a:avLst/>
              <a:gdLst/>
              <a:ahLst/>
              <a:cxnLst/>
              <a:rect l="l" t="t" r="r" b="b"/>
              <a:pathLst>
                <a:path w="209001" h="1" fill="none" extrusionOk="0">
                  <a:moveTo>
                    <a:pt x="0" y="1"/>
                  </a:moveTo>
                  <a:lnTo>
                    <a:pt x="209000" y="1"/>
                  </a:lnTo>
                </a:path>
              </a:pathLst>
            </a:custGeom>
            <a:noFill/>
            <a:ln w="43175" cap="rnd" cmpd="sng">
              <a:solidFill>
                <a:srgbClr val="FFFFFF"/>
              </a:solidFill>
              <a:prstDash val="solid"/>
              <a:miter lim="3925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 name="Google Shape;37;p2"/>
          <p:cNvSpPr txBox="1">
            <a:spLocks noGrp="1"/>
          </p:cNvSpPr>
          <p:nvPr>
            <p:ph type="ctrTitle"/>
          </p:nvPr>
        </p:nvSpPr>
        <p:spPr>
          <a:xfrm rot="302">
            <a:off x="952650" y="781589"/>
            <a:ext cx="34098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6000">
                <a:solidFill>
                  <a:srgbClr val="FFFFFF"/>
                </a:solidFill>
                <a:latin typeface="Mouse Memoirs"/>
                <a:ea typeface="Mouse Memoirs"/>
                <a:cs typeface="Mouse Memoirs"/>
                <a:sym typeface="Mouse Memoirs"/>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38" name="Google Shape;38;p2"/>
          <p:cNvSpPr txBox="1">
            <a:spLocks noGrp="1"/>
          </p:cNvSpPr>
          <p:nvPr>
            <p:ph type="subTitle" idx="1"/>
          </p:nvPr>
        </p:nvSpPr>
        <p:spPr>
          <a:xfrm>
            <a:off x="1119150" y="2834125"/>
            <a:ext cx="30768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a:solidFill>
                  <a:srgbClr val="FFFFFF"/>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0"/>
        <p:cNvGrpSpPr/>
        <p:nvPr/>
      </p:nvGrpSpPr>
      <p:grpSpPr>
        <a:xfrm>
          <a:off x="0" y="0"/>
          <a:ext cx="0" cy="0"/>
          <a:chOff x="0" y="0"/>
          <a:chExt cx="0" cy="0"/>
        </a:xfrm>
      </p:grpSpPr>
      <p:sp>
        <p:nvSpPr>
          <p:cNvPr id="111" name="Google Shape;111;p6"/>
          <p:cNvSpPr txBox="1">
            <a:spLocks noGrp="1"/>
          </p:cNvSpPr>
          <p:nvPr>
            <p:ph type="title"/>
          </p:nvPr>
        </p:nvSpPr>
        <p:spPr>
          <a:xfrm>
            <a:off x="713225" y="330725"/>
            <a:ext cx="7717800" cy="713400"/>
          </a:xfrm>
          <a:prstGeom prst="rect">
            <a:avLst/>
          </a:prstGeom>
        </p:spPr>
        <p:txBody>
          <a:bodyPr spcFirstLastPara="1" wrap="square" lIns="91425" tIns="91425" rIns="91425" bIns="91425" anchor="t" anchorCtr="0">
            <a:normAutofit/>
          </a:bodyPr>
          <a:lstStyle>
            <a:lvl1pPr lvl="0" algn="ctr" rtl="0">
              <a:spcBef>
                <a:spcPts val="0"/>
              </a:spcBef>
              <a:spcAft>
                <a:spcPts val="0"/>
              </a:spcAft>
              <a:buSzPts val="2800"/>
              <a:buNone/>
              <a:defRPr sz="3800">
                <a:solidFill>
                  <a:srgbClr val="3B3B3B"/>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112" name="Google Shape;112;p6"/>
          <p:cNvGrpSpPr/>
          <p:nvPr/>
        </p:nvGrpSpPr>
        <p:grpSpPr>
          <a:xfrm>
            <a:off x="-376905" y="246450"/>
            <a:ext cx="10342646" cy="1274430"/>
            <a:chOff x="-376905" y="246450"/>
            <a:chExt cx="10342646" cy="1274430"/>
          </a:xfrm>
        </p:grpSpPr>
        <p:sp>
          <p:nvSpPr>
            <p:cNvPr id="113" name="Google Shape;113;p6"/>
            <p:cNvSpPr/>
            <p:nvPr/>
          </p:nvSpPr>
          <p:spPr>
            <a:xfrm>
              <a:off x="8292027" y="246450"/>
              <a:ext cx="1673714" cy="797667"/>
            </a:xfrm>
            <a:custGeom>
              <a:avLst/>
              <a:gdLst/>
              <a:ahLst/>
              <a:cxnLst/>
              <a:rect l="l" t="t" r="r" b="b"/>
              <a:pathLst>
                <a:path w="35175" h="16763" extrusionOk="0">
                  <a:moveTo>
                    <a:pt x="18530" y="0"/>
                  </a:moveTo>
                  <a:cubicBezTo>
                    <a:pt x="12681" y="0"/>
                    <a:pt x="7931" y="2866"/>
                    <a:pt x="7931" y="6399"/>
                  </a:cubicBezTo>
                  <a:lnTo>
                    <a:pt x="7931" y="6713"/>
                  </a:lnTo>
                  <a:cubicBezTo>
                    <a:pt x="3338" y="7341"/>
                    <a:pt x="1" y="9225"/>
                    <a:pt x="1" y="11502"/>
                  </a:cubicBezTo>
                  <a:cubicBezTo>
                    <a:pt x="1" y="14289"/>
                    <a:pt x="5026" y="16527"/>
                    <a:pt x="11228" y="16527"/>
                  </a:cubicBezTo>
                  <a:cubicBezTo>
                    <a:pt x="11328" y="16528"/>
                    <a:pt x="11427" y="16529"/>
                    <a:pt x="11527" y="16529"/>
                  </a:cubicBezTo>
                  <a:cubicBezTo>
                    <a:pt x="14211" y="16529"/>
                    <a:pt x="16854" y="16018"/>
                    <a:pt x="19315" y="14996"/>
                  </a:cubicBezTo>
                  <a:cubicBezTo>
                    <a:pt x="20846" y="16056"/>
                    <a:pt x="23515" y="16762"/>
                    <a:pt x="26499" y="16762"/>
                  </a:cubicBezTo>
                  <a:cubicBezTo>
                    <a:pt x="31288" y="16762"/>
                    <a:pt x="35174" y="14996"/>
                    <a:pt x="35174" y="12837"/>
                  </a:cubicBezTo>
                  <a:cubicBezTo>
                    <a:pt x="35174" y="10913"/>
                    <a:pt x="32230" y="9304"/>
                    <a:pt x="28265" y="8950"/>
                  </a:cubicBezTo>
                  <a:cubicBezTo>
                    <a:pt x="28815" y="8205"/>
                    <a:pt x="29129" y="7341"/>
                    <a:pt x="29129" y="6399"/>
                  </a:cubicBezTo>
                  <a:cubicBezTo>
                    <a:pt x="29129" y="2866"/>
                    <a:pt x="24379" y="0"/>
                    <a:pt x="185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6"/>
            <p:cNvSpPr/>
            <p:nvPr/>
          </p:nvSpPr>
          <p:spPr>
            <a:xfrm>
              <a:off x="7511824" y="1149999"/>
              <a:ext cx="857646" cy="370881"/>
            </a:xfrm>
            <a:custGeom>
              <a:avLst/>
              <a:gdLst/>
              <a:ahLst/>
              <a:cxnLst/>
              <a:rect l="l" t="t" r="r" b="b"/>
              <a:pathLst>
                <a:path w="26970" h="11662" extrusionOk="0">
                  <a:moveTo>
                    <a:pt x="10639" y="0"/>
                  </a:moveTo>
                  <a:cubicBezTo>
                    <a:pt x="7655" y="0"/>
                    <a:pt x="5221" y="1257"/>
                    <a:pt x="5221" y="2827"/>
                  </a:cubicBezTo>
                  <a:cubicBezTo>
                    <a:pt x="5221" y="2905"/>
                    <a:pt x="5221" y="2945"/>
                    <a:pt x="5221" y="3023"/>
                  </a:cubicBezTo>
                  <a:cubicBezTo>
                    <a:pt x="2199" y="3573"/>
                    <a:pt x="0" y="5222"/>
                    <a:pt x="0" y="7224"/>
                  </a:cubicBezTo>
                  <a:cubicBezTo>
                    <a:pt x="0" y="9697"/>
                    <a:pt x="3259" y="11660"/>
                    <a:pt x="7263" y="11660"/>
                  </a:cubicBezTo>
                  <a:cubicBezTo>
                    <a:pt x="7328" y="11661"/>
                    <a:pt x="7394" y="11662"/>
                    <a:pt x="7460" y="11662"/>
                  </a:cubicBezTo>
                  <a:cubicBezTo>
                    <a:pt x="9354" y="11662"/>
                    <a:pt x="11204" y="11115"/>
                    <a:pt x="12798" y="10129"/>
                  </a:cubicBezTo>
                  <a:cubicBezTo>
                    <a:pt x="14172" y="11031"/>
                    <a:pt x="16527" y="11660"/>
                    <a:pt x="19236" y="11660"/>
                  </a:cubicBezTo>
                  <a:cubicBezTo>
                    <a:pt x="23476" y="11660"/>
                    <a:pt x="26930" y="10089"/>
                    <a:pt x="26930" y="8205"/>
                  </a:cubicBezTo>
                  <a:cubicBezTo>
                    <a:pt x="26969" y="6831"/>
                    <a:pt x="25242" y="5653"/>
                    <a:pt x="22730" y="5104"/>
                  </a:cubicBezTo>
                  <a:cubicBezTo>
                    <a:pt x="22730" y="4986"/>
                    <a:pt x="22769" y="4907"/>
                    <a:pt x="22769" y="4790"/>
                  </a:cubicBezTo>
                  <a:cubicBezTo>
                    <a:pt x="22769" y="3455"/>
                    <a:pt x="20257" y="2395"/>
                    <a:pt x="17155" y="2395"/>
                  </a:cubicBezTo>
                  <a:cubicBezTo>
                    <a:pt x="16763" y="2395"/>
                    <a:pt x="16409" y="2395"/>
                    <a:pt x="16056" y="2434"/>
                  </a:cubicBezTo>
                  <a:cubicBezTo>
                    <a:pt x="15664" y="1060"/>
                    <a:pt x="13426" y="0"/>
                    <a:pt x="106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6"/>
            <p:cNvSpPr/>
            <p:nvPr/>
          </p:nvSpPr>
          <p:spPr>
            <a:xfrm>
              <a:off x="-376905" y="352336"/>
              <a:ext cx="1453312" cy="627789"/>
            </a:xfrm>
            <a:custGeom>
              <a:avLst/>
              <a:gdLst/>
              <a:ahLst/>
              <a:cxnLst/>
              <a:rect l="l" t="t" r="r" b="b"/>
              <a:pathLst>
                <a:path w="30543" h="13193" extrusionOk="0">
                  <a:moveTo>
                    <a:pt x="18490" y="1"/>
                  </a:moveTo>
                  <a:cubicBezTo>
                    <a:pt x="15389" y="1"/>
                    <a:pt x="12838" y="1179"/>
                    <a:pt x="12406" y="2749"/>
                  </a:cubicBezTo>
                  <a:cubicBezTo>
                    <a:pt x="12013" y="2710"/>
                    <a:pt x="11581" y="2710"/>
                    <a:pt x="11150" y="2710"/>
                  </a:cubicBezTo>
                  <a:cubicBezTo>
                    <a:pt x="7616" y="2710"/>
                    <a:pt x="4790" y="3927"/>
                    <a:pt x="4790" y="5418"/>
                  </a:cubicBezTo>
                  <a:cubicBezTo>
                    <a:pt x="4790" y="5536"/>
                    <a:pt x="4790" y="5654"/>
                    <a:pt x="4829" y="5772"/>
                  </a:cubicBezTo>
                  <a:cubicBezTo>
                    <a:pt x="1964" y="6400"/>
                    <a:pt x="1" y="7734"/>
                    <a:pt x="1" y="9265"/>
                  </a:cubicBezTo>
                  <a:cubicBezTo>
                    <a:pt x="1" y="11425"/>
                    <a:pt x="3926" y="13191"/>
                    <a:pt x="8755" y="13191"/>
                  </a:cubicBezTo>
                  <a:cubicBezTo>
                    <a:pt x="11817" y="13191"/>
                    <a:pt x="14486" y="12484"/>
                    <a:pt x="16057" y="11425"/>
                  </a:cubicBezTo>
                  <a:cubicBezTo>
                    <a:pt x="17844" y="12603"/>
                    <a:pt x="19963" y="13193"/>
                    <a:pt x="22092" y="13193"/>
                  </a:cubicBezTo>
                  <a:cubicBezTo>
                    <a:pt x="22161" y="13193"/>
                    <a:pt x="22230" y="13192"/>
                    <a:pt x="22298" y="13191"/>
                  </a:cubicBezTo>
                  <a:cubicBezTo>
                    <a:pt x="26852" y="13191"/>
                    <a:pt x="30542" y="10953"/>
                    <a:pt x="30542" y="8206"/>
                  </a:cubicBezTo>
                  <a:cubicBezTo>
                    <a:pt x="30542" y="5929"/>
                    <a:pt x="28108" y="4005"/>
                    <a:pt x="24654" y="3416"/>
                  </a:cubicBezTo>
                  <a:cubicBezTo>
                    <a:pt x="24654" y="3338"/>
                    <a:pt x="24654" y="3259"/>
                    <a:pt x="24654" y="3220"/>
                  </a:cubicBezTo>
                  <a:cubicBezTo>
                    <a:pt x="24654" y="1414"/>
                    <a:pt x="21906" y="1"/>
                    <a:pt x="184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16"/>
        <p:cNvGrpSpPr/>
        <p:nvPr/>
      </p:nvGrpSpPr>
      <p:grpSpPr>
        <a:xfrm>
          <a:off x="0" y="0"/>
          <a:ext cx="0" cy="0"/>
          <a:chOff x="0" y="0"/>
          <a:chExt cx="0" cy="0"/>
        </a:xfrm>
      </p:grpSpPr>
      <p:sp>
        <p:nvSpPr>
          <p:cNvPr id="117" name="Google Shape;117;p7"/>
          <p:cNvSpPr txBox="1">
            <a:spLocks noGrp="1"/>
          </p:cNvSpPr>
          <p:nvPr>
            <p:ph type="title"/>
          </p:nvPr>
        </p:nvSpPr>
        <p:spPr>
          <a:xfrm>
            <a:off x="858275" y="1340925"/>
            <a:ext cx="3455400" cy="9480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2800"/>
              <a:buNone/>
              <a:defRPr sz="7000">
                <a:solidFill>
                  <a:schemeClr val="accent4"/>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8" name="Google Shape;118;p7"/>
          <p:cNvSpPr txBox="1">
            <a:spLocks noGrp="1"/>
          </p:cNvSpPr>
          <p:nvPr>
            <p:ph type="subTitle" idx="1"/>
          </p:nvPr>
        </p:nvSpPr>
        <p:spPr>
          <a:xfrm>
            <a:off x="1164425" y="2427825"/>
            <a:ext cx="2843100" cy="993000"/>
          </a:xfrm>
          <a:prstGeom prst="rect">
            <a:avLst/>
          </a:prstGeom>
        </p:spPr>
        <p:txBody>
          <a:bodyPr spcFirstLastPara="1" wrap="square" lIns="91425" tIns="91425" rIns="91425" bIns="91425" anchor="ctr" anchorCtr="0">
            <a:normAutofit/>
          </a:bodyPr>
          <a:lstStyle>
            <a:lvl1pPr lvl="0" algn="ctr" rtl="0">
              <a:lnSpc>
                <a:spcPct val="100000"/>
              </a:lnSpc>
              <a:spcBef>
                <a:spcPts val="0"/>
              </a:spcBef>
              <a:spcAft>
                <a:spcPts val="0"/>
              </a:spcAft>
              <a:buSzPts val="18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9" name="Google Shape;119;p7"/>
          <p:cNvSpPr/>
          <p:nvPr/>
        </p:nvSpPr>
        <p:spPr>
          <a:xfrm>
            <a:off x="7798450" y="1197875"/>
            <a:ext cx="1593515" cy="759490"/>
          </a:xfrm>
          <a:custGeom>
            <a:avLst/>
            <a:gdLst/>
            <a:ahLst/>
            <a:cxnLst/>
            <a:rect l="l" t="t" r="r" b="b"/>
            <a:pathLst>
              <a:path w="35175" h="16763" extrusionOk="0">
                <a:moveTo>
                  <a:pt x="18530" y="0"/>
                </a:moveTo>
                <a:cubicBezTo>
                  <a:pt x="12681" y="0"/>
                  <a:pt x="7931" y="2866"/>
                  <a:pt x="7931" y="6399"/>
                </a:cubicBezTo>
                <a:lnTo>
                  <a:pt x="7931" y="6713"/>
                </a:lnTo>
                <a:cubicBezTo>
                  <a:pt x="3338" y="7341"/>
                  <a:pt x="1" y="9225"/>
                  <a:pt x="1" y="11502"/>
                </a:cubicBezTo>
                <a:cubicBezTo>
                  <a:pt x="1" y="14289"/>
                  <a:pt x="5026" y="16527"/>
                  <a:pt x="11228" y="16527"/>
                </a:cubicBezTo>
                <a:cubicBezTo>
                  <a:pt x="11328" y="16528"/>
                  <a:pt x="11427" y="16529"/>
                  <a:pt x="11527" y="16529"/>
                </a:cubicBezTo>
                <a:cubicBezTo>
                  <a:pt x="14211" y="16529"/>
                  <a:pt x="16854" y="16018"/>
                  <a:pt x="19315" y="14996"/>
                </a:cubicBezTo>
                <a:cubicBezTo>
                  <a:pt x="20846" y="16056"/>
                  <a:pt x="23515" y="16762"/>
                  <a:pt x="26499" y="16762"/>
                </a:cubicBezTo>
                <a:cubicBezTo>
                  <a:pt x="31288" y="16762"/>
                  <a:pt x="35174" y="14996"/>
                  <a:pt x="35174" y="12837"/>
                </a:cubicBezTo>
                <a:cubicBezTo>
                  <a:pt x="35174" y="10913"/>
                  <a:pt x="32230" y="9304"/>
                  <a:pt x="28265" y="8950"/>
                </a:cubicBezTo>
                <a:cubicBezTo>
                  <a:pt x="28815" y="8205"/>
                  <a:pt x="29129" y="7341"/>
                  <a:pt x="29129" y="6399"/>
                </a:cubicBezTo>
                <a:cubicBezTo>
                  <a:pt x="29129" y="2866"/>
                  <a:pt x="24379" y="0"/>
                  <a:pt x="185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7"/>
          <p:cNvSpPr/>
          <p:nvPr/>
        </p:nvSpPr>
        <p:spPr>
          <a:xfrm>
            <a:off x="3902150" y="274266"/>
            <a:ext cx="1804550" cy="997250"/>
          </a:xfrm>
          <a:custGeom>
            <a:avLst/>
            <a:gdLst/>
            <a:ahLst/>
            <a:cxnLst/>
            <a:rect l="l" t="t" r="r" b="b"/>
            <a:pathLst>
              <a:path w="72182" h="39890" extrusionOk="0">
                <a:moveTo>
                  <a:pt x="34167" y="1"/>
                </a:moveTo>
                <a:cubicBezTo>
                  <a:pt x="33792" y="1"/>
                  <a:pt x="33407" y="8"/>
                  <a:pt x="33013" y="22"/>
                </a:cubicBezTo>
                <a:cubicBezTo>
                  <a:pt x="21215" y="438"/>
                  <a:pt x="19139" y="10404"/>
                  <a:pt x="22178" y="17011"/>
                </a:cubicBezTo>
                <a:cubicBezTo>
                  <a:pt x="22178" y="17011"/>
                  <a:pt x="19602" y="16309"/>
                  <a:pt x="16688" y="16309"/>
                </a:cubicBezTo>
                <a:cubicBezTo>
                  <a:pt x="12231" y="16309"/>
                  <a:pt x="6982" y="17952"/>
                  <a:pt x="8945" y="26261"/>
                </a:cubicBezTo>
                <a:cubicBezTo>
                  <a:pt x="8945" y="26261"/>
                  <a:pt x="92" y="27393"/>
                  <a:pt x="35" y="33056"/>
                </a:cubicBezTo>
                <a:cubicBezTo>
                  <a:pt x="0" y="36563"/>
                  <a:pt x="6514" y="38260"/>
                  <a:pt x="12709" y="38260"/>
                </a:cubicBezTo>
                <a:cubicBezTo>
                  <a:pt x="16519" y="38260"/>
                  <a:pt x="20208" y="37618"/>
                  <a:pt x="22178" y="36360"/>
                </a:cubicBezTo>
                <a:cubicBezTo>
                  <a:pt x="22178" y="36360"/>
                  <a:pt x="30156" y="39522"/>
                  <a:pt x="36958" y="39522"/>
                </a:cubicBezTo>
                <a:cubicBezTo>
                  <a:pt x="39289" y="39522"/>
                  <a:pt x="41482" y="39151"/>
                  <a:pt x="43168" y="38153"/>
                </a:cubicBezTo>
                <a:cubicBezTo>
                  <a:pt x="43168" y="38153"/>
                  <a:pt x="52917" y="39890"/>
                  <a:pt x="60468" y="39890"/>
                </a:cubicBezTo>
                <a:cubicBezTo>
                  <a:pt x="64243" y="39890"/>
                  <a:pt x="67469" y="39456"/>
                  <a:pt x="68652" y="38153"/>
                </a:cubicBezTo>
                <a:cubicBezTo>
                  <a:pt x="72182" y="34227"/>
                  <a:pt x="60629" y="29508"/>
                  <a:pt x="60629" y="29508"/>
                </a:cubicBezTo>
                <a:cubicBezTo>
                  <a:pt x="60629" y="29508"/>
                  <a:pt x="63215" y="17955"/>
                  <a:pt x="48586" y="16766"/>
                </a:cubicBezTo>
                <a:cubicBezTo>
                  <a:pt x="48586" y="16766"/>
                  <a:pt x="52447" y="1"/>
                  <a:pt x="3416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7"/>
          <p:cNvSpPr/>
          <p:nvPr/>
        </p:nvSpPr>
        <p:spPr>
          <a:xfrm>
            <a:off x="-605100" y="3311891"/>
            <a:ext cx="1867050" cy="1037200"/>
          </a:xfrm>
          <a:custGeom>
            <a:avLst/>
            <a:gdLst/>
            <a:ahLst/>
            <a:cxnLst/>
            <a:rect l="l" t="t" r="r" b="b"/>
            <a:pathLst>
              <a:path w="74682" h="41488" extrusionOk="0">
                <a:moveTo>
                  <a:pt x="34145" y="1"/>
                </a:moveTo>
                <a:cubicBezTo>
                  <a:pt x="33779" y="1"/>
                  <a:pt x="33404" y="7"/>
                  <a:pt x="33020" y="21"/>
                </a:cubicBezTo>
                <a:cubicBezTo>
                  <a:pt x="21222" y="455"/>
                  <a:pt x="19127" y="10403"/>
                  <a:pt x="22185" y="17010"/>
                </a:cubicBezTo>
                <a:cubicBezTo>
                  <a:pt x="22185" y="17010"/>
                  <a:pt x="19623" y="16314"/>
                  <a:pt x="16716" y="16314"/>
                </a:cubicBezTo>
                <a:cubicBezTo>
                  <a:pt x="12253" y="16314"/>
                  <a:pt x="6979" y="17955"/>
                  <a:pt x="8934" y="26278"/>
                </a:cubicBezTo>
                <a:cubicBezTo>
                  <a:pt x="8934" y="26278"/>
                  <a:pt x="81" y="27392"/>
                  <a:pt x="24" y="33055"/>
                </a:cubicBezTo>
                <a:cubicBezTo>
                  <a:pt x="1" y="36562"/>
                  <a:pt x="6512" y="38259"/>
                  <a:pt x="12707" y="38259"/>
                </a:cubicBezTo>
                <a:cubicBezTo>
                  <a:pt x="16517" y="38259"/>
                  <a:pt x="20208" y="37617"/>
                  <a:pt x="22185" y="36359"/>
                </a:cubicBezTo>
                <a:cubicBezTo>
                  <a:pt x="22185" y="36359"/>
                  <a:pt x="27456" y="41488"/>
                  <a:pt x="34246" y="41488"/>
                </a:cubicBezTo>
                <a:cubicBezTo>
                  <a:pt x="37046" y="41488"/>
                  <a:pt x="40104" y="40615"/>
                  <a:pt x="43157" y="38152"/>
                </a:cubicBezTo>
                <a:cubicBezTo>
                  <a:pt x="44754" y="40242"/>
                  <a:pt x="50343" y="41173"/>
                  <a:pt x="56207" y="41173"/>
                </a:cubicBezTo>
                <a:cubicBezTo>
                  <a:pt x="63372" y="41173"/>
                  <a:pt x="70947" y="39783"/>
                  <a:pt x="72152" y="37416"/>
                </a:cubicBezTo>
                <a:cubicBezTo>
                  <a:pt x="74681" y="32395"/>
                  <a:pt x="60618" y="29525"/>
                  <a:pt x="60618" y="29525"/>
                </a:cubicBezTo>
                <a:cubicBezTo>
                  <a:pt x="60618" y="29525"/>
                  <a:pt x="63223" y="17954"/>
                  <a:pt x="48594" y="16784"/>
                </a:cubicBezTo>
                <a:cubicBezTo>
                  <a:pt x="48594" y="16784"/>
                  <a:pt x="52440" y="1"/>
                  <a:pt x="341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22"/>
        <p:cNvGrpSpPr/>
        <p:nvPr/>
      </p:nvGrpSpPr>
      <p:grpSpPr>
        <a:xfrm>
          <a:off x="0" y="0"/>
          <a:ext cx="0" cy="0"/>
          <a:chOff x="0" y="0"/>
          <a:chExt cx="0" cy="0"/>
        </a:xfrm>
      </p:grpSpPr>
      <p:grpSp>
        <p:nvGrpSpPr>
          <p:cNvPr id="123" name="Google Shape;123;p8"/>
          <p:cNvGrpSpPr/>
          <p:nvPr/>
        </p:nvGrpSpPr>
        <p:grpSpPr>
          <a:xfrm>
            <a:off x="-638633" y="-1079700"/>
            <a:ext cx="10365957" cy="7336831"/>
            <a:chOff x="-638633" y="-1041600"/>
            <a:chExt cx="10365957" cy="7336831"/>
          </a:xfrm>
        </p:grpSpPr>
        <p:sp>
          <p:nvSpPr>
            <p:cNvPr id="124" name="Google Shape;124;p8"/>
            <p:cNvSpPr/>
            <p:nvPr/>
          </p:nvSpPr>
          <p:spPr>
            <a:xfrm>
              <a:off x="824400" y="4387602"/>
              <a:ext cx="7336788" cy="571746"/>
            </a:xfrm>
            <a:custGeom>
              <a:avLst/>
              <a:gdLst/>
              <a:ahLst/>
              <a:cxnLst/>
              <a:rect l="l" t="t" r="r" b="b"/>
              <a:pathLst>
                <a:path w="166537" h="12978" extrusionOk="0">
                  <a:moveTo>
                    <a:pt x="0" y="1"/>
                  </a:moveTo>
                  <a:lnTo>
                    <a:pt x="0" y="12977"/>
                  </a:lnTo>
                  <a:lnTo>
                    <a:pt x="166537" y="12977"/>
                  </a:lnTo>
                  <a:lnTo>
                    <a:pt x="166537" y="1"/>
                  </a:lnTo>
                  <a:close/>
                </a:path>
              </a:pathLst>
            </a:custGeom>
            <a:solidFill>
              <a:srgbClr val="C1CA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8"/>
            <p:cNvSpPr/>
            <p:nvPr/>
          </p:nvSpPr>
          <p:spPr>
            <a:xfrm>
              <a:off x="120050" y="4548450"/>
              <a:ext cx="9024224" cy="1746781"/>
            </a:xfrm>
            <a:custGeom>
              <a:avLst/>
              <a:gdLst/>
              <a:ahLst/>
              <a:cxnLst/>
              <a:rect l="l" t="t" r="r" b="b"/>
              <a:pathLst>
                <a:path w="166537" h="39650" extrusionOk="0">
                  <a:moveTo>
                    <a:pt x="0" y="0"/>
                  </a:moveTo>
                  <a:lnTo>
                    <a:pt x="0" y="39649"/>
                  </a:lnTo>
                  <a:lnTo>
                    <a:pt x="166537" y="39649"/>
                  </a:lnTo>
                  <a:lnTo>
                    <a:pt x="16653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8"/>
            <p:cNvSpPr/>
            <p:nvPr/>
          </p:nvSpPr>
          <p:spPr>
            <a:xfrm>
              <a:off x="824400" y="5604930"/>
              <a:ext cx="7336788" cy="58725"/>
            </a:xfrm>
            <a:custGeom>
              <a:avLst/>
              <a:gdLst/>
              <a:ahLst/>
              <a:cxnLst/>
              <a:rect l="l" t="t" r="r" b="b"/>
              <a:pathLst>
                <a:path w="166537" h="1333" extrusionOk="0">
                  <a:moveTo>
                    <a:pt x="0" y="0"/>
                  </a:moveTo>
                  <a:lnTo>
                    <a:pt x="0" y="1333"/>
                  </a:lnTo>
                  <a:lnTo>
                    <a:pt x="166537" y="1333"/>
                  </a:lnTo>
                  <a:lnTo>
                    <a:pt x="16653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8"/>
            <p:cNvSpPr/>
            <p:nvPr/>
          </p:nvSpPr>
          <p:spPr>
            <a:xfrm>
              <a:off x="824400" y="4548447"/>
              <a:ext cx="7336788" cy="29385"/>
            </a:xfrm>
            <a:custGeom>
              <a:avLst/>
              <a:gdLst/>
              <a:ahLst/>
              <a:cxnLst/>
              <a:rect l="l" t="t" r="r" b="b"/>
              <a:pathLst>
                <a:path w="166537" h="667" extrusionOk="0">
                  <a:moveTo>
                    <a:pt x="0" y="0"/>
                  </a:moveTo>
                  <a:lnTo>
                    <a:pt x="0" y="666"/>
                  </a:lnTo>
                  <a:lnTo>
                    <a:pt x="166537" y="666"/>
                  </a:lnTo>
                  <a:lnTo>
                    <a:pt x="166537" y="0"/>
                  </a:lnTo>
                  <a:close/>
                </a:path>
              </a:pathLst>
            </a:custGeom>
            <a:solidFill>
              <a:srgbClr val="A7AF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8"/>
            <p:cNvSpPr/>
            <p:nvPr/>
          </p:nvSpPr>
          <p:spPr>
            <a:xfrm>
              <a:off x="2864587" y="5805645"/>
              <a:ext cx="119786" cy="32909"/>
            </a:xfrm>
            <a:custGeom>
              <a:avLst/>
              <a:gdLst/>
              <a:ahLst/>
              <a:cxnLst/>
              <a:rect l="l" t="t" r="r" b="b"/>
              <a:pathLst>
                <a:path w="2719" h="747" extrusionOk="0">
                  <a:moveTo>
                    <a:pt x="1360" y="1"/>
                  </a:moveTo>
                  <a:cubicBezTo>
                    <a:pt x="614" y="1"/>
                    <a:pt x="1" y="161"/>
                    <a:pt x="1" y="374"/>
                  </a:cubicBezTo>
                  <a:cubicBezTo>
                    <a:pt x="1" y="587"/>
                    <a:pt x="614" y="747"/>
                    <a:pt x="1360" y="747"/>
                  </a:cubicBezTo>
                  <a:cubicBezTo>
                    <a:pt x="2106" y="747"/>
                    <a:pt x="2719" y="587"/>
                    <a:pt x="2719" y="374"/>
                  </a:cubicBezTo>
                  <a:cubicBezTo>
                    <a:pt x="2719" y="161"/>
                    <a:pt x="2106" y="1"/>
                    <a:pt x="1360" y="1"/>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8"/>
            <p:cNvSpPr/>
            <p:nvPr/>
          </p:nvSpPr>
          <p:spPr>
            <a:xfrm>
              <a:off x="3071205" y="5838510"/>
              <a:ext cx="70488" cy="34099"/>
            </a:xfrm>
            <a:custGeom>
              <a:avLst/>
              <a:gdLst/>
              <a:ahLst/>
              <a:cxnLst/>
              <a:rect l="l" t="t" r="r" b="b"/>
              <a:pathLst>
                <a:path w="1600" h="774" extrusionOk="0">
                  <a:moveTo>
                    <a:pt x="800" y="1"/>
                  </a:moveTo>
                  <a:cubicBezTo>
                    <a:pt x="347" y="1"/>
                    <a:pt x="1" y="187"/>
                    <a:pt x="1" y="401"/>
                  </a:cubicBezTo>
                  <a:cubicBezTo>
                    <a:pt x="1" y="587"/>
                    <a:pt x="347" y="774"/>
                    <a:pt x="800" y="774"/>
                  </a:cubicBezTo>
                  <a:cubicBezTo>
                    <a:pt x="1226" y="774"/>
                    <a:pt x="1599" y="587"/>
                    <a:pt x="1599" y="401"/>
                  </a:cubicBezTo>
                  <a:cubicBezTo>
                    <a:pt x="1599" y="187"/>
                    <a:pt x="1226" y="1"/>
                    <a:pt x="800" y="1"/>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8"/>
            <p:cNvSpPr/>
            <p:nvPr/>
          </p:nvSpPr>
          <p:spPr>
            <a:xfrm>
              <a:off x="2777755" y="5978208"/>
              <a:ext cx="146747" cy="36433"/>
            </a:xfrm>
            <a:custGeom>
              <a:avLst/>
              <a:gdLst/>
              <a:ahLst/>
              <a:cxnLst/>
              <a:rect l="l" t="t" r="r" b="b"/>
              <a:pathLst>
                <a:path w="3331" h="827" extrusionOk="0">
                  <a:moveTo>
                    <a:pt x="1679" y="1"/>
                  </a:moveTo>
                  <a:cubicBezTo>
                    <a:pt x="746" y="1"/>
                    <a:pt x="0" y="187"/>
                    <a:pt x="0" y="427"/>
                  </a:cubicBezTo>
                  <a:cubicBezTo>
                    <a:pt x="0" y="667"/>
                    <a:pt x="746" y="827"/>
                    <a:pt x="1679" y="827"/>
                  </a:cubicBezTo>
                  <a:cubicBezTo>
                    <a:pt x="2585" y="827"/>
                    <a:pt x="3331" y="667"/>
                    <a:pt x="3331" y="427"/>
                  </a:cubicBezTo>
                  <a:cubicBezTo>
                    <a:pt x="3331" y="187"/>
                    <a:pt x="2585" y="1"/>
                    <a:pt x="1679" y="1"/>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8"/>
            <p:cNvSpPr/>
            <p:nvPr/>
          </p:nvSpPr>
          <p:spPr>
            <a:xfrm>
              <a:off x="7657551" y="5844413"/>
              <a:ext cx="120975" cy="32909"/>
            </a:xfrm>
            <a:custGeom>
              <a:avLst/>
              <a:gdLst/>
              <a:ahLst/>
              <a:cxnLst/>
              <a:rect l="l" t="t" r="r" b="b"/>
              <a:pathLst>
                <a:path w="2746" h="747" extrusionOk="0">
                  <a:moveTo>
                    <a:pt x="1360" y="0"/>
                  </a:moveTo>
                  <a:cubicBezTo>
                    <a:pt x="614" y="0"/>
                    <a:pt x="1" y="160"/>
                    <a:pt x="1" y="373"/>
                  </a:cubicBezTo>
                  <a:cubicBezTo>
                    <a:pt x="1" y="586"/>
                    <a:pt x="614" y="746"/>
                    <a:pt x="1360" y="746"/>
                  </a:cubicBezTo>
                  <a:cubicBezTo>
                    <a:pt x="2132" y="746"/>
                    <a:pt x="2745" y="586"/>
                    <a:pt x="2745" y="373"/>
                  </a:cubicBezTo>
                  <a:cubicBezTo>
                    <a:pt x="2745" y="160"/>
                    <a:pt x="2132" y="0"/>
                    <a:pt x="1360" y="0"/>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8"/>
            <p:cNvSpPr/>
            <p:nvPr/>
          </p:nvSpPr>
          <p:spPr>
            <a:xfrm>
              <a:off x="7864169" y="5877278"/>
              <a:ext cx="70488" cy="32909"/>
            </a:xfrm>
            <a:custGeom>
              <a:avLst/>
              <a:gdLst/>
              <a:ahLst/>
              <a:cxnLst/>
              <a:rect l="l" t="t" r="r" b="b"/>
              <a:pathLst>
                <a:path w="1600" h="747" extrusionOk="0">
                  <a:moveTo>
                    <a:pt x="800" y="0"/>
                  </a:moveTo>
                  <a:cubicBezTo>
                    <a:pt x="347" y="0"/>
                    <a:pt x="0" y="160"/>
                    <a:pt x="0" y="373"/>
                  </a:cubicBezTo>
                  <a:cubicBezTo>
                    <a:pt x="0" y="586"/>
                    <a:pt x="347" y="746"/>
                    <a:pt x="800" y="746"/>
                  </a:cubicBezTo>
                  <a:cubicBezTo>
                    <a:pt x="1226" y="746"/>
                    <a:pt x="1599" y="586"/>
                    <a:pt x="1599" y="373"/>
                  </a:cubicBezTo>
                  <a:cubicBezTo>
                    <a:pt x="1599" y="160"/>
                    <a:pt x="1226" y="0"/>
                    <a:pt x="800" y="0"/>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8"/>
            <p:cNvSpPr/>
            <p:nvPr/>
          </p:nvSpPr>
          <p:spPr>
            <a:xfrm>
              <a:off x="7571864" y="6016976"/>
              <a:ext cx="145602" cy="36433"/>
            </a:xfrm>
            <a:custGeom>
              <a:avLst/>
              <a:gdLst/>
              <a:ahLst/>
              <a:cxnLst/>
              <a:rect l="l" t="t" r="r" b="b"/>
              <a:pathLst>
                <a:path w="3305" h="827" extrusionOk="0">
                  <a:moveTo>
                    <a:pt x="1653" y="0"/>
                  </a:moveTo>
                  <a:cubicBezTo>
                    <a:pt x="720" y="0"/>
                    <a:pt x="1" y="187"/>
                    <a:pt x="1" y="400"/>
                  </a:cubicBezTo>
                  <a:cubicBezTo>
                    <a:pt x="1" y="640"/>
                    <a:pt x="720" y="826"/>
                    <a:pt x="1653" y="826"/>
                  </a:cubicBezTo>
                  <a:cubicBezTo>
                    <a:pt x="2559" y="826"/>
                    <a:pt x="3305" y="640"/>
                    <a:pt x="3305" y="400"/>
                  </a:cubicBezTo>
                  <a:cubicBezTo>
                    <a:pt x="3305" y="187"/>
                    <a:pt x="2559" y="0"/>
                    <a:pt x="1653" y="0"/>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8"/>
            <p:cNvSpPr/>
            <p:nvPr/>
          </p:nvSpPr>
          <p:spPr>
            <a:xfrm>
              <a:off x="4148835" y="4661140"/>
              <a:ext cx="117407" cy="21146"/>
            </a:xfrm>
            <a:custGeom>
              <a:avLst/>
              <a:gdLst/>
              <a:ahLst/>
              <a:cxnLst/>
              <a:rect l="l" t="t" r="r" b="b"/>
              <a:pathLst>
                <a:path w="2665" h="480" extrusionOk="0">
                  <a:moveTo>
                    <a:pt x="1333" y="0"/>
                  </a:moveTo>
                  <a:cubicBezTo>
                    <a:pt x="587" y="0"/>
                    <a:pt x="0" y="107"/>
                    <a:pt x="0" y="240"/>
                  </a:cubicBezTo>
                  <a:cubicBezTo>
                    <a:pt x="0" y="373"/>
                    <a:pt x="587" y="480"/>
                    <a:pt x="1333" y="480"/>
                  </a:cubicBezTo>
                  <a:cubicBezTo>
                    <a:pt x="2052" y="480"/>
                    <a:pt x="2665" y="373"/>
                    <a:pt x="2665" y="240"/>
                  </a:cubicBezTo>
                  <a:cubicBezTo>
                    <a:pt x="2665" y="107"/>
                    <a:pt x="2052" y="0"/>
                    <a:pt x="1333" y="0"/>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8"/>
            <p:cNvSpPr/>
            <p:nvPr/>
          </p:nvSpPr>
          <p:spPr>
            <a:xfrm>
              <a:off x="4012661" y="4722156"/>
              <a:ext cx="69299" cy="32909"/>
            </a:xfrm>
            <a:custGeom>
              <a:avLst/>
              <a:gdLst/>
              <a:ahLst/>
              <a:cxnLst/>
              <a:rect l="l" t="t" r="r" b="b"/>
              <a:pathLst>
                <a:path w="1573" h="747" extrusionOk="0">
                  <a:moveTo>
                    <a:pt x="773" y="1"/>
                  </a:moveTo>
                  <a:cubicBezTo>
                    <a:pt x="347" y="1"/>
                    <a:pt x="0" y="161"/>
                    <a:pt x="0" y="374"/>
                  </a:cubicBezTo>
                  <a:cubicBezTo>
                    <a:pt x="0" y="587"/>
                    <a:pt x="347" y="747"/>
                    <a:pt x="773" y="747"/>
                  </a:cubicBezTo>
                  <a:cubicBezTo>
                    <a:pt x="1226" y="747"/>
                    <a:pt x="1573" y="587"/>
                    <a:pt x="1573" y="374"/>
                  </a:cubicBezTo>
                  <a:cubicBezTo>
                    <a:pt x="1573" y="161"/>
                    <a:pt x="1226" y="1"/>
                    <a:pt x="773" y="1"/>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8"/>
            <p:cNvSpPr/>
            <p:nvPr/>
          </p:nvSpPr>
          <p:spPr>
            <a:xfrm>
              <a:off x="4266197" y="4750351"/>
              <a:ext cx="89299" cy="10617"/>
            </a:xfrm>
            <a:custGeom>
              <a:avLst/>
              <a:gdLst/>
              <a:ahLst/>
              <a:cxnLst/>
              <a:rect l="l" t="t" r="r" b="b"/>
              <a:pathLst>
                <a:path w="2027" h="241" extrusionOk="0">
                  <a:moveTo>
                    <a:pt x="1014" y="0"/>
                  </a:moveTo>
                  <a:cubicBezTo>
                    <a:pt x="454" y="0"/>
                    <a:pt x="1" y="54"/>
                    <a:pt x="1" y="107"/>
                  </a:cubicBezTo>
                  <a:cubicBezTo>
                    <a:pt x="1" y="187"/>
                    <a:pt x="454" y="240"/>
                    <a:pt x="1014" y="240"/>
                  </a:cubicBezTo>
                  <a:cubicBezTo>
                    <a:pt x="1573" y="240"/>
                    <a:pt x="2026" y="187"/>
                    <a:pt x="2026" y="107"/>
                  </a:cubicBezTo>
                  <a:cubicBezTo>
                    <a:pt x="2026" y="54"/>
                    <a:pt x="1573" y="0"/>
                    <a:pt x="1014" y="0"/>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8"/>
            <p:cNvSpPr/>
            <p:nvPr/>
          </p:nvSpPr>
          <p:spPr>
            <a:xfrm>
              <a:off x="2015868" y="4705723"/>
              <a:ext cx="119786" cy="32909"/>
            </a:xfrm>
            <a:custGeom>
              <a:avLst/>
              <a:gdLst/>
              <a:ahLst/>
              <a:cxnLst/>
              <a:rect l="l" t="t" r="r" b="b"/>
              <a:pathLst>
                <a:path w="2719" h="747" extrusionOk="0">
                  <a:moveTo>
                    <a:pt x="1360" y="1"/>
                  </a:moveTo>
                  <a:cubicBezTo>
                    <a:pt x="614" y="1"/>
                    <a:pt x="1" y="161"/>
                    <a:pt x="1" y="374"/>
                  </a:cubicBezTo>
                  <a:cubicBezTo>
                    <a:pt x="1" y="587"/>
                    <a:pt x="614" y="747"/>
                    <a:pt x="1360" y="747"/>
                  </a:cubicBezTo>
                  <a:cubicBezTo>
                    <a:pt x="2106" y="747"/>
                    <a:pt x="2719" y="587"/>
                    <a:pt x="2719" y="374"/>
                  </a:cubicBezTo>
                  <a:cubicBezTo>
                    <a:pt x="2719" y="161"/>
                    <a:pt x="2106" y="1"/>
                    <a:pt x="1360" y="1"/>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8"/>
            <p:cNvSpPr/>
            <p:nvPr/>
          </p:nvSpPr>
          <p:spPr>
            <a:xfrm>
              <a:off x="2301124" y="4839563"/>
              <a:ext cx="70488" cy="34099"/>
            </a:xfrm>
            <a:custGeom>
              <a:avLst/>
              <a:gdLst/>
              <a:ahLst/>
              <a:cxnLst/>
              <a:rect l="l" t="t" r="r" b="b"/>
              <a:pathLst>
                <a:path w="1600" h="774" extrusionOk="0">
                  <a:moveTo>
                    <a:pt x="800" y="0"/>
                  </a:moveTo>
                  <a:cubicBezTo>
                    <a:pt x="347" y="0"/>
                    <a:pt x="1" y="187"/>
                    <a:pt x="1" y="373"/>
                  </a:cubicBezTo>
                  <a:cubicBezTo>
                    <a:pt x="1" y="587"/>
                    <a:pt x="347" y="773"/>
                    <a:pt x="800" y="773"/>
                  </a:cubicBezTo>
                  <a:cubicBezTo>
                    <a:pt x="1227" y="773"/>
                    <a:pt x="1600" y="587"/>
                    <a:pt x="1600" y="373"/>
                  </a:cubicBezTo>
                  <a:cubicBezTo>
                    <a:pt x="1600" y="187"/>
                    <a:pt x="1227" y="0"/>
                    <a:pt x="800" y="0"/>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8"/>
            <p:cNvSpPr/>
            <p:nvPr/>
          </p:nvSpPr>
          <p:spPr>
            <a:xfrm>
              <a:off x="2001814" y="4906482"/>
              <a:ext cx="146747" cy="36433"/>
            </a:xfrm>
            <a:custGeom>
              <a:avLst/>
              <a:gdLst/>
              <a:ahLst/>
              <a:cxnLst/>
              <a:rect l="l" t="t" r="r" b="b"/>
              <a:pathLst>
                <a:path w="3331" h="827" extrusionOk="0">
                  <a:moveTo>
                    <a:pt x="1679" y="0"/>
                  </a:moveTo>
                  <a:cubicBezTo>
                    <a:pt x="746" y="0"/>
                    <a:pt x="0" y="187"/>
                    <a:pt x="0" y="400"/>
                  </a:cubicBezTo>
                  <a:cubicBezTo>
                    <a:pt x="0" y="640"/>
                    <a:pt x="746" y="826"/>
                    <a:pt x="1679" y="826"/>
                  </a:cubicBezTo>
                  <a:cubicBezTo>
                    <a:pt x="2585" y="826"/>
                    <a:pt x="3331" y="640"/>
                    <a:pt x="3331" y="400"/>
                  </a:cubicBezTo>
                  <a:cubicBezTo>
                    <a:pt x="3331" y="187"/>
                    <a:pt x="2585" y="0"/>
                    <a:pt x="1679" y="0"/>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8"/>
            <p:cNvSpPr/>
            <p:nvPr/>
          </p:nvSpPr>
          <p:spPr>
            <a:xfrm>
              <a:off x="2025296" y="5324388"/>
              <a:ext cx="68109" cy="20001"/>
            </a:xfrm>
            <a:custGeom>
              <a:avLst/>
              <a:gdLst/>
              <a:ahLst/>
              <a:cxnLst/>
              <a:rect l="l" t="t" r="r" b="b"/>
              <a:pathLst>
                <a:path w="1546" h="454" extrusionOk="0">
                  <a:moveTo>
                    <a:pt x="773" y="0"/>
                  </a:moveTo>
                  <a:cubicBezTo>
                    <a:pt x="346" y="0"/>
                    <a:pt x="0" y="107"/>
                    <a:pt x="0" y="240"/>
                  </a:cubicBezTo>
                  <a:cubicBezTo>
                    <a:pt x="0" y="373"/>
                    <a:pt x="346" y="453"/>
                    <a:pt x="773" y="453"/>
                  </a:cubicBezTo>
                  <a:cubicBezTo>
                    <a:pt x="1199" y="453"/>
                    <a:pt x="1546" y="373"/>
                    <a:pt x="1546" y="240"/>
                  </a:cubicBezTo>
                  <a:cubicBezTo>
                    <a:pt x="1546" y="107"/>
                    <a:pt x="1199" y="0"/>
                    <a:pt x="773" y="0"/>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8"/>
            <p:cNvSpPr/>
            <p:nvPr/>
          </p:nvSpPr>
          <p:spPr>
            <a:xfrm>
              <a:off x="2144993" y="5344345"/>
              <a:ext cx="128024" cy="54011"/>
            </a:xfrm>
            <a:custGeom>
              <a:avLst/>
              <a:gdLst/>
              <a:ahLst/>
              <a:cxnLst/>
              <a:rect l="l" t="t" r="r" b="b"/>
              <a:pathLst>
                <a:path w="2906" h="1226" extrusionOk="0">
                  <a:moveTo>
                    <a:pt x="1440" y="0"/>
                  </a:moveTo>
                  <a:cubicBezTo>
                    <a:pt x="667" y="0"/>
                    <a:pt x="1" y="293"/>
                    <a:pt x="1" y="613"/>
                  </a:cubicBezTo>
                  <a:cubicBezTo>
                    <a:pt x="1" y="933"/>
                    <a:pt x="667" y="1226"/>
                    <a:pt x="1440" y="1226"/>
                  </a:cubicBezTo>
                  <a:cubicBezTo>
                    <a:pt x="2239" y="1226"/>
                    <a:pt x="2905" y="933"/>
                    <a:pt x="2905" y="613"/>
                  </a:cubicBezTo>
                  <a:cubicBezTo>
                    <a:pt x="2905" y="293"/>
                    <a:pt x="2239" y="0"/>
                    <a:pt x="1440" y="0"/>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8"/>
            <p:cNvSpPr/>
            <p:nvPr/>
          </p:nvSpPr>
          <p:spPr>
            <a:xfrm>
              <a:off x="2072214" y="5424128"/>
              <a:ext cx="45861" cy="14142"/>
            </a:xfrm>
            <a:custGeom>
              <a:avLst/>
              <a:gdLst/>
              <a:ahLst/>
              <a:cxnLst/>
              <a:rect l="l" t="t" r="r" b="b"/>
              <a:pathLst>
                <a:path w="1041" h="321" extrusionOk="0">
                  <a:moveTo>
                    <a:pt x="534" y="1"/>
                  </a:moveTo>
                  <a:cubicBezTo>
                    <a:pt x="241" y="1"/>
                    <a:pt x="1" y="81"/>
                    <a:pt x="1" y="161"/>
                  </a:cubicBezTo>
                  <a:cubicBezTo>
                    <a:pt x="1" y="241"/>
                    <a:pt x="241" y="321"/>
                    <a:pt x="534" y="321"/>
                  </a:cubicBezTo>
                  <a:cubicBezTo>
                    <a:pt x="800" y="321"/>
                    <a:pt x="1040" y="241"/>
                    <a:pt x="1040" y="161"/>
                  </a:cubicBezTo>
                  <a:cubicBezTo>
                    <a:pt x="1040" y="81"/>
                    <a:pt x="800" y="1"/>
                    <a:pt x="534" y="1"/>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8"/>
            <p:cNvSpPr/>
            <p:nvPr/>
          </p:nvSpPr>
          <p:spPr>
            <a:xfrm>
              <a:off x="2534748" y="5474615"/>
              <a:ext cx="54055" cy="20001"/>
            </a:xfrm>
            <a:custGeom>
              <a:avLst/>
              <a:gdLst/>
              <a:ahLst/>
              <a:cxnLst/>
              <a:rect l="l" t="t" r="r" b="b"/>
              <a:pathLst>
                <a:path w="1227" h="454" extrusionOk="0">
                  <a:moveTo>
                    <a:pt x="613" y="1"/>
                  </a:moveTo>
                  <a:cubicBezTo>
                    <a:pt x="267" y="1"/>
                    <a:pt x="0" y="107"/>
                    <a:pt x="0" y="241"/>
                  </a:cubicBezTo>
                  <a:cubicBezTo>
                    <a:pt x="0" y="374"/>
                    <a:pt x="267" y="454"/>
                    <a:pt x="613" y="454"/>
                  </a:cubicBezTo>
                  <a:cubicBezTo>
                    <a:pt x="960" y="454"/>
                    <a:pt x="1226" y="374"/>
                    <a:pt x="1226" y="241"/>
                  </a:cubicBezTo>
                  <a:cubicBezTo>
                    <a:pt x="1226" y="107"/>
                    <a:pt x="960" y="1"/>
                    <a:pt x="613" y="1"/>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8"/>
            <p:cNvSpPr/>
            <p:nvPr/>
          </p:nvSpPr>
          <p:spPr>
            <a:xfrm>
              <a:off x="1230543" y="4976882"/>
              <a:ext cx="117451" cy="21190"/>
            </a:xfrm>
            <a:custGeom>
              <a:avLst/>
              <a:gdLst/>
              <a:ahLst/>
              <a:cxnLst/>
              <a:rect l="l" t="t" r="r" b="b"/>
              <a:pathLst>
                <a:path w="2666" h="481" extrusionOk="0">
                  <a:moveTo>
                    <a:pt x="1333" y="1"/>
                  </a:moveTo>
                  <a:cubicBezTo>
                    <a:pt x="587" y="1"/>
                    <a:pt x="1" y="108"/>
                    <a:pt x="1" y="241"/>
                  </a:cubicBezTo>
                  <a:cubicBezTo>
                    <a:pt x="1" y="374"/>
                    <a:pt x="587" y="481"/>
                    <a:pt x="1333" y="481"/>
                  </a:cubicBezTo>
                  <a:cubicBezTo>
                    <a:pt x="2079" y="481"/>
                    <a:pt x="2665" y="374"/>
                    <a:pt x="2665" y="241"/>
                  </a:cubicBezTo>
                  <a:cubicBezTo>
                    <a:pt x="2665" y="108"/>
                    <a:pt x="2079" y="1"/>
                    <a:pt x="1333" y="1"/>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8"/>
            <p:cNvSpPr/>
            <p:nvPr/>
          </p:nvSpPr>
          <p:spPr>
            <a:xfrm>
              <a:off x="1373766" y="5030893"/>
              <a:ext cx="69299" cy="34099"/>
            </a:xfrm>
            <a:custGeom>
              <a:avLst/>
              <a:gdLst/>
              <a:ahLst/>
              <a:cxnLst/>
              <a:rect l="l" t="t" r="r" b="b"/>
              <a:pathLst>
                <a:path w="1573" h="774" extrusionOk="0">
                  <a:moveTo>
                    <a:pt x="773" y="1"/>
                  </a:moveTo>
                  <a:cubicBezTo>
                    <a:pt x="347" y="1"/>
                    <a:pt x="1" y="187"/>
                    <a:pt x="1" y="400"/>
                  </a:cubicBezTo>
                  <a:cubicBezTo>
                    <a:pt x="1" y="587"/>
                    <a:pt x="347" y="773"/>
                    <a:pt x="773" y="773"/>
                  </a:cubicBezTo>
                  <a:cubicBezTo>
                    <a:pt x="1200" y="773"/>
                    <a:pt x="1573" y="587"/>
                    <a:pt x="1573" y="400"/>
                  </a:cubicBezTo>
                  <a:cubicBezTo>
                    <a:pt x="1573" y="187"/>
                    <a:pt x="1200" y="1"/>
                    <a:pt x="773" y="1"/>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8"/>
            <p:cNvSpPr/>
            <p:nvPr/>
          </p:nvSpPr>
          <p:spPr>
            <a:xfrm>
              <a:off x="1230543" y="5283285"/>
              <a:ext cx="89255" cy="9428"/>
            </a:xfrm>
            <a:custGeom>
              <a:avLst/>
              <a:gdLst/>
              <a:ahLst/>
              <a:cxnLst/>
              <a:rect l="l" t="t" r="r" b="b"/>
              <a:pathLst>
                <a:path w="2026" h="214" extrusionOk="0">
                  <a:moveTo>
                    <a:pt x="1013" y="0"/>
                  </a:moveTo>
                  <a:cubicBezTo>
                    <a:pt x="454" y="0"/>
                    <a:pt x="1" y="54"/>
                    <a:pt x="1" y="107"/>
                  </a:cubicBezTo>
                  <a:cubicBezTo>
                    <a:pt x="1" y="187"/>
                    <a:pt x="454" y="214"/>
                    <a:pt x="1013" y="214"/>
                  </a:cubicBezTo>
                  <a:cubicBezTo>
                    <a:pt x="1573" y="214"/>
                    <a:pt x="2026" y="187"/>
                    <a:pt x="2026" y="107"/>
                  </a:cubicBezTo>
                  <a:cubicBezTo>
                    <a:pt x="2026" y="54"/>
                    <a:pt x="1573" y="0"/>
                    <a:pt x="1013" y="0"/>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8"/>
            <p:cNvSpPr/>
            <p:nvPr/>
          </p:nvSpPr>
          <p:spPr>
            <a:xfrm>
              <a:off x="1669595" y="6069798"/>
              <a:ext cx="93969" cy="41103"/>
            </a:xfrm>
            <a:custGeom>
              <a:avLst/>
              <a:gdLst/>
              <a:ahLst/>
              <a:cxnLst/>
              <a:rect l="l" t="t" r="r" b="b"/>
              <a:pathLst>
                <a:path w="2133" h="933" extrusionOk="0">
                  <a:moveTo>
                    <a:pt x="1066" y="0"/>
                  </a:moveTo>
                  <a:cubicBezTo>
                    <a:pt x="480" y="0"/>
                    <a:pt x="0" y="213"/>
                    <a:pt x="0" y="453"/>
                  </a:cubicBezTo>
                  <a:cubicBezTo>
                    <a:pt x="0" y="720"/>
                    <a:pt x="480" y="933"/>
                    <a:pt x="1066" y="933"/>
                  </a:cubicBezTo>
                  <a:cubicBezTo>
                    <a:pt x="1652" y="933"/>
                    <a:pt x="2132" y="720"/>
                    <a:pt x="2132" y="453"/>
                  </a:cubicBezTo>
                  <a:cubicBezTo>
                    <a:pt x="2132" y="213"/>
                    <a:pt x="1652" y="0"/>
                    <a:pt x="1066" y="0"/>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8"/>
            <p:cNvSpPr/>
            <p:nvPr/>
          </p:nvSpPr>
          <p:spPr>
            <a:xfrm>
              <a:off x="5940155" y="5745774"/>
              <a:ext cx="68153" cy="20001"/>
            </a:xfrm>
            <a:custGeom>
              <a:avLst/>
              <a:gdLst/>
              <a:ahLst/>
              <a:cxnLst/>
              <a:rect l="l" t="t" r="r" b="b"/>
              <a:pathLst>
                <a:path w="1547" h="454" extrusionOk="0">
                  <a:moveTo>
                    <a:pt x="774" y="1"/>
                  </a:moveTo>
                  <a:cubicBezTo>
                    <a:pt x="347" y="1"/>
                    <a:pt x="1" y="108"/>
                    <a:pt x="1" y="214"/>
                  </a:cubicBezTo>
                  <a:cubicBezTo>
                    <a:pt x="1" y="347"/>
                    <a:pt x="347" y="454"/>
                    <a:pt x="774" y="454"/>
                  </a:cubicBezTo>
                  <a:cubicBezTo>
                    <a:pt x="1200" y="454"/>
                    <a:pt x="1546" y="347"/>
                    <a:pt x="1546" y="214"/>
                  </a:cubicBezTo>
                  <a:cubicBezTo>
                    <a:pt x="1546" y="108"/>
                    <a:pt x="1200" y="1"/>
                    <a:pt x="774" y="1"/>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8"/>
            <p:cNvSpPr/>
            <p:nvPr/>
          </p:nvSpPr>
          <p:spPr>
            <a:xfrm>
              <a:off x="5761732" y="5765731"/>
              <a:ext cx="126834" cy="52866"/>
            </a:xfrm>
            <a:custGeom>
              <a:avLst/>
              <a:gdLst/>
              <a:ahLst/>
              <a:cxnLst/>
              <a:rect l="l" t="t" r="r" b="b"/>
              <a:pathLst>
                <a:path w="2879" h="1200" extrusionOk="0">
                  <a:moveTo>
                    <a:pt x="1440" y="1"/>
                  </a:moveTo>
                  <a:cubicBezTo>
                    <a:pt x="640" y="1"/>
                    <a:pt x="1" y="267"/>
                    <a:pt x="1" y="614"/>
                  </a:cubicBezTo>
                  <a:cubicBezTo>
                    <a:pt x="1" y="934"/>
                    <a:pt x="640" y="1200"/>
                    <a:pt x="1440" y="1200"/>
                  </a:cubicBezTo>
                  <a:cubicBezTo>
                    <a:pt x="2239" y="1200"/>
                    <a:pt x="2879" y="934"/>
                    <a:pt x="2879" y="614"/>
                  </a:cubicBezTo>
                  <a:cubicBezTo>
                    <a:pt x="2879" y="267"/>
                    <a:pt x="2239" y="1"/>
                    <a:pt x="1440" y="1"/>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8"/>
            <p:cNvSpPr/>
            <p:nvPr/>
          </p:nvSpPr>
          <p:spPr>
            <a:xfrm>
              <a:off x="5915528" y="5845558"/>
              <a:ext cx="45817" cy="12952"/>
            </a:xfrm>
            <a:custGeom>
              <a:avLst/>
              <a:gdLst/>
              <a:ahLst/>
              <a:cxnLst/>
              <a:rect l="l" t="t" r="r" b="b"/>
              <a:pathLst>
                <a:path w="1040" h="294" extrusionOk="0">
                  <a:moveTo>
                    <a:pt x="507" y="1"/>
                  </a:moveTo>
                  <a:cubicBezTo>
                    <a:pt x="240" y="1"/>
                    <a:pt x="0" y="54"/>
                    <a:pt x="0" y="134"/>
                  </a:cubicBezTo>
                  <a:cubicBezTo>
                    <a:pt x="0" y="241"/>
                    <a:pt x="240" y="294"/>
                    <a:pt x="507" y="294"/>
                  </a:cubicBezTo>
                  <a:cubicBezTo>
                    <a:pt x="800" y="294"/>
                    <a:pt x="1040" y="241"/>
                    <a:pt x="1040" y="134"/>
                  </a:cubicBezTo>
                  <a:cubicBezTo>
                    <a:pt x="1040" y="54"/>
                    <a:pt x="800" y="1"/>
                    <a:pt x="507" y="1"/>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8"/>
            <p:cNvSpPr/>
            <p:nvPr/>
          </p:nvSpPr>
          <p:spPr>
            <a:xfrm>
              <a:off x="5538726" y="5745774"/>
              <a:ext cx="55201" cy="20001"/>
            </a:xfrm>
            <a:custGeom>
              <a:avLst/>
              <a:gdLst/>
              <a:ahLst/>
              <a:cxnLst/>
              <a:rect l="l" t="t" r="r" b="b"/>
              <a:pathLst>
                <a:path w="1253" h="454" extrusionOk="0">
                  <a:moveTo>
                    <a:pt x="613" y="1"/>
                  </a:moveTo>
                  <a:cubicBezTo>
                    <a:pt x="293" y="1"/>
                    <a:pt x="0" y="108"/>
                    <a:pt x="0" y="214"/>
                  </a:cubicBezTo>
                  <a:cubicBezTo>
                    <a:pt x="0" y="347"/>
                    <a:pt x="293" y="454"/>
                    <a:pt x="613" y="454"/>
                  </a:cubicBezTo>
                  <a:cubicBezTo>
                    <a:pt x="959" y="454"/>
                    <a:pt x="1252" y="347"/>
                    <a:pt x="1252" y="214"/>
                  </a:cubicBezTo>
                  <a:cubicBezTo>
                    <a:pt x="1252" y="108"/>
                    <a:pt x="959" y="1"/>
                    <a:pt x="613" y="1"/>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8"/>
            <p:cNvSpPr/>
            <p:nvPr/>
          </p:nvSpPr>
          <p:spPr>
            <a:xfrm>
              <a:off x="7145764" y="5292668"/>
              <a:ext cx="111547" cy="34099"/>
            </a:xfrm>
            <a:custGeom>
              <a:avLst/>
              <a:gdLst/>
              <a:ahLst/>
              <a:cxnLst/>
              <a:rect l="l" t="t" r="r" b="b"/>
              <a:pathLst>
                <a:path w="2532" h="774" extrusionOk="0">
                  <a:moveTo>
                    <a:pt x="1253" y="1"/>
                  </a:moveTo>
                  <a:cubicBezTo>
                    <a:pt x="560" y="1"/>
                    <a:pt x="0" y="187"/>
                    <a:pt x="0" y="400"/>
                  </a:cubicBezTo>
                  <a:cubicBezTo>
                    <a:pt x="0" y="614"/>
                    <a:pt x="560" y="773"/>
                    <a:pt x="1253" y="773"/>
                  </a:cubicBezTo>
                  <a:cubicBezTo>
                    <a:pt x="1972" y="773"/>
                    <a:pt x="2532" y="614"/>
                    <a:pt x="2532" y="400"/>
                  </a:cubicBezTo>
                  <a:cubicBezTo>
                    <a:pt x="2532" y="187"/>
                    <a:pt x="1972" y="1"/>
                    <a:pt x="1253" y="1"/>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8"/>
            <p:cNvSpPr/>
            <p:nvPr/>
          </p:nvSpPr>
          <p:spPr>
            <a:xfrm>
              <a:off x="7386393" y="5371306"/>
              <a:ext cx="59915" cy="10617"/>
            </a:xfrm>
            <a:custGeom>
              <a:avLst/>
              <a:gdLst/>
              <a:ahLst/>
              <a:cxnLst/>
              <a:rect l="l" t="t" r="r" b="b"/>
              <a:pathLst>
                <a:path w="1360" h="241" extrusionOk="0">
                  <a:moveTo>
                    <a:pt x="693" y="1"/>
                  </a:moveTo>
                  <a:cubicBezTo>
                    <a:pt x="294" y="1"/>
                    <a:pt x="1" y="54"/>
                    <a:pt x="1" y="108"/>
                  </a:cubicBezTo>
                  <a:cubicBezTo>
                    <a:pt x="1" y="187"/>
                    <a:pt x="294" y="241"/>
                    <a:pt x="693" y="241"/>
                  </a:cubicBezTo>
                  <a:cubicBezTo>
                    <a:pt x="1066" y="241"/>
                    <a:pt x="1360" y="187"/>
                    <a:pt x="1360" y="108"/>
                  </a:cubicBezTo>
                  <a:cubicBezTo>
                    <a:pt x="1360" y="54"/>
                    <a:pt x="1066" y="1"/>
                    <a:pt x="693" y="1"/>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8"/>
            <p:cNvSpPr/>
            <p:nvPr/>
          </p:nvSpPr>
          <p:spPr>
            <a:xfrm>
              <a:off x="5056235" y="4927584"/>
              <a:ext cx="68153" cy="20001"/>
            </a:xfrm>
            <a:custGeom>
              <a:avLst/>
              <a:gdLst/>
              <a:ahLst/>
              <a:cxnLst/>
              <a:rect l="l" t="t" r="r" b="b"/>
              <a:pathLst>
                <a:path w="1547" h="454" extrusionOk="0">
                  <a:moveTo>
                    <a:pt x="773" y="1"/>
                  </a:moveTo>
                  <a:cubicBezTo>
                    <a:pt x="347" y="1"/>
                    <a:pt x="1" y="107"/>
                    <a:pt x="1" y="241"/>
                  </a:cubicBezTo>
                  <a:cubicBezTo>
                    <a:pt x="1" y="374"/>
                    <a:pt x="347" y="454"/>
                    <a:pt x="773" y="454"/>
                  </a:cubicBezTo>
                  <a:cubicBezTo>
                    <a:pt x="1200" y="454"/>
                    <a:pt x="1546" y="374"/>
                    <a:pt x="1546" y="241"/>
                  </a:cubicBezTo>
                  <a:cubicBezTo>
                    <a:pt x="1546" y="107"/>
                    <a:pt x="1200" y="1"/>
                    <a:pt x="773" y="1"/>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8"/>
            <p:cNvSpPr/>
            <p:nvPr/>
          </p:nvSpPr>
          <p:spPr>
            <a:xfrm>
              <a:off x="4877813" y="4947541"/>
              <a:ext cx="126834" cy="54055"/>
            </a:xfrm>
            <a:custGeom>
              <a:avLst/>
              <a:gdLst/>
              <a:ahLst/>
              <a:cxnLst/>
              <a:rect l="l" t="t" r="r" b="b"/>
              <a:pathLst>
                <a:path w="2879" h="1227" extrusionOk="0">
                  <a:moveTo>
                    <a:pt x="1439" y="1"/>
                  </a:moveTo>
                  <a:cubicBezTo>
                    <a:pt x="640" y="1"/>
                    <a:pt x="0" y="294"/>
                    <a:pt x="0" y="614"/>
                  </a:cubicBezTo>
                  <a:cubicBezTo>
                    <a:pt x="0" y="933"/>
                    <a:pt x="640" y="1227"/>
                    <a:pt x="1439" y="1227"/>
                  </a:cubicBezTo>
                  <a:cubicBezTo>
                    <a:pt x="2239" y="1227"/>
                    <a:pt x="2878" y="933"/>
                    <a:pt x="2878" y="614"/>
                  </a:cubicBezTo>
                  <a:cubicBezTo>
                    <a:pt x="2878" y="294"/>
                    <a:pt x="2239" y="1"/>
                    <a:pt x="1439" y="1"/>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8"/>
            <p:cNvSpPr/>
            <p:nvPr/>
          </p:nvSpPr>
          <p:spPr>
            <a:xfrm>
              <a:off x="5031609" y="5027369"/>
              <a:ext cx="45817" cy="14142"/>
            </a:xfrm>
            <a:custGeom>
              <a:avLst/>
              <a:gdLst/>
              <a:ahLst/>
              <a:cxnLst/>
              <a:rect l="l" t="t" r="r" b="b"/>
              <a:pathLst>
                <a:path w="1040" h="321" extrusionOk="0">
                  <a:moveTo>
                    <a:pt x="506" y="1"/>
                  </a:moveTo>
                  <a:cubicBezTo>
                    <a:pt x="240" y="1"/>
                    <a:pt x="0" y="81"/>
                    <a:pt x="0" y="161"/>
                  </a:cubicBezTo>
                  <a:cubicBezTo>
                    <a:pt x="0" y="241"/>
                    <a:pt x="240" y="320"/>
                    <a:pt x="506" y="320"/>
                  </a:cubicBezTo>
                  <a:cubicBezTo>
                    <a:pt x="799" y="320"/>
                    <a:pt x="1039" y="241"/>
                    <a:pt x="1039" y="161"/>
                  </a:cubicBezTo>
                  <a:cubicBezTo>
                    <a:pt x="1039" y="81"/>
                    <a:pt x="799" y="1"/>
                    <a:pt x="506" y="1"/>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8"/>
            <p:cNvSpPr/>
            <p:nvPr/>
          </p:nvSpPr>
          <p:spPr>
            <a:xfrm>
              <a:off x="7784341" y="4634134"/>
              <a:ext cx="111547" cy="34099"/>
            </a:xfrm>
            <a:custGeom>
              <a:avLst/>
              <a:gdLst/>
              <a:ahLst/>
              <a:cxnLst/>
              <a:rect l="l" t="t" r="r" b="b"/>
              <a:pathLst>
                <a:path w="2532" h="774" extrusionOk="0">
                  <a:moveTo>
                    <a:pt x="1253" y="0"/>
                  </a:moveTo>
                  <a:cubicBezTo>
                    <a:pt x="560" y="0"/>
                    <a:pt x="1" y="160"/>
                    <a:pt x="1" y="373"/>
                  </a:cubicBezTo>
                  <a:cubicBezTo>
                    <a:pt x="1" y="587"/>
                    <a:pt x="560" y="773"/>
                    <a:pt x="1253" y="773"/>
                  </a:cubicBezTo>
                  <a:cubicBezTo>
                    <a:pt x="1972" y="773"/>
                    <a:pt x="2532" y="587"/>
                    <a:pt x="2532" y="373"/>
                  </a:cubicBezTo>
                  <a:cubicBezTo>
                    <a:pt x="2532" y="160"/>
                    <a:pt x="1972" y="0"/>
                    <a:pt x="1253" y="0"/>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8"/>
            <p:cNvSpPr/>
            <p:nvPr/>
          </p:nvSpPr>
          <p:spPr>
            <a:xfrm>
              <a:off x="8024970" y="4712772"/>
              <a:ext cx="59915" cy="9428"/>
            </a:xfrm>
            <a:custGeom>
              <a:avLst/>
              <a:gdLst/>
              <a:ahLst/>
              <a:cxnLst/>
              <a:rect l="l" t="t" r="r" b="b"/>
              <a:pathLst>
                <a:path w="1360" h="214" extrusionOk="0">
                  <a:moveTo>
                    <a:pt x="667" y="1"/>
                  </a:moveTo>
                  <a:cubicBezTo>
                    <a:pt x="294" y="1"/>
                    <a:pt x="1" y="54"/>
                    <a:pt x="1" y="107"/>
                  </a:cubicBezTo>
                  <a:cubicBezTo>
                    <a:pt x="1" y="161"/>
                    <a:pt x="294" y="214"/>
                    <a:pt x="667" y="214"/>
                  </a:cubicBezTo>
                  <a:cubicBezTo>
                    <a:pt x="1067" y="214"/>
                    <a:pt x="1360" y="161"/>
                    <a:pt x="1360" y="107"/>
                  </a:cubicBezTo>
                  <a:cubicBezTo>
                    <a:pt x="1360" y="54"/>
                    <a:pt x="1067" y="1"/>
                    <a:pt x="667" y="1"/>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8"/>
            <p:cNvSpPr/>
            <p:nvPr/>
          </p:nvSpPr>
          <p:spPr>
            <a:xfrm>
              <a:off x="120049" y="5062613"/>
              <a:ext cx="8514246" cy="413236"/>
            </a:xfrm>
            <a:custGeom>
              <a:avLst/>
              <a:gdLst/>
              <a:ahLst/>
              <a:cxnLst/>
              <a:rect l="l" t="t" r="r" b="b"/>
              <a:pathLst>
                <a:path w="193264" h="9380" extrusionOk="0">
                  <a:moveTo>
                    <a:pt x="96645" y="0"/>
                  </a:moveTo>
                  <a:cubicBezTo>
                    <a:pt x="43274" y="0"/>
                    <a:pt x="1" y="2078"/>
                    <a:pt x="1" y="4690"/>
                  </a:cubicBezTo>
                  <a:cubicBezTo>
                    <a:pt x="1" y="7274"/>
                    <a:pt x="43274" y="9379"/>
                    <a:pt x="96645" y="9379"/>
                  </a:cubicBezTo>
                  <a:cubicBezTo>
                    <a:pt x="150017" y="9379"/>
                    <a:pt x="193263" y="7274"/>
                    <a:pt x="193263" y="4690"/>
                  </a:cubicBezTo>
                  <a:cubicBezTo>
                    <a:pt x="193263" y="2078"/>
                    <a:pt x="150017" y="0"/>
                    <a:pt x="96645" y="0"/>
                  </a:cubicBezTo>
                  <a:close/>
                </a:path>
              </a:pathLst>
            </a:custGeom>
            <a:solidFill>
              <a:srgbClr val="3B3B3B">
                <a:alpha val="57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8"/>
            <p:cNvSpPr/>
            <p:nvPr/>
          </p:nvSpPr>
          <p:spPr>
            <a:xfrm>
              <a:off x="824400" y="4387602"/>
              <a:ext cx="7336788" cy="44"/>
            </a:xfrm>
            <a:custGeom>
              <a:avLst/>
              <a:gdLst/>
              <a:ahLst/>
              <a:cxnLst/>
              <a:rect l="l" t="t" r="r" b="b"/>
              <a:pathLst>
                <a:path w="166537" h="1" extrusionOk="0">
                  <a:moveTo>
                    <a:pt x="0" y="1"/>
                  </a:moveTo>
                  <a:lnTo>
                    <a:pt x="166537" y="1"/>
                  </a:lnTo>
                </a:path>
              </a:pathLst>
            </a:custGeom>
            <a:solidFill>
              <a:srgbClr val="D2D7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8"/>
            <p:cNvSpPr/>
            <p:nvPr/>
          </p:nvSpPr>
          <p:spPr>
            <a:xfrm>
              <a:off x="824400" y="3173843"/>
              <a:ext cx="7336788" cy="1580077"/>
            </a:xfrm>
            <a:custGeom>
              <a:avLst/>
              <a:gdLst/>
              <a:ahLst/>
              <a:cxnLst/>
              <a:rect l="l" t="t" r="r" b="b"/>
              <a:pathLst>
                <a:path w="166537" h="35866" extrusionOk="0">
                  <a:moveTo>
                    <a:pt x="0" y="0"/>
                  </a:moveTo>
                  <a:lnTo>
                    <a:pt x="0" y="35865"/>
                  </a:lnTo>
                  <a:lnTo>
                    <a:pt x="166537" y="35865"/>
                  </a:lnTo>
                  <a:lnTo>
                    <a:pt x="166537" y="0"/>
                  </a:lnTo>
                  <a:close/>
                </a:path>
              </a:pathLst>
            </a:custGeom>
            <a:solidFill>
              <a:srgbClr val="2B2F2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8"/>
            <p:cNvSpPr/>
            <p:nvPr/>
          </p:nvSpPr>
          <p:spPr>
            <a:xfrm>
              <a:off x="-638633" y="3683295"/>
              <a:ext cx="1632943" cy="1632899"/>
            </a:xfrm>
            <a:custGeom>
              <a:avLst/>
              <a:gdLst/>
              <a:ahLst/>
              <a:cxnLst/>
              <a:rect l="l" t="t" r="r" b="b"/>
              <a:pathLst>
                <a:path w="37066" h="37065" extrusionOk="0">
                  <a:moveTo>
                    <a:pt x="18546" y="0"/>
                  </a:moveTo>
                  <a:cubicBezTo>
                    <a:pt x="8314" y="0"/>
                    <a:pt x="1" y="8287"/>
                    <a:pt x="1" y="18519"/>
                  </a:cubicBezTo>
                  <a:cubicBezTo>
                    <a:pt x="1" y="28751"/>
                    <a:pt x="8314" y="37065"/>
                    <a:pt x="18546" y="37065"/>
                  </a:cubicBezTo>
                  <a:cubicBezTo>
                    <a:pt x="28778" y="37065"/>
                    <a:pt x="37065" y="28751"/>
                    <a:pt x="37065" y="18519"/>
                  </a:cubicBezTo>
                  <a:cubicBezTo>
                    <a:pt x="37065" y="8287"/>
                    <a:pt x="28778" y="0"/>
                    <a:pt x="1854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8"/>
            <p:cNvSpPr/>
            <p:nvPr/>
          </p:nvSpPr>
          <p:spPr>
            <a:xfrm>
              <a:off x="-306414" y="4015514"/>
              <a:ext cx="968505" cy="967316"/>
            </a:xfrm>
            <a:custGeom>
              <a:avLst/>
              <a:gdLst/>
              <a:ahLst/>
              <a:cxnLst/>
              <a:rect l="l" t="t" r="r" b="b"/>
              <a:pathLst>
                <a:path w="21984" h="21957" extrusionOk="0">
                  <a:moveTo>
                    <a:pt x="11005" y="0"/>
                  </a:moveTo>
                  <a:cubicBezTo>
                    <a:pt x="4930" y="0"/>
                    <a:pt x="1" y="4903"/>
                    <a:pt x="1" y="10978"/>
                  </a:cubicBezTo>
                  <a:cubicBezTo>
                    <a:pt x="1" y="17053"/>
                    <a:pt x="4930" y="21956"/>
                    <a:pt x="11005" y="21956"/>
                  </a:cubicBezTo>
                  <a:cubicBezTo>
                    <a:pt x="17081" y="21956"/>
                    <a:pt x="21983" y="17053"/>
                    <a:pt x="21983" y="10978"/>
                  </a:cubicBezTo>
                  <a:cubicBezTo>
                    <a:pt x="21983" y="4903"/>
                    <a:pt x="17081" y="0"/>
                    <a:pt x="110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8"/>
            <p:cNvSpPr/>
            <p:nvPr/>
          </p:nvSpPr>
          <p:spPr>
            <a:xfrm>
              <a:off x="-129137" y="4191558"/>
              <a:ext cx="615140" cy="615184"/>
            </a:xfrm>
            <a:custGeom>
              <a:avLst/>
              <a:gdLst/>
              <a:ahLst/>
              <a:cxnLst/>
              <a:rect l="l" t="t" r="r" b="b"/>
              <a:pathLst>
                <a:path w="13963" h="13964" extrusionOk="0">
                  <a:moveTo>
                    <a:pt x="6981" y="1"/>
                  </a:moveTo>
                  <a:cubicBezTo>
                    <a:pt x="3118" y="1"/>
                    <a:pt x="0" y="3118"/>
                    <a:pt x="0" y="6982"/>
                  </a:cubicBezTo>
                  <a:cubicBezTo>
                    <a:pt x="0" y="10846"/>
                    <a:pt x="3118" y="13963"/>
                    <a:pt x="6981" y="13963"/>
                  </a:cubicBezTo>
                  <a:cubicBezTo>
                    <a:pt x="10845" y="13963"/>
                    <a:pt x="13963" y="10846"/>
                    <a:pt x="13963" y="6982"/>
                  </a:cubicBezTo>
                  <a:cubicBezTo>
                    <a:pt x="13963" y="3118"/>
                    <a:pt x="10845" y="1"/>
                    <a:pt x="6981" y="1"/>
                  </a:cubicBezTo>
                  <a:close/>
                </a:path>
              </a:pathLst>
            </a:custGeom>
            <a:solidFill>
              <a:srgbClr val="3B3B3B">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8"/>
            <p:cNvSpPr/>
            <p:nvPr/>
          </p:nvSpPr>
          <p:spPr>
            <a:xfrm>
              <a:off x="8057992" y="3646906"/>
              <a:ext cx="1669332" cy="1669288"/>
            </a:xfrm>
            <a:custGeom>
              <a:avLst/>
              <a:gdLst/>
              <a:ahLst/>
              <a:cxnLst/>
              <a:rect l="l" t="t" r="r" b="b"/>
              <a:pathLst>
                <a:path w="37892" h="37891" extrusionOk="0">
                  <a:moveTo>
                    <a:pt x="18946" y="0"/>
                  </a:moveTo>
                  <a:cubicBezTo>
                    <a:pt x="8474" y="0"/>
                    <a:pt x="1" y="8474"/>
                    <a:pt x="1" y="18945"/>
                  </a:cubicBezTo>
                  <a:cubicBezTo>
                    <a:pt x="1" y="29391"/>
                    <a:pt x="8474" y="37891"/>
                    <a:pt x="18946" y="37891"/>
                  </a:cubicBezTo>
                  <a:cubicBezTo>
                    <a:pt x="29418" y="37891"/>
                    <a:pt x="37891" y="29391"/>
                    <a:pt x="37891" y="18945"/>
                  </a:cubicBezTo>
                  <a:cubicBezTo>
                    <a:pt x="37891" y="8474"/>
                    <a:pt x="29418" y="0"/>
                    <a:pt x="1894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8"/>
            <p:cNvSpPr/>
            <p:nvPr/>
          </p:nvSpPr>
          <p:spPr>
            <a:xfrm>
              <a:off x="8397259" y="3986129"/>
              <a:ext cx="990797" cy="989652"/>
            </a:xfrm>
            <a:custGeom>
              <a:avLst/>
              <a:gdLst/>
              <a:ahLst/>
              <a:cxnLst/>
              <a:rect l="l" t="t" r="r" b="b"/>
              <a:pathLst>
                <a:path w="22490" h="22464" extrusionOk="0">
                  <a:moveTo>
                    <a:pt x="11245" y="1"/>
                  </a:moveTo>
                  <a:cubicBezTo>
                    <a:pt x="5037" y="1"/>
                    <a:pt x="1" y="5037"/>
                    <a:pt x="1" y="11245"/>
                  </a:cubicBezTo>
                  <a:cubicBezTo>
                    <a:pt x="1" y="17427"/>
                    <a:pt x="5037" y="22463"/>
                    <a:pt x="11245" y="22463"/>
                  </a:cubicBezTo>
                  <a:cubicBezTo>
                    <a:pt x="17454" y="22463"/>
                    <a:pt x="22490" y="17427"/>
                    <a:pt x="22490" y="11245"/>
                  </a:cubicBezTo>
                  <a:cubicBezTo>
                    <a:pt x="22490" y="5037"/>
                    <a:pt x="17454" y="1"/>
                    <a:pt x="1124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8"/>
            <p:cNvSpPr/>
            <p:nvPr/>
          </p:nvSpPr>
          <p:spPr>
            <a:xfrm>
              <a:off x="8578061" y="4165741"/>
              <a:ext cx="629238" cy="630427"/>
            </a:xfrm>
            <a:custGeom>
              <a:avLst/>
              <a:gdLst/>
              <a:ahLst/>
              <a:cxnLst/>
              <a:rect l="l" t="t" r="r" b="b"/>
              <a:pathLst>
                <a:path w="14283" h="14310" extrusionOk="0">
                  <a:moveTo>
                    <a:pt x="7141" y="1"/>
                  </a:moveTo>
                  <a:cubicBezTo>
                    <a:pt x="3198" y="1"/>
                    <a:pt x="0" y="3198"/>
                    <a:pt x="0" y="7168"/>
                  </a:cubicBezTo>
                  <a:cubicBezTo>
                    <a:pt x="0" y="11112"/>
                    <a:pt x="3198" y="14309"/>
                    <a:pt x="7141" y="14309"/>
                  </a:cubicBezTo>
                  <a:cubicBezTo>
                    <a:pt x="11085" y="14309"/>
                    <a:pt x="14282" y="11112"/>
                    <a:pt x="14282" y="7168"/>
                  </a:cubicBezTo>
                  <a:cubicBezTo>
                    <a:pt x="14282" y="3198"/>
                    <a:pt x="11085" y="1"/>
                    <a:pt x="7141" y="1"/>
                  </a:cubicBezTo>
                  <a:close/>
                </a:path>
              </a:pathLst>
            </a:custGeom>
            <a:solidFill>
              <a:srgbClr val="3B3B3B">
                <a:alpha val="6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8"/>
            <p:cNvSpPr/>
            <p:nvPr/>
          </p:nvSpPr>
          <p:spPr>
            <a:xfrm>
              <a:off x="200" y="-1041600"/>
              <a:ext cx="9143947" cy="5928173"/>
            </a:xfrm>
            <a:custGeom>
              <a:avLst/>
              <a:gdLst/>
              <a:ahLst/>
              <a:cxnLst/>
              <a:rect l="l" t="t" r="r" b="b"/>
              <a:pathLst>
                <a:path w="166564" h="134563" extrusionOk="0">
                  <a:moveTo>
                    <a:pt x="166537" y="1"/>
                  </a:moveTo>
                  <a:lnTo>
                    <a:pt x="0" y="1"/>
                  </a:lnTo>
                  <a:lnTo>
                    <a:pt x="0" y="106931"/>
                  </a:lnTo>
                  <a:cubicBezTo>
                    <a:pt x="5836" y="106744"/>
                    <a:pt x="9699" y="108529"/>
                    <a:pt x="13004" y="112446"/>
                  </a:cubicBezTo>
                  <a:cubicBezTo>
                    <a:pt x="16494" y="116576"/>
                    <a:pt x="17986" y="123451"/>
                    <a:pt x="17826" y="128887"/>
                  </a:cubicBezTo>
                  <a:cubicBezTo>
                    <a:pt x="17720" y="132750"/>
                    <a:pt x="18652" y="134242"/>
                    <a:pt x="20837" y="134429"/>
                  </a:cubicBezTo>
                  <a:cubicBezTo>
                    <a:pt x="22090" y="134536"/>
                    <a:pt x="64403" y="134562"/>
                    <a:pt x="75035" y="134562"/>
                  </a:cubicBezTo>
                  <a:lnTo>
                    <a:pt x="135601" y="134562"/>
                  </a:lnTo>
                  <a:cubicBezTo>
                    <a:pt x="138479" y="134562"/>
                    <a:pt x="144234" y="134562"/>
                    <a:pt x="145753" y="134429"/>
                  </a:cubicBezTo>
                  <a:cubicBezTo>
                    <a:pt x="147911" y="134242"/>
                    <a:pt x="148844" y="132777"/>
                    <a:pt x="148737" y="128887"/>
                  </a:cubicBezTo>
                  <a:cubicBezTo>
                    <a:pt x="148578" y="123451"/>
                    <a:pt x="150070" y="116576"/>
                    <a:pt x="153560" y="112446"/>
                  </a:cubicBezTo>
                  <a:cubicBezTo>
                    <a:pt x="156891" y="108529"/>
                    <a:pt x="160728" y="106771"/>
                    <a:pt x="166564" y="10693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8"/>
            <p:cNvSpPr/>
            <p:nvPr/>
          </p:nvSpPr>
          <p:spPr>
            <a:xfrm>
              <a:off x="3679296" y="986865"/>
              <a:ext cx="132694" cy="93969"/>
            </a:xfrm>
            <a:custGeom>
              <a:avLst/>
              <a:gdLst/>
              <a:ahLst/>
              <a:cxnLst/>
              <a:rect l="l" t="t" r="r" b="b"/>
              <a:pathLst>
                <a:path w="3012" h="2133" extrusionOk="0">
                  <a:moveTo>
                    <a:pt x="3011" y="1"/>
                  </a:moveTo>
                  <a:lnTo>
                    <a:pt x="3011" y="1"/>
                  </a:lnTo>
                  <a:cubicBezTo>
                    <a:pt x="2825" y="54"/>
                    <a:pt x="2638" y="107"/>
                    <a:pt x="2451" y="187"/>
                  </a:cubicBezTo>
                  <a:lnTo>
                    <a:pt x="2185" y="294"/>
                  </a:lnTo>
                  <a:cubicBezTo>
                    <a:pt x="2105" y="347"/>
                    <a:pt x="1999" y="401"/>
                    <a:pt x="1919" y="454"/>
                  </a:cubicBezTo>
                  <a:cubicBezTo>
                    <a:pt x="1732" y="560"/>
                    <a:pt x="1519" y="694"/>
                    <a:pt x="1332" y="827"/>
                  </a:cubicBezTo>
                  <a:cubicBezTo>
                    <a:pt x="986" y="1067"/>
                    <a:pt x="666" y="1360"/>
                    <a:pt x="400" y="1680"/>
                  </a:cubicBezTo>
                  <a:cubicBezTo>
                    <a:pt x="240" y="1839"/>
                    <a:pt x="133" y="1973"/>
                    <a:pt x="0" y="2133"/>
                  </a:cubicBezTo>
                  <a:cubicBezTo>
                    <a:pt x="187" y="2026"/>
                    <a:pt x="346" y="1919"/>
                    <a:pt x="506" y="1813"/>
                  </a:cubicBezTo>
                  <a:lnTo>
                    <a:pt x="986" y="1466"/>
                  </a:lnTo>
                  <a:cubicBezTo>
                    <a:pt x="1172" y="1333"/>
                    <a:pt x="1332" y="1200"/>
                    <a:pt x="1519" y="1067"/>
                  </a:cubicBezTo>
                  <a:cubicBezTo>
                    <a:pt x="1705" y="933"/>
                    <a:pt x="1892" y="800"/>
                    <a:pt x="2078" y="667"/>
                  </a:cubicBezTo>
                  <a:cubicBezTo>
                    <a:pt x="2158" y="614"/>
                    <a:pt x="2238" y="534"/>
                    <a:pt x="2318" y="481"/>
                  </a:cubicBezTo>
                  <a:cubicBezTo>
                    <a:pt x="2398" y="454"/>
                    <a:pt x="2478" y="401"/>
                    <a:pt x="2558" y="347"/>
                  </a:cubicBezTo>
                  <a:cubicBezTo>
                    <a:pt x="2718" y="241"/>
                    <a:pt x="2878" y="134"/>
                    <a:pt x="3011" y="1"/>
                  </a:cubicBezTo>
                  <a:close/>
                </a:path>
              </a:pathLst>
            </a:custGeom>
            <a:solidFill>
              <a:srgbClr val="8F5B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8"/>
            <p:cNvSpPr/>
            <p:nvPr/>
          </p:nvSpPr>
          <p:spPr>
            <a:xfrm>
              <a:off x="3769653" y="1009201"/>
              <a:ext cx="93969" cy="170229"/>
            </a:xfrm>
            <a:custGeom>
              <a:avLst/>
              <a:gdLst/>
              <a:ahLst/>
              <a:cxnLst/>
              <a:rect l="l" t="t" r="r" b="b"/>
              <a:pathLst>
                <a:path w="2133" h="3864" extrusionOk="0">
                  <a:moveTo>
                    <a:pt x="2132" y="0"/>
                  </a:moveTo>
                  <a:lnTo>
                    <a:pt x="2132" y="0"/>
                  </a:lnTo>
                  <a:cubicBezTo>
                    <a:pt x="2053" y="80"/>
                    <a:pt x="1999" y="187"/>
                    <a:pt x="1946" y="267"/>
                  </a:cubicBezTo>
                  <a:cubicBezTo>
                    <a:pt x="1893" y="347"/>
                    <a:pt x="1813" y="453"/>
                    <a:pt x="1786" y="533"/>
                  </a:cubicBezTo>
                  <a:cubicBezTo>
                    <a:pt x="1733" y="640"/>
                    <a:pt x="1706" y="746"/>
                    <a:pt x="1653" y="826"/>
                  </a:cubicBezTo>
                  <a:cubicBezTo>
                    <a:pt x="1626" y="879"/>
                    <a:pt x="1626" y="933"/>
                    <a:pt x="1626" y="1013"/>
                  </a:cubicBezTo>
                  <a:lnTo>
                    <a:pt x="1612" y="1056"/>
                  </a:lnTo>
                  <a:lnTo>
                    <a:pt x="1612" y="1056"/>
                  </a:lnTo>
                  <a:lnTo>
                    <a:pt x="1466" y="1093"/>
                  </a:lnTo>
                  <a:lnTo>
                    <a:pt x="1253" y="1119"/>
                  </a:lnTo>
                  <a:cubicBezTo>
                    <a:pt x="1147" y="1146"/>
                    <a:pt x="1067" y="1173"/>
                    <a:pt x="987" y="1199"/>
                  </a:cubicBezTo>
                  <a:cubicBezTo>
                    <a:pt x="907" y="1226"/>
                    <a:pt x="853" y="1253"/>
                    <a:pt x="774" y="1279"/>
                  </a:cubicBezTo>
                  <a:lnTo>
                    <a:pt x="720" y="1279"/>
                  </a:lnTo>
                  <a:lnTo>
                    <a:pt x="667" y="1332"/>
                  </a:lnTo>
                  <a:lnTo>
                    <a:pt x="587" y="1412"/>
                  </a:lnTo>
                  <a:cubicBezTo>
                    <a:pt x="534" y="1466"/>
                    <a:pt x="480" y="1546"/>
                    <a:pt x="427" y="1599"/>
                  </a:cubicBezTo>
                  <a:lnTo>
                    <a:pt x="294" y="1812"/>
                  </a:lnTo>
                  <a:lnTo>
                    <a:pt x="214" y="2025"/>
                  </a:lnTo>
                  <a:cubicBezTo>
                    <a:pt x="134" y="2185"/>
                    <a:pt x="81" y="2318"/>
                    <a:pt x="54" y="2478"/>
                  </a:cubicBezTo>
                  <a:cubicBezTo>
                    <a:pt x="54" y="2558"/>
                    <a:pt x="27" y="2638"/>
                    <a:pt x="27" y="2718"/>
                  </a:cubicBezTo>
                  <a:cubicBezTo>
                    <a:pt x="1" y="2798"/>
                    <a:pt x="1" y="2878"/>
                    <a:pt x="1" y="2958"/>
                  </a:cubicBezTo>
                  <a:lnTo>
                    <a:pt x="1" y="3171"/>
                  </a:lnTo>
                  <a:cubicBezTo>
                    <a:pt x="1" y="3251"/>
                    <a:pt x="1" y="3331"/>
                    <a:pt x="1" y="3411"/>
                  </a:cubicBezTo>
                  <a:cubicBezTo>
                    <a:pt x="1" y="3571"/>
                    <a:pt x="27" y="3704"/>
                    <a:pt x="81" y="3864"/>
                  </a:cubicBezTo>
                  <a:lnTo>
                    <a:pt x="81" y="3624"/>
                  </a:lnTo>
                  <a:cubicBezTo>
                    <a:pt x="81" y="3544"/>
                    <a:pt x="81" y="3464"/>
                    <a:pt x="107" y="3411"/>
                  </a:cubicBezTo>
                  <a:cubicBezTo>
                    <a:pt x="134" y="3278"/>
                    <a:pt x="161" y="3144"/>
                    <a:pt x="214" y="3011"/>
                  </a:cubicBezTo>
                  <a:cubicBezTo>
                    <a:pt x="241" y="2878"/>
                    <a:pt x="294" y="2718"/>
                    <a:pt x="321" y="2585"/>
                  </a:cubicBezTo>
                  <a:cubicBezTo>
                    <a:pt x="374" y="2452"/>
                    <a:pt x="427" y="2318"/>
                    <a:pt x="507" y="2185"/>
                  </a:cubicBezTo>
                  <a:lnTo>
                    <a:pt x="587" y="1999"/>
                  </a:lnTo>
                  <a:lnTo>
                    <a:pt x="694" y="1839"/>
                  </a:lnTo>
                  <a:lnTo>
                    <a:pt x="774" y="1759"/>
                  </a:lnTo>
                  <a:lnTo>
                    <a:pt x="827" y="1679"/>
                  </a:lnTo>
                  <a:lnTo>
                    <a:pt x="907" y="1599"/>
                  </a:lnTo>
                  <a:lnTo>
                    <a:pt x="933" y="1572"/>
                  </a:lnTo>
                  <a:cubicBezTo>
                    <a:pt x="987" y="1546"/>
                    <a:pt x="1067" y="1492"/>
                    <a:pt x="1147" y="1466"/>
                  </a:cubicBezTo>
                  <a:cubicBezTo>
                    <a:pt x="1200" y="1466"/>
                    <a:pt x="1253" y="1439"/>
                    <a:pt x="1306" y="1439"/>
                  </a:cubicBezTo>
                  <a:cubicBezTo>
                    <a:pt x="1466" y="1386"/>
                    <a:pt x="1626" y="1359"/>
                    <a:pt x="1759" y="1306"/>
                  </a:cubicBezTo>
                  <a:lnTo>
                    <a:pt x="1839" y="1279"/>
                  </a:lnTo>
                  <a:lnTo>
                    <a:pt x="1839" y="1173"/>
                  </a:lnTo>
                  <a:cubicBezTo>
                    <a:pt x="1866" y="1093"/>
                    <a:pt x="1839" y="986"/>
                    <a:pt x="1866" y="879"/>
                  </a:cubicBezTo>
                  <a:cubicBezTo>
                    <a:pt x="1893" y="800"/>
                    <a:pt x="1919" y="693"/>
                    <a:pt x="1946" y="586"/>
                  </a:cubicBezTo>
                  <a:cubicBezTo>
                    <a:pt x="1999" y="400"/>
                    <a:pt x="2053" y="213"/>
                    <a:pt x="2132" y="0"/>
                  </a:cubicBezTo>
                  <a:close/>
                </a:path>
              </a:pathLst>
            </a:custGeom>
            <a:solidFill>
              <a:srgbClr val="8F5B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8"/>
            <p:cNvSpPr/>
            <p:nvPr/>
          </p:nvSpPr>
          <p:spPr>
            <a:xfrm>
              <a:off x="824400" y="-476951"/>
              <a:ext cx="7336788" cy="72823"/>
            </a:xfrm>
            <a:custGeom>
              <a:avLst/>
              <a:gdLst/>
              <a:ahLst/>
              <a:cxnLst/>
              <a:rect l="l" t="t" r="r" b="b"/>
              <a:pathLst>
                <a:path w="166537" h="1653" extrusionOk="0">
                  <a:moveTo>
                    <a:pt x="0" y="1"/>
                  </a:moveTo>
                  <a:lnTo>
                    <a:pt x="0" y="1653"/>
                  </a:lnTo>
                  <a:lnTo>
                    <a:pt x="166537" y="1653"/>
                  </a:lnTo>
                  <a:lnTo>
                    <a:pt x="16653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8"/>
            <p:cNvSpPr/>
            <p:nvPr/>
          </p:nvSpPr>
          <p:spPr>
            <a:xfrm>
              <a:off x="824400" y="-695287"/>
              <a:ext cx="7336788" cy="82207"/>
            </a:xfrm>
            <a:custGeom>
              <a:avLst/>
              <a:gdLst/>
              <a:ahLst/>
              <a:cxnLst/>
              <a:rect l="l" t="t" r="r" b="b"/>
              <a:pathLst>
                <a:path w="166537" h="1866" extrusionOk="0">
                  <a:moveTo>
                    <a:pt x="0" y="0"/>
                  </a:moveTo>
                  <a:lnTo>
                    <a:pt x="0" y="1866"/>
                  </a:lnTo>
                  <a:lnTo>
                    <a:pt x="166537" y="1866"/>
                  </a:lnTo>
                  <a:lnTo>
                    <a:pt x="166537" y="80"/>
                  </a:lnTo>
                  <a:lnTo>
                    <a:pt x="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8"/>
            <p:cNvSpPr/>
            <p:nvPr/>
          </p:nvSpPr>
          <p:spPr>
            <a:xfrm>
              <a:off x="303175" y="3519550"/>
              <a:ext cx="8514347" cy="1024235"/>
            </a:xfrm>
            <a:custGeom>
              <a:avLst/>
              <a:gdLst/>
              <a:ahLst/>
              <a:cxnLst/>
              <a:rect l="l" t="t" r="r" b="b"/>
              <a:pathLst>
                <a:path w="170988" h="23249" extrusionOk="0">
                  <a:moveTo>
                    <a:pt x="3628" y="0"/>
                  </a:moveTo>
                  <a:cubicBezTo>
                    <a:pt x="3225" y="0"/>
                    <a:pt x="2825" y="14"/>
                    <a:pt x="2426" y="40"/>
                  </a:cubicBezTo>
                  <a:cubicBezTo>
                    <a:pt x="1600" y="67"/>
                    <a:pt x="800" y="173"/>
                    <a:pt x="1" y="307"/>
                  </a:cubicBezTo>
                  <a:cubicBezTo>
                    <a:pt x="663" y="218"/>
                    <a:pt x="1344" y="167"/>
                    <a:pt x="2012" y="167"/>
                  </a:cubicBezTo>
                  <a:cubicBezTo>
                    <a:pt x="2150" y="167"/>
                    <a:pt x="2288" y="169"/>
                    <a:pt x="2426" y="173"/>
                  </a:cubicBezTo>
                  <a:cubicBezTo>
                    <a:pt x="2572" y="168"/>
                    <a:pt x="2719" y="166"/>
                    <a:pt x="2866" y="166"/>
                  </a:cubicBezTo>
                  <a:cubicBezTo>
                    <a:pt x="3518" y="166"/>
                    <a:pt x="4171" y="210"/>
                    <a:pt x="4824" y="253"/>
                  </a:cubicBezTo>
                  <a:cubicBezTo>
                    <a:pt x="5623" y="307"/>
                    <a:pt x="6422" y="413"/>
                    <a:pt x="7222" y="546"/>
                  </a:cubicBezTo>
                  <a:cubicBezTo>
                    <a:pt x="7622" y="600"/>
                    <a:pt x="7995" y="680"/>
                    <a:pt x="8394" y="760"/>
                  </a:cubicBezTo>
                  <a:lnTo>
                    <a:pt x="9567" y="1053"/>
                  </a:lnTo>
                  <a:cubicBezTo>
                    <a:pt x="9940" y="1159"/>
                    <a:pt x="10339" y="1239"/>
                    <a:pt x="10712" y="1372"/>
                  </a:cubicBezTo>
                  <a:cubicBezTo>
                    <a:pt x="11085" y="1532"/>
                    <a:pt x="11459" y="1639"/>
                    <a:pt x="11832" y="1799"/>
                  </a:cubicBezTo>
                  <a:lnTo>
                    <a:pt x="12924" y="2252"/>
                  </a:lnTo>
                  <a:lnTo>
                    <a:pt x="13990" y="2785"/>
                  </a:lnTo>
                  <a:lnTo>
                    <a:pt x="15056" y="3371"/>
                  </a:lnTo>
                  <a:cubicBezTo>
                    <a:pt x="15375" y="3611"/>
                    <a:pt x="15722" y="3824"/>
                    <a:pt x="16042" y="4037"/>
                  </a:cubicBezTo>
                  <a:cubicBezTo>
                    <a:pt x="16388" y="4250"/>
                    <a:pt x="16654" y="4517"/>
                    <a:pt x="17001" y="4756"/>
                  </a:cubicBezTo>
                  <a:cubicBezTo>
                    <a:pt x="17294" y="4996"/>
                    <a:pt x="17614" y="5263"/>
                    <a:pt x="17880" y="5556"/>
                  </a:cubicBezTo>
                  <a:lnTo>
                    <a:pt x="18333" y="5956"/>
                  </a:lnTo>
                  <a:cubicBezTo>
                    <a:pt x="18466" y="6089"/>
                    <a:pt x="18600" y="6222"/>
                    <a:pt x="18733" y="6382"/>
                  </a:cubicBezTo>
                  <a:lnTo>
                    <a:pt x="19159" y="6808"/>
                  </a:lnTo>
                  <a:cubicBezTo>
                    <a:pt x="19292" y="6941"/>
                    <a:pt x="19426" y="7101"/>
                    <a:pt x="19532" y="7261"/>
                  </a:cubicBezTo>
                  <a:lnTo>
                    <a:pt x="20278" y="8167"/>
                  </a:lnTo>
                  <a:lnTo>
                    <a:pt x="20944" y="9153"/>
                  </a:lnTo>
                  <a:cubicBezTo>
                    <a:pt x="21184" y="9473"/>
                    <a:pt x="21397" y="9793"/>
                    <a:pt x="21584" y="10139"/>
                  </a:cubicBezTo>
                  <a:lnTo>
                    <a:pt x="21904" y="10645"/>
                  </a:lnTo>
                  <a:cubicBezTo>
                    <a:pt x="22010" y="10805"/>
                    <a:pt x="22090" y="10992"/>
                    <a:pt x="22170" y="11178"/>
                  </a:cubicBezTo>
                  <a:lnTo>
                    <a:pt x="22703" y="12244"/>
                  </a:lnTo>
                  <a:cubicBezTo>
                    <a:pt x="22890" y="12590"/>
                    <a:pt x="23049" y="12963"/>
                    <a:pt x="23183" y="13310"/>
                  </a:cubicBezTo>
                  <a:cubicBezTo>
                    <a:pt x="23316" y="13683"/>
                    <a:pt x="23502" y="14056"/>
                    <a:pt x="23609" y="14429"/>
                  </a:cubicBezTo>
                  <a:lnTo>
                    <a:pt x="23982" y="15548"/>
                  </a:lnTo>
                  <a:cubicBezTo>
                    <a:pt x="24062" y="15735"/>
                    <a:pt x="24115" y="15921"/>
                    <a:pt x="24169" y="16108"/>
                  </a:cubicBezTo>
                  <a:lnTo>
                    <a:pt x="24328" y="16694"/>
                  </a:lnTo>
                  <a:lnTo>
                    <a:pt x="24622" y="17840"/>
                  </a:lnTo>
                  <a:cubicBezTo>
                    <a:pt x="24808" y="18612"/>
                    <a:pt x="24941" y="19385"/>
                    <a:pt x="25101" y="20158"/>
                  </a:cubicBezTo>
                  <a:lnTo>
                    <a:pt x="25421" y="22529"/>
                  </a:lnTo>
                  <a:cubicBezTo>
                    <a:pt x="25474" y="22822"/>
                    <a:pt x="25714" y="23035"/>
                    <a:pt x="25980" y="23035"/>
                  </a:cubicBezTo>
                  <a:lnTo>
                    <a:pt x="41035" y="23089"/>
                  </a:lnTo>
                  <a:lnTo>
                    <a:pt x="56064" y="23169"/>
                  </a:lnTo>
                  <a:cubicBezTo>
                    <a:pt x="61073" y="23195"/>
                    <a:pt x="66082" y="23222"/>
                    <a:pt x="71065" y="23222"/>
                  </a:cubicBezTo>
                  <a:lnTo>
                    <a:pt x="86094" y="23249"/>
                  </a:lnTo>
                  <a:lnTo>
                    <a:pt x="101122" y="23222"/>
                  </a:lnTo>
                  <a:lnTo>
                    <a:pt x="108636" y="23222"/>
                  </a:lnTo>
                  <a:lnTo>
                    <a:pt x="116150" y="23169"/>
                  </a:lnTo>
                  <a:lnTo>
                    <a:pt x="131152" y="23089"/>
                  </a:lnTo>
                  <a:lnTo>
                    <a:pt x="146180" y="22956"/>
                  </a:lnTo>
                  <a:cubicBezTo>
                    <a:pt x="146473" y="22956"/>
                    <a:pt x="146686" y="22742"/>
                    <a:pt x="146713" y="22449"/>
                  </a:cubicBezTo>
                  <a:cubicBezTo>
                    <a:pt x="146766" y="21730"/>
                    <a:pt x="146873" y="20957"/>
                    <a:pt x="147006" y="20184"/>
                  </a:cubicBezTo>
                  <a:cubicBezTo>
                    <a:pt x="147139" y="19438"/>
                    <a:pt x="147272" y="18692"/>
                    <a:pt x="147486" y="17946"/>
                  </a:cubicBezTo>
                  <a:cubicBezTo>
                    <a:pt x="147672" y="17200"/>
                    <a:pt x="147859" y="16454"/>
                    <a:pt x="148098" y="15735"/>
                  </a:cubicBezTo>
                  <a:cubicBezTo>
                    <a:pt x="148232" y="15361"/>
                    <a:pt x="148365" y="15015"/>
                    <a:pt x="148498" y="14642"/>
                  </a:cubicBezTo>
                  <a:cubicBezTo>
                    <a:pt x="148631" y="14296"/>
                    <a:pt x="148765" y="13923"/>
                    <a:pt x="148924" y="13576"/>
                  </a:cubicBezTo>
                  <a:lnTo>
                    <a:pt x="149138" y="13043"/>
                  </a:lnTo>
                  <a:lnTo>
                    <a:pt x="149377" y="12510"/>
                  </a:lnTo>
                  <a:cubicBezTo>
                    <a:pt x="149537" y="12164"/>
                    <a:pt x="149724" y="11818"/>
                    <a:pt x="149884" y="11498"/>
                  </a:cubicBezTo>
                  <a:cubicBezTo>
                    <a:pt x="150070" y="11151"/>
                    <a:pt x="150257" y="10805"/>
                    <a:pt x="150443" y="10485"/>
                  </a:cubicBezTo>
                  <a:cubicBezTo>
                    <a:pt x="150630" y="10166"/>
                    <a:pt x="150816" y="9819"/>
                    <a:pt x="151029" y="9499"/>
                  </a:cubicBezTo>
                  <a:cubicBezTo>
                    <a:pt x="151456" y="8860"/>
                    <a:pt x="151909" y="8247"/>
                    <a:pt x="152362" y="7634"/>
                  </a:cubicBezTo>
                  <a:lnTo>
                    <a:pt x="153108" y="6755"/>
                  </a:lnTo>
                  <a:lnTo>
                    <a:pt x="153907" y="5929"/>
                  </a:lnTo>
                  <a:cubicBezTo>
                    <a:pt x="154174" y="5662"/>
                    <a:pt x="154493" y="5423"/>
                    <a:pt x="154760" y="5156"/>
                  </a:cubicBezTo>
                  <a:cubicBezTo>
                    <a:pt x="155053" y="4890"/>
                    <a:pt x="155346" y="4650"/>
                    <a:pt x="155639" y="4410"/>
                  </a:cubicBezTo>
                  <a:cubicBezTo>
                    <a:pt x="155959" y="4197"/>
                    <a:pt x="156252" y="3957"/>
                    <a:pt x="156572" y="3744"/>
                  </a:cubicBezTo>
                  <a:cubicBezTo>
                    <a:pt x="156918" y="3557"/>
                    <a:pt x="157211" y="3318"/>
                    <a:pt x="157558" y="3131"/>
                  </a:cubicBezTo>
                  <a:lnTo>
                    <a:pt x="158544" y="2572"/>
                  </a:lnTo>
                  <a:cubicBezTo>
                    <a:pt x="158890" y="2385"/>
                    <a:pt x="159263" y="2252"/>
                    <a:pt x="159609" y="2092"/>
                  </a:cubicBezTo>
                  <a:lnTo>
                    <a:pt x="160116" y="1852"/>
                  </a:lnTo>
                  <a:lnTo>
                    <a:pt x="160675" y="1666"/>
                  </a:lnTo>
                  <a:cubicBezTo>
                    <a:pt x="161048" y="1532"/>
                    <a:pt x="161395" y="1372"/>
                    <a:pt x="161768" y="1266"/>
                  </a:cubicBezTo>
                  <a:cubicBezTo>
                    <a:pt x="162514" y="1053"/>
                    <a:pt x="163260" y="866"/>
                    <a:pt x="164033" y="733"/>
                  </a:cubicBezTo>
                  <a:cubicBezTo>
                    <a:pt x="164406" y="653"/>
                    <a:pt x="164779" y="573"/>
                    <a:pt x="165178" y="520"/>
                  </a:cubicBezTo>
                  <a:lnTo>
                    <a:pt x="166324" y="387"/>
                  </a:lnTo>
                  <a:lnTo>
                    <a:pt x="166910" y="307"/>
                  </a:lnTo>
                  <a:lnTo>
                    <a:pt x="167497" y="280"/>
                  </a:lnTo>
                  <a:lnTo>
                    <a:pt x="168642" y="227"/>
                  </a:lnTo>
                  <a:cubicBezTo>
                    <a:pt x="169415" y="227"/>
                    <a:pt x="170214" y="280"/>
                    <a:pt x="170987" y="280"/>
                  </a:cubicBezTo>
                  <a:cubicBezTo>
                    <a:pt x="170214" y="227"/>
                    <a:pt x="169442" y="173"/>
                    <a:pt x="168642" y="147"/>
                  </a:cubicBezTo>
                  <a:lnTo>
                    <a:pt x="166884" y="147"/>
                  </a:lnTo>
                  <a:lnTo>
                    <a:pt x="166297" y="173"/>
                  </a:lnTo>
                  <a:lnTo>
                    <a:pt x="165125" y="280"/>
                  </a:lnTo>
                  <a:cubicBezTo>
                    <a:pt x="164752" y="307"/>
                    <a:pt x="164352" y="387"/>
                    <a:pt x="163979" y="440"/>
                  </a:cubicBezTo>
                  <a:cubicBezTo>
                    <a:pt x="163207" y="573"/>
                    <a:pt x="162434" y="733"/>
                    <a:pt x="161661" y="946"/>
                  </a:cubicBezTo>
                  <a:cubicBezTo>
                    <a:pt x="161288" y="1026"/>
                    <a:pt x="160915" y="1159"/>
                    <a:pt x="160542" y="1293"/>
                  </a:cubicBezTo>
                  <a:lnTo>
                    <a:pt x="159982" y="1479"/>
                  </a:lnTo>
                  <a:lnTo>
                    <a:pt x="159423" y="1692"/>
                  </a:lnTo>
                  <a:cubicBezTo>
                    <a:pt x="159076" y="1852"/>
                    <a:pt x="158703" y="1985"/>
                    <a:pt x="158357" y="2172"/>
                  </a:cubicBezTo>
                  <a:lnTo>
                    <a:pt x="157291" y="2705"/>
                  </a:lnTo>
                  <a:cubicBezTo>
                    <a:pt x="156945" y="2891"/>
                    <a:pt x="156625" y="3104"/>
                    <a:pt x="156279" y="3318"/>
                  </a:cubicBezTo>
                  <a:cubicBezTo>
                    <a:pt x="155932" y="3504"/>
                    <a:pt x="155613" y="3744"/>
                    <a:pt x="155293" y="3984"/>
                  </a:cubicBezTo>
                  <a:cubicBezTo>
                    <a:pt x="154973" y="4197"/>
                    <a:pt x="154653" y="4437"/>
                    <a:pt x="154360" y="4703"/>
                  </a:cubicBezTo>
                  <a:cubicBezTo>
                    <a:pt x="154067" y="4970"/>
                    <a:pt x="153747" y="5209"/>
                    <a:pt x="153454" y="5476"/>
                  </a:cubicBezTo>
                  <a:lnTo>
                    <a:pt x="152628" y="6302"/>
                  </a:lnTo>
                  <a:lnTo>
                    <a:pt x="151829" y="7208"/>
                  </a:lnTo>
                  <a:cubicBezTo>
                    <a:pt x="151323" y="7794"/>
                    <a:pt x="150816" y="8407"/>
                    <a:pt x="150363" y="9073"/>
                  </a:cubicBezTo>
                  <a:cubicBezTo>
                    <a:pt x="150123" y="9419"/>
                    <a:pt x="149937" y="9739"/>
                    <a:pt x="149697" y="10086"/>
                  </a:cubicBezTo>
                  <a:cubicBezTo>
                    <a:pt x="149484" y="10405"/>
                    <a:pt x="149297" y="10752"/>
                    <a:pt x="149111" y="11098"/>
                  </a:cubicBezTo>
                  <a:cubicBezTo>
                    <a:pt x="148924" y="11445"/>
                    <a:pt x="148738" y="11818"/>
                    <a:pt x="148551" y="12164"/>
                  </a:cubicBezTo>
                  <a:lnTo>
                    <a:pt x="148285" y="12697"/>
                  </a:lnTo>
                  <a:lnTo>
                    <a:pt x="148045" y="13230"/>
                  </a:lnTo>
                  <a:cubicBezTo>
                    <a:pt x="147885" y="13603"/>
                    <a:pt x="147752" y="13976"/>
                    <a:pt x="147592" y="14322"/>
                  </a:cubicBezTo>
                  <a:cubicBezTo>
                    <a:pt x="147432" y="14695"/>
                    <a:pt x="147299" y="15068"/>
                    <a:pt x="147192" y="15441"/>
                  </a:cubicBezTo>
                  <a:cubicBezTo>
                    <a:pt x="146926" y="16188"/>
                    <a:pt x="146686" y="16934"/>
                    <a:pt x="146473" y="17706"/>
                  </a:cubicBezTo>
                  <a:cubicBezTo>
                    <a:pt x="146260" y="18506"/>
                    <a:pt x="146073" y="19252"/>
                    <a:pt x="145940" y="20051"/>
                  </a:cubicBezTo>
                  <a:cubicBezTo>
                    <a:pt x="145814" y="20663"/>
                    <a:pt x="145720" y="21274"/>
                    <a:pt x="145647" y="21912"/>
                  </a:cubicBezTo>
                  <a:lnTo>
                    <a:pt x="145647" y="21912"/>
                  </a:lnTo>
                  <a:lnTo>
                    <a:pt x="131125" y="21783"/>
                  </a:lnTo>
                  <a:lnTo>
                    <a:pt x="116097" y="21703"/>
                  </a:lnTo>
                  <a:lnTo>
                    <a:pt x="108583" y="21650"/>
                  </a:lnTo>
                  <a:lnTo>
                    <a:pt x="71039" y="21650"/>
                  </a:lnTo>
                  <a:cubicBezTo>
                    <a:pt x="66029" y="21650"/>
                    <a:pt x="61046" y="21677"/>
                    <a:pt x="56037" y="21703"/>
                  </a:cubicBezTo>
                  <a:lnTo>
                    <a:pt x="41009" y="21783"/>
                  </a:lnTo>
                  <a:lnTo>
                    <a:pt x="26488" y="21912"/>
                  </a:lnTo>
                  <a:lnTo>
                    <a:pt x="26488" y="21912"/>
                  </a:lnTo>
                  <a:lnTo>
                    <a:pt x="26194" y="19998"/>
                  </a:lnTo>
                  <a:cubicBezTo>
                    <a:pt x="26007" y="19198"/>
                    <a:pt x="25847" y="18399"/>
                    <a:pt x="25634" y="17600"/>
                  </a:cubicBezTo>
                  <a:lnTo>
                    <a:pt x="25314" y="16427"/>
                  </a:lnTo>
                  <a:lnTo>
                    <a:pt x="25154" y="15841"/>
                  </a:lnTo>
                  <a:cubicBezTo>
                    <a:pt x="25075" y="15628"/>
                    <a:pt x="25021" y="15441"/>
                    <a:pt x="24941" y="15255"/>
                  </a:cubicBezTo>
                  <a:lnTo>
                    <a:pt x="24542" y="14109"/>
                  </a:lnTo>
                  <a:cubicBezTo>
                    <a:pt x="24382" y="13709"/>
                    <a:pt x="24222" y="13336"/>
                    <a:pt x="24062" y="12963"/>
                  </a:cubicBezTo>
                  <a:cubicBezTo>
                    <a:pt x="23875" y="12590"/>
                    <a:pt x="23742" y="12217"/>
                    <a:pt x="23529" y="11844"/>
                  </a:cubicBezTo>
                  <a:lnTo>
                    <a:pt x="22970" y="10752"/>
                  </a:lnTo>
                  <a:cubicBezTo>
                    <a:pt x="22863" y="10565"/>
                    <a:pt x="22783" y="10405"/>
                    <a:pt x="22650" y="10219"/>
                  </a:cubicBezTo>
                  <a:lnTo>
                    <a:pt x="22330" y="9713"/>
                  </a:lnTo>
                  <a:cubicBezTo>
                    <a:pt x="22117" y="9340"/>
                    <a:pt x="21877" y="9020"/>
                    <a:pt x="21637" y="8673"/>
                  </a:cubicBezTo>
                  <a:lnTo>
                    <a:pt x="20891" y="7688"/>
                  </a:lnTo>
                  <a:lnTo>
                    <a:pt x="20092" y="6755"/>
                  </a:lnTo>
                  <a:cubicBezTo>
                    <a:pt x="19959" y="6595"/>
                    <a:pt x="19825" y="6435"/>
                    <a:pt x="19665" y="6302"/>
                  </a:cubicBezTo>
                  <a:lnTo>
                    <a:pt x="19239" y="5876"/>
                  </a:lnTo>
                  <a:cubicBezTo>
                    <a:pt x="19106" y="5716"/>
                    <a:pt x="18946" y="5582"/>
                    <a:pt x="18813" y="5449"/>
                  </a:cubicBezTo>
                  <a:lnTo>
                    <a:pt x="18333" y="5050"/>
                  </a:lnTo>
                  <a:cubicBezTo>
                    <a:pt x="17987" y="4783"/>
                    <a:pt x="17720" y="4517"/>
                    <a:pt x="17374" y="4277"/>
                  </a:cubicBezTo>
                  <a:cubicBezTo>
                    <a:pt x="17054" y="4037"/>
                    <a:pt x="16734" y="3771"/>
                    <a:pt x="16388" y="3557"/>
                  </a:cubicBezTo>
                  <a:cubicBezTo>
                    <a:pt x="16015" y="3344"/>
                    <a:pt x="15695" y="3131"/>
                    <a:pt x="15322" y="2918"/>
                  </a:cubicBezTo>
                  <a:lnTo>
                    <a:pt x="14230" y="2358"/>
                  </a:lnTo>
                  <a:lnTo>
                    <a:pt x="13111" y="1852"/>
                  </a:lnTo>
                  <a:lnTo>
                    <a:pt x="11991" y="1426"/>
                  </a:lnTo>
                  <a:cubicBezTo>
                    <a:pt x="11592" y="1293"/>
                    <a:pt x="11219" y="1159"/>
                    <a:pt x="10819" y="1026"/>
                  </a:cubicBezTo>
                  <a:cubicBezTo>
                    <a:pt x="10446" y="919"/>
                    <a:pt x="10046" y="813"/>
                    <a:pt x="9647" y="706"/>
                  </a:cubicBezTo>
                  <a:lnTo>
                    <a:pt x="8448" y="440"/>
                  </a:lnTo>
                  <a:cubicBezTo>
                    <a:pt x="8048" y="387"/>
                    <a:pt x="7648" y="307"/>
                    <a:pt x="7248" y="253"/>
                  </a:cubicBezTo>
                  <a:cubicBezTo>
                    <a:pt x="6449" y="147"/>
                    <a:pt x="5650" y="67"/>
                    <a:pt x="4850" y="40"/>
                  </a:cubicBezTo>
                  <a:cubicBezTo>
                    <a:pt x="4437" y="14"/>
                    <a:pt x="4031" y="0"/>
                    <a:pt x="362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8"/>
            <p:cNvSpPr/>
            <p:nvPr/>
          </p:nvSpPr>
          <p:spPr>
            <a:xfrm>
              <a:off x="7360786" y="143184"/>
              <a:ext cx="1534571" cy="2129624"/>
            </a:xfrm>
            <a:custGeom>
              <a:avLst/>
              <a:gdLst/>
              <a:ahLst/>
              <a:cxnLst/>
              <a:rect l="l" t="t" r="r" b="b"/>
              <a:pathLst>
                <a:path w="40130" h="55691" extrusionOk="0">
                  <a:moveTo>
                    <a:pt x="39570" y="51267"/>
                  </a:moveTo>
                  <a:cubicBezTo>
                    <a:pt x="39197" y="52226"/>
                    <a:pt x="38531" y="53026"/>
                    <a:pt x="37305" y="53772"/>
                  </a:cubicBezTo>
                  <a:cubicBezTo>
                    <a:pt x="34241" y="55690"/>
                    <a:pt x="29178" y="54704"/>
                    <a:pt x="25767" y="54704"/>
                  </a:cubicBezTo>
                  <a:lnTo>
                    <a:pt x="9567" y="54704"/>
                  </a:lnTo>
                  <a:cubicBezTo>
                    <a:pt x="7462" y="54704"/>
                    <a:pt x="4664" y="55157"/>
                    <a:pt x="2772" y="54038"/>
                  </a:cubicBezTo>
                  <a:cubicBezTo>
                    <a:pt x="1" y="52359"/>
                    <a:pt x="214" y="48496"/>
                    <a:pt x="214" y="45725"/>
                  </a:cubicBezTo>
                  <a:lnTo>
                    <a:pt x="214" y="7888"/>
                  </a:lnTo>
                  <a:lnTo>
                    <a:pt x="214" y="5276"/>
                  </a:lnTo>
                  <a:cubicBezTo>
                    <a:pt x="267" y="2505"/>
                    <a:pt x="3225" y="720"/>
                    <a:pt x="5676" y="667"/>
                  </a:cubicBezTo>
                  <a:cubicBezTo>
                    <a:pt x="7648" y="613"/>
                    <a:pt x="9647" y="667"/>
                    <a:pt x="11619" y="667"/>
                  </a:cubicBezTo>
                  <a:lnTo>
                    <a:pt x="27126" y="667"/>
                  </a:lnTo>
                  <a:cubicBezTo>
                    <a:pt x="30644" y="667"/>
                    <a:pt x="34214" y="0"/>
                    <a:pt x="37412" y="1919"/>
                  </a:cubicBezTo>
                  <a:cubicBezTo>
                    <a:pt x="39650" y="3251"/>
                    <a:pt x="40023" y="5276"/>
                    <a:pt x="40076" y="7728"/>
                  </a:cubicBezTo>
                  <a:cubicBezTo>
                    <a:pt x="40130" y="12151"/>
                    <a:pt x="40076" y="16574"/>
                    <a:pt x="40076" y="20997"/>
                  </a:cubicBezTo>
                  <a:lnTo>
                    <a:pt x="40076" y="47350"/>
                  </a:lnTo>
                  <a:cubicBezTo>
                    <a:pt x="40050" y="48922"/>
                    <a:pt x="40023" y="50201"/>
                    <a:pt x="39570" y="5126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8"/>
            <p:cNvSpPr/>
            <p:nvPr/>
          </p:nvSpPr>
          <p:spPr>
            <a:xfrm>
              <a:off x="7335318" y="128538"/>
              <a:ext cx="1585507" cy="2150656"/>
            </a:xfrm>
            <a:custGeom>
              <a:avLst/>
              <a:gdLst/>
              <a:ahLst/>
              <a:cxnLst/>
              <a:rect l="l" t="t" r="r" b="b"/>
              <a:pathLst>
                <a:path w="41462" h="56241" extrusionOk="0">
                  <a:moveTo>
                    <a:pt x="32455" y="1662"/>
                  </a:moveTo>
                  <a:cubicBezTo>
                    <a:pt x="34134" y="1662"/>
                    <a:pt x="36079" y="1796"/>
                    <a:pt x="37811" y="2835"/>
                  </a:cubicBezTo>
                  <a:cubicBezTo>
                    <a:pt x="39197" y="3687"/>
                    <a:pt x="39676" y="4833"/>
                    <a:pt x="39730" y="7418"/>
                  </a:cubicBezTo>
                  <a:cubicBezTo>
                    <a:pt x="39783" y="10482"/>
                    <a:pt x="39756" y="13573"/>
                    <a:pt x="39730" y="16584"/>
                  </a:cubicBezTo>
                  <a:lnTo>
                    <a:pt x="39730" y="21140"/>
                  </a:lnTo>
                  <a:lnTo>
                    <a:pt x="39730" y="30227"/>
                  </a:lnTo>
                  <a:lnTo>
                    <a:pt x="39730" y="48372"/>
                  </a:lnTo>
                  <a:cubicBezTo>
                    <a:pt x="39730" y="49811"/>
                    <a:pt x="39703" y="50957"/>
                    <a:pt x="39357" y="51810"/>
                  </a:cubicBezTo>
                  <a:cubicBezTo>
                    <a:pt x="39170" y="52263"/>
                    <a:pt x="38797" y="52902"/>
                    <a:pt x="37651" y="53622"/>
                  </a:cubicBezTo>
                  <a:cubicBezTo>
                    <a:pt x="36612" y="54288"/>
                    <a:pt x="35093" y="54581"/>
                    <a:pt x="32882" y="54581"/>
                  </a:cubicBezTo>
                  <a:cubicBezTo>
                    <a:pt x="31763" y="54581"/>
                    <a:pt x="30643" y="54501"/>
                    <a:pt x="29551" y="54421"/>
                  </a:cubicBezTo>
                  <a:cubicBezTo>
                    <a:pt x="28512" y="54368"/>
                    <a:pt x="27526" y="54288"/>
                    <a:pt x="26620" y="54288"/>
                  </a:cubicBezTo>
                  <a:lnTo>
                    <a:pt x="9860" y="54288"/>
                  </a:lnTo>
                  <a:cubicBezTo>
                    <a:pt x="9353" y="54288"/>
                    <a:pt x="8847" y="54314"/>
                    <a:pt x="8288" y="54341"/>
                  </a:cubicBezTo>
                  <a:cubicBezTo>
                    <a:pt x="7728" y="54368"/>
                    <a:pt x="7168" y="54394"/>
                    <a:pt x="6609" y="54394"/>
                  </a:cubicBezTo>
                  <a:cubicBezTo>
                    <a:pt x="5756" y="54394"/>
                    <a:pt x="4531" y="54341"/>
                    <a:pt x="3705" y="53862"/>
                  </a:cubicBezTo>
                  <a:cubicBezTo>
                    <a:pt x="1839" y="52742"/>
                    <a:pt x="1866" y="49705"/>
                    <a:pt x="1866" y="47280"/>
                  </a:cubicBezTo>
                  <a:lnTo>
                    <a:pt x="1866" y="7604"/>
                  </a:lnTo>
                  <a:lnTo>
                    <a:pt x="1866" y="6698"/>
                  </a:lnTo>
                  <a:lnTo>
                    <a:pt x="1866" y="4940"/>
                  </a:lnTo>
                  <a:cubicBezTo>
                    <a:pt x="1893" y="2968"/>
                    <a:pt x="4264" y="1822"/>
                    <a:pt x="5889" y="1796"/>
                  </a:cubicBezTo>
                  <a:cubicBezTo>
                    <a:pt x="6502" y="1796"/>
                    <a:pt x="7168" y="1769"/>
                    <a:pt x="7915" y="1769"/>
                  </a:cubicBezTo>
                  <a:lnTo>
                    <a:pt x="28032" y="1769"/>
                  </a:lnTo>
                  <a:cubicBezTo>
                    <a:pt x="28805" y="1769"/>
                    <a:pt x="29578" y="1742"/>
                    <a:pt x="30324" y="1716"/>
                  </a:cubicBezTo>
                  <a:cubicBezTo>
                    <a:pt x="31070" y="1689"/>
                    <a:pt x="31763" y="1662"/>
                    <a:pt x="32455" y="1662"/>
                  </a:cubicBezTo>
                  <a:close/>
                  <a:moveTo>
                    <a:pt x="32483" y="1"/>
                  </a:moveTo>
                  <a:cubicBezTo>
                    <a:pt x="31009" y="1"/>
                    <a:pt x="29516" y="117"/>
                    <a:pt x="28032" y="117"/>
                  </a:cubicBezTo>
                  <a:lnTo>
                    <a:pt x="12018" y="117"/>
                  </a:lnTo>
                  <a:cubicBezTo>
                    <a:pt x="10650" y="117"/>
                    <a:pt x="9282" y="93"/>
                    <a:pt x="7915" y="93"/>
                  </a:cubicBezTo>
                  <a:cubicBezTo>
                    <a:pt x="7231" y="93"/>
                    <a:pt x="6547" y="99"/>
                    <a:pt x="5863" y="117"/>
                  </a:cubicBezTo>
                  <a:cubicBezTo>
                    <a:pt x="3305" y="197"/>
                    <a:pt x="267" y="2035"/>
                    <a:pt x="214" y="4913"/>
                  </a:cubicBezTo>
                  <a:lnTo>
                    <a:pt x="214" y="7604"/>
                  </a:lnTo>
                  <a:lnTo>
                    <a:pt x="214" y="46720"/>
                  </a:lnTo>
                  <a:cubicBezTo>
                    <a:pt x="214" y="49572"/>
                    <a:pt x="1" y="53568"/>
                    <a:pt x="2879" y="55300"/>
                  </a:cubicBezTo>
                  <a:cubicBezTo>
                    <a:pt x="3937" y="55924"/>
                    <a:pt x="5280" y="56066"/>
                    <a:pt x="6632" y="56066"/>
                  </a:cubicBezTo>
                  <a:cubicBezTo>
                    <a:pt x="7764" y="56066"/>
                    <a:pt x="8903" y="55967"/>
                    <a:pt x="9886" y="55967"/>
                  </a:cubicBezTo>
                  <a:lnTo>
                    <a:pt x="26647" y="55967"/>
                  </a:lnTo>
                  <a:cubicBezTo>
                    <a:pt x="28452" y="55967"/>
                    <a:pt x="30713" y="56240"/>
                    <a:pt x="32911" y="56240"/>
                  </a:cubicBezTo>
                  <a:cubicBezTo>
                    <a:pt x="34997" y="56240"/>
                    <a:pt x="37027" y="55994"/>
                    <a:pt x="38557" y="55034"/>
                  </a:cubicBezTo>
                  <a:cubicBezTo>
                    <a:pt x="39810" y="54235"/>
                    <a:pt x="40502" y="53409"/>
                    <a:pt x="40902" y="52423"/>
                  </a:cubicBezTo>
                  <a:cubicBezTo>
                    <a:pt x="41355" y="51304"/>
                    <a:pt x="41408" y="49998"/>
                    <a:pt x="41408" y="48372"/>
                  </a:cubicBezTo>
                  <a:lnTo>
                    <a:pt x="41408" y="21140"/>
                  </a:lnTo>
                  <a:cubicBezTo>
                    <a:pt x="41382" y="16557"/>
                    <a:pt x="41462" y="12001"/>
                    <a:pt x="41382" y="7418"/>
                  </a:cubicBezTo>
                  <a:cubicBezTo>
                    <a:pt x="41355" y="4913"/>
                    <a:pt x="40955" y="2808"/>
                    <a:pt x="38664" y="1423"/>
                  </a:cubicBezTo>
                  <a:cubicBezTo>
                    <a:pt x="36697" y="242"/>
                    <a:pt x="34609" y="1"/>
                    <a:pt x="3248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8"/>
            <p:cNvSpPr/>
            <p:nvPr/>
          </p:nvSpPr>
          <p:spPr>
            <a:xfrm>
              <a:off x="3804720" y="143184"/>
              <a:ext cx="1534571" cy="2129624"/>
            </a:xfrm>
            <a:custGeom>
              <a:avLst/>
              <a:gdLst/>
              <a:ahLst/>
              <a:cxnLst/>
              <a:rect l="l" t="t" r="r" b="b"/>
              <a:pathLst>
                <a:path w="40130" h="55691" extrusionOk="0">
                  <a:moveTo>
                    <a:pt x="39570" y="51267"/>
                  </a:moveTo>
                  <a:cubicBezTo>
                    <a:pt x="39197" y="52226"/>
                    <a:pt x="38504" y="53026"/>
                    <a:pt x="37305" y="53772"/>
                  </a:cubicBezTo>
                  <a:cubicBezTo>
                    <a:pt x="34241" y="55690"/>
                    <a:pt x="29178" y="54704"/>
                    <a:pt x="25767" y="54704"/>
                  </a:cubicBezTo>
                  <a:lnTo>
                    <a:pt x="9540" y="54704"/>
                  </a:lnTo>
                  <a:cubicBezTo>
                    <a:pt x="7462" y="54704"/>
                    <a:pt x="4637" y="55157"/>
                    <a:pt x="2772" y="54038"/>
                  </a:cubicBezTo>
                  <a:cubicBezTo>
                    <a:pt x="1" y="52359"/>
                    <a:pt x="214" y="48496"/>
                    <a:pt x="214" y="45725"/>
                  </a:cubicBezTo>
                  <a:lnTo>
                    <a:pt x="214" y="7888"/>
                  </a:lnTo>
                  <a:lnTo>
                    <a:pt x="214" y="5276"/>
                  </a:lnTo>
                  <a:cubicBezTo>
                    <a:pt x="241" y="2505"/>
                    <a:pt x="3198" y="720"/>
                    <a:pt x="5676" y="667"/>
                  </a:cubicBezTo>
                  <a:cubicBezTo>
                    <a:pt x="7648" y="613"/>
                    <a:pt x="9647" y="667"/>
                    <a:pt x="11619" y="667"/>
                  </a:cubicBezTo>
                  <a:lnTo>
                    <a:pt x="27126" y="667"/>
                  </a:lnTo>
                  <a:cubicBezTo>
                    <a:pt x="30644" y="667"/>
                    <a:pt x="34214" y="0"/>
                    <a:pt x="37412" y="1919"/>
                  </a:cubicBezTo>
                  <a:cubicBezTo>
                    <a:pt x="39623" y="3251"/>
                    <a:pt x="40023" y="5276"/>
                    <a:pt x="40076" y="7728"/>
                  </a:cubicBezTo>
                  <a:cubicBezTo>
                    <a:pt x="40130" y="12151"/>
                    <a:pt x="40076" y="16574"/>
                    <a:pt x="40076" y="20997"/>
                  </a:cubicBezTo>
                  <a:lnTo>
                    <a:pt x="40076" y="47350"/>
                  </a:lnTo>
                  <a:cubicBezTo>
                    <a:pt x="40050" y="48922"/>
                    <a:pt x="40023" y="50201"/>
                    <a:pt x="39570" y="51267"/>
                  </a:cubicBezTo>
                  <a:close/>
                </a:path>
              </a:pathLst>
            </a:custGeom>
            <a:solidFill>
              <a:srgbClr val="A8DA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8"/>
            <p:cNvSpPr/>
            <p:nvPr/>
          </p:nvSpPr>
          <p:spPr>
            <a:xfrm>
              <a:off x="5537936" y="143184"/>
              <a:ext cx="1534571" cy="2129624"/>
            </a:xfrm>
            <a:custGeom>
              <a:avLst/>
              <a:gdLst/>
              <a:ahLst/>
              <a:cxnLst/>
              <a:rect l="l" t="t" r="r" b="b"/>
              <a:pathLst>
                <a:path w="40130" h="55691" extrusionOk="0">
                  <a:moveTo>
                    <a:pt x="39596" y="51267"/>
                  </a:moveTo>
                  <a:cubicBezTo>
                    <a:pt x="39197" y="52226"/>
                    <a:pt x="38530" y="53026"/>
                    <a:pt x="37305" y="53772"/>
                  </a:cubicBezTo>
                  <a:cubicBezTo>
                    <a:pt x="34267" y="55690"/>
                    <a:pt x="29178" y="54704"/>
                    <a:pt x="25767" y="54704"/>
                  </a:cubicBezTo>
                  <a:lnTo>
                    <a:pt x="9566" y="54704"/>
                  </a:lnTo>
                  <a:cubicBezTo>
                    <a:pt x="7461" y="54704"/>
                    <a:pt x="4664" y="55157"/>
                    <a:pt x="2772" y="54038"/>
                  </a:cubicBezTo>
                  <a:cubicBezTo>
                    <a:pt x="1" y="52359"/>
                    <a:pt x="214" y="48496"/>
                    <a:pt x="214" y="45725"/>
                  </a:cubicBezTo>
                  <a:lnTo>
                    <a:pt x="214" y="7888"/>
                  </a:lnTo>
                  <a:lnTo>
                    <a:pt x="214" y="5276"/>
                  </a:lnTo>
                  <a:cubicBezTo>
                    <a:pt x="267" y="2505"/>
                    <a:pt x="3225" y="720"/>
                    <a:pt x="5676" y="667"/>
                  </a:cubicBezTo>
                  <a:cubicBezTo>
                    <a:pt x="7648" y="613"/>
                    <a:pt x="9646" y="667"/>
                    <a:pt x="11618" y="667"/>
                  </a:cubicBezTo>
                  <a:lnTo>
                    <a:pt x="27126" y="667"/>
                  </a:lnTo>
                  <a:cubicBezTo>
                    <a:pt x="30643" y="667"/>
                    <a:pt x="34214" y="0"/>
                    <a:pt x="37411" y="1919"/>
                  </a:cubicBezTo>
                  <a:cubicBezTo>
                    <a:pt x="39650" y="3251"/>
                    <a:pt x="40023" y="5276"/>
                    <a:pt x="40076" y="7728"/>
                  </a:cubicBezTo>
                  <a:cubicBezTo>
                    <a:pt x="40129" y="12151"/>
                    <a:pt x="40076" y="16574"/>
                    <a:pt x="40076" y="20997"/>
                  </a:cubicBezTo>
                  <a:lnTo>
                    <a:pt x="40076" y="47350"/>
                  </a:lnTo>
                  <a:cubicBezTo>
                    <a:pt x="40076" y="48922"/>
                    <a:pt x="40023" y="50201"/>
                    <a:pt x="39596" y="5126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8"/>
            <p:cNvSpPr/>
            <p:nvPr/>
          </p:nvSpPr>
          <p:spPr>
            <a:xfrm>
              <a:off x="2032805" y="143184"/>
              <a:ext cx="1534571" cy="2129624"/>
            </a:xfrm>
            <a:custGeom>
              <a:avLst/>
              <a:gdLst/>
              <a:ahLst/>
              <a:cxnLst/>
              <a:rect l="l" t="t" r="r" b="b"/>
              <a:pathLst>
                <a:path w="40130" h="55691" extrusionOk="0">
                  <a:moveTo>
                    <a:pt x="39570" y="51267"/>
                  </a:moveTo>
                  <a:cubicBezTo>
                    <a:pt x="39197" y="52226"/>
                    <a:pt x="38504" y="53026"/>
                    <a:pt x="37305" y="53772"/>
                  </a:cubicBezTo>
                  <a:cubicBezTo>
                    <a:pt x="34241" y="55690"/>
                    <a:pt x="29151" y="54704"/>
                    <a:pt x="25767" y="54704"/>
                  </a:cubicBezTo>
                  <a:lnTo>
                    <a:pt x="9513" y="54704"/>
                  </a:lnTo>
                  <a:cubicBezTo>
                    <a:pt x="7435" y="54704"/>
                    <a:pt x="4637" y="55157"/>
                    <a:pt x="2745" y="54038"/>
                  </a:cubicBezTo>
                  <a:cubicBezTo>
                    <a:pt x="1" y="52386"/>
                    <a:pt x="187" y="48496"/>
                    <a:pt x="187" y="45751"/>
                  </a:cubicBezTo>
                  <a:lnTo>
                    <a:pt x="187" y="7888"/>
                  </a:lnTo>
                  <a:lnTo>
                    <a:pt x="187" y="5276"/>
                  </a:lnTo>
                  <a:cubicBezTo>
                    <a:pt x="241" y="2505"/>
                    <a:pt x="3198" y="720"/>
                    <a:pt x="5650" y="667"/>
                  </a:cubicBezTo>
                  <a:cubicBezTo>
                    <a:pt x="7648" y="613"/>
                    <a:pt x="9620" y="667"/>
                    <a:pt x="11618" y="667"/>
                  </a:cubicBezTo>
                  <a:lnTo>
                    <a:pt x="27126" y="667"/>
                  </a:lnTo>
                  <a:cubicBezTo>
                    <a:pt x="30617" y="667"/>
                    <a:pt x="34187" y="0"/>
                    <a:pt x="37412" y="1919"/>
                  </a:cubicBezTo>
                  <a:cubicBezTo>
                    <a:pt x="39623" y="3251"/>
                    <a:pt x="39996" y="5276"/>
                    <a:pt x="40050" y="7728"/>
                  </a:cubicBezTo>
                  <a:cubicBezTo>
                    <a:pt x="40129" y="12151"/>
                    <a:pt x="40050" y="16574"/>
                    <a:pt x="40050" y="20997"/>
                  </a:cubicBezTo>
                  <a:lnTo>
                    <a:pt x="40050" y="47350"/>
                  </a:lnTo>
                  <a:cubicBezTo>
                    <a:pt x="40050" y="48922"/>
                    <a:pt x="40023" y="50201"/>
                    <a:pt x="39570" y="5126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8"/>
            <p:cNvSpPr/>
            <p:nvPr/>
          </p:nvSpPr>
          <p:spPr>
            <a:xfrm>
              <a:off x="4202107" y="1566391"/>
              <a:ext cx="744877" cy="879596"/>
            </a:xfrm>
            <a:custGeom>
              <a:avLst/>
              <a:gdLst/>
              <a:ahLst/>
              <a:cxnLst/>
              <a:rect l="l" t="t" r="r" b="b"/>
              <a:pathLst>
                <a:path w="19479" h="23002" extrusionOk="0">
                  <a:moveTo>
                    <a:pt x="8585" y="0"/>
                  </a:moveTo>
                  <a:cubicBezTo>
                    <a:pt x="6201" y="0"/>
                    <a:pt x="3903" y="809"/>
                    <a:pt x="2639" y="3097"/>
                  </a:cubicBezTo>
                  <a:cubicBezTo>
                    <a:pt x="1706" y="4829"/>
                    <a:pt x="1" y="19618"/>
                    <a:pt x="1013" y="20790"/>
                  </a:cubicBezTo>
                  <a:cubicBezTo>
                    <a:pt x="1418" y="21290"/>
                    <a:pt x="2483" y="22301"/>
                    <a:pt x="3256" y="22301"/>
                  </a:cubicBezTo>
                  <a:cubicBezTo>
                    <a:pt x="3348" y="22301"/>
                    <a:pt x="3436" y="22287"/>
                    <a:pt x="3518" y="22256"/>
                  </a:cubicBezTo>
                  <a:lnTo>
                    <a:pt x="9753" y="22922"/>
                  </a:lnTo>
                  <a:cubicBezTo>
                    <a:pt x="12151" y="22682"/>
                    <a:pt x="16201" y="23002"/>
                    <a:pt x="18120" y="21270"/>
                  </a:cubicBezTo>
                  <a:cubicBezTo>
                    <a:pt x="19479" y="20018"/>
                    <a:pt x="19479" y="4030"/>
                    <a:pt x="18306" y="2618"/>
                  </a:cubicBezTo>
                  <a:cubicBezTo>
                    <a:pt x="17427" y="1525"/>
                    <a:pt x="16841" y="1366"/>
                    <a:pt x="15535" y="1179"/>
                  </a:cubicBezTo>
                  <a:cubicBezTo>
                    <a:pt x="13750" y="859"/>
                    <a:pt x="12018" y="326"/>
                    <a:pt x="10180" y="113"/>
                  </a:cubicBezTo>
                  <a:cubicBezTo>
                    <a:pt x="9651" y="40"/>
                    <a:pt x="9116" y="0"/>
                    <a:pt x="858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8"/>
            <p:cNvSpPr/>
            <p:nvPr/>
          </p:nvSpPr>
          <p:spPr>
            <a:xfrm>
              <a:off x="4090026" y="738653"/>
              <a:ext cx="1048273" cy="1132822"/>
            </a:xfrm>
            <a:custGeom>
              <a:avLst/>
              <a:gdLst/>
              <a:ahLst/>
              <a:cxnLst/>
              <a:rect l="l" t="t" r="r" b="b"/>
              <a:pathLst>
                <a:path w="27413" h="29624" extrusionOk="0">
                  <a:moveTo>
                    <a:pt x="14072" y="0"/>
                  </a:moveTo>
                  <a:cubicBezTo>
                    <a:pt x="13783" y="0"/>
                    <a:pt x="13506" y="6"/>
                    <a:pt x="13244" y="16"/>
                  </a:cubicBezTo>
                  <a:cubicBezTo>
                    <a:pt x="10126" y="149"/>
                    <a:pt x="6236" y="762"/>
                    <a:pt x="4371" y="3640"/>
                  </a:cubicBezTo>
                  <a:cubicBezTo>
                    <a:pt x="3012" y="5665"/>
                    <a:pt x="1839" y="7903"/>
                    <a:pt x="2052" y="10355"/>
                  </a:cubicBezTo>
                  <a:cubicBezTo>
                    <a:pt x="2212" y="11820"/>
                    <a:pt x="2186" y="13446"/>
                    <a:pt x="2692" y="14805"/>
                  </a:cubicBezTo>
                  <a:cubicBezTo>
                    <a:pt x="2245" y="14703"/>
                    <a:pt x="1799" y="14370"/>
                    <a:pt x="1376" y="14370"/>
                  </a:cubicBezTo>
                  <a:cubicBezTo>
                    <a:pt x="1244" y="14370"/>
                    <a:pt x="1114" y="14402"/>
                    <a:pt x="987" y="14485"/>
                  </a:cubicBezTo>
                  <a:cubicBezTo>
                    <a:pt x="267" y="14938"/>
                    <a:pt x="1" y="15524"/>
                    <a:pt x="161" y="16164"/>
                  </a:cubicBezTo>
                  <a:cubicBezTo>
                    <a:pt x="853" y="18375"/>
                    <a:pt x="2292" y="18722"/>
                    <a:pt x="4237" y="18775"/>
                  </a:cubicBezTo>
                  <a:cubicBezTo>
                    <a:pt x="4291" y="18775"/>
                    <a:pt x="5170" y="20693"/>
                    <a:pt x="5303" y="20880"/>
                  </a:cubicBezTo>
                  <a:cubicBezTo>
                    <a:pt x="5783" y="21493"/>
                    <a:pt x="6342" y="22052"/>
                    <a:pt x="6982" y="22505"/>
                  </a:cubicBezTo>
                  <a:cubicBezTo>
                    <a:pt x="8447" y="23571"/>
                    <a:pt x="10153" y="24317"/>
                    <a:pt x="11965" y="24637"/>
                  </a:cubicBezTo>
                  <a:cubicBezTo>
                    <a:pt x="11858" y="26049"/>
                    <a:pt x="12098" y="26529"/>
                    <a:pt x="11725" y="27301"/>
                  </a:cubicBezTo>
                  <a:cubicBezTo>
                    <a:pt x="11512" y="27754"/>
                    <a:pt x="10979" y="27861"/>
                    <a:pt x="10766" y="28341"/>
                  </a:cubicBezTo>
                  <a:cubicBezTo>
                    <a:pt x="10526" y="28874"/>
                    <a:pt x="11219" y="29273"/>
                    <a:pt x="11805" y="29460"/>
                  </a:cubicBezTo>
                  <a:cubicBezTo>
                    <a:pt x="12102" y="29573"/>
                    <a:pt x="12493" y="29623"/>
                    <a:pt x="12912" y="29623"/>
                  </a:cubicBezTo>
                  <a:cubicBezTo>
                    <a:pt x="14374" y="29623"/>
                    <a:pt x="16162" y="29006"/>
                    <a:pt x="15375" y="28261"/>
                  </a:cubicBezTo>
                  <a:cubicBezTo>
                    <a:pt x="14683" y="27595"/>
                    <a:pt x="14203" y="25996"/>
                    <a:pt x="14629" y="24770"/>
                  </a:cubicBezTo>
                  <a:cubicBezTo>
                    <a:pt x="16921" y="24530"/>
                    <a:pt x="17694" y="24530"/>
                    <a:pt x="19053" y="24077"/>
                  </a:cubicBezTo>
                  <a:cubicBezTo>
                    <a:pt x="19825" y="23784"/>
                    <a:pt x="19932" y="23731"/>
                    <a:pt x="20731" y="23438"/>
                  </a:cubicBezTo>
                  <a:cubicBezTo>
                    <a:pt x="21344" y="23145"/>
                    <a:pt x="21957" y="22772"/>
                    <a:pt x="22543" y="22372"/>
                  </a:cubicBezTo>
                  <a:cubicBezTo>
                    <a:pt x="22682" y="22467"/>
                    <a:pt x="22934" y="22515"/>
                    <a:pt x="23251" y="22515"/>
                  </a:cubicBezTo>
                  <a:cubicBezTo>
                    <a:pt x="24275" y="22515"/>
                    <a:pt x="25980" y="22011"/>
                    <a:pt x="26753" y="20933"/>
                  </a:cubicBezTo>
                  <a:cubicBezTo>
                    <a:pt x="27413" y="19955"/>
                    <a:pt x="27218" y="18238"/>
                    <a:pt x="26003" y="18238"/>
                  </a:cubicBezTo>
                  <a:cubicBezTo>
                    <a:pt x="25794" y="18238"/>
                    <a:pt x="25556" y="18289"/>
                    <a:pt x="25288" y="18402"/>
                  </a:cubicBezTo>
                  <a:cubicBezTo>
                    <a:pt x="25474" y="16750"/>
                    <a:pt x="25741" y="15098"/>
                    <a:pt x="25821" y="13419"/>
                  </a:cubicBezTo>
                  <a:cubicBezTo>
                    <a:pt x="25954" y="11501"/>
                    <a:pt x="25714" y="9555"/>
                    <a:pt x="25501" y="7637"/>
                  </a:cubicBezTo>
                  <a:cubicBezTo>
                    <a:pt x="25261" y="5745"/>
                    <a:pt x="23769" y="2974"/>
                    <a:pt x="21850" y="2468"/>
                  </a:cubicBezTo>
                  <a:lnTo>
                    <a:pt x="20065" y="1455"/>
                  </a:lnTo>
                  <a:cubicBezTo>
                    <a:pt x="18665" y="289"/>
                    <a:pt x="16101" y="0"/>
                    <a:pt x="14072" y="0"/>
                  </a:cubicBezTo>
                  <a:close/>
                </a:path>
              </a:pathLst>
            </a:custGeom>
            <a:solidFill>
              <a:srgbClr val="A574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8"/>
            <p:cNvSpPr/>
            <p:nvPr/>
          </p:nvSpPr>
          <p:spPr>
            <a:xfrm>
              <a:off x="3740974" y="791004"/>
              <a:ext cx="1366009" cy="1548338"/>
            </a:xfrm>
            <a:custGeom>
              <a:avLst/>
              <a:gdLst/>
              <a:ahLst/>
              <a:cxnLst/>
              <a:rect l="l" t="t" r="r" b="b"/>
              <a:pathLst>
                <a:path w="35722" h="40490" extrusionOk="0">
                  <a:moveTo>
                    <a:pt x="5900" y="1"/>
                  </a:moveTo>
                  <a:cubicBezTo>
                    <a:pt x="4689" y="1"/>
                    <a:pt x="4916" y="3378"/>
                    <a:pt x="4785" y="5175"/>
                  </a:cubicBezTo>
                  <a:cubicBezTo>
                    <a:pt x="4626" y="4056"/>
                    <a:pt x="4386" y="3017"/>
                    <a:pt x="4226" y="1925"/>
                  </a:cubicBezTo>
                  <a:cubicBezTo>
                    <a:pt x="4163" y="1421"/>
                    <a:pt x="3951" y="106"/>
                    <a:pt x="3447" y="106"/>
                  </a:cubicBezTo>
                  <a:cubicBezTo>
                    <a:pt x="3311" y="106"/>
                    <a:pt x="3154" y="201"/>
                    <a:pt x="2974" y="432"/>
                  </a:cubicBezTo>
                  <a:cubicBezTo>
                    <a:pt x="2414" y="1205"/>
                    <a:pt x="3453" y="5255"/>
                    <a:pt x="3533" y="5762"/>
                  </a:cubicBezTo>
                  <a:cubicBezTo>
                    <a:pt x="3480" y="5442"/>
                    <a:pt x="2494" y="3150"/>
                    <a:pt x="2068" y="2298"/>
                  </a:cubicBezTo>
                  <a:cubicBezTo>
                    <a:pt x="1859" y="1828"/>
                    <a:pt x="1492" y="1268"/>
                    <a:pt x="1232" y="1268"/>
                  </a:cubicBezTo>
                  <a:cubicBezTo>
                    <a:pt x="1094" y="1268"/>
                    <a:pt x="986" y="1428"/>
                    <a:pt x="948" y="1845"/>
                  </a:cubicBezTo>
                  <a:cubicBezTo>
                    <a:pt x="815" y="3390"/>
                    <a:pt x="1828" y="5016"/>
                    <a:pt x="2414" y="6348"/>
                  </a:cubicBezTo>
                  <a:cubicBezTo>
                    <a:pt x="2094" y="5735"/>
                    <a:pt x="1188" y="4909"/>
                    <a:pt x="815" y="4536"/>
                  </a:cubicBezTo>
                  <a:cubicBezTo>
                    <a:pt x="653" y="4369"/>
                    <a:pt x="524" y="4299"/>
                    <a:pt x="424" y="4299"/>
                  </a:cubicBezTo>
                  <a:cubicBezTo>
                    <a:pt x="0" y="4299"/>
                    <a:pt x="117" y="5565"/>
                    <a:pt x="549" y="5975"/>
                  </a:cubicBezTo>
                  <a:lnTo>
                    <a:pt x="2068" y="7574"/>
                  </a:lnTo>
                  <a:cubicBezTo>
                    <a:pt x="2521" y="8906"/>
                    <a:pt x="1934" y="9758"/>
                    <a:pt x="3453" y="10664"/>
                  </a:cubicBezTo>
                  <a:cubicBezTo>
                    <a:pt x="4253" y="11064"/>
                    <a:pt x="4199" y="11171"/>
                    <a:pt x="4466" y="12157"/>
                  </a:cubicBezTo>
                  <a:cubicBezTo>
                    <a:pt x="4706" y="13142"/>
                    <a:pt x="4785" y="14262"/>
                    <a:pt x="5132" y="15248"/>
                  </a:cubicBezTo>
                  <a:cubicBezTo>
                    <a:pt x="6358" y="19218"/>
                    <a:pt x="9049" y="23934"/>
                    <a:pt x="12912" y="25479"/>
                  </a:cubicBezTo>
                  <a:cubicBezTo>
                    <a:pt x="14591" y="26172"/>
                    <a:pt x="16350" y="26732"/>
                    <a:pt x="18135" y="27132"/>
                  </a:cubicBezTo>
                  <a:cubicBezTo>
                    <a:pt x="17389" y="30782"/>
                    <a:pt x="16856" y="38403"/>
                    <a:pt x="16909" y="39096"/>
                  </a:cubicBezTo>
                  <a:cubicBezTo>
                    <a:pt x="16940" y="39578"/>
                    <a:pt x="16912" y="39716"/>
                    <a:pt x="16927" y="39716"/>
                  </a:cubicBezTo>
                  <a:cubicBezTo>
                    <a:pt x="16949" y="39716"/>
                    <a:pt x="17050" y="39466"/>
                    <a:pt x="17484" y="39466"/>
                  </a:cubicBezTo>
                  <a:cubicBezTo>
                    <a:pt x="17565" y="39466"/>
                    <a:pt x="17657" y="39475"/>
                    <a:pt x="17762" y="39495"/>
                  </a:cubicBezTo>
                  <a:cubicBezTo>
                    <a:pt x="19442" y="39869"/>
                    <a:pt x="23125" y="40324"/>
                    <a:pt x="25338" y="40324"/>
                  </a:cubicBezTo>
                  <a:cubicBezTo>
                    <a:pt x="25652" y="40324"/>
                    <a:pt x="25937" y="40314"/>
                    <a:pt x="26182" y="40295"/>
                  </a:cubicBezTo>
                  <a:cubicBezTo>
                    <a:pt x="26475" y="38962"/>
                    <a:pt x="26369" y="29903"/>
                    <a:pt x="26369" y="29903"/>
                  </a:cubicBezTo>
                  <a:lnTo>
                    <a:pt x="26369" y="29903"/>
                  </a:lnTo>
                  <a:cubicBezTo>
                    <a:pt x="27701" y="32141"/>
                    <a:pt x="33750" y="40428"/>
                    <a:pt x="34123" y="40481"/>
                  </a:cubicBezTo>
                  <a:cubicBezTo>
                    <a:pt x="34148" y="40487"/>
                    <a:pt x="34175" y="40490"/>
                    <a:pt x="34206" y="40490"/>
                  </a:cubicBezTo>
                  <a:cubicBezTo>
                    <a:pt x="34593" y="40490"/>
                    <a:pt x="35375" y="40041"/>
                    <a:pt x="35721" y="39868"/>
                  </a:cubicBezTo>
                  <a:cubicBezTo>
                    <a:pt x="34043" y="37124"/>
                    <a:pt x="29460" y="31262"/>
                    <a:pt x="27754" y="28517"/>
                  </a:cubicBezTo>
                  <a:cubicBezTo>
                    <a:pt x="27088" y="27398"/>
                    <a:pt x="26395" y="26359"/>
                    <a:pt x="24983" y="26172"/>
                  </a:cubicBezTo>
                  <a:cubicBezTo>
                    <a:pt x="24887" y="26163"/>
                    <a:pt x="24804" y="26158"/>
                    <a:pt x="24731" y="26158"/>
                  </a:cubicBezTo>
                  <a:cubicBezTo>
                    <a:pt x="24191" y="26158"/>
                    <a:pt x="24171" y="26407"/>
                    <a:pt x="23491" y="26758"/>
                  </a:cubicBezTo>
                  <a:cubicBezTo>
                    <a:pt x="22873" y="27055"/>
                    <a:pt x="22208" y="27214"/>
                    <a:pt x="21519" y="27214"/>
                  </a:cubicBezTo>
                  <a:cubicBezTo>
                    <a:pt x="21466" y="27214"/>
                    <a:pt x="21413" y="27213"/>
                    <a:pt x="21359" y="27211"/>
                  </a:cubicBezTo>
                  <a:cubicBezTo>
                    <a:pt x="20240" y="27025"/>
                    <a:pt x="19814" y="26119"/>
                    <a:pt x="19174" y="25400"/>
                  </a:cubicBezTo>
                  <a:cubicBezTo>
                    <a:pt x="19174" y="25266"/>
                    <a:pt x="19174" y="25160"/>
                    <a:pt x="19148" y="25080"/>
                  </a:cubicBezTo>
                  <a:cubicBezTo>
                    <a:pt x="15550" y="24813"/>
                    <a:pt x="12646" y="23081"/>
                    <a:pt x="9955" y="20310"/>
                  </a:cubicBezTo>
                  <a:cubicBezTo>
                    <a:pt x="8463" y="18765"/>
                    <a:pt x="7397" y="16527"/>
                    <a:pt x="6917" y="14501"/>
                  </a:cubicBezTo>
                  <a:cubicBezTo>
                    <a:pt x="6571" y="12929"/>
                    <a:pt x="6038" y="11224"/>
                    <a:pt x="5905" y="9625"/>
                  </a:cubicBezTo>
                  <a:cubicBezTo>
                    <a:pt x="5691" y="6561"/>
                    <a:pt x="6571" y="299"/>
                    <a:pt x="5985" y="6"/>
                  </a:cubicBezTo>
                  <a:cubicBezTo>
                    <a:pt x="5955" y="3"/>
                    <a:pt x="5927" y="1"/>
                    <a:pt x="5900" y="1"/>
                  </a:cubicBezTo>
                  <a:close/>
                </a:path>
              </a:pathLst>
            </a:custGeom>
            <a:solidFill>
              <a:srgbClr val="A574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8"/>
            <p:cNvSpPr/>
            <p:nvPr/>
          </p:nvSpPr>
          <p:spPr>
            <a:xfrm>
              <a:off x="3907661" y="930426"/>
              <a:ext cx="154872" cy="252919"/>
            </a:xfrm>
            <a:custGeom>
              <a:avLst/>
              <a:gdLst/>
              <a:ahLst/>
              <a:cxnLst/>
              <a:rect l="l" t="t" r="r" b="b"/>
              <a:pathLst>
                <a:path w="4050" h="6614" extrusionOk="0">
                  <a:moveTo>
                    <a:pt x="3516" y="0"/>
                  </a:moveTo>
                  <a:cubicBezTo>
                    <a:pt x="3492" y="0"/>
                    <a:pt x="3466" y="4"/>
                    <a:pt x="3437" y="11"/>
                  </a:cubicBezTo>
                  <a:cubicBezTo>
                    <a:pt x="3011" y="144"/>
                    <a:pt x="2638" y="970"/>
                    <a:pt x="2452" y="1316"/>
                  </a:cubicBezTo>
                  <a:cubicBezTo>
                    <a:pt x="2185" y="1796"/>
                    <a:pt x="1785" y="2409"/>
                    <a:pt x="1759" y="2968"/>
                  </a:cubicBezTo>
                  <a:cubicBezTo>
                    <a:pt x="1439" y="3075"/>
                    <a:pt x="1119" y="3075"/>
                    <a:pt x="853" y="3261"/>
                  </a:cubicBezTo>
                  <a:cubicBezTo>
                    <a:pt x="240" y="3741"/>
                    <a:pt x="0" y="4993"/>
                    <a:pt x="107" y="5713"/>
                  </a:cubicBezTo>
                  <a:lnTo>
                    <a:pt x="453" y="6486"/>
                  </a:lnTo>
                  <a:cubicBezTo>
                    <a:pt x="570" y="6564"/>
                    <a:pt x="701" y="6613"/>
                    <a:pt x="837" y="6613"/>
                  </a:cubicBezTo>
                  <a:cubicBezTo>
                    <a:pt x="886" y="6613"/>
                    <a:pt x="936" y="6606"/>
                    <a:pt x="986" y="6592"/>
                  </a:cubicBezTo>
                  <a:cubicBezTo>
                    <a:pt x="1919" y="6512"/>
                    <a:pt x="2638" y="5233"/>
                    <a:pt x="2984" y="4487"/>
                  </a:cubicBezTo>
                  <a:cubicBezTo>
                    <a:pt x="3384" y="3661"/>
                    <a:pt x="3624" y="2808"/>
                    <a:pt x="3731" y="1902"/>
                  </a:cubicBezTo>
                  <a:cubicBezTo>
                    <a:pt x="3756" y="1597"/>
                    <a:pt x="4049" y="0"/>
                    <a:pt x="3516" y="0"/>
                  </a:cubicBezTo>
                  <a:close/>
                </a:path>
              </a:pathLst>
            </a:custGeom>
            <a:solidFill>
              <a:srgbClr val="A574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8"/>
            <p:cNvSpPr/>
            <p:nvPr/>
          </p:nvSpPr>
          <p:spPr>
            <a:xfrm>
              <a:off x="4200080" y="1666464"/>
              <a:ext cx="704113" cy="702086"/>
            </a:xfrm>
            <a:custGeom>
              <a:avLst/>
              <a:gdLst/>
              <a:ahLst/>
              <a:cxnLst/>
              <a:rect l="l" t="t" r="r" b="b"/>
              <a:pathLst>
                <a:path w="18413" h="18360" extrusionOk="0">
                  <a:moveTo>
                    <a:pt x="1573" y="1"/>
                  </a:moveTo>
                  <a:cubicBezTo>
                    <a:pt x="1359" y="187"/>
                    <a:pt x="986" y="1333"/>
                    <a:pt x="880" y="1600"/>
                  </a:cubicBezTo>
                  <a:cubicBezTo>
                    <a:pt x="587" y="2426"/>
                    <a:pt x="267" y="2932"/>
                    <a:pt x="1" y="3785"/>
                  </a:cubicBezTo>
                  <a:cubicBezTo>
                    <a:pt x="1093" y="4531"/>
                    <a:pt x="4877" y="5250"/>
                    <a:pt x="5010" y="5650"/>
                  </a:cubicBezTo>
                  <a:cubicBezTo>
                    <a:pt x="5010" y="5650"/>
                    <a:pt x="4211" y="14496"/>
                    <a:pt x="3731" y="17267"/>
                  </a:cubicBezTo>
                  <a:cubicBezTo>
                    <a:pt x="6422" y="18173"/>
                    <a:pt x="8501" y="18307"/>
                    <a:pt x="11325" y="18360"/>
                  </a:cubicBezTo>
                  <a:cubicBezTo>
                    <a:pt x="12204" y="18360"/>
                    <a:pt x="13110" y="18173"/>
                    <a:pt x="13990" y="18173"/>
                  </a:cubicBezTo>
                  <a:cubicBezTo>
                    <a:pt x="14332" y="18173"/>
                    <a:pt x="14675" y="18241"/>
                    <a:pt x="15008" y="18241"/>
                  </a:cubicBezTo>
                  <a:cubicBezTo>
                    <a:pt x="15141" y="18241"/>
                    <a:pt x="15272" y="18230"/>
                    <a:pt x="15402" y="18200"/>
                  </a:cubicBezTo>
                  <a:cubicBezTo>
                    <a:pt x="15482" y="15242"/>
                    <a:pt x="14869" y="11379"/>
                    <a:pt x="14869" y="8421"/>
                  </a:cubicBezTo>
                  <a:lnTo>
                    <a:pt x="14869" y="8421"/>
                  </a:lnTo>
                  <a:cubicBezTo>
                    <a:pt x="15135" y="8847"/>
                    <a:pt x="15855" y="10393"/>
                    <a:pt x="15855" y="10393"/>
                  </a:cubicBezTo>
                  <a:cubicBezTo>
                    <a:pt x="15872" y="10395"/>
                    <a:pt x="15891" y="10397"/>
                    <a:pt x="15911" y="10397"/>
                  </a:cubicBezTo>
                  <a:cubicBezTo>
                    <a:pt x="16294" y="10397"/>
                    <a:pt x="17171" y="9929"/>
                    <a:pt x="17374" y="9727"/>
                  </a:cubicBezTo>
                  <a:cubicBezTo>
                    <a:pt x="17827" y="9300"/>
                    <a:pt x="18173" y="8794"/>
                    <a:pt x="18386" y="8234"/>
                  </a:cubicBezTo>
                  <a:cubicBezTo>
                    <a:pt x="18413" y="8048"/>
                    <a:pt x="17800" y="7568"/>
                    <a:pt x="17374" y="7035"/>
                  </a:cubicBezTo>
                  <a:cubicBezTo>
                    <a:pt x="16408" y="5740"/>
                    <a:pt x="14935" y="2992"/>
                    <a:pt x="12952" y="2992"/>
                  </a:cubicBezTo>
                  <a:cubicBezTo>
                    <a:pt x="12855" y="2992"/>
                    <a:pt x="12757" y="2998"/>
                    <a:pt x="12657" y="3012"/>
                  </a:cubicBezTo>
                  <a:cubicBezTo>
                    <a:pt x="12231" y="3118"/>
                    <a:pt x="12178" y="3385"/>
                    <a:pt x="11805" y="3625"/>
                  </a:cubicBezTo>
                  <a:cubicBezTo>
                    <a:pt x="11432" y="3838"/>
                    <a:pt x="11005" y="3944"/>
                    <a:pt x="10552" y="3971"/>
                  </a:cubicBezTo>
                  <a:cubicBezTo>
                    <a:pt x="10325" y="3995"/>
                    <a:pt x="10109" y="4012"/>
                    <a:pt x="9904" y="4012"/>
                  </a:cubicBezTo>
                  <a:cubicBezTo>
                    <a:pt x="9193" y="4012"/>
                    <a:pt x="8615" y="3806"/>
                    <a:pt x="8181" y="2959"/>
                  </a:cubicBezTo>
                  <a:lnTo>
                    <a:pt x="7648" y="2212"/>
                  </a:lnTo>
                  <a:cubicBezTo>
                    <a:pt x="5996" y="1893"/>
                    <a:pt x="4584" y="1200"/>
                    <a:pt x="2878" y="587"/>
                  </a:cubicBezTo>
                  <a:cubicBezTo>
                    <a:pt x="2479" y="427"/>
                    <a:pt x="1573" y="1"/>
                    <a:pt x="15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8"/>
            <p:cNvSpPr/>
            <p:nvPr/>
          </p:nvSpPr>
          <p:spPr>
            <a:xfrm>
              <a:off x="4345774" y="1707534"/>
              <a:ext cx="117244" cy="300337"/>
            </a:xfrm>
            <a:custGeom>
              <a:avLst/>
              <a:gdLst/>
              <a:ahLst/>
              <a:cxnLst/>
              <a:rect l="l" t="t" r="r" b="b"/>
              <a:pathLst>
                <a:path w="3066" h="7854" extrusionOk="0">
                  <a:moveTo>
                    <a:pt x="1715" y="1"/>
                  </a:moveTo>
                  <a:cubicBezTo>
                    <a:pt x="1644" y="1"/>
                    <a:pt x="1579" y="15"/>
                    <a:pt x="1520" y="46"/>
                  </a:cubicBezTo>
                  <a:cubicBezTo>
                    <a:pt x="694" y="499"/>
                    <a:pt x="294" y="1751"/>
                    <a:pt x="187" y="2604"/>
                  </a:cubicBezTo>
                  <a:cubicBezTo>
                    <a:pt x="54" y="3590"/>
                    <a:pt x="1" y="4576"/>
                    <a:pt x="81" y="5562"/>
                  </a:cubicBezTo>
                  <a:cubicBezTo>
                    <a:pt x="107" y="6228"/>
                    <a:pt x="134" y="7374"/>
                    <a:pt x="720" y="7853"/>
                  </a:cubicBezTo>
                  <a:cubicBezTo>
                    <a:pt x="1040" y="6574"/>
                    <a:pt x="1067" y="5295"/>
                    <a:pt x="1573" y="4016"/>
                  </a:cubicBezTo>
                  <a:cubicBezTo>
                    <a:pt x="1999" y="2844"/>
                    <a:pt x="2266" y="1991"/>
                    <a:pt x="3038" y="952"/>
                  </a:cubicBezTo>
                  <a:lnTo>
                    <a:pt x="3065" y="952"/>
                  </a:lnTo>
                  <a:cubicBezTo>
                    <a:pt x="2857" y="627"/>
                    <a:pt x="2184" y="1"/>
                    <a:pt x="17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8"/>
            <p:cNvSpPr/>
            <p:nvPr/>
          </p:nvSpPr>
          <p:spPr>
            <a:xfrm>
              <a:off x="4694252" y="1761796"/>
              <a:ext cx="97856" cy="337774"/>
            </a:xfrm>
            <a:custGeom>
              <a:avLst/>
              <a:gdLst/>
              <a:ahLst/>
              <a:cxnLst/>
              <a:rect l="l" t="t" r="r" b="b"/>
              <a:pathLst>
                <a:path w="2559" h="8833" extrusionOk="0">
                  <a:moveTo>
                    <a:pt x="477" y="0"/>
                  </a:moveTo>
                  <a:cubicBezTo>
                    <a:pt x="347" y="0"/>
                    <a:pt x="242" y="26"/>
                    <a:pt x="187" y="92"/>
                  </a:cubicBezTo>
                  <a:cubicBezTo>
                    <a:pt x="1" y="812"/>
                    <a:pt x="1599" y="7766"/>
                    <a:pt x="2266" y="8832"/>
                  </a:cubicBezTo>
                  <a:cubicBezTo>
                    <a:pt x="2505" y="8806"/>
                    <a:pt x="2559" y="519"/>
                    <a:pt x="1866" y="386"/>
                  </a:cubicBezTo>
                  <a:cubicBezTo>
                    <a:pt x="1866" y="386"/>
                    <a:pt x="978" y="0"/>
                    <a:pt x="4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8"/>
            <p:cNvSpPr/>
            <p:nvPr/>
          </p:nvSpPr>
          <p:spPr>
            <a:xfrm>
              <a:off x="4432387" y="1717247"/>
              <a:ext cx="139652" cy="152042"/>
            </a:xfrm>
            <a:custGeom>
              <a:avLst/>
              <a:gdLst/>
              <a:ahLst/>
              <a:cxnLst/>
              <a:rect l="l" t="t" r="r" b="b"/>
              <a:pathLst>
                <a:path w="3652" h="3976" extrusionOk="0">
                  <a:moveTo>
                    <a:pt x="2272" y="0"/>
                  </a:moveTo>
                  <a:cubicBezTo>
                    <a:pt x="1719" y="0"/>
                    <a:pt x="959" y="299"/>
                    <a:pt x="747" y="725"/>
                  </a:cubicBezTo>
                  <a:cubicBezTo>
                    <a:pt x="1" y="2057"/>
                    <a:pt x="1226" y="3389"/>
                    <a:pt x="2372" y="3975"/>
                  </a:cubicBezTo>
                  <a:cubicBezTo>
                    <a:pt x="2745" y="3496"/>
                    <a:pt x="3172" y="3069"/>
                    <a:pt x="3651" y="2696"/>
                  </a:cubicBezTo>
                  <a:cubicBezTo>
                    <a:pt x="3385" y="2483"/>
                    <a:pt x="2052" y="1231"/>
                    <a:pt x="2825" y="1071"/>
                  </a:cubicBezTo>
                  <a:lnTo>
                    <a:pt x="2772" y="138"/>
                  </a:lnTo>
                  <a:cubicBezTo>
                    <a:pt x="2662" y="43"/>
                    <a:pt x="2482" y="0"/>
                    <a:pt x="22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8"/>
            <p:cNvSpPr/>
            <p:nvPr/>
          </p:nvSpPr>
          <p:spPr>
            <a:xfrm>
              <a:off x="4572994" y="1726577"/>
              <a:ext cx="164088" cy="168180"/>
            </a:xfrm>
            <a:custGeom>
              <a:avLst/>
              <a:gdLst/>
              <a:ahLst/>
              <a:cxnLst/>
              <a:rect l="l" t="t" r="r" b="b"/>
              <a:pathLst>
                <a:path w="4291" h="4398" extrusionOk="0">
                  <a:moveTo>
                    <a:pt x="1973" y="1"/>
                  </a:moveTo>
                  <a:lnTo>
                    <a:pt x="2026" y="81"/>
                  </a:lnTo>
                  <a:cubicBezTo>
                    <a:pt x="1999" y="1253"/>
                    <a:pt x="1173" y="2239"/>
                    <a:pt x="1" y="2452"/>
                  </a:cubicBezTo>
                  <a:cubicBezTo>
                    <a:pt x="241" y="2825"/>
                    <a:pt x="960" y="4344"/>
                    <a:pt x="1386" y="4398"/>
                  </a:cubicBezTo>
                  <a:cubicBezTo>
                    <a:pt x="1391" y="4398"/>
                    <a:pt x="1395" y="4398"/>
                    <a:pt x="1399" y="4398"/>
                  </a:cubicBezTo>
                  <a:cubicBezTo>
                    <a:pt x="1808" y="4398"/>
                    <a:pt x="2854" y="3143"/>
                    <a:pt x="3065" y="2932"/>
                  </a:cubicBezTo>
                  <a:cubicBezTo>
                    <a:pt x="3598" y="2346"/>
                    <a:pt x="4291" y="1653"/>
                    <a:pt x="3651" y="934"/>
                  </a:cubicBezTo>
                  <a:cubicBezTo>
                    <a:pt x="3198" y="481"/>
                    <a:pt x="2612" y="134"/>
                    <a:pt x="197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8"/>
            <p:cNvSpPr/>
            <p:nvPr/>
          </p:nvSpPr>
          <p:spPr>
            <a:xfrm>
              <a:off x="4132817" y="1331255"/>
              <a:ext cx="80533" cy="73383"/>
            </a:xfrm>
            <a:custGeom>
              <a:avLst/>
              <a:gdLst/>
              <a:ahLst/>
              <a:cxnLst/>
              <a:rect l="l" t="t" r="r" b="b"/>
              <a:pathLst>
                <a:path w="2106" h="1919" extrusionOk="0">
                  <a:moveTo>
                    <a:pt x="454" y="0"/>
                  </a:moveTo>
                  <a:cubicBezTo>
                    <a:pt x="374" y="0"/>
                    <a:pt x="321" y="0"/>
                    <a:pt x="241" y="27"/>
                  </a:cubicBezTo>
                  <a:cubicBezTo>
                    <a:pt x="187" y="27"/>
                    <a:pt x="134" y="54"/>
                    <a:pt x="107" y="107"/>
                  </a:cubicBezTo>
                  <a:lnTo>
                    <a:pt x="1" y="187"/>
                  </a:lnTo>
                  <a:lnTo>
                    <a:pt x="134" y="134"/>
                  </a:lnTo>
                  <a:lnTo>
                    <a:pt x="267" y="134"/>
                  </a:lnTo>
                  <a:cubicBezTo>
                    <a:pt x="321" y="134"/>
                    <a:pt x="374" y="187"/>
                    <a:pt x="427" y="187"/>
                  </a:cubicBezTo>
                  <a:cubicBezTo>
                    <a:pt x="481" y="214"/>
                    <a:pt x="534" y="240"/>
                    <a:pt x="614" y="267"/>
                  </a:cubicBezTo>
                  <a:cubicBezTo>
                    <a:pt x="667" y="320"/>
                    <a:pt x="720" y="373"/>
                    <a:pt x="774" y="427"/>
                  </a:cubicBezTo>
                  <a:cubicBezTo>
                    <a:pt x="827" y="480"/>
                    <a:pt x="907" y="533"/>
                    <a:pt x="960" y="613"/>
                  </a:cubicBezTo>
                  <a:cubicBezTo>
                    <a:pt x="1013" y="667"/>
                    <a:pt x="1067" y="746"/>
                    <a:pt x="1120" y="800"/>
                  </a:cubicBezTo>
                  <a:cubicBezTo>
                    <a:pt x="1360" y="1093"/>
                    <a:pt x="1573" y="1386"/>
                    <a:pt x="1760" y="1599"/>
                  </a:cubicBezTo>
                  <a:cubicBezTo>
                    <a:pt x="1866" y="1706"/>
                    <a:pt x="1973" y="1812"/>
                    <a:pt x="2106" y="1919"/>
                  </a:cubicBezTo>
                  <a:cubicBezTo>
                    <a:pt x="2106" y="1919"/>
                    <a:pt x="2026" y="1732"/>
                    <a:pt x="1919" y="1493"/>
                  </a:cubicBezTo>
                  <a:cubicBezTo>
                    <a:pt x="1760" y="1173"/>
                    <a:pt x="1573" y="880"/>
                    <a:pt x="1360" y="613"/>
                  </a:cubicBezTo>
                  <a:cubicBezTo>
                    <a:pt x="1253" y="453"/>
                    <a:pt x="1093" y="320"/>
                    <a:pt x="960" y="214"/>
                  </a:cubicBezTo>
                  <a:cubicBezTo>
                    <a:pt x="880" y="160"/>
                    <a:pt x="800" y="107"/>
                    <a:pt x="720" y="80"/>
                  </a:cubicBezTo>
                  <a:cubicBezTo>
                    <a:pt x="640" y="27"/>
                    <a:pt x="534" y="0"/>
                    <a:pt x="454" y="0"/>
                  </a:cubicBezTo>
                  <a:close/>
                </a:path>
              </a:pathLst>
            </a:custGeom>
            <a:solidFill>
              <a:srgbClr val="8F5B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8"/>
            <p:cNvSpPr/>
            <p:nvPr/>
          </p:nvSpPr>
          <p:spPr>
            <a:xfrm>
              <a:off x="4644350" y="1281314"/>
              <a:ext cx="80533" cy="116632"/>
            </a:xfrm>
            <a:custGeom>
              <a:avLst/>
              <a:gdLst/>
              <a:ahLst/>
              <a:cxnLst/>
              <a:rect l="l" t="t" r="r" b="b"/>
              <a:pathLst>
                <a:path w="2106" h="3050" extrusionOk="0">
                  <a:moveTo>
                    <a:pt x="0" y="1"/>
                  </a:moveTo>
                  <a:lnTo>
                    <a:pt x="0" y="1"/>
                  </a:lnTo>
                  <a:cubicBezTo>
                    <a:pt x="27" y="214"/>
                    <a:pt x="0" y="400"/>
                    <a:pt x="0" y="640"/>
                  </a:cubicBezTo>
                  <a:cubicBezTo>
                    <a:pt x="0" y="773"/>
                    <a:pt x="27" y="880"/>
                    <a:pt x="53" y="987"/>
                  </a:cubicBezTo>
                  <a:cubicBezTo>
                    <a:pt x="53" y="1040"/>
                    <a:pt x="80" y="1120"/>
                    <a:pt x="107" y="1173"/>
                  </a:cubicBezTo>
                  <a:lnTo>
                    <a:pt x="133" y="1200"/>
                  </a:lnTo>
                  <a:lnTo>
                    <a:pt x="160" y="1253"/>
                  </a:lnTo>
                  <a:cubicBezTo>
                    <a:pt x="187" y="1280"/>
                    <a:pt x="213" y="1306"/>
                    <a:pt x="240" y="1306"/>
                  </a:cubicBezTo>
                  <a:cubicBezTo>
                    <a:pt x="267" y="1360"/>
                    <a:pt x="346" y="1386"/>
                    <a:pt x="400" y="1413"/>
                  </a:cubicBezTo>
                  <a:cubicBezTo>
                    <a:pt x="453" y="1440"/>
                    <a:pt x="506" y="1466"/>
                    <a:pt x="586" y="1493"/>
                  </a:cubicBezTo>
                  <a:cubicBezTo>
                    <a:pt x="693" y="1493"/>
                    <a:pt x="799" y="1520"/>
                    <a:pt x="906" y="1520"/>
                  </a:cubicBezTo>
                  <a:cubicBezTo>
                    <a:pt x="1013" y="1546"/>
                    <a:pt x="1119" y="1546"/>
                    <a:pt x="1199" y="1573"/>
                  </a:cubicBezTo>
                  <a:cubicBezTo>
                    <a:pt x="1252" y="1573"/>
                    <a:pt x="1279" y="1599"/>
                    <a:pt x="1332" y="1626"/>
                  </a:cubicBezTo>
                  <a:cubicBezTo>
                    <a:pt x="1359" y="1626"/>
                    <a:pt x="1386" y="1653"/>
                    <a:pt x="1412" y="1679"/>
                  </a:cubicBezTo>
                  <a:cubicBezTo>
                    <a:pt x="1492" y="1733"/>
                    <a:pt x="1572" y="1813"/>
                    <a:pt x="1652" y="1893"/>
                  </a:cubicBezTo>
                  <a:cubicBezTo>
                    <a:pt x="1679" y="1919"/>
                    <a:pt x="1705" y="1973"/>
                    <a:pt x="1732" y="2026"/>
                  </a:cubicBezTo>
                  <a:cubicBezTo>
                    <a:pt x="1759" y="2052"/>
                    <a:pt x="1785" y="2106"/>
                    <a:pt x="1785" y="2132"/>
                  </a:cubicBezTo>
                  <a:cubicBezTo>
                    <a:pt x="1785" y="2159"/>
                    <a:pt x="1785" y="2159"/>
                    <a:pt x="1785" y="2186"/>
                  </a:cubicBezTo>
                  <a:cubicBezTo>
                    <a:pt x="1785" y="2212"/>
                    <a:pt x="1785" y="2212"/>
                    <a:pt x="1785" y="2239"/>
                  </a:cubicBezTo>
                  <a:cubicBezTo>
                    <a:pt x="1785" y="2266"/>
                    <a:pt x="1732" y="2319"/>
                    <a:pt x="1732" y="2346"/>
                  </a:cubicBezTo>
                  <a:cubicBezTo>
                    <a:pt x="1705" y="2372"/>
                    <a:pt x="1679" y="2426"/>
                    <a:pt x="1652" y="2452"/>
                  </a:cubicBezTo>
                  <a:cubicBezTo>
                    <a:pt x="1599" y="2479"/>
                    <a:pt x="1572" y="2505"/>
                    <a:pt x="1519" y="2559"/>
                  </a:cubicBezTo>
                  <a:cubicBezTo>
                    <a:pt x="1439" y="2612"/>
                    <a:pt x="1332" y="2665"/>
                    <a:pt x="1252" y="2719"/>
                  </a:cubicBezTo>
                  <a:cubicBezTo>
                    <a:pt x="1146" y="2745"/>
                    <a:pt x="1039" y="2799"/>
                    <a:pt x="933" y="2825"/>
                  </a:cubicBezTo>
                  <a:cubicBezTo>
                    <a:pt x="720" y="2905"/>
                    <a:pt x="480" y="2985"/>
                    <a:pt x="267" y="3038"/>
                  </a:cubicBezTo>
                  <a:cubicBezTo>
                    <a:pt x="337" y="3046"/>
                    <a:pt x="407" y="3049"/>
                    <a:pt x="477" y="3049"/>
                  </a:cubicBezTo>
                  <a:cubicBezTo>
                    <a:pt x="647" y="3049"/>
                    <a:pt x="816" y="3031"/>
                    <a:pt x="986" y="3012"/>
                  </a:cubicBezTo>
                  <a:cubicBezTo>
                    <a:pt x="1226" y="2958"/>
                    <a:pt x="1439" y="2878"/>
                    <a:pt x="1679" y="2772"/>
                  </a:cubicBezTo>
                  <a:cubicBezTo>
                    <a:pt x="1732" y="2745"/>
                    <a:pt x="1785" y="2719"/>
                    <a:pt x="1839" y="2665"/>
                  </a:cubicBezTo>
                  <a:cubicBezTo>
                    <a:pt x="1892" y="2612"/>
                    <a:pt x="1945" y="2559"/>
                    <a:pt x="1999" y="2505"/>
                  </a:cubicBezTo>
                  <a:cubicBezTo>
                    <a:pt x="2025" y="2452"/>
                    <a:pt x="2052" y="2372"/>
                    <a:pt x="2078" y="2292"/>
                  </a:cubicBezTo>
                  <a:lnTo>
                    <a:pt x="2105" y="2186"/>
                  </a:lnTo>
                  <a:lnTo>
                    <a:pt x="2105" y="2079"/>
                  </a:lnTo>
                  <a:cubicBezTo>
                    <a:pt x="2078" y="1999"/>
                    <a:pt x="2052" y="1919"/>
                    <a:pt x="2025" y="1866"/>
                  </a:cubicBezTo>
                  <a:cubicBezTo>
                    <a:pt x="1999" y="1786"/>
                    <a:pt x="1945" y="1733"/>
                    <a:pt x="1919" y="1706"/>
                  </a:cubicBezTo>
                  <a:cubicBezTo>
                    <a:pt x="1812" y="1599"/>
                    <a:pt x="1732" y="1493"/>
                    <a:pt x="1625" y="1413"/>
                  </a:cubicBezTo>
                  <a:cubicBezTo>
                    <a:pt x="1572" y="1386"/>
                    <a:pt x="1519" y="1333"/>
                    <a:pt x="1466" y="1306"/>
                  </a:cubicBezTo>
                  <a:cubicBezTo>
                    <a:pt x="1386" y="1280"/>
                    <a:pt x="1332" y="1253"/>
                    <a:pt x="1279" y="1253"/>
                  </a:cubicBezTo>
                  <a:cubicBezTo>
                    <a:pt x="1173" y="1226"/>
                    <a:pt x="1039" y="1200"/>
                    <a:pt x="933" y="1200"/>
                  </a:cubicBezTo>
                  <a:lnTo>
                    <a:pt x="640" y="1200"/>
                  </a:lnTo>
                  <a:cubicBezTo>
                    <a:pt x="586" y="1173"/>
                    <a:pt x="533" y="1173"/>
                    <a:pt x="506" y="1173"/>
                  </a:cubicBezTo>
                  <a:cubicBezTo>
                    <a:pt x="453" y="1147"/>
                    <a:pt x="426" y="1147"/>
                    <a:pt x="400" y="1120"/>
                  </a:cubicBezTo>
                  <a:cubicBezTo>
                    <a:pt x="373" y="1120"/>
                    <a:pt x="346" y="1093"/>
                    <a:pt x="346" y="1067"/>
                  </a:cubicBezTo>
                  <a:lnTo>
                    <a:pt x="320" y="1067"/>
                  </a:lnTo>
                  <a:lnTo>
                    <a:pt x="320" y="1040"/>
                  </a:lnTo>
                  <a:cubicBezTo>
                    <a:pt x="293" y="987"/>
                    <a:pt x="267" y="960"/>
                    <a:pt x="267" y="907"/>
                  </a:cubicBezTo>
                  <a:cubicBezTo>
                    <a:pt x="213" y="827"/>
                    <a:pt x="187" y="720"/>
                    <a:pt x="187" y="614"/>
                  </a:cubicBezTo>
                  <a:cubicBezTo>
                    <a:pt x="133" y="400"/>
                    <a:pt x="80" y="187"/>
                    <a:pt x="0" y="1"/>
                  </a:cubicBezTo>
                  <a:close/>
                </a:path>
              </a:pathLst>
            </a:custGeom>
            <a:solidFill>
              <a:srgbClr val="8F5B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8"/>
            <p:cNvSpPr/>
            <p:nvPr/>
          </p:nvSpPr>
          <p:spPr>
            <a:xfrm>
              <a:off x="4408296" y="1016962"/>
              <a:ext cx="60878" cy="44358"/>
            </a:xfrm>
            <a:custGeom>
              <a:avLst/>
              <a:gdLst/>
              <a:ahLst/>
              <a:cxnLst/>
              <a:rect l="l" t="t" r="r" b="b"/>
              <a:pathLst>
                <a:path w="1592" h="1160" extrusionOk="0">
                  <a:moveTo>
                    <a:pt x="1244" y="1"/>
                  </a:moveTo>
                  <a:cubicBezTo>
                    <a:pt x="807" y="1"/>
                    <a:pt x="1" y="477"/>
                    <a:pt x="71" y="918"/>
                  </a:cubicBezTo>
                  <a:cubicBezTo>
                    <a:pt x="93" y="1092"/>
                    <a:pt x="193" y="1160"/>
                    <a:pt x="331" y="1160"/>
                  </a:cubicBezTo>
                  <a:cubicBezTo>
                    <a:pt x="700" y="1160"/>
                    <a:pt x="1340" y="672"/>
                    <a:pt x="1457" y="439"/>
                  </a:cubicBezTo>
                  <a:cubicBezTo>
                    <a:pt x="1592" y="124"/>
                    <a:pt x="1466" y="1"/>
                    <a:pt x="124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8"/>
            <p:cNvSpPr/>
            <p:nvPr/>
          </p:nvSpPr>
          <p:spPr>
            <a:xfrm>
              <a:off x="4861016" y="1095966"/>
              <a:ext cx="54416" cy="53727"/>
            </a:xfrm>
            <a:custGeom>
              <a:avLst/>
              <a:gdLst/>
              <a:ahLst/>
              <a:cxnLst/>
              <a:rect l="l" t="t" r="r" b="b"/>
              <a:pathLst>
                <a:path w="1423" h="1405" extrusionOk="0">
                  <a:moveTo>
                    <a:pt x="234" y="1"/>
                  </a:moveTo>
                  <a:cubicBezTo>
                    <a:pt x="90" y="1"/>
                    <a:pt x="0" y="106"/>
                    <a:pt x="36" y="371"/>
                  </a:cubicBezTo>
                  <a:cubicBezTo>
                    <a:pt x="79" y="645"/>
                    <a:pt x="605" y="1404"/>
                    <a:pt x="968" y="1404"/>
                  </a:cubicBezTo>
                  <a:cubicBezTo>
                    <a:pt x="1064" y="1404"/>
                    <a:pt x="1148" y="1352"/>
                    <a:pt x="1209" y="1224"/>
                  </a:cubicBezTo>
                  <a:cubicBezTo>
                    <a:pt x="1423" y="776"/>
                    <a:pt x="627" y="1"/>
                    <a:pt x="23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8"/>
            <p:cNvSpPr/>
            <p:nvPr/>
          </p:nvSpPr>
          <p:spPr>
            <a:xfrm>
              <a:off x="4431392" y="1228084"/>
              <a:ext cx="52006" cy="49291"/>
            </a:xfrm>
            <a:custGeom>
              <a:avLst/>
              <a:gdLst/>
              <a:ahLst/>
              <a:cxnLst/>
              <a:rect l="l" t="t" r="r" b="b"/>
              <a:pathLst>
                <a:path w="1360" h="1289" extrusionOk="0">
                  <a:moveTo>
                    <a:pt x="702" y="0"/>
                  </a:moveTo>
                  <a:cubicBezTo>
                    <a:pt x="672" y="0"/>
                    <a:pt x="643" y="3"/>
                    <a:pt x="613" y="7"/>
                  </a:cubicBezTo>
                  <a:cubicBezTo>
                    <a:pt x="240" y="34"/>
                    <a:pt x="0" y="354"/>
                    <a:pt x="27" y="700"/>
                  </a:cubicBezTo>
                  <a:cubicBezTo>
                    <a:pt x="77" y="1054"/>
                    <a:pt x="368" y="1288"/>
                    <a:pt x="694" y="1288"/>
                  </a:cubicBezTo>
                  <a:cubicBezTo>
                    <a:pt x="711" y="1288"/>
                    <a:pt x="729" y="1288"/>
                    <a:pt x="746" y="1286"/>
                  </a:cubicBezTo>
                  <a:cubicBezTo>
                    <a:pt x="1093" y="1260"/>
                    <a:pt x="1359" y="940"/>
                    <a:pt x="1306" y="567"/>
                  </a:cubicBezTo>
                  <a:cubicBezTo>
                    <a:pt x="1281" y="250"/>
                    <a:pt x="1012" y="0"/>
                    <a:pt x="70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8"/>
            <p:cNvSpPr/>
            <p:nvPr/>
          </p:nvSpPr>
          <p:spPr>
            <a:xfrm>
              <a:off x="4800215" y="1275119"/>
              <a:ext cx="52006" cy="49291"/>
            </a:xfrm>
            <a:custGeom>
              <a:avLst/>
              <a:gdLst/>
              <a:ahLst/>
              <a:cxnLst/>
              <a:rect l="l" t="t" r="r" b="b"/>
              <a:pathLst>
                <a:path w="1360" h="1289" extrusionOk="0">
                  <a:moveTo>
                    <a:pt x="670" y="1"/>
                  </a:moveTo>
                  <a:cubicBezTo>
                    <a:pt x="651" y="1"/>
                    <a:pt x="633" y="2"/>
                    <a:pt x="614" y="3"/>
                  </a:cubicBezTo>
                  <a:cubicBezTo>
                    <a:pt x="267" y="30"/>
                    <a:pt x="1" y="349"/>
                    <a:pt x="54" y="722"/>
                  </a:cubicBezTo>
                  <a:cubicBezTo>
                    <a:pt x="79" y="1039"/>
                    <a:pt x="348" y="1289"/>
                    <a:pt x="679" y="1289"/>
                  </a:cubicBezTo>
                  <a:cubicBezTo>
                    <a:pt x="710" y="1289"/>
                    <a:pt x="742" y="1286"/>
                    <a:pt x="774" y="1282"/>
                  </a:cubicBezTo>
                  <a:cubicBezTo>
                    <a:pt x="1120" y="1255"/>
                    <a:pt x="1360" y="935"/>
                    <a:pt x="1333" y="589"/>
                  </a:cubicBezTo>
                  <a:cubicBezTo>
                    <a:pt x="1308" y="235"/>
                    <a:pt x="1018" y="1"/>
                    <a:pt x="67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8"/>
            <p:cNvSpPr/>
            <p:nvPr/>
          </p:nvSpPr>
          <p:spPr>
            <a:xfrm>
              <a:off x="4452768" y="1498171"/>
              <a:ext cx="261906" cy="98315"/>
            </a:xfrm>
            <a:custGeom>
              <a:avLst/>
              <a:gdLst/>
              <a:ahLst/>
              <a:cxnLst/>
              <a:rect l="l" t="t" r="r" b="b"/>
              <a:pathLst>
                <a:path w="6849" h="2571" extrusionOk="0">
                  <a:moveTo>
                    <a:pt x="1984" y="1"/>
                  </a:moveTo>
                  <a:cubicBezTo>
                    <a:pt x="1287" y="1"/>
                    <a:pt x="608" y="78"/>
                    <a:pt x="1" y="218"/>
                  </a:cubicBezTo>
                  <a:cubicBezTo>
                    <a:pt x="614" y="1364"/>
                    <a:pt x="1972" y="2244"/>
                    <a:pt x="3518" y="2537"/>
                  </a:cubicBezTo>
                  <a:cubicBezTo>
                    <a:pt x="3666" y="2559"/>
                    <a:pt x="3828" y="2570"/>
                    <a:pt x="4000" y="2570"/>
                  </a:cubicBezTo>
                  <a:cubicBezTo>
                    <a:pt x="4848" y="2570"/>
                    <a:pt x="5940" y="2300"/>
                    <a:pt x="6849" y="1791"/>
                  </a:cubicBezTo>
                  <a:cubicBezTo>
                    <a:pt x="5733" y="521"/>
                    <a:pt x="3797" y="1"/>
                    <a:pt x="1984" y="1"/>
                  </a:cubicBezTo>
                  <a:close/>
                </a:path>
              </a:pathLst>
            </a:custGeom>
            <a:solidFill>
              <a:srgbClr val="D179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8"/>
            <p:cNvSpPr/>
            <p:nvPr/>
          </p:nvSpPr>
          <p:spPr>
            <a:xfrm>
              <a:off x="4435446" y="1417868"/>
              <a:ext cx="346493" cy="148792"/>
            </a:xfrm>
            <a:custGeom>
              <a:avLst/>
              <a:gdLst/>
              <a:ahLst/>
              <a:cxnLst/>
              <a:rect l="l" t="t" r="r" b="b"/>
              <a:pathLst>
                <a:path w="9061" h="3891" extrusionOk="0">
                  <a:moveTo>
                    <a:pt x="294" y="0"/>
                  </a:moveTo>
                  <a:cubicBezTo>
                    <a:pt x="1" y="746"/>
                    <a:pt x="54" y="1599"/>
                    <a:pt x="454" y="2318"/>
                  </a:cubicBezTo>
                  <a:cubicBezTo>
                    <a:pt x="1081" y="2167"/>
                    <a:pt x="1779" y="2085"/>
                    <a:pt x="2492" y="2085"/>
                  </a:cubicBezTo>
                  <a:cubicBezTo>
                    <a:pt x="4292" y="2085"/>
                    <a:pt x="6187" y="2612"/>
                    <a:pt x="7275" y="3891"/>
                  </a:cubicBezTo>
                  <a:cubicBezTo>
                    <a:pt x="8288" y="3331"/>
                    <a:pt x="9060" y="2452"/>
                    <a:pt x="8980" y="1359"/>
                  </a:cubicBezTo>
                  <a:lnTo>
                    <a:pt x="8980" y="1359"/>
                  </a:lnTo>
                  <a:lnTo>
                    <a:pt x="8501" y="1386"/>
                  </a:lnTo>
                  <a:cubicBezTo>
                    <a:pt x="8067" y="2164"/>
                    <a:pt x="7375" y="2328"/>
                    <a:pt x="6541" y="2328"/>
                  </a:cubicBezTo>
                  <a:cubicBezTo>
                    <a:pt x="6147" y="2328"/>
                    <a:pt x="5722" y="2291"/>
                    <a:pt x="5277" y="2265"/>
                  </a:cubicBezTo>
                  <a:cubicBezTo>
                    <a:pt x="4024" y="2185"/>
                    <a:pt x="1493" y="1919"/>
                    <a:pt x="640" y="933"/>
                  </a:cubicBezTo>
                  <a:lnTo>
                    <a:pt x="587" y="933"/>
                  </a:lnTo>
                  <a:cubicBezTo>
                    <a:pt x="507" y="666"/>
                    <a:pt x="480" y="400"/>
                    <a:pt x="507" y="134"/>
                  </a:cubicBezTo>
                  <a:cubicBezTo>
                    <a:pt x="427" y="80"/>
                    <a:pt x="374" y="54"/>
                    <a:pt x="294" y="0"/>
                  </a:cubicBezTo>
                  <a:close/>
                </a:path>
              </a:pathLst>
            </a:custGeom>
            <a:solidFill>
              <a:srgbClr val="B052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8"/>
            <p:cNvSpPr/>
            <p:nvPr/>
          </p:nvSpPr>
          <p:spPr>
            <a:xfrm>
              <a:off x="4453801" y="1423986"/>
              <a:ext cx="306723" cy="83172"/>
            </a:xfrm>
            <a:custGeom>
              <a:avLst/>
              <a:gdLst/>
              <a:ahLst/>
              <a:cxnLst/>
              <a:rect l="l" t="t" r="r" b="b"/>
              <a:pathLst>
                <a:path w="8021" h="2175" extrusionOk="0">
                  <a:moveTo>
                    <a:pt x="27" y="0"/>
                  </a:moveTo>
                  <a:cubicBezTo>
                    <a:pt x="0" y="267"/>
                    <a:pt x="27" y="533"/>
                    <a:pt x="107" y="773"/>
                  </a:cubicBezTo>
                  <a:lnTo>
                    <a:pt x="160" y="773"/>
                  </a:lnTo>
                  <a:cubicBezTo>
                    <a:pt x="1040" y="1759"/>
                    <a:pt x="3544" y="2052"/>
                    <a:pt x="4823" y="2105"/>
                  </a:cubicBezTo>
                  <a:cubicBezTo>
                    <a:pt x="5291" y="2132"/>
                    <a:pt x="5737" y="2174"/>
                    <a:pt x="6147" y="2174"/>
                  </a:cubicBezTo>
                  <a:cubicBezTo>
                    <a:pt x="6951" y="2174"/>
                    <a:pt x="7615" y="2012"/>
                    <a:pt x="8021" y="1253"/>
                  </a:cubicBezTo>
                  <a:lnTo>
                    <a:pt x="8021" y="1253"/>
                  </a:lnTo>
                  <a:cubicBezTo>
                    <a:pt x="7391" y="1305"/>
                    <a:pt x="6682" y="1347"/>
                    <a:pt x="5932" y="1347"/>
                  </a:cubicBezTo>
                  <a:cubicBezTo>
                    <a:pt x="4014" y="1347"/>
                    <a:pt x="1828" y="1073"/>
                    <a:pt x="2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8"/>
            <p:cNvSpPr/>
            <p:nvPr/>
          </p:nvSpPr>
          <p:spPr>
            <a:xfrm>
              <a:off x="4107349" y="561336"/>
              <a:ext cx="1098865" cy="916116"/>
            </a:xfrm>
            <a:custGeom>
              <a:avLst/>
              <a:gdLst/>
              <a:ahLst/>
              <a:cxnLst/>
              <a:rect l="l" t="t" r="r" b="b"/>
              <a:pathLst>
                <a:path w="28736" h="23957" extrusionOk="0">
                  <a:moveTo>
                    <a:pt x="17859" y="0"/>
                  </a:moveTo>
                  <a:cubicBezTo>
                    <a:pt x="16143" y="0"/>
                    <a:pt x="14295" y="945"/>
                    <a:pt x="13617" y="2495"/>
                  </a:cubicBezTo>
                  <a:cubicBezTo>
                    <a:pt x="12694" y="2085"/>
                    <a:pt x="11709" y="1880"/>
                    <a:pt x="10709" y="1880"/>
                  </a:cubicBezTo>
                  <a:cubicBezTo>
                    <a:pt x="10409" y="1880"/>
                    <a:pt x="10108" y="1898"/>
                    <a:pt x="9806" y="1935"/>
                  </a:cubicBezTo>
                  <a:cubicBezTo>
                    <a:pt x="8927" y="2069"/>
                    <a:pt x="6342" y="3161"/>
                    <a:pt x="6902" y="4467"/>
                  </a:cubicBezTo>
                  <a:cubicBezTo>
                    <a:pt x="6795" y="4461"/>
                    <a:pt x="6689" y="4458"/>
                    <a:pt x="6583" y="4458"/>
                  </a:cubicBezTo>
                  <a:cubicBezTo>
                    <a:pt x="5282" y="4458"/>
                    <a:pt x="4022" y="4908"/>
                    <a:pt x="3012" y="5746"/>
                  </a:cubicBezTo>
                  <a:cubicBezTo>
                    <a:pt x="2505" y="6199"/>
                    <a:pt x="1973" y="6865"/>
                    <a:pt x="1973" y="7638"/>
                  </a:cubicBezTo>
                  <a:cubicBezTo>
                    <a:pt x="1946" y="8437"/>
                    <a:pt x="2212" y="8197"/>
                    <a:pt x="1733" y="8810"/>
                  </a:cubicBezTo>
                  <a:cubicBezTo>
                    <a:pt x="1013" y="9609"/>
                    <a:pt x="214" y="10142"/>
                    <a:pt x="187" y="11315"/>
                  </a:cubicBezTo>
                  <a:cubicBezTo>
                    <a:pt x="187" y="12167"/>
                    <a:pt x="454" y="13766"/>
                    <a:pt x="1173" y="14352"/>
                  </a:cubicBezTo>
                  <a:cubicBezTo>
                    <a:pt x="880" y="14832"/>
                    <a:pt x="347" y="15098"/>
                    <a:pt x="214" y="15711"/>
                  </a:cubicBezTo>
                  <a:cubicBezTo>
                    <a:pt x="1" y="16431"/>
                    <a:pt x="294" y="17363"/>
                    <a:pt x="614" y="18029"/>
                  </a:cubicBezTo>
                  <a:cubicBezTo>
                    <a:pt x="853" y="18562"/>
                    <a:pt x="1306" y="19175"/>
                    <a:pt x="1866" y="19282"/>
                  </a:cubicBezTo>
                  <a:lnTo>
                    <a:pt x="2292" y="19628"/>
                  </a:lnTo>
                  <a:cubicBezTo>
                    <a:pt x="2696" y="20184"/>
                    <a:pt x="3113" y="20446"/>
                    <a:pt x="3431" y="20446"/>
                  </a:cubicBezTo>
                  <a:cubicBezTo>
                    <a:pt x="3892" y="20446"/>
                    <a:pt x="4148" y="19900"/>
                    <a:pt x="3864" y="18909"/>
                  </a:cubicBezTo>
                  <a:cubicBezTo>
                    <a:pt x="3625" y="17976"/>
                    <a:pt x="3731" y="18163"/>
                    <a:pt x="3971" y="17390"/>
                  </a:cubicBezTo>
                  <a:cubicBezTo>
                    <a:pt x="4264" y="16564"/>
                    <a:pt x="3998" y="15631"/>
                    <a:pt x="3305" y="15072"/>
                  </a:cubicBezTo>
                  <a:cubicBezTo>
                    <a:pt x="4877" y="14139"/>
                    <a:pt x="5357" y="11714"/>
                    <a:pt x="4397" y="10302"/>
                  </a:cubicBezTo>
                  <a:cubicBezTo>
                    <a:pt x="6156" y="10275"/>
                    <a:pt x="7968" y="9050"/>
                    <a:pt x="7755" y="7158"/>
                  </a:cubicBezTo>
                  <a:lnTo>
                    <a:pt x="7755" y="7158"/>
                  </a:lnTo>
                  <a:cubicBezTo>
                    <a:pt x="8670" y="7571"/>
                    <a:pt x="9764" y="7927"/>
                    <a:pt x="10808" y="7927"/>
                  </a:cubicBezTo>
                  <a:cubicBezTo>
                    <a:pt x="11649" y="7927"/>
                    <a:pt x="12457" y="7696"/>
                    <a:pt x="13110" y="7078"/>
                  </a:cubicBezTo>
                  <a:cubicBezTo>
                    <a:pt x="13556" y="7800"/>
                    <a:pt x="14273" y="8403"/>
                    <a:pt x="15084" y="8403"/>
                  </a:cubicBezTo>
                  <a:cubicBezTo>
                    <a:pt x="15292" y="8403"/>
                    <a:pt x="15505" y="8364"/>
                    <a:pt x="15722" y="8277"/>
                  </a:cubicBezTo>
                  <a:lnTo>
                    <a:pt x="15722" y="8277"/>
                  </a:lnTo>
                  <a:cubicBezTo>
                    <a:pt x="15189" y="9050"/>
                    <a:pt x="15029" y="9902"/>
                    <a:pt x="15828" y="10648"/>
                  </a:cubicBezTo>
                  <a:cubicBezTo>
                    <a:pt x="16112" y="10875"/>
                    <a:pt x="16660" y="11030"/>
                    <a:pt x="17166" y="11030"/>
                  </a:cubicBezTo>
                  <a:cubicBezTo>
                    <a:pt x="17850" y="11030"/>
                    <a:pt x="18456" y="10748"/>
                    <a:pt x="18226" y="9982"/>
                  </a:cubicBezTo>
                  <a:lnTo>
                    <a:pt x="18226" y="9982"/>
                  </a:lnTo>
                  <a:cubicBezTo>
                    <a:pt x="18367" y="10280"/>
                    <a:pt x="18664" y="10439"/>
                    <a:pt x="18967" y="10439"/>
                  </a:cubicBezTo>
                  <a:cubicBezTo>
                    <a:pt x="19179" y="10439"/>
                    <a:pt x="19394" y="10360"/>
                    <a:pt x="19559" y="10196"/>
                  </a:cubicBezTo>
                  <a:cubicBezTo>
                    <a:pt x="20118" y="9663"/>
                    <a:pt x="19879" y="8837"/>
                    <a:pt x="19559" y="8250"/>
                  </a:cubicBezTo>
                  <a:lnTo>
                    <a:pt x="19559" y="8250"/>
                  </a:lnTo>
                  <a:cubicBezTo>
                    <a:pt x="19895" y="8705"/>
                    <a:pt x="20381" y="8989"/>
                    <a:pt x="20888" y="8989"/>
                  </a:cubicBezTo>
                  <a:cubicBezTo>
                    <a:pt x="21183" y="8989"/>
                    <a:pt x="21486" y="8893"/>
                    <a:pt x="21770" y="8677"/>
                  </a:cubicBezTo>
                  <a:cubicBezTo>
                    <a:pt x="21957" y="10329"/>
                    <a:pt x="22650" y="12380"/>
                    <a:pt x="24515" y="12487"/>
                  </a:cubicBezTo>
                  <a:cubicBezTo>
                    <a:pt x="23023" y="13580"/>
                    <a:pt x="23476" y="15924"/>
                    <a:pt x="25154" y="16564"/>
                  </a:cubicBezTo>
                  <a:cubicBezTo>
                    <a:pt x="24382" y="17257"/>
                    <a:pt x="23396" y="17656"/>
                    <a:pt x="23289" y="18935"/>
                  </a:cubicBezTo>
                  <a:cubicBezTo>
                    <a:pt x="23263" y="19655"/>
                    <a:pt x="23662" y="21067"/>
                    <a:pt x="24595" y="21067"/>
                  </a:cubicBezTo>
                  <a:cubicBezTo>
                    <a:pt x="24222" y="21573"/>
                    <a:pt x="23129" y="23012"/>
                    <a:pt x="23396" y="23625"/>
                  </a:cubicBezTo>
                  <a:cubicBezTo>
                    <a:pt x="23480" y="23862"/>
                    <a:pt x="23651" y="23956"/>
                    <a:pt x="23854" y="23956"/>
                  </a:cubicBezTo>
                  <a:cubicBezTo>
                    <a:pt x="24358" y="23956"/>
                    <a:pt x="25055" y="23370"/>
                    <a:pt x="25074" y="22932"/>
                  </a:cubicBezTo>
                  <a:cubicBezTo>
                    <a:pt x="25980" y="22932"/>
                    <a:pt x="26327" y="21786"/>
                    <a:pt x="26753" y="21040"/>
                  </a:cubicBezTo>
                  <a:cubicBezTo>
                    <a:pt x="27286" y="20028"/>
                    <a:pt x="26993" y="19575"/>
                    <a:pt x="26780" y="18562"/>
                  </a:cubicBezTo>
                  <a:lnTo>
                    <a:pt x="26780" y="18562"/>
                  </a:lnTo>
                  <a:cubicBezTo>
                    <a:pt x="26840" y="18569"/>
                    <a:pt x="26899" y="18572"/>
                    <a:pt x="26956" y="18572"/>
                  </a:cubicBezTo>
                  <a:cubicBezTo>
                    <a:pt x="28727" y="18572"/>
                    <a:pt x="28736" y="15446"/>
                    <a:pt x="27419" y="14645"/>
                  </a:cubicBezTo>
                  <a:cubicBezTo>
                    <a:pt x="28512" y="13873"/>
                    <a:pt x="28725" y="12700"/>
                    <a:pt x="28405" y="11475"/>
                  </a:cubicBezTo>
                  <a:cubicBezTo>
                    <a:pt x="28112" y="10275"/>
                    <a:pt x="27286" y="10009"/>
                    <a:pt x="26194" y="9822"/>
                  </a:cubicBezTo>
                  <a:cubicBezTo>
                    <a:pt x="26700" y="8863"/>
                    <a:pt x="27046" y="7771"/>
                    <a:pt x="26327" y="6838"/>
                  </a:cubicBezTo>
                  <a:cubicBezTo>
                    <a:pt x="25561" y="5817"/>
                    <a:pt x="24310" y="5342"/>
                    <a:pt x="23067" y="5342"/>
                  </a:cubicBezTo>
                  <a:cubicBezTo>
                    <a:pt x="22883" y="5342"/>
                    <a:pt x="22699" y="5352"/>
                    <a:pt x="22516" y="5373"/>
                  </a:cubicBezTo>
                  <a:cubicBezTo>
                    <a:pt x="22748" y="4468"/>
                    <a:pt x="22294" y="3866"/>
                    <a:pt x="21522" y="3866"/>
                  </a:cubicBezTo>
                  <a:cubicBezTo>
                    <a:pt x="21407" y="3866"/>
                    <a:pt x="21285" y="3880"/>
                    <a:pt x="21158" y="3907"/>
                  </a:cubicBezTo>
                  <a:cubicBezTo>
                    <a:pt x="21344" y="2415"/>
                    <a:pt x="21051" y="1163"/>
                    <a:pt x="19665" y="417"/>
                  </a:cubicBezTo>
                  <a:cubicBezTo>
                    <a:pt x="19128" y="133"/>
                    <a:pt x="18503" y="0"/>
                    <a:pt x="1785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8"/>
            <p:cNvSpPr/>
            <p:nvPr/>
          </p:nvSpPr>
          <p:spPr>
            <a:xfrm>
              <a:off x="5000973" y="1496336"/>
              <a:ext cx="96824" cy="42829"/>
            </a:xfrm>
            <a:custGeom>
              <a:avLst/>
              <a:gdLst/>
              <a:ahLst/>
              <a:cxnLst/>
              <a:rect l="l" t="t" r="r" b="b"/>
              <a:pathLst>
                <a:path w="2532" h="1120" extrusionOk="0">
                  <a:moveTo>
                    <a:pt x="2079" y="0"/>
                  </a:moveTo>
                  <a:cubicBezTo>
                    <a:pt x="1919" y="0"/>
                    <a:pt x="1785" y="27"/>
                    <a:pt x="1626" y="53"/>
                  </a:cubicBezTo>
                  <a:cubicBezTo>
                    <a:pt x="1546" y="53"/>
                    <a:pt x="1439" y="80"/>
                    <a:pt x="1359" y="107"/>
                  </a:cubicBezTo>
                  <a:lnTo>
                    <a:pt x="1119" y="187"/>
                  </a:lnTo>
                  <a:lnTo>
                    <a:pt x="853" y="293"/>
                  </a:lnTo>
                  <a:cubicBezTo>
                    <a:pt x="773" y="346"/>
                    <a:pt x="693" y="373"/>
                    <a:pt x="640" y="426"/>
                  </a:cubicBezTo>
                  <a:cubicBezTo>
                    <a:pt x="560" y="480"/>
                    <a:pt x="480" y="533"/>
                    <a:pt x="426" y="586"/>
                  </a:cubicBezTo>
                  <a:cubicBezTo>
                    <a:pt x="373" y="640"/>
                    <a:pt x="320" y="693"/>
                    <a:pt x="267" y="746"/>
                  </a:cubicBezTo>
                  <a:cubicBezTo>
                    <a:pt x="187" y="826"/>
                    <a:pt x="133" y="906"/>
                    <a:pt x="80" y="1013"/>
                  </a:cubicBezTo>
                  <a:cubicBezTo>
                    <a:pt x="27" y="1066"/>
                    <a:pt x="0" y="1119"/>
                    <a:pt x="0" y="1119"/>
                  </a:cubicBezTo>
                  <a:lnTo>
                    <a:pt x="133" y="1039"/>
                  </a:lnTo>
                  <a:cubicBezTo>
                    <a:pt x="187" y="1013"/>
                    <a:pt x="293" y="933"/>
                    <a:pt x="400" y="879"/>
                  </a:cubicBezTo>
                  <a:cubicBezTo>
                    <a:pt x="453" y="853"/>
                    <a:pt x="506" y="826"/>
                    <a:pt x="586" y="773"/>
                  </a:cubicBezTo>
                  <a:cubicBezTo>
                    <a:pt x="640" y="746"/>
                    <a:pt x="720" y="719"/>
                    <a:pt x="773" y="693"/>
                  </a:cubicBezTo>
                  <a:cubicBezTo>
                    <a:pt x="906" y="613"/>
                    <a:pt x="1066" y="533"/>
                    <a:pt x="1226" y="480"/>
                  </a:cubicBezTo>
                  <a:cubicBezTo>
                    <a:pt x="1386" y="426"/>
                    <a:pt x="1546" y="373"/>
                    <a:pt x="1705" y="320"/>
                  </a:cubicBezTo>
                  <a:lnTo>
                    <a:pt x="2105" y="187"/>
                  </a:lnTo>
                  <a:cubicBezTo>
                    <a:pt x="2372" y="107"/>
                    <a:pt x="2531" y="27"/>
                    <a:pt x="2531" y="27"/>
                  </a:cubicBezTo>
                  <a:cubicBezTo>
                    <a:pt x="2372" y="0"/>
                    <a:pt x="2238" y="0"/>
                    <a:pt x="2079" y="0"/>
                  </a:cubicBezTo>
                  <a:close/>
                </a:path>
              </a:pathLst>
            </a:custGeom>
            <a:solidFill>
              <a:srgbClr val="8F5B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8"/>
            <p:cNvSpPr/>
            <p:nvPr/>
          </p:nvSpPr>
          <p:spPr>
            <a:xfrm>
              <a:off x="6772888" y="648561"/>
              <a:ext cx="302670" cy="330164"/>
            </a:xfrm>
            <a:custGeom>
              <a:avLst/>
              <a:gdLst/>
              <a:ahLst/>
              <a:cxnLst/>
              <a:rect l="l" t="t" r="r" b="b"/>
              <a:pathLst>
                <a:path w="7915" h="8634" extrusionOk="0">
                  <a:moveTo>
                    <a:pt x="7141" y="1"/>
                  </a:moveTo>
                  <a:cubicBezTo>
                    <a:pt x="6635" y="427"/>
                    <a:pt x="6076" y="800"/>
                    <a:pt x="5516" y="1146"/>
                  </a:cubicBezTo>
                  <a:cubicBezTo>
                    <a:pt x="4583" y="1706"/>
                    <a:pt x="3491" y="1919"/>
                    <a:pt x="2585" y="2479"/>
                  </a:cubicBezTo>
                  <a:cubicBezTo>
                    <a:pt x="1492" y="3172"/>
                    <a:pt x="293" y="4504"/>
                    <a:pt x="0" y="5756"/>
                  </a:cubicBezTo>
                  <a:lnTo>
                    <a:pt x="1386" y="8634"/>
                  </a:lnTo>
                  <a:cubicBezTo>
                    <a:pt x="2638" y="8501"/>
                    <a:pt x="3891" y="8527"/>
                    <a:pt x="5036" y="7755"/>
                  </a:cubicBezTo>
                  <a:cubicBezTo>
                    <a:pt x="6129" y="6982"/>
                    <a:pt x="7914" y="5063"/>
                    <a:pt x="7328" y="3598"/>
                  </a:cubicBezTo>
                  <a:lnTo>
                    <a:pt x="7328" y="3598"/>
                  </a:lnTo>
                  <a:cubicBezTo>
                    <a:pt x="7035" y="3758"/>
                    <a:pt x="6688" y="3864"/>
                    <a:pt x="6369" y="3944"/>
                  </a:cubicBezTo>
                  <a:cubicBezTo>
                    <a:pt x="6928" y="3118"/>
                    <a:pt x="7514" y="1919"/>
                    <a:pt x="7301" y="880"/>
                  </a:cubicBezTo>
                  <a:lnTo>
                    <a:pt x="7301" y="880"/>
                  </a:lnTo>
                  <a:cubicBezTo>
                    <a:pt x="7088" y="1013"/>
                    <a:pt x="6902" y="1200"/>
                    <a:pt x="6715" y="1333"/>
                  </a:cubicBezTo>
                  <a:cubicBezTo>
                    <a:pt x="6902" y="933"/>
                    <a:pt x="7221" y="454"/>
                    <a:pt x="71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8"/>
            <p:cNvSpPr/>
            <p:nvPr/>
          </p:nvSpPr>
          <p:spPr>
            <a:xfrm>
              <a:off x="6803442" y="812609"/>
              <a:ext cx="99883" cy="93803"/>
            </a:xfrm>
            <a:custGeom>
              <a:avLst/>
              <a:gdLst/>
              <a:ahLst/>
              <a:cxnLst/>
              <a:rect l="l" t="t" r="r" b="b"/>
              <a:pathLst>
                <a:path w="2612" h="2453" extrusionOk="0">
                  <a:moveTo>
                    <a:pt x="2612" y="1"/>
                  </a:moveTo>
                  <a:lnTo>
                    <a:pt x="2452" y="27"/>
                  </a:lnTo>
                  <a:cubicBezTo>
                    <a:pt x="2319" y="54"/>
                    <a:pt x="2159" y="81"/>
                    <a:pt x="2026" y="134"/>
                  </a:cubicBezTo>
                  <a:cubicBezTo>
                    <a:pt x="1839" y="187"/>
                    <a:pt x="1653" y="294"/>
                    <a:pt x="1466" y="400"/>
                  </a:cubicBezTo>
                  <a:cubicBezTo>
                    <a:pt x="1280" y="507"/>
                    <a:pt x="1066" y="640"/>
                    <a:pt x="880" y="800"/>
                  </a:cubicBezTo>
                  <a:cubicBezTo>
                    <a:pt x="800" y="880"/>
                    <a:pt x="720" y="960"/>
                    <a:pt x="640" y="1040"/>
                  </a:cubicBezTo>
                  <a:cubicBezTo>
                    <a:pt x="560" y="1146"/>
                    <a:pt x="480" y="1226"/>
                    <a:pt x="400" y="1333"/>
                  </a:cubicBezTo>
                  <a:cubicBezTo>
                    <a:pt x="267" y="1493"/>
                    <a:pt x="187" y="1679"/>
                    <a:pt x="107" y="1866"/>
                  </a:cubicBezTo>
                  <a:cubicBezTo>
                    <a:pt x="54" y="1999"/>
                    <a:pt x="1" y="2159"/>
                    <a:pt x="1" y="2292"/>
                  </a:cubicBezTo>
                  <a:lnTo>
                    <a:pt x="1" y="2452"/>
                  </a:lnTo>
                  <a:cubicBezTo>
                    <a:pt x="1" y="2452"/>
                    <a:pt x="1" y="2399"/>
                    <a:pt x="54" y="2319"/>
                  </a:cubicBezTo>
                  <a:cubicBezTo>
                    <a:pt x="107" y="2186"/>
                    <a:pt x="187" y="2079"/>
                    <a:pt x="267" y="1972"/>
                  </a:cubicBezTo>
                  <a:cubicBezTo>
                    <a:pt x="374" y="1813"/>
                    <a:pt x="507" y="1653"/>
                    <a:pt x="640" y="1519"/>
                  </a:cubicBezTo>
                  <a:cubicBezTo>
                    <a:pt x="693" y="1440"/>
                    <a:pt x="773" y="1360"/>
                    <a:pt x="853" y="1280"/>
                  </a:cubicBezTo>
                  <a:cubicBezTo>
                    <a:pt x="933" y="1200"/>
                    <a:pt x="1040" y="1120"/>
                    <a:pt x="1120" y="1040"/>
                  </a:cubicBezTo>
                  <a:cubicBezTo>
                    <a:pt x="1280" y="907"/>
                    <a:pt x="1466" y="773"/>
                    <a:pt x="1626" y="640"/>
                  </a:cubicBezTo>
                  <a:cubicBezTo>
                    <a:pt x="1813" y="507"/>
                    <a:pt x="1972" y="400"/>
                    <a:pt x="2132" y="294"/>
                  </a:cubicBezTo>
                  <a:lnTo>
                    <a:pt x="2479" y="81"/>
                  </a:lnTo>
                  <a:lnTo>
                    <a:pt x="261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8"/>
            <p:cNvSpPr/>
            <p:nvPr/>
          </p:nvSpPr>
          <p:spPr>
            <a:xfrm>
              <a:off x="6820764" y="863544"/>
              <a:ext cx="72388" cy="41835"/>
            </a:xfrm>
            <a:custGeom>
              <a:avLst/>
              <a:gdLst/>
              <a:ahLst/>
              <a:cxnLst/>
              <a:rect l="l" t="t" r="r" b="b"/>
              <a:pathLst>
                <a:path w="1893" h="1094" extrusionOk="0">
                  <a:moveTo>
                    <a:pt x="1892" y="1"/>
                  </a:moveTo>
                  <a:cubicBezTo>
                    <a:pt x="1759" y="28"/>
                    <a:pt x="1653" y="54"/>
                    <a:pt x="1546" y="108"/>
                  </a:cubicBezTo>
                  <a:cubicBezTo>
                    <a:pt x="1333" y="187"/>
                    <a:pt x="1093" y="294"/>
                    <a:pt x="880" y="427"/>
                  </a:cubicBezTo>
                  <a:cubicBezTo>
                    <a:pt x="773" y="507"/>
                    <a:pt x="613" y="614"/>
                    <a:pt x="560" y="640"/>
                  </a:cubicBezTo>
                  <a:cubicBezTo>
                    <a:pt x="507" y="694"/>
                    <a:pt x="454" y="720"/>
                    <a:pt x="400" y="747"/>
                  </a:cubicBezTo>
                  <a:cubicBezTo>
                    <a:pt x="347" y="800"/>
                    <a:pt x="320" y="827"/>
                    <a:pt x="267" y="854"/>
                  </a:cubicBezTo>
                  <a:cubicBezTo>
                    <a:pt x="160" y="934"/>
                    <a:pt x="81" y="1014"/>
                    <a:pt x="1" y="1093"/>
                  </a:cubicBezTo>
                  <a:cubicBezTo>
                    <a:pt x="107" y="1093"/>
                    <a:pt x="240" y="1067"/>
                    <a:pt x="347" y="1040"/>
                  </a:cubicBezTo>
                  <a:cubicBezTo>
                    <a:pt x="454" y="1014"/>
                    <a:pt x="560" y="987"/>
                    <a:pt x="667" y="934"/>
                  </a:cubicBezTo>
                  <a:cubicBezTo>
                    <a:pt x="800" y="880"/>
                    <a:pt x="933" y="800"/>
                    <a:pt x="1040" y="747"/>
                  </a:cubicBezTo>
                  <a:cubicBezTo>
                    <a:pt x="1253" y="587"/>
                    <a:pt x="1466" y="454"/>
                    <a:pt x="1653" y="267"/>
                  </a:cubicBezTo>
                  <a:cubicBezTo>
                    <a:pt x="1733" y="187"/>
                    <a:pt x="1813" y="81"/>
                    <a:pt x="189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8"/>
            <p:cNvSpPr/>
            <p:nvPr/>
          </p:nvSpPr>
          <p:spPr>
            <a:xfrm>
              <a:off x="6834034" y="903314"/>
              <a:ext cx="98850" cy="32619"/>
            </a:xfrm>
            <a:custGeom>
              <a:avLst/>
              <a:gdLst/>
              <a:ahLst/>
              <a:cxnLst/>
              <a:rect l="l" t="t" r="r" b="b"/>
              <a:pathLst>
                <a:path w="2585" h="853" extrusionOk="0">
                  <a:moveTo>
                    <a:pt x="2585" y="0"/>
                  </a:moveTo>
                  <a:lnTo>
                    <a:pt x="2585" y="0"/>
                  </a:lnTo>
                  <a:cubicBezTo>
                    <a:pt x="2451" y="27"/>
                    <a:pt x="2292" y="53"/>
                    <a:pt x="2158" y="107"/>
                  </a:cubicBezTo>
                  <a:lnTo>
                    <a:pt x="1306" y="426"/>
                  </a:lnTo>
                  <a:cubicBezTo>
                    <a:pt x="1146" y="453"/>
                    <a:pt x="986" y="506"/>
                    <a:pt x="853" y="533"/>
                  </a:cubicBezTo>
                  <a:cubicBezTo>
                    <a:pt x="773" y="560"/>
                    <a:pt x="693" y="586"/>
                    <a:pt x="640" y="586"/>
                  </a:cubicBezTo>
                  <a:lnTo>
                    <a:pt x="426" y="640"/>
                  </a:lnTo>
                  <a:cubicBezTo>
                    <a:pt x="346" y="640"/>
                    <a:pt x="240" y="640"/>
                    <a:pt x="133" y="666"/>
                  </a:cubicBezTo>
                  <a:lnTo>
                    <a:pt x="0" y="666"/>
                  </a:lnTo>
                  <a:lnTo>
                    <a:pt x="107" y="720"/>
                  </a:lnTo>
                  <a:cubicBezTo>
                    <a:pt x="213" y="773"/>
                    <a:pt x="320" y="800"/>
                    <a:pt x="426" y="800"/>
                  </a:cubicBezTo>
                  <a:cubicBezTo>
                    <a:pt x="480" y="853"/>
                    <a:pt x="560" y="853"/>
                    <a:pt x="640" y="853"/>
                  </a:cubicBezTo>
                  <a:cubicBezTo>
                    <a:pt x="799" y="853"/>
                    <a:pt x="986" y="826"/>
                    <a:pt x="1146" y="800"/>
                  </a:cubicBezTo>
                  <a:lnTo>
                    <a:pt x="1412" y="720"/>
                  </a:lnTo>
                  <a:lnTo>
                    <a:pt x="1652" y="640"/>
                  </a:lnTo>
                  <a:cubicBezTo>
                    <a:pt x="1732" y="613"/>
                    <a:pt x="1812" y="560"/>
                    <a:pt x="1865" y="533"/>
                  </a:cubicBezTo>
                  <a:cubicBezTo>
                    <a:pt x="1998" y="453"/>
                    <a:pt x="2132" y="373"/>
                    <a:pt x="2238" y="293"/>
                  </a:cubicBezTo>
                  <a:cubicBezTo>
                    <a:pt x="2371" y="187"/>
                    <a:pt x="2478" y="107"/>
                    <a:pt x="258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8"/>
            <p:cNvSpPr/>
            <p:nvPr/>
          </p:nvSpPr>
          <p:spPr>
            <a:xfrm>
              <a:off x="5614339" y="639383"/>
              <a:ext cx="333262" cy="267298"/>
            </a:xfrm>
            <a:custGeom>
              <a:avLst/>
              <a:gdLst/>
              <a:ahLst/>
              <a:cxnLst/>
              <a:rect l="l" t="t" r="r" b="b"/>
              <a:pathLst>
                <a:path w="8715" h="6990" extrusionOk="0">
                  <a:moveTo>
                    <a:pt x="427" y="1"/>
                  </a:moveTo>
                  <a:lnTo>
                    <a:pt x="427" y="1"/>
                  </a:lnTo>
                  <a:cubicBezTo>
                    <a:pt x="454" y="827"/>
                    <a:pt x="667" y="1626"/>
                    <a:pt x="1067" y="2372"/>
                  </a:cubicBezTo>
                  <a:cubicBezTo>
                    <a:pt x="903" y="2372"/>
                    <a:pt x="692" y="2451"/>
                    <a:pt x="506" y="2451"/>
                  </a:cubicBezTo>
                  <a:cubicBezTo>
                    <a:pt x="450" y="2451"/>
                    <a:pt x="397" y="2444"/>
                    <a:pt x="347" y="2426"/>
                  </a:cubicBezTo>
                  <a:lnTo>
                    <a:pt x="347" y="2426"/>
                  </a:lnTo>
                  <a:cubicBezTo>
                    <a:pt x="214" y="2985"/>
                    <a:pt x="321" y="3598"/>
                    <a:pt x="640" y="4078"/>
                  </a:cubicBezTo>
                  <a:cubicBezTo>
                    <a:pt x="1" y="4930"/>
                    <a:pt x="1706" y="6156"/>
                    <a:pt x="2426" y="6502"/>
                  </a:cubicBezTo>
                  <a:cubicBezTo>
                    <a:pt x="3100" y="6840"/>
                    <a:pt x="3833" y="6989"/>
                    <a:pt x="4565" y="6989"/>
                  </a:cubicBezTo>
                  <a:cubicBezTo>
                    <a:pt x="5683" y="6989"/>
                    <a:pt x="6800" y="6640"/>
                    <a:pt x="7702" y="6076"/>
                  </a:cubicBezTo>
                  <a:lnTo>
                    <a:pt x="7702" y="6209"/>
                  </a:lnTo>
                  <a:cubicBezTo>
                    <a:pt x="8714" y="4078"/>
                    <a:pt x="7222" y="1653"/>
                    <a:pt x="5144" y="854"/>
                  </a:cubicBezTo>
                  <a:cubicBezTo>
                    <a:pt x="3625" y="294"/>
                    <a:pt x="1919" y="294"/>
                    <a:pt x="42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8"/>
            <p:cNvSpPr/>
            <p:nvPr/>
          </p:nvSpPr>
          <p:spPr>
            <a:xfrm>
              <a:off x="5751925" y="831958"/>
              <a:ext cx="151851" cy="55830"/>
            </a:xfrm>
            <a:custGeom>
              <a:avLst/>
              <a:gdLst/>
              <a:ahLst/>
              <a:cxnLst/>
              <a:rect l="l" t="t" r="r" b="b"/>
              <a:pathLst>
                <a:path w="3971" h="1460" extrusionOk="0">
                  <a:moveTo>
                    <a:pt x="0" y="1"/>
                  </a:moveTo>
                  <a:lnTo>
                    <a:pt x="107" y="187"/>
                  </a:lnTo>
                  <a:cubicBezTo>
                    <a:pt x="133" y="241"/>
                    <a:pt x="187" y="294"/>
                    <a:pt x="240" y="374"/>
                  </a:cubicBezTo>
                  <a:cubicBezTo>
                    <a:pt x="293" y="427"/>
                    <a:pt x="373" y="507"/>
                    <a:pt x="453" y="561"/>
                  </a:cubicBezTo>
                  <a:cubicBezTo>
                    <a:pt x="533" y="640"/>
                    <a:pt x="613" y="694"/>
                    <a:pt x="720" y="774"/>
                  </a:cubicBezTo>
                  <a:cubicBezTo>
                    <a:pt x="826" y="827"/>
                    <a:pt x="933" y="907"/>
                    <a:pt x="1039" y="960"/>
                  </a:cubicBezTo>
                  <a:cubicBezTo>
                    <a:pt x="1173" y="1040"/>
                    <a:pt x="1279" y="1093"/>
                    <a:pt x="1412" y="1147"/>
                  </a:cubicBezTo>
                  <a:cubicBezTo>
                    <a:pt x="1546" y="1200"/>
                    <a:pt x="1679" y="1253"/>
                    <a:pt x="1812" y="1280"/>
                  </a:cubicBezTo>
                  <a:cubicBezTo>
                    <a:pt x="2079" y="1360"/>
                    <a:pt x="2345" y="1413"/>
                    <a:pt x="2611" y="1440"/>
                  </a:cubicBezTo>
                  <a:cubicBezTo>
                    <a:pt x="2678" y="1453"/>
                    <a:pt x="2745" y="1460"/>
                    <a:pt x="2808" y="1460"/>
                  </a:cubicBezTo>
                  <a:cubicBezTo>
                    <a:pt x="2871" y="1460"/>
                    <a:pt x="2931" y="1453"/>
                    <a:pt x="2984" y="1440"/>
                  </a:cubicBezTo>
                  <a:cubicBezTo>
                    <a:pt x="3118" y="1440"/>
                    <a:pt x="3224" y="1440"/>
                    <a:pt x="3331" y="1413"/>
                  </a:cubicBezTo>
                  <a:cubicBezTo>
                    <a:pt x="3411" y="1387"/>
                    <a:pt x="3517" y="1360"/>
                    <a:pt x="3597" y="1333"/>
                  </a:cubicBezTo>
                  <a:cubicBezTo>
                    <a:pt x="3677" y="1307"/>
                    <a:pt x="3757" y="1280"/>
                    <a:pt x="3810" y="1227"/>
                  </a:cubicBezTo>
                  <a:lnTo>
                    <a:pt x="3970" y="1120"/>
                  </a:lnTo>
                  <a:lnTo>
                    <a:pt x="3784" y="1173"/>
                  </a:lnTo>
                  <a:cubicBezTo>
                    <a:pt x="3731" y="1200"/>
                    <a:pt x="3651" y="1200"/>
                    <a:pt x="3571" y="1200"/>
                  </a:cubicBezTo>
                  <a:lnTo>
                    <a:pt x="3304" y="1200"/>
                  </a:lnTo>
                  <a:cubicBezTo>
                    <a:pt x="3091" y="1200"/>
                    <a:pt x="2851" y="1173"/>
                    <a:pt x="2638" y="1147"/>
                  </a:cubicBezTo>
                  <a:cubicBezTo>
                    <a:pt x="2531" y="1120"/>
                    <a:pt x="2398" y="1067"/>
                    <a:pt x="2265" y="1040"/>
                  </a:cubicBezTo>
                  <a:cubicBezTo>
                    <a:pt x="2158" y="1040"/>
                    <a:pt x="2025" y="987"/>
                    <a:pt x="1892" y="960"/>
                  </a:cubicBezTo>
                  <a:cubicBezTo>
                    <a:pt x="1652" y="880"/>
                    <a:pt x="1412" y="774"/>
                    <a:pt x="1173" y="667"/>
                  </a:cubicBezTo>
                  <a:cubicBezTo>
                    <a:pt x="959" y="587"/>
                    <a:pt x="773" y="481"/>
                    <a:pt x="560" y="374"/>
                  </a:cubicBezTo>
                  <a:cubicBezTo>
                    <a:pt x="480" y="321"/>
                    <a:pt x="400" y="294"/>
                    <a:pt x="320" y="241"/>
                  </a:cubicBezTo>
                  <a:cubicBezTo>
                    <a:pt x="267" y="187"/>
                    <a:pt x="187" y="161"/>
                    <a:pt x="160" y="134"/>
                  </a:cubicBezTo>
                  <a:lnTo>
                    <a:pt x="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8"/>
            <p:cNvSpPr/>
            <p:nvPr/>
          </p:nvSpPr>
          <p:spPr>
            <a:xfrm>
              <a:off x="5784506" y="791233"/>
              <a:ext cx="111125" cy="68297"/>
            </a:xfrm>
            <a:custGeom>
              <a:avLst/>
              <a:gdLst/>
              <a:ahLst/>
              <a:cxnLst/>
              <a:rect l="l" t="t" r="r" b="b"/>
              <a:pathLst>
                <a:path w="2906" h="1786" extrusionOk="0">
                  <a:moveTo>
                    <a:pt x="1" y="0"/>
                  </a:moveTo>
                  <a:cubicBezTo>
                    <a:pt x="161" y="107"/>
                    <a:pt x="321" y="213"/>
                    <a:pt x="480" y="293"/>
                  </a:cubicBezTo>
                  <a:cubicBezTo>
                    <a:pt x="534" y="320"/>
                    <a:pt x="614" y="373"/>
                    <a:pt x="694" y="426"/>
                  </a:cubicBezTo>
                  <a:cubicBezTo>
                    <a:pt x="774" y="480"/>
                    <a:pt x="853" y="533"/>
                    <a:pt x="933" y="586"/>
                  </a:cubicBezTo>
                  <a:cubicBezTo>
                    <a:pt x="1093" y="693"/>
                    <a:pt x="1253" y="799"/>
                    <a:pt x="1440" y="906"/>
                  </a:cubicBezTo>
                  <a:cubicBezTo>
                    <a:pt x="1626" y="1013"/>
                    <a:pt x="1813" y="1146"/>
                    <a:pt x="1973" y="1252"/>
                  </a:cubicBezTo>
                  <a:cubicBezTo>
                    <a:pt x="2053" y="1306"/>
                    <a:pt x="2132" y="1332"/>
                    <a:pt x="2212" y="1386"/>
                  </a:cubicBezTo>
                  <a:cubicBezTo>
                    <a:pt x="2292" y="1439"/>
                    <a:pt x="2372" y="1492"/>
                    <a:pt x="2426" y="1519"/>
                  </a:cubicBezTo>
                  <a:cubicBezTo>
                    <a:pt x="2585" y="1626"/>
                    <a:pt x="2745" y="1705"/>
                    <a:pt x="2905" y="1785"/>
                  </a:cubicBezTo>
                  <a:cubicBezTo>
                    <a:pt x="2799" y="1652"/>
                    <a:pt x="2692" y="1492"/>
                    <a:pt x="2559" y="1386"/>
                  </a:cubicBezTo>
                  <a:cubicBezTo>
                    <a:pt x="2426" y="1226"/>
                    <a:pt x="2292" y="1119"/>
                    <a:pt x="2132" y="1013"/>
                  </a:cubicBezTo>
                  <a:cubicBezTo>
                    <a:pt x="1973" y="879"/>
                    <a:pt x="1813" y="746"/>
                    <a:pt x="1626" y="613"/>
                  </a:cubicBezTo>
                  <a:cubicBezTo>
                    <a:pt x="1440" y="506"/>
                    <a:pt x="1253" y="400"/>
                    <a:pt x="1067" y="320"/>
                  </a:cubicBezTo>
                  <a:cubicBezTo>
                    <a:pt x="880" y="240"/>
                    <a:pt x="720" y="160"/>
                    <a:pt x="534" y="133"/>
                  </a:cubicBezTo>
                  <a:cubicBezTo>
                    <a:pt x="374" y="80"/>
                    <a:pt x="187" y="27"/>
                    <a:pt x="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8"/>
            <p:cNvSpPr/>
            <p:nvPr/>
          </p:nvSpPr>
          <p:spPr>
            <a:xfrm>
              <a:off x="5836473" y="761674"/>
              <a:ext cx="67302" cy="88679"/>
            </a:xfrm>
            <a:custGeom>
              <a:avLst/>
              <a:gdLst/>
              <a:ahLst/>
              <a:cxnLst/>
              <a:rect l="l" t="t" r="r" b="b"/>
              <a:pathLst>
                <a:path w="1760" h="2319" extrusionOk="0">
                  <a:moveTo>
                    <a:pt x="1" y="0"/>
                  </a:moveTo>
                  <a:lnTo>
                    <a:pt x="107" y="80"/>
                  </a:lnTo>
                  <a:cubicBezTo>
                    <a:pt x="214" y="134"/>
                    <a:pt x="294" y="214"/>
                    <a:pt x="374" y="293"/>
                  </a:cubicBezTo>
                  <a:cubicBezTo>
                    <a:pt x="480" y="400"/>
                    <a:pt x="587" y="507"/>
                    <a:pt x="667" y="613"/>
                  </a:cubicBezTo>
                  <a:cubicBezTo>
                    <a:pt x="773" y="746"/>
                    <a:pt x="880" y="906"/>
                    <a:pt x="987" y="1040"/>
                  </a:cubicBezTo>
                  <a:cubicBezTo>
                    <a:pt x="1067" y="1199"/>
                    <a:pt x="1173" y="1359"/>
                    <a:pt x="1253" y="1493"/>
                  </a:cubicBezTo>
                  <a:lnTo>
                    <a:pt x="1493" y="1919"/>
                  </a:lnTo>
                  <a:cubicBezTo>
                    <a:pt x="1653" y="2159"/>
                    <a:pt x="1759" y="2319"/>
                    <a:pt x="1759" y="2319"/>
                  </a:cubicBezTo>
                  <a:cubicBezTo>
                    <a:pt x="1759" y="2159"/>
                    <a:pt x="1733" y="1999"/>
                    <a:pt x="1679" y="1839"/>
                  </a:cubicBezTo>
                  <a:cubicBezTo>
                    <a:pt x="1599" y="1493"/>
                    <a:pt x="1440" y="1173"/>
                    <a:pt x="1253" y="880"/>
                  </a:cubicBezTo>
                  <a:cubicBezTo>
                    <a:pt x="1147" y="693"/>
                    <a:pt x="1040" y="560"/>
                    <a:pt x="880" y="427"/>
                  </a:cubicBezTo>
                  <a:cubicBezTo>
                    <a:pt x="773" y="293"/>
                    <a:pt x="640" y="214"/>
                    <a:pt x="480" y="134"/>
                  </a:cubicBezTo>
                  <a:cubicBezTo>
                    <a:pt x="374" y="54"/>
                    <a:pt x="267" y="27"/>
                    <a:pt x="13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8"/>
            <p:cNvSpPr/>
            <p:nvPr/>
          </p:nvSpPr>
          <p:spPr>
            <a:xfrm>
              <a:off x="5806952" y="796013"/>
              <a:ext cx="207873" cy="174489"/>
            </a:xfrm>
            <a:custGeom>
              <a:avLst/>
              <a:gdLst/>
              <a:ahLst/>
              <a:cxnLst/>
              <a:rect l="l" t="t" r="r" b="b"/>
              <a:pathLst>
                <a:path w="5436" h="4563" extrusionOk="0">
                  <a:moveTo>
                    <a:pt x="3630" y="0"/>
                  </a:moveTo>
                  <a:cubicBezTo>
                    <a:pt x="3105" y="0"/>
                    <a:pt x="2677" y="348"/>
                    <a:pt x="2238" y="888"/>
                  </a:cubicBezTo>
                  <a:cubicBezTo>
                    <a:pt x="1652" y="1687"/>
                    <a:pt x="0" y="3179"/>
                    <a:pt x="719" y="4112"/>
                  </a:cubicBezTo>
                  <a:cubicBezTo>
                    <a:pt x="971" y="4429"/>
                    <a:pt x="1233" y="4563"/>
                    <a:pt x="1501" y="4563"/>
                  </a:cubicBezTo>
                  <a:cubicBezTo>
                    <a:pt x="2856" y="4563"/>
                    <a:pt x="4368" y="1164"/>
                    <a:pt x="5436" y="808"/>
                  </a:cubicBezTo>
                  <a:lnTo>
                    <a:pt x="4663" y="381"/>
                  </a:lnTo>
                  <a:cubicBezTo>
                    <a:pt x="4272" y="117"/>
                    <a:pt x="3934" y="0"/>
                    <a:pt x="36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8"/>
            <p:cNvSpPr/>
            <p:nvPr/>
          </p:nvSpPr>
          <p:spPr>
            <a:xfrm>
              <a:off x="5885382" y="826873"/>
              <a:ext cx="69329" cy="68297"/>
            </a:xfrm>
            <a:custGeom>
              <a:avLst/>
              <a:gdLst/>
              <a:ahLst/>
              <a:cxnLst/>
              <a:rect l="l" t="t" r="r" b="b"/>
              <a:pathLst>
                <a:path w="1813" h="1786" extrusionOk="0">
                  <a:moveTo>
                    <a:pt x="1813" y="1"/>
                  </a:moveTo>
                  <a:lnTo>
                    <a:pt x="1813" y="1"/>
                  </a:lnTo>
                  <a:cubicBezTo>
                    <a:pt x="1679" y="81"/>
                    <a:pt x="1573" y="134"/>
                    <a:pt x="1440" y="214"/>
                  </a:cubicBezTo>
                  <a:cubicBezTo>
                    <a:pt x="1200" y="400"/>
                    <a:pt x="987" y="587"/>
                    <a:pt x="773" y="773"/>
                  </a:cubicBezTo>
                  <a:cubicBezTo>
                    <a:pt x="587" y="987"/>
                    <a:pt x="400" y="1200"/>
                    <a:pt x="214" y="1440"/>
                  </a:cubicBezTo>
                  <a:cubicBezTo>
                    <a:pt x="134" y="1546"/>
                    <a:pt x="81" y="1679"/>
                    <a:pt x="1" y="1786"/>
                  </a:cubicBezTo>
                  <a:cubicBezTo>
                    <a:pt x="134" y="1733"/>
                    <a:pt x="241" y="1653"/>
                    <a:pt x="347" y="1573"/>
                  </a:cubicBezTo>
                  <a:cubicBezTo>
                    <a:pt x="587" y="1413"/>
                    <a:pt x="800" y="1226"/>
                    <a:pt x="1013" y="1013"/>
                  </a:cubicBezTo>
                  <a:cubicBezTo>
                    <a:pt x="1147" y="907"/>
                    <a:pt x="1253" y="800"/>
                    <a:pt x="1333" y="667"/>
                  </a:cubicBezTo>
                  <a:cubicBezTo>
                    <a:pt x="1440" y="560"/>
                    <a:pt x="1520" y="454"/>
                    <a:pt x="1599" y="347"/>
                  </a:cubicBezTo>
                  <a:cubicBezTo>
                    <a:pt x="1679" y="241"/>
                    <a:pt x="1759" y="134"/>
                    <a:pt x="181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8"/>
            <p:cNvSpPr/>
            <p:nvPr/>
          </p:nvSpPr>
          <p:spPr>
            <a:xfrm>
              <a:off x="6696447" y="835400"/>
              <a:ext cx="174298" cy="204966"/>
            </a:xfrm>
            <a:custGeom>
              <a:avLst/>
              <a:gdLst/>
              <a:ahLst/>
              <a:cxnLst/>
              <a:rect l="l" t="t" r="r" b="b"/>
              <a:pathLst>
                <a:path w="4558" h="5360" extrusionOk="0">
                  <a:moveTo>
                    <a:pt x="1831" y="0"/>
                  </a:moveTo>
                  <a:cubicBezTo>
                    <a:pt x="1613" y="0"/>
                    <a:pt x="1340" y="71"/>
                    <a:pt x="987" y="231"/>
                  </a:cubicBezTo>
                  <a:cubicBezTo>
                    <a:pt x="614" y="444"/>
                    <a:pt x="294" y="710"/>
                    <a:pt x="1" y="1003"/>
                  </a:cubicBezTo>
                  <a:lnTo>
                    <a:pt x="2506" y="5134"/>
                  </a:lnTo>
                  <a:cubicBezTo>
                    <a:pt x="2752" y="5288"/>
                    <a:pt x="3026" y="5359"/>
                    <a:pt x="3290" y="5359"/>
                  </a:cubicBezTo>
                  <a:cubicBezTo>
                    <a:pt x="3939" y="5359"/>
                    <a:pt x="4531" y="4928"/>
                    <a:pt x="4531" y="4228"/>
                  </a:cubicBezTo>
                  <a:cubicBezTo>
                    <a:pt x="4557" y="3268"/>
                    <a:pt x="3385" y="2149"/>
                    <a:pt x="3012" y="1323"/>
                  </a:cubicBezTo>
                  <a:cubicBezTo>
                    <a:pt x="2637" y="574"/>
                    <a:pt x="2452" y="0"/>
                    <a:pt x="18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8"/>
            <p:cNvSpPr/>
            <p:nvPr/>
          </p:nvSpPr>
          <p:spPr>
            <a:xfrm>
              <a:off x="6747421" y="865609"/>
              <a:ext cx="88679" cy="123324"/>
            </a:xfrm>
            <a:custGeom>
              <a:avLst/>
              <a:gdLst/>
              <a:ahLst/>
              <a:cxnLst/>
              <a:rect l="l" t="t" r="r" b="b"/>
              <a:pathLst>
                <a:path w="2319" h="3225" extrusionOk="0">
                  <a:moveTo>
                    <a:pt x="0" y="0"/>
                  </a:moveTo>
                  <a:lnTo>
                    <a:pt x="0" y="0"/>
                  </a:lnTo>
                  <a:cubicBezTo>
                    <a:pt x="80" y="187"/>
                    <a:pt x="160" y="373"/>
                    <a:pt x="267" y="560"/>
                  </a:cubicBezTo>
                  <a:cubicBezTo>
                    <a:pt x="347" y="746"/>
                    <a:pt x="453" y="933"/>
                    <a:pt x="586" y="1119"/>
                  </a:cubicBezTo>
                  <a:cubicBezTo>
                    <a:pt x="720" y="1306"/>
                    <a:pt x="853" y="1519"/>
                    <a:pt x="1013" y="1706"/>
                  </a:cubicBezTo>
                  <a:cubicBezTo>
                    <a:pt x="1173" y="1919"/>
                    <a:pt x="1332" y="2105"/>
                    <a:pt x="1466" y="2292"/>
                  </a:cubicBezTo>
                  <a:lnTo>
                    <a:pt x="1892" y="2771"/>
                  </a:lnTo>
                  <a:cubicBezTo>
                    <a:pt x="2025" y="2931"/>
                    <a:pt x="2158" y="3091"/>
                    <a:pt x="2318" y="3224"/>
                  </a:cubicBezTo>
                  <a:cubicBezTo>
                    <a:pt x="2238" y="3038"/>
                    <a:pt x="2132" y="2851"/>
                    <a:pt x="2025" y="2665"/>
                  </a:cubicBezTo>
                  <a:cubicBezTo>
                    <a:pt x="1945" y="2478"/>
                    <a:pt x="1812" y="2292"/>
                    <a:pt x="1705" y="2132"/>
                  </a:cubicBezTo>
                  <a:cubicBezTo>
                    <a:pt x="1572" y="1919"/>
                    <a:pt x="1412" y="1732"/>
                    <a:pt x="1279" y="1519"/>
                  </a:cubicBezTo>
                  <a:cubicBezTo>
                    <a:pt x="1119" y="1333"/>
                    <a:pt x="986" y="1146"/>
                    <a:pt x="826" y="960"/>
                  </a:cubicBezTo>
                  <a:cubicBezTo>
                    <a:pt x="746" y="880"/>
                    <a:pt x="666" y="800"/>
                    <a:pt x="613" y="720"/>
                  </a:cubicBezTo>
                  <a:cubicBezTo>
                    <a:pt x="560" y="613"/>
                    <a:pt x="480" y="533"/>
                    <a:pt x="426" y="480"/>
                  </a:cubicBezTo>
                  <a:cubicBezTo>
                    <a:pt x="293" y="293"/>
                    <a:pt x="160" y="160"/>
                    <a:pt x="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8"/>
            <p:cNvSpPr/>
            <p:nvPr/>
          </p:nvSpPr>
          <p:spPr>
            <a:xfrm>
              <a:off x="5927178" y="1669523"/>
              <a:ext cx="695968" cy="669506"/>
            </a:xfrm>
            <a:custGeom>
              <a:avLst/>
              <a:gdLst/>
              <a:ahLst/>
              <a:cxnLst/>
              <a:rect l="l" t="t" r="r" b="b"/>
              <a:pathLst>
                <a:path w="18200" h="17508" extrusionOk="0">
                  <a:moveTo>
                    <a:pt x="9240" y="1"/>
                  </a:moveTo>
                  <a:cubicBezTo>
                    <a:pt x="7887" y="1"/>
                    <a:pt x="6528" y="67"/>
                    <a:pt x="5196" y="107"/>
                  </a:cubicBezTo>
                  <a:cubicBezTo>
                    <a:pt x="4157" y="134"/>
                    <a:pt x="2825" y="214"/>
                    <a:pt x="1945" y="907"/>
                  </a:cubicBezTo>
                  <a:cubicBezTo>
                    <a:pt x="1039" y="1626"/>
                    <a:pt x="933" y="2879"/>
                    <a:pt x="746" y="3864"/>
                  </a:cubicBezTo>
                  <a:cubicBezTo>
                    <a:pt x="533" y="5410"/>
                    <a:pt x="400" y="6982"/>
                    <a:pt x="347" y="8527"/>
                  </a:cubicBezTo>
                  <a:cubicBezTo>
                    <a:pt x="320" y="9913"/>
                    <a:pt x="347" y="11565"/>
                    <a:pt x="0" y="12871"/>
                  </a:cubicBezTo>
                  <a:lnTo>
                    <a:pt x="3837" y="17374"/>
                  </a:lnTo>
                  <a:cubicBezTo>
                    <a:pt x="4020" y="17372"/>
                    <a:pt x="4202" y="17371"/>
                    <a:pt x="4384" y="17371"/>
                  </a:cubicBezTo>
                  <a:cubicBezTo>
                    <a:pt x="6569" y="17371"/>
                    <a:pt x="8732" y="17507"/>
                    <a:pt x="10872" y="17507"/>
                  </a:cubicBezTo>
                  <a:cubicBezTo>
                    <a:pt x="12657" y="17480"/>
                    <a:pt x="14842" y="17454"/>
                    <a:pt x="16201" y="16148"/>
                  </a:cubicBezTo>
                  <a:cubicBezTo>
                    <a:pt x="17320" y="15029"/>
                    <a:pt x="18013" y="13537"/>
                    <a:pt x="18093" y="11938"/>
                  </a:cubicBezTo>
                  <a:cubicBezTo>
                    <a:pt x="18199" y="10100"/>
                    <a:pt x="18013" y="8234"/>
                    <a:pt x="17906" y="6396"/>
                  </a:cubicBezTo>
                  <a:cubicBezTo>
                    <a:pt x="17826" y="5143"/>
                    <a:pt x="17906" y="3651"/>
                    <a:pt x="17453" y="2479"/>
                  </a:cubicBezTo>
                  <a:cubicBezTo>
                    <a:pt x="16787" y="720"/>
                    <a:pt x="14842" y="560"/>
                    <a:pt x="13243" y="294"/>
                  </a:cubicBezTo>
                  <a:cubicBezTo>
                    <a:pt x="11938" y="67"/>
                    <a:pt x="10592" y="1"/>
                    <a:pt x="92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8"/>
            <p:cNvSpPr/>
            <p:nvPr/>
          </p:nvSpPr>
          <p:spPr>
            <a:xfrm>
              <a:off x="5770931" y="803317"/>
              <a:ext cx="1073397" cy="1046629"/>
            </a:xfrm>
            <a:custGeom>
              <a:avLst/>
              <a:gdLst/>
              <a:ahLst/>
              <a:cxnLst/>
              <a:rect l="l" t="t" r="r" b="b"/>
              <a:pathLst>
                <a:path w="28070" h="27370" extrusionOk="0">
                  <a:moveTo>
                    <a:pt x="16580" y="1"/>
                  </a:moveTo>
                  <a:cubicBezTo>
                    <a:pt x="13202" y="1"/>
                    <a:pt x="9749" y="925"/>
                    <a:pt x="6964" y="2695"/>
                  </a:cubicBezTo>
                  <a:cubicBezTo>
                    <a:pt x="3100" y="5200"/>
                    <a:pt x="1955" y="9063"/>
                    <a:pt x="2514" y="13513"/>
                  </a:cubicBezTo>
                  <a:cubicBezTo>
                    <a:pt x="0" y="13513"/>
                    <a:pt x="62" y="17731"/>
                    <a:pt x="3587" y="17731"/>
                  </a:cubicBezTo>
                  <a:cubicBezTo>
                    <a:pt x="3872" y="17731"/>
                    <a:pt x="4181" y="17703"/>
                    <a:pt x="4513" y="17643"/>
                  </a:cubicBezTo>
                  <a:cubicBezTo>
                    <a:pt x="6005" y="20654"/>
                    <a:pt x="10002" y="22013"/>
                    <a:pt x="12187" y="22093"/>
                  </a:cubicBezTo>
                  <a:lnTo>
                    <a:pt x="12187" y="22546"/>
                  </a:lnTo>
                  <a:cubicBezTo>
                    <a:pt x="12187" y="22546"/>
                    <a:pt x="11973" y="24944"/>
                    <a:pt x="11334" y="25371"/>
                  </a:cubicBezTo>
                  <a:lnTo>
                    <a:pt x="13119" y="27369"/>
                  </a:lnTo>
                  <a:cubicBezTo>
                    <a:pt x="14824" y="27236"/>
                    <a:pt x="14958" y="27156"/>
                    <a:pt x="14904" y="25584"/>
                  </a:cubicBezTo>
                  <a:cubicBezTo>
                    <a:pt x="14824" y="24811"/>
                    <a:pt x="15144" y="22493"/>
                    <a:pt x="15144" y="22493"/>
                  </a:cubicBezTo>
                  <a:cubicBezTo>
                    <a:pt x="15144" y="22493"/>
                    <a:pt x="16103" y="22386"/>
                    <a:pt x="16930" y="22333"/>
                  </a:cubicBezTo>
                  <a:cubicBezTo>
                    <a:pt x="17756" y="22253"/>
                    <a:pt x="18555" y="22040"/>
                    <a:pt x="19328" y="21720"/>
                  </a:cubicBezTo>
                  <a:cubicBezTo>
                    <a:pt x="21006" y="21107"/>
                    <a:pt x="22472" y="20042"/>
                    <a:pt x="23618" y="18709"/>
                  </a:cubicBezTo>
                  <a:cubicBezTo>
                    <a:pt x="23828" y="18821"/>
                    <a:pt x="24056" y="18871"/>
                    <a:pt x="24292" y="18871"/>
                  </a:cubicBezTo>
                  <a:cubicBezTo>
                    <a:pt x="25972" y="18871"/>
                    <a:pt x="28069" y="16314"/>
                    <a:pt x="27135" y="15005"/>
                  </a:cubicBezTo>
                  <a:cubicBezTo>
                    <a:pt x="26762" y="14497"/>
                    <a:pt x="26368" y="14301"/>
                    <a:pt x="25918" y="14301"/>
                  </a:cubicBezTo>
                  <a:cubicBezTo>
                    <a:pt x="25660" y="14301"/>
                    <a:pt x="25384" y="14366"/>
                    <a:pt x="25083" y="14473"/>
                  </a:cubicBezTo>
                  <a:cubicBezTo>
                    <a:pt x="25083" y="14473"/>
                    <a:pt x="25856" y="12368"/>
                    <a:pt x="26069" y="11701"/>
                  </a:cubicBezTo>
                  <a:cubicBezTo>
                    <a:pt x="26575" y="10076"/>
                    <a:pt x="27268" y="7625"/>
                    <a:pt x="26762" y="5919"/>
                  </a:cubicBezTo>
                  <a:cubicBezTo>
                    <a:pt x="26415" y="4773"/>
                    <a:pt x="24923" y="3761"/>
                    <a:pt x="24124" y="2855"/>
                  </a:cubicBezTo>
                  <a:cubicBezTo>
                    <a:pt x="23085" y="1549"/>
                    <a:pt x="21619" y="643"/>
                    <a:pt x="19967" y="324"/>
                  </a:cubicBezTo>
                  <a:cubicBezTo>
                    <a:pt x="18866" y="107"/>
                    <a:pt x="17727" y="1"/>
                    <a:pt x="16580" y="1"/>
                  </a:cubicBezTo>
                  <a:close/>
                </a:path>
              </a:pathLst>
            </a:custGeom>
            <a:solidFill>
              <a:srgbClr val="F3D5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8"/>
            <p:cNvSpPr/>
            <p:nvPr/>
          </p:nvSpPr>
          <p:spPr>
            <a:xfrm>
              <a:off x="6695453" y="1415803"/>
              <a:ext cx="75409" cy="66270"/>
            </a:xfrm>
            <a:custGeom>
              <a:avLst/>
              <a:gdLst/>
              <a:ahLst/>
              <a:cxnLst/>
              <a:rect l="l" t="t" r="r" b="b"/>
              <a:pathLst>
                <a:path w="1972" h="1733" extrusionOk="0">
                  <a:moveTo>
                    <a:pt x="1492" y="1"/>
                  </a:moveTo>
                  <a:lnTo>
                    <a:pt x="1279" y="54"/>
                  </a:lnTo>
                  <a:cubicBezTo>
                    <a:pt x="1199" y="81"/>
                    <a:pt x="1119" y="108"/>
                    <a:pt x="1039" y="134"/>
                  </a:cubicBezTo>
                  <a:cubicBezTo>
                    <a:pt x="959" y="161"/>
                    <a:pt x="879" y="188"/>
                    <a:pt x="800" y="241"/>
                  </a:cubicBezTo>
                  <a:lnTo>
                    <a:pt x="586" y="401"/>
                  </a:lnTo>
                  <a:lnTo>
                    <a:pt x="373" y="614"/>
                  </a:lnTo>
                  <a:cubicBezTo>
                    <a:pt x="320" y="694"/>
                    <a:pt x="267" y="747"/>
                    <a:pt x="240" y="827"/>
                  </a:cubicBezTo>
                  <a:cubicBezTo>
                    <a:pt x="187" y="907"/>
                    <a:pt x="133" y="987"/>
                    <a:pt x="107" y="1067"/>
                  </a:cubicBezTo>
                  <a:cubicBezTo>
                    <a:pt x="80" y="1147"/>
                    <a:pt x="53" y="1227"/>
                    <a:pt x="53" y="1280"/>
                  </a:cubicBezTo>
                  <a:cubicBezTo>
                    <a:pt x="27" y="1387"/>
                    <a:pt x="0" y="1493"/>
                    <a:pt x="27" y="1626"/>
                  </a:cubicBezTo>
                  <a:lnTo>
                    <a:pt x="27" y="1733"/>
                  </a:lnTo>
                  <a:cubicBezTo>
                    <a:pt x="27" y="1733"/>
                    <a:pt x="53" y="1706"/>
                    <a:pt x="80" y="1600"/>
                  </a:cubicBezTo>
                  <a:cubicBezTo>
                    <a:pt x="133" y="1520"/>
                    <a:pt x="160" y="1413"/>
                    <a:pt x="240" y="1333"/>
                  </a:cubicBezTo>
                  <a:cubicBezTo>
                    <a:pt x="267" y="1280"/>
                    <a:pt x="293" y="1227"/>
                    <a:pt x="347" y="1147"/>
                  </a:cubicBezTo>
                  <a:cubicBezTo>
                    <a:pt x="373" y="1093"/>
                    <a:pt x="427" y="1040"/>
                    <a:pt x="453" y="987"/>
                  </a:cubicBezTo>
                  <a:cubicBezTo>
                    <a:pt x="506" y="934"/>
                    <a:pt x="560" y="854"/>
                    <a:pt x="613" y="800"/>
                  </a:cubicBezTo>
                  <a:lnTo>
                    <a:pt x="800" y="640"/>
                  </a:lnTo>
                  <a:cubicBezTo>
                    <a:pt x="906" y="561"/>
                    <a:pt x="1039" y="454"/>
                    <a:pt x="1173" y="374"/>
                  </a:cubicBezTo>
                  <a:cubicBezTo>
                    <a:pt x="1226" y="347"/>
                    <a:pt x="1306" y="294"/>
                    <a:pt x="1359" y="267"/>
                  </a:cubicBezTo>
                  <a:lnTo>
                    <a:pt x="1546" y="188"/>
                  </a:lnTo>
                  <a:cubicBezTo>
                    <a:pt x="1679" y="134"/>
                    <a:pt x="1759" y="108"/>
                    <a:pt x="1839" y="81"/>
                  </a:cubicBezTo>
                  <a:lnTo>
                    <a:pt x="1972" y="28"/>
                  </a:lnTo>
                  <a:lnTo>
                    <a:pt x="1839" y="1"/>
                  </a:lnTo>
                  <a:close/>
                </a:path>
              </a:pathLst>
            </a:custGeom>
            <a:solidFill>
              <a:srgbClr val="E39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8"/>
            <p:cNvSpPr/>
            <p:nvPr/>
          </p:nvSpPr>
          <p:spPr>
            <a:xfrm>
              <a:off x="5830355" y="1364867"/>
              <a:ext cx="74415" cy="75448"/>
            </a:xfrm>
            <a:custGeom>
              <a:avLst/>
              <a:gdLst/>
              <a:ahLst/>
              <a:cxnLst/>
              <a:rect l="l" t="t" r="r" b="b"/>
              <a:pathLst>
                <a:path w="1946" h="1973" extrusionOk="0">
                  <a:moveTo>
                    <a:pt x="1" y="1"/>
                  </a:moveTo>
                  <a:lnTo>
                    <a:pt x="134" y="54"/>
                  </a:lnTo>
                  <a:lnTo>
                    <a:pt x="267" y="107"/>
                  </a:lnTo>
                  <a:cubicBezTo>
                    <a:pt x="321" y="134"/>
                    <a:pt x="374" y="161"/>
                    <a:pt x="427" y="214"/>
                  </a:cubicBezTo>
                  <a:cubicBezTo>
                    <a:pt x="480" y="241"/>
                    <a:pt x="534" y="294"/>
                    <a:pt x="587" y="320"/>
                  </a:cubicBezTo>
                  <a:cubicBezTo>
                    <a:pt x="640" y="374"/>
                    <a:pt x="720" y="400"/>
                    <a:pt x="747" y="454"/>
                  </a:cubicBezTo>
                  <a:cubicBezTo>
                    <a:pt x="827" y="507"/>
                    <a:pt x="880" y="560"/>
                    <a:pt x="933" y="640"/>
                  </a:cubicBezTo>
                  <a:lnTo>
                    <a:pt x="1093" y="827"/>
                  </a:lnTo>
                  <a:cubicBezTo>
                    <a:pt x="1200" y="960"/>
                    <a:pt x="1307" y="1093"/>
                    <a:pt x="1413" y="1226"/>
                  </a:cubicBezTo>
                  <a:cubicBezTo>
                    <a:pt x="1440" y="1306"/>
                    <a:pt x="1493" y="1360"/>
                    <a:pt x="1546" y="1413"/>
                  </a:cubicBezTo>
                  <a:cubicBezTo>
                    <a:pt x="1573" y="1493"/>
                    <a:pt x="1626" y="1546"/>
                    <a:pt x="1653" y="1599"/>
                  </a:cubicBezTo>
                  <a:cubicBezTo>
                    <a:pt x="1759" y="1733"/>
                    <a:pt x="1839" y="1839"/>
                    <a:pt x="1946" y="1972"/>
                  </a:cubicBezTo>
                  <a:cubicBezTo>
                    <a:pt x="1919" y="1813"/>
                    <a:pt x="1893" y="1653"/>
                    <a:pt x="1839" y="1520"/>
                  </a:cubicBezTo>
                  <a:cubicBezTo>
                    <a:pt x="1786" y="1360"/>
                    <a:pt x="1733" y="1226"/>
                    <a:pt x="1653" y="1093"/>
                  </a:cubicBezTo>
                  <a:cubicBezTo>
                    <a:pt x="1600" y="987"/>
                    <a:pt x="1573" y="907"/>
                    <a:pt x="1520" y="853"/>
                  </a:cubicBezTo>
                  <a:lnTo>
                    <a:pt x="1360" y="614"/>
                  </a:lnTo>
                  <a:cubicBezTo>
                    <a:pt x="1280" y="534"/>
                    <a:pt x="1227" y="480"/>
                    <a:pt x="1147" y="400"/>
                  </a:cubicBezTo>
                  <a:cubicBezTo>
                    <a:pt x="1093" y="347"/>
                    <a:pt x="1013" y="267"/>
                    <a:pt x="933" y="241"/>
                  </a:cubicBezTo>
                  <a:cubicBezTo>
                    <a:pt x="854" y="187"/>
                    <a:pt x="774" y="134"/>
                    <a:pt x="694" y="107"/>
                  </a:cubicBezTo>
                  <a:cubicBezTo>
                    <a:pt x="614" y="81"/>
                    <a:pt x="534" y="54"/>
                    <a:pt x="480" y="27"/>
                  </a:cubicBezTo>
                  <a:cubicBezTo>
                    <a:pt x="401" y="1"/>
                    <a:pt x="347" y="1"/>
                    <a:pt x="294" y="1"/>
                  </a:cubicBezTo>
                  <a:close/>
                </a:path>
              </a:pathLst>
            </a:custGeom>
            <a:solidFill>
              <a:srgbClr val="E39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8"/>
            <p:cNvSpPr/>
            <p:nvPr/>
          </p:nvSpPr>
          <p:spPr>
            <a:xfrm>
              <a:off x="5801828" y="737621"/>
              <a:ext cx="1020014" cy="661323"/>
            </a:xfrm>
            <a:custGeom>
              <a:avLst/>
              <a:gdLst/>
              <a:ahLst/>
              <a:cxnLst/>
              <a:rect l="l" t="t" r="r" b="b"/>
              <a:pathLst>
                <a:path w="26674" h="17294" extrusionOk="0">
                  <a:moveTo>
                    <a:pt x="12837" y="1"/>
                  </a:moveTo>
                  <a:cubicBezTo>
                    <a:pt x="12060" y="1"/>
                    <a:pt x="11276" y="90"/>
                    <a:pt x="10526" y="283"/>
                  </a:cubicBezTo>
                  <a:cubicBezTo>
                    <a:pt x="8341" y="869"/>
                    <a:pt x="6769" y="1189"/>
                    <a:pt x="4877" y="2361"/>
                  </a:cubicBezTo>
                  <a:cubicBezTo>
                    <a:pt x="3385" y="3294"/>
                    <a:pt x="2186" y="4600"/>
                    <a:pt x="1360" y="6172"/>
                  </a:cubicBezTo>
                  <a:cubicBezTo>
                    <a:pt x="427" y="7984"/>
                    <a:pt x="1" y="10062"/>
                    <a:pt x="161" y="12114"/>
                  </a:cubicBezTo>
                  <a:cubicBezTo>
                    <a:pt x="267" y="13206"/>
                    <a:pt x="560" y="14299"/>
                    <a:pt x="1040" y="15285"/>
                  </a:cubicBezTo>
                  <a:cubicBezTo>
                    <a:pt x="1062" y="15329"/>
                    <a:pt x="1341" y="15868"/>
                    <a:pt x="1694" y="15868"/>
                  </a:cubicBezTo>
                  <a:cubicBezTo>
                    <a:pt x="1766" y="15868"/>
                    <a:pt x="1842" y="15845"/>
                    <a:pt x="1919" y="15791"/>
                  </a:cubicBezTo>
                  <a:cubicBezTo>
                    <a:pt x="2319" y="15524"/>
                    <a:pt x="2479" y="13712"/>
                    <a:pt x="2079" y="12886"/>
                  </a:cubicBezTo>
                  <a:cubicBezTo>
                    <a:pt x="3518" y="12620"/>
                    <a:pt x="4211" y="11288"/>
                    <a:pt x="4611" y="10009"/>
                  </a:cubicBezTo>
                  <a:cubicBezTo>
                    <a:pt x="4904" y="8970"/>
                    <a:pt x="5330" y="8010"/>
                    <a:pt x="5570" y="6971"/>
                  </a:cubicBezTo>
                  <a:cubicBezTo>
                    <a:pt x="5756" y="6412"/>
                    <a:pt x="5730" y="5852"/>
                    <a:pt x="5836" y="5292"/>
                  </a:cubicBezTo>
                  <a:cubicBezTo>
                    <a:pt x="7542" y="5292"/>
                    <a:pt x="9593" y="5159"/>
                    <a:pt x="11219" y="4653"/>
                  </a:cubicBezTo>
                  <a:cubicBezTo>
                    <a:pt x="11991" y="4440"/>
                    <a:pt x="12711" y="4173"/>
                    <a:pt x="13404" y="3827"/>
                  </a:cubicBezTo>
                  <a:cubicBezTo>
                    <a:pt x="13937" y="3534"/>
                    <a:pt x="15029" y="2868"/>
                    <a:pt x="15349" y="2335"/>
                  </a:cubicBezTo>
                  <a:cubicBezTo>
                    <a:pt x="15748" y="2868"/>
                    <a:pt x="16201" y="3374"/>
                    <a:pt x="16708" y="3827"/>
                  </a:cubicBezTo>
                  <a:cubicBezTo>
                    <a:pt x="17640" y="4680"/>
                    <a:pt x="18626" y="5452"/>
                    <a:pt x="19692" y="6118"/>
                  </a:cubicBezTo>
                  <a:cubicBezTo>
                    <a:pt x="20571" y="6651"/>
                    <a:pt x="23343" y="7344"/>
                    <a:pt x="23369" y="7371"/>
                  </a:cubicBezTo>
                  <a:cubicBezTo>
                    <a:pt x="23396" y="7397"/>
                    <a:pt x="23449" y="10408"/>
                    <a:pt x="23556" y="11687"/>
                  </a:cubicBezTo>
                  <a:cubicBezTo>
                    <a:pt x="23609" y="12380"/>
                    <a:pt x="23689" y="13073"/>
                    <a:pt x="23822" y="13739"/>
                  </a:cubicBezTo>
                  <a:cubicBezTo>
                    <a:pt x="23982" y="14165"/>
                    <a:pt x="24115" y="14645"/>
                    <a:pt x="24195" y="15098"/>
                  </a:cubicBezTo>
                  <a:cubicBezTo>
                    <a:pt x="24195" y="15418"/>
                    <a:pt x="22943" y="17096"/>
                    <a:pt x="23822" y="17283"/>
                  </a:cubicBezTo>
                  <a:cubicBezTo>
                    <a:pt x="23852" y="17290"/>
                    <a:pt x="23880" y="17293"/>
                    <a:pt x="23907" y="17293"/>
                  </a:cubicBezTo>
                  <a:cubicBezTo>
                    <a:pt x="24280" y="17293"/>
                    <a:pt x="24321" y="16631"/>
                    <a:pt x="24595" y="16457"/>
                  </a:cubicBezTo>
                  <a:cubicBezTo>
                    <a:pt x="24941" y="16324"/>
                    <a:pt x="25261" y="16217"/>
                    <a:pt x="25634" y="16137"/>
                  </a:cubicBezTo>
                  <a:cubicBezTo>
                    <a:pt x="25927" y="15897"/>
                    <a:pt x="26194" y="14459"/>
                    <a:pt x="26300" y="14032"/>
                  </a:cubicBezTo>
                  <a:cubicBezTo>
                    <a:pt x="26673" y="12727"/>
                    <a:pt x="26673" y="12727"/>
                    <a:pt x="26673" y="11581"/>
                  </a:cubicBezTo>
                  <a:cubicBezTo>
                    <a:pt x="26673" y="9316"/>
                    <a:pt x="26513" y="7024"/>
                    <a:pt x="25234" y="5079"/>
                  </a:cubicBezTo>
                  <a:cubicBezTo>
                    <a:pt x="23902" y="3081"/>
                    <a:pt x="22090" y="2228"/>
                    <a:pt x="19932" y="1322"/>
                  </a:cubicBezTo>
                  <a:cubicBezTo>
                    <a:pt x="18786" y="896"/>
                    <a:pt x="17880" y="470"/>
                    <a:pt x="16654" y="470"/>
                  </a:cubicBezTo>
                  <a:cubicBezTo>
                    <a:pt x="16293" y="470"/>
                    <a:pt x="15768" y="537"/>
                    <a:pt x="15313" y="537"/>
                  </a:cubicBezTo>
                  <a:cubicBezTo>
                    <a:pt x="15131" y="537"/>
                    <a:pt x="14961" y="527"/>
                    <a:pt x="14816" y="496"/>
                  </a:cubicBezTo>
                  <a:cubicBezTo>
                    <a:pt x="14336" y="390"/>
                    <a:pt x="13963" y="43"/>
                    <a:pt x="13404" y="17"/>
                  </a:cubicBezTo>
                  <a:cubicBezTo>
                    <a:pt x="13215" y="6"/>
                    <a:pt x="13026" y="1"/>
                    <a:pt x="1283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8"/>
            <p:cNvSpPr/>
            <p:nvPr/>
          </p:nvSpPr>
          <p:spPr>
            <a:xfrm>
              <a:off x="6323533" y="1200819"/>
              <a:ext cx="63211" cy="137358"/>
            </a:xfrm>
            <a:custGeom>
              <a:avLst/>
              <a:gdLst/>
              <a:ahLst/>
              <a:cxnLst/>
              <a:rect l="l" t="t" r="r" b="b"/>
              <a:pathLst>
                <a:path w="1653" h="3592" extrusionOk="0">
                  <a:moveTo>
                    <a:pt x="373" y="1"/>
                  </a:moveTo>
                  <a:cubicBezTo>
                    <a:pt x="373" y="134"/>
                    <a:pt x="373" y="267"/>
                    <a:pt x="347" y="374"/>
                  </a:cubicBezTo>
                  <a:lnTo>
                    <a:pt x="214" y="773"/>
                  </a:lnTo>
                  <a:cubicBezTo>
                    <a:pt x="187" y="907"/>
                    <a:pt x="134" y="1067"/>
                    <a:pt x="107" y="1200"/>
                  </a:cubicBezTo>
                  <a:lnTo>
                    <a:pt x="80" y="1413"/>
                  </a:lnTo>
                  <a:lnTo>
                    <a:pt x="80" y="1653"/>
                  </a:lnTo>
                  <a:cubicBezTo>
                    <a:pt x="134" y="1733"/>
                    <a:pt x="160" y="1839"/>
                    <a:pt x="187" y="1919"/>
                  </a:cubicBezTo>
                  <a:cubicBezTo>
                    <a:pt x="240" y="1999"/>
                    <a:pt x="294" y="2079"/>
                    <a:pt x="400" y="2159"/>
                  </a:cubicBezTo>
                  <a:cubicBezTo>
                    <a:pt x="427" y="2186"/>
                    <a:pt x="480" y="2212"/>
                    <a:pt x="533" y="2239"/>
                  </a:cubicBezTo>
                  <a:cubicBezTo>
                    <a:pt x="587" y="2239"/>
                    <a:pt x="640" y="2266"/>
                    <a:pt x="693" y="2266"/>
                  </a:cubicBezTo>
                  <a:cubicBezTo>
                    <a:pt x="773" y="2292"/>
                    <a:pt x="853" y="2292"/>
                    <a:pt x="933" y="2292"/>
                  </a:cubicBezTo>
                  <a:lnTo>
                    <a:pt x="1040" y="2319"/>
                  </a:lnTo>
                  <a:lnTo>
                    <a:pt x="1120" y="2346"/>
                  </a:lnTo>
                  <a:lnTo>
                    <a:pt x="1173" y="2399"/>
                  </a:lnTo>
                  <a:cubicBezTo>
                    <a:pt x="1200" y="2399"/>
                    <a:pt x="1226" y="2425"/>
                    <a:pt x="1253" y="2452"/>
                  </a:cubicBezTo>
                  <a:cubicBezTo>
                    <a:pt x="1253" y="2479"/>
                    <a:pt x="1279" y="2479"/>
                    <a:pt x="1279" y="2505"/>
                  </a:cubicBezTo>
                  <a:cubicBezTo>
                    <a:pt x="1306" y="2532"/>
                    <a:pt x="1333" y="2559"/>
                    <a:pt x="1333" y="2612"/>
                  </a:cubicBezTo>
                  <a:cubicBezTo>
                    <a:pt x="1359" y="2665"/>
                    <a:pt x="1386" y="2719"/>
                    <a:pt x="1386" y="2799"/>
                  </a:cubicBezTo>
                  <a:cubicBezTo>
                    <a:pt x="1386" y="2852"/>
                    <a:pt x="1386" y="2932"/>
                    <a:pt x="1359" y="2985"/>
                  </a:cubicBezTo>
                  <a:cubicBezTo>
                    <a:pt x="1359" y="3012"/>
                    <a:pt x="1359" y="3038"/>
                    <a:pt x="1333" y="3065"/>
                  </a:cubicBezTo>
                  <a:lnTo>
                    <a:pt x="1306" y="3118"/>
                  </a:lnTo>
                  <a:lnTo>
                    <a:pt x="1306" y="3145"/>
                  </a:lnTo>
                  <a:lnTo>
                    <a:pt x="1200" y="3225"/>
                  </a:lnTo>
                  <a:cubicBezTo>
                    <a:pt x="1173" y="3252"/>
                    <a:pt x="1173" y="3278"/>
                    <a:pt x="1146" y="3278"/>
                  </a:cubicBezTo>
                  <a:cubicBezTo>
                    <a:pt x="1066" y="3331"/>
                    <a:pt x="1013" y="3358"/>
                    <a:pt x="933" y="3385"/>
                  </a:cubicBezTo>
                  <a:cubicBezTo>
                    <a:pt x="800" y="3438"/>
                    <a:pt x="640" y="3465"/>
                    <a:pt x="480" y="3465"/>
                  </a:cubicBezTo>
                  <a:cubicBezTo>
                    <a:pt x="400" y="3478"/>
                    <a:pt x="320" y="3485"/>
                    <a:pt x="240" y="3485"/>
                  </a:cubicBezTo>
                  <a:cubicBezTo>
                    <a:pt x="160" y="3485"/>
                    <a:pt x="80" y="3478"/>
                    <a:pt x="0" y="3465"/>
                  </a:cubicBezTo>
                  <a:lnTo>
                    <a:pt x="0" y="3465"/>
                  </a:lnTo>
                  <a:cubicBezTo>
                    <a:pt x="80" y="3491"/>
                    <a:pt x="160" y="3518"/>
                    <a:pt x="240" y="3545"/>
                  </a:cubicBezTo>
                  <a:cubicBezTo>
                    <a:pt x="320" y="3545"/>
                    <a:pt x="400" y="3571"/>
                    <a:pt x="480" y="3571"/>
                  </a:cubicBezTo>
                  <a:cubicBezTo>
                    <a:pt x="573" y="3585"/>
                    <a:pt x="660" y="3591"/>
                    <a:pt x="747" y="3591"/>
                  </a:cubicBezTo>
                  <a:cubicBezTo>
                    <a:pt x="833" y="3591"/>
                    <a:pt x="920" y="3585"/>
                    <a:pt x="1013" y="3571"/>
                  </a:cubicBezTo>
                  <a:cubicBezTo>
                    <a:pt x="1093" y="3571"/>
                    <a:pt x="1173" y="3545"/>
                    <a:pt x="1279" y="3491"/>
                  </a:cubicBezTo>
                  <a:cubicBezTo>
                    <a:pt x="1306" y="3465"/>
                    <a:pt x="1359" y="3438"/>
                    <a:pt x="1386" y="3411"/>
                  </a:cubicBezTo>
                  <a:lnTo>
                    <a:pt x="1493" y="3331"/>
                  </a:lnTo>
                  <a:lnTo>
                    <a:pt x="1519" y="3305"/>
                  </a:lnTo>
                  <a:lnTo>
                    <a:pt x="1519" y="3278"/>
                  </a:lnTo>
                  <a:lnTo>
                    <a:pt x="1546" y="3225"/>
                  </a:lnTo>
                  <a:cubicBezTo>
                    <a:pt x="1573" y="3172"/>
                    <a:pt x="1599" y="3145"/>
                    <a:pt x="1626" y="3092"/>
                  </a:cubicBezTo>
                  <a:cubicBezTo>
                    <a:pt x="1652" y="2985"/>
                    <a:pt x="1652" y="2905"/>
                    <a:pt x="1652" y="2799"/>
                  </a:cubicBezTo>
                  <a:cubicBezTo>
                    <a:pt x="1652" y="2692"/>
                    <a:pt x="1626" y="2585"/>
                    <a:pt x="1599" y="2505"/>
                  </a:cubicBezTo>
                  <a:cubicBezTo>
                    <a:pt x="1573" y="2399"/>
                    <a:pt x="1519" y="2319"/>
                    <a:pt x="1439" y="2239"/>
                  </a:cubicBezTo>
                  <a:cubicBezTo>
                    <a:pt x="1413" y="2186"/>
                    <a:pt x="1386" y="2159"/>
                    <a:pt x="1333" y="2132"/>
                  </a:cubicBezTo>
                  <a:lnTo>
                    <a:pt x="1279" y="2106"/>
                  </a:lnTo>
                  <a:lnTo>
                    <a:pt x="1226" y="2106"/>
                  </a:lnTo>
                  <a:lnTo>
                    <a:pt x="1093" y="2052"/>
                  </a:lnTo>
                  <a:lnTo>
                    <a:pt x="960" y="2026"/>
                  </a:lnTo>
                  <a:lnTo>
                    <a:pt x="720" y="1999"/>
                  </a:lnTo>
                  <a:cubicBezTo>
                    <a:pt x="667" y="1999"/>
                    <a:pt x="640" y="1999"/>
                    <a:pt x="613" y="1973"/>
                  </a:cubicBezTo>
                  <a:cubicBezTo>
                    <a:pt x="587" y="1973"/>
                    <a:pt x="560" y="1973"/>
                    <a:pt x="560" y="1946"/>
                  </a:cubicBezTo>
                  <a:cubicBezTo>
                    <a:pt x="507" y="1919"/>
                    <a:pt x="480" y="1866"/>
                    <a:pt x="427" y="1813"/>
                  </a:cubicBezTo>
                  <a:lnTo>
                    <a:pt x="347" y="1626"/>
                  </a:lnTo>
                  <a:lnTo>
                    <a:pt x="320" y="1440"/>
                  </a:lnTo>
                  <a:lnTo>
                    <a:pt x="320" y="1226"/>
                  </a:lnTo>
                  <a:cubicBezTo>
                    <a:pt x="320" y="1093"/>
                    <a:pt x="347" y="960"/>
                    <a:pt x="347" y="827"/>
                  </a:cubicBezTo>
                  <a:cubicBezTo>
                    <a:pt x="373" y="694"/>
                    <a:pt x="400" y="560"/>
                    <a:pt x="400" y="427"/>
                  </a:cubicBezTo>
                  <a:lnTo>
                    <a:pt x="400" y="214"/>
                  </a:lnTo>
                  <a:cubicBezTo>
                    <a:pt x="400" y="134"/>
                    <a:pt x="373" y="54"/>
                    <a:pt x="373" y="1"/>
                  </a:cubicBezTo>
                  <a:close/>
                </a:path>
              </a:pathLst>
            </a:custGeom>
            <a:solidFill>
              <a:srgbClr val="E39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8"/>
            <p:cNvSpPr/>
            <p:nvPr/>
          </p:nvSpPr>
          <p:spPr>
            <a:xfrm>
              <a:off x="6115662" y="1171030"/>
              <a:ext cx="48947" cy="47226"/>
            </a:xfrm>
            <a:custGeom>
              <a:avLst/>
              <a:gdLst/>
              <a:ahLst/>
              <a:cxnLst/>
              <a:rect l="l" t="t" r="r" b="b"/>
              <a:pathLst>
                <a:path w="1280" h="1235" extrusionOk="0">
                  <a:moveTo>
                    <a:pt x="669" y="0"/>
                  </a:moveTo>
                  <a:cubicBezTo>
                    <a:pt x="642" y="0"/>
                    <a:pt x="615" y="2"/>
                    <a:pt x="587" y="7"/>
                  </a:cubicBezTo>
                  <a:cubicBezTo>
                    <a:pt x="241" y="34"/>
                    <a:pt x="1" y="353"/>
                    <a:pt x="27" y="673"/>
                  </a:cubicBezTo>
                  <a:cubicBezTo>
                    <a:pt x="53" y="1002"/>
                    <a:pt x="342" y="1235"/>
                    <a:pt x="645" y="1235"/>
                  </a:cubicBezTo>
                  <a:cubicBezTo>
                    <a:pt x="661" y="1235"/>
                    <a:pt x="677" y="1234"/>
                    <a:pt x="693" y="1233"/>
                  </a:cubicBezTo>
                  <a:cubicBezTo>
                    <a:pt x="1040" y="1179"/>
                    <a:pt x="1280" y="886"/>
                    <a:pt x="1253" y="540"/>
                  </a:cubicBezTo>
                  <a:cubicBezTo>
                    <a:pt x="1204" y="248"/>
                    <a:pt x="956" y="0"/>
                    <a:pt x="66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8"/>
            <p:cNvSpPr/>
            <p:nvPr/>
          </p:nvSpPr>
          <p:spPr>
            <a:xfrm>
              <a:off x="6497753" y="1216038"/>
              <a:ext cx="48947" cy="47073"/>
            </a:xfrm>
            <a:custGeom>
              <a:avLst/>
              <a:gdLst/>
              <a:ahLst/>
              <a:cxnLst/>
              <a:rect l="l" t="t" r="r" b="b"/>
              <a:pathLst>
                <a:path w="1280" h="1231" extrusionOk="0">
                  <a:moveTo>
                    <a:pt x="636" y="0"/>
                  </a:moveTo>
                  <a:cubicBezTo>
                    <a:pt x="620" y="0"/>
                    <a:pt x="603" y="1"/>
                    <a:pt x="587" y="2"/>
                  </a:cubicBezTo>
                  <a:cubicBezTo>
                    <a:pt x="241" y="56"/>
                    <a:pt x="1" y="349"/>
                    <a:pt x="28" y="695"/>
                  </a:cubicBezTo>
                  <a:cubicBezTo>
                    <a:pt x="78" y="999"/>
                    <a:pt x="345" y="1230"/>
                    <a:pt x="668" y="1230"/>
                  </a:cubicBezTo>
                  <a:cubicBezTo>
                    <a:pt x="685" y="1230"/>
                    <a:pt x="703" y="1229"/>
                    <a:pt x="720" y="1228"/>
                  </a:cubicBezTo>
                  <a:cubicBezTo>
                    <a:pt x="1040" y="1201"/>
                    <a:pt x="1280" y="882"/>
                    <a:pt x="1253" y="562"/>
                  </a:cubicBezTo>
                  <a:cubicBezTo>
                    <a:pt x="1228" y="233"/>
                    <a:pt x="939" y="0"/>
                    <a:pt x="63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8"/>
            <p:cNvSpPr/>
            <p:nvPr/>
          </p:nvSpPr>
          <p:spPr>
            <a:xfrm>
              <a:off x="6125872" y="1375077"/>
              <a:ext cx="279228" cy="146115"/>
            </a:xfrm>
            <a:custGeom>
              <a:avLst/>
              <a:gdLst/>
              <a:ahLst/>
              <a:cxnLst/>
              <a:rect l="l" t="t" r="r" b="b"/>
              <a:pathLst>
                <a:path w="7302" h="3821" extrusionOk="0">
                  <a:moveTo>
                    <a:pt x="533" y="0"/>
                  </a:moveTo>
                  <a:cubicBezTo>
                    <a:pt x="0" y="1972"/>
                    <a:pt x="1999" y="3118"/>
                    <a:pt x="3464" y="3624"/>
                  </a:cubicBezTo>
                  <a:cubicBezTo>
                    <a:pt x="3925" y="3756"/>
                    <a:pt x="4393" y="3821"/>
                    <a:pt x="4857" y="3821"/>
                  </a:cubicBezTo>
                  <a:cubicBezTo>
                    <a:pt x="5706" y="3821"/>
                    <a:pt x="6543" y="3602"/>
                    <a:pt x="7301" y="3171"/>
                  </a:cubicBezTo>
                  <a:cubicBezTo>
                    <a:pt x="7115" y="2691"/>
                    <a:pt x="6821" y="2265"/>
                    <a:pt x="6475" y="1892"/>
                  </a:cubicBezTo>
                  <a:cubicBezTo>
                    <a:pt x="6075" y="1865"/>
                    <a:pt x="5676" y="1839"/>
                    <a:pt x="5249" y="1812"/>
                  </a:cubicBezTo>
                  <a:cubicBezTo>
                    <a:pt x="4557" y="1732"/>
                    <a:pt x="3837" y="1705"/>
                    <a:pt x="3144" y="1599"/>
                  </a:cubicBezTo>
                  <a:cubicBezTo>
                    <a:pt x="2452" y="1466"/>
                    <a:pt x="1759" y="1306"/>
                    <a:pt x="1066" y="1093"/>
                  </a:cubicBezTo>
                  <a:cubicBezTo>
                    <a:pt x="933" y="773"/>
                    <a:pt x="853" y="426"/>
                    <a:pt x="773" y="80"/>
                  </a:cubicBezTo>
                  <a:lnTo>
                    <a:pt x="533" y="0"/>
                  </a:lnTo>
                  <a:close/>
                </a:path>
              </a:pathLst>
            </a:custGeom>
            <a:solidFill>
              <a:srgbClr val="D179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8"/>
            <p:cNvSpPr/>
            <p:nvPr/>
          </p:nvSpPr>
          <p:spPr>
            <a:xfrm>
              <a:off x="6373474" y="1418862"/>
              <a:ext cx="92732" cy="77512"/>
            </a:xfrm>
            <a:custGeom>
              <a:avLst/>
              <a:gdLst/>
              <a:ahLst/>
              <a:cxnLst/>
              <a:rect l="l" t="t" r="r" b="b"/>
              <a:pathLst>
                <a:path w="2425" h="2027" extrusionOk="0">
                  <a:moveTo>
                    <a:pt x="1919" y="1"/>
                  </a:moveTo>
                  <a:cubicBezTo>
                    <a:pt x="1865" y="134"/>
                    <a:pt x="1785" y="267"/>
                    <a:pt x="1705" y="374"/>
                  </a:cubicBezTo>
                  <a:cubicBezTo>
                    <a:pt x="1469" y="753"/>
                    <a:pt x="1358" y="774"/>
                    <a:pt x="981" y="774"/>
                  </a:cubicBezTo>
                  <a:cubicBezTo>
                    <a:pt x="934" y="774"/>
                    <a:pt x="882" y="774"/>
                    <a:pt x="826" y="774"/>
                  </a:cubicBezTo>
                  <a:cubicBezTo>
                    <a:pt x="560" y="774"/>
                    <a:pt x="267" y="774"/>
                    <a:pt x="0" y="747"/>
                  </a:cubicBezTo>
                  <a:lnTo>
                    <a:pt x="0" y="747"/>
                  </a:lnTo>
                  <a:cubicBezTo>
                    <a:pt x="346" y="1120"/>
                    <a:pt x="640" y="1546"/>
                    <a:pt x="826" y="2026"/>
                  </a:cubicBezTo>
                  <a:cubicBezTo>
                    <a:pt x="1599" y="1600"/>
                    <a:pt x="2185" y="880"/>
                    <a:pt x="2425" y="28"/>
                  </a:cubicBezTo>
                  <a:lnTo>
                    <a:pt x="1919" y="1"/>
                  </a:lnTo>
                  <a:close/>
                </a:path>
              </a:pathLst>
            </a:custGeom>
            <a:solidFill>
              <a:srgbClr val="B052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8"/>
            <p:cNvSpPr/>
            <p:nvPr/>
          </p:nvSpPr>
          <p:spPr>
            <a:xfrm>
              <a:off x="6155393" y="1378137"/>
              <a:ext cx="291465" cy="70323"/>
            </a:xfrm>
            <a:custGeom>
              <a:avLst/>
              <a:gdLst/>
              <a:ahLst/>
              <a:cxnLst/>
              <a:rect l="l" t="t" r="r" b="b"/>
              <a:pathLst>
                <a:path w="7622" h="1839" extrusionOk="0">
                  <a:moveTo>
                    <a:pt x="1" y="0"/>
                  </a:moveTo>
                  <a:lnTo>
                    <a:pt x="1" y="0"/>
                  </a:lnTo>
                  <a:cubicBezTo>
                    <a:pt x="54" y="346"/>
                    <a:pt x="161" y="693"/>
                    <a:pt x="294" y="1013"/>
                  </a:cubicBezTo>
                  <a:cubicBezTo>
                    <a:pt x="987" y="1226"/>
                    <a:pt x="1680" y="1386"/>
                    <a:pt x="2372" y="1519"/>
                  </a:cubicBezTo>
                  <a:cubicBezTo>
                    <a:pt x="3039" y="1625"/>
                    <a:pt x="3785" y="1652"/>
                    <a:pt x="4477" y="1732"/>
                  </a:cubicBezTo>
                  <a:cubicBezTo>
                    <a:pt x="5170" y="1785"/>
                    <a:pt x="5836" y="1839"/>
                    <a:pt x="6529" y="1839"/>
                  </a:cubicBezTo>
                  <a:cubicBezTo>
                    <a:pt x="6585" y="1839"/>
                    <a:pt x="6637" y="1839"/>
                    <a:pt x="6684" y="1839"/>
                  </a:cubicBezTo>
                  <a:cubicBezTo>
                    <a:pt x="7061" y="1839"/>
                    <a:pt x="7172" y="1818"/>
                    <a:pt x="7408" y="1439"/>
                  </a:cubicBezTo>
                  <a:cubicBezTo>
                    <a:pt x="7488" y="1306"/>
                    <a:pt x="7568" y="1199"/>
                    <a:pt x="7622" y="1066"/>
                  </a:cubicBezTo>
                  <a:cubicBezTo>
                    <a:pt x="6476" y="1013"/>
                    <a:pt x="5277" y="1013"/>
                    <a:pt x="3865" y="853"/>
                  </a:cubicBezTo>
                  <a:cubicBezTo>
                    <a:pt x="2559" y="720"/>
                    <a:pt x="1253" y="426"/>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8"/>
            <p:cNvSpPr/>
            <p:nvPr/>
          </p:nvSpPr>
          <p:spPr>
            <a:xfrm>
              <a:off x="5964883" y="1265406"/>
              <a:ext cx="131469" cy="56633"/>
            </a:xfrm>
            <a:custGeom>
              <a:avLst/>
              <a:gdLst/>
              <a:ahLst/>
              <a:cxnLst/>
              <a:rect l="l" t="t" r="r" b="b"/>
              <a:pathLst>
                <a:path w="3438" h="1481" extrusionOk="0">
                  <a:moveTo>
                    <a:pt x="1196" y="0"/>
                  </a:moveTo>
                  <a:cubicBezTo>
                    <a:pt x="661" y="0"/>
                    <a:pt x="129" y="171"/>
                    <a:pt x="0" y="657"/>
                  </a:cubicBezTo>
                  <a:lnTo>
                    <a:pt x="0" y="843"/>
                  </a:lnTo>
                  <a:cubicBezTo>
                    <a:pt x="206" y="1303"/>
                    <a:pt x="923" y="1480"/>
                    <a:pt x="1605" y="1480"/>
                  </a:cubicBezTo>
                  <a:cubicBezTo>
                    <a:pt x="2067" y="1480"/>
                    <a:pt x="2513" y="1399"/>
                    <a:pt x="2771" y="1269"/>
                  </a:cubicBezTo>
                  <a:cubicBezTo>
                    <a:pt x="3437" y="950"/>
                    <a:pt x="2611" y="390"/>
                    <a:pt x="2132" y="177"/>
                  </a:cubicBezTo>
                  <a:cubicBezTo>
                    <a:pt x="1891" y="72"/>
                    <a:pt x="1543" y="0"/>
                    <a:pt x="1196" y="0"/>
                  </a:cubicBezTo>
                  <a:close/>
                </a:path>
              </a:pathLst>
            </a:custGeom>
            <a:solidFill>
              <a:srgbClr val="EDB9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8"/>
            <p:cNvSpPr/>
            <p:nvPr/>
          </p:nvSpPr>
          <p:spPr>
            <a:xfrm>
              <a:off x="6503222" y="1310299"/>
              <a:ext cx="123974" cy="55677"/>
            </a:xfrm>
            <a:custGeom>
              <a:avLst/>
              <a:gdLst/>
              <a:ahLst/>
              <a:cxnLst/>
              <a:rect l="l" t="t" r="r" b="b"/>
              <a:pathLst>
                <a:path w="3242" h="1456" extrusionOk="0">
                  <a:moveTo>
                    <a:pt x="1061" y="0"/>
                  </a:moveTo>
                  <a:cubicBezTo>
                    <a:pt x="722" y="0"/>
                    <a:pt x="419" y="102"/>
                    <a:pt x="311" y="362"/>
                  </a:cubicBezTo>
                  <a:cubicBezTo>
                    <a:pt x="1" y="1034"/>
                    <a:pt x="1221" y="1456"/>
                    <a:pt x="1732" y="1456"/>
                  </a:cubicBezTo>
                  <a:cubicBezTo>
                    <a:pt x="1747" y="1456"/>
                    <a:pt x="1762" y="1455"/>
                    <a:pt x="1776" y="1454"/>
                  </a:cubicBezTo>
                  <a:cubicBezTo>
                    <a:pt x="2549" y="1401"/>
                    <a:pt x="3242" y="868"/>
                    <a:pt x="2309" y="309"/>
                  </a:cubicBezTo>
                  <a:cubicBezTo>
                    <a:pt x="1990" y="149"/>
                    <a:pt x="1643" y="42"/>
                    <a:pt x="1297" y="15"/>
                  </a:cubicBezTo>
                  <a:cubicBezTo>
                    <a:pt x="1217" y="6"/>
                    <a:pt x="1138" y="0"/>
                    <a:pt x="1061" y="0"/>
                  </a:cubicBezTo>
                  <a:close/>
                </a:path>
              </a:pathLst>
            </a:custGeom>
            <a:solidFill>
              <a:srgbClr val="EDB9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8"/>
            <p:cNvSpPr/>
            <p:nvPr/>
          </p:nvSpPr>
          <p:spPr>
            <a:xfrm>
              <a:off x="5869092" y="1720191"/>
              <a:ext cx="802964" cy="646753"/>
            </a:xfrm>
            <a:custGeom>
              <a:avLst/>
              <a:gdLst/>
              <a:ahLst/>
              <a:cxnLst/>
              <a:rect l="l" t="t" r="r" b="b"/>
              <a:pathLst>
                <a:path w="20998" h="16913" extrusionOk="0">
                  <a:moveTo>
                    <a:pt x="13647" y="1"/>
                  </a:moveTo>
                  <a:cubicBezTo>
                    <a:pt x="13573" y="1"/>
                    <a:pt x="13501" y="11"/>
                    <a:pt x="13430" y="35"/>
                  </a:cubicBezTo>
                  <a:cubicBezTo>
                    <a:pt x="13243" y="115"/>
                    <a:pt x="13297" y="168"/>
                    <a:pt x="13190" y="328"/>
                  </a:cubicBezTo>
                  <a:cubicBezTo>
                    <a:pt x="12764" y="1074"/>
                    <a:pt x="11538" y="1927"/>
                    <a:pt x="10605" y="2033"/>
                  </a:cubicBezTo>
                  <a:cubicBezTo>
                    <a:pt x="10517" y="2045"/>
                    <a:pt x="10434" y="2051"/>
                    <a:pt x="10355" y="2051"/>
                  </a:cubicBezTo>
                  <a:cubicBezTo>
                    <a:pt x="9564" y="2051"/>
                    <a:pt x="9264" y="1465"/>
                    <a:pt x="8634" y="834"/>
                  </a:cubicBezTo>
                  <a:cubicBezTo>
                    <a:pt x="8357" y="534"/>
                    <a:pt x="8260" y="195"/>
                    <a:pt x="7859" y="195"/>
                  </a:cubicBezTo>
                  <a:cubicBezTo>
                    <a:pt x="7797" y="195"/>
                    <a:pt x="7727" y="203"/>
                    <a:pt x="7648" y="221"/>
                  </a:cubicBezTo>
                  <a:cubicBezTo>
                    <a:pt x="6582" y="434"/>
                    <a:pt x="5410" y="674"/>
                    <a:pt x="4610" y="1340"/>
                  </a:cubicBezTo>
                  <a:lnTo>
                    <a:pt x="4077" y="1607"/>
                  </a:lnTo>
                  <a:cubicBezTo>
                    <a:pt x="3784" y="1793"/>
                    <a:pt x="3518" y="2007"/>
                    <a:pt x="3251" y="2220"/>
                  </a:cubicBezTo>
                  <a:cubicBezTo>
                    <a:pt x="2665" y="2699"/>
                    <a:pt x="2212" y="3312"/>
                    <a:pt x="1892" y="3978"/>
                  </a:cubicBezTo>
                  <a:cubicBezTo>
                    <a:pt x="1306" y="5097"/>
                    <a:pt x="427" y="6696"/>
                    <a:pt x="0" y="7869"/>
                  </a:cubicBezTo>
                  <a:cubicBezTo>
                    <a:pt x="480" y="8055"/>
                    <a:pt x="906" y="8348"/>
                    <a:pt x="1413" y="8535"/>
                  </a:cubicBezTo>
                  <a:cubicBezTo>
                    <a:pt x="2025" y="8828"/>
                    <a:pt x="2025" y="8748"/>
                    <a:pt x="2079" y="9441"/>
                  </a:cubicBezTo>
                  <a:cubicBezTo>
                    <a:pt x="2185" y="10693"/>
                    <a:pt x="2185" y="11972"/>
                    <a:pt x="2132" y="13251"/>
                  </a:cubicBezTo>
                  <a:cubicBezTo>
                    <a:pt x="2105" y="13944"/>
                    <a:pt x="2105" y="14610"/>
                    <a:pt x="2185" y="15303"/>
                  </a:cubicBezTo>
                  <a:cubicBezTo>
                    <a:pt x="2265" y="15942"/>
                    <a:pt x="2185" y="16182"/>
                    <a:pt x="2825" y="16369"/>
                  </a:cubicBezTo>
                  <a:cubicBezTo>
                    <a:pt x="4443" y="16844"/>
                    <a:pt x="6183" y="16912"/>
                    <a:pt x="7890" y="16912"/>
                  </a:cubicBezTo>
                  <a:cubicBezTo>
                    <a:pt x="8573" y="16912"/>
                    <a:pt x="9250" y="16902"/>
                    <a:pt x="9913" y="16902"/>
                  </a:cubicBezTo>
                  <a:cubicBezTo>
                    <a:pt x="11405" y="16902"/>
                    <a:pt x="12924" y="16875"/>
                    <a:pt x="14416" y="16715"/>
                  </a:cubicBezTo>
                  <a:cubicBezTo>
                    <a:pt x="15695" y="16715"/>
                    <a:pt x="16947" y="16528"/>
                    <a:pt x="18173" y="16182"/>
                  </a:cubicBezTo>
                  <a:cubicBezTo>
                    <a:pt x="18812" y="16022"/>
                    <a:pt x="18732" y="15756"/>
                    <a:pt x="18812" y="15116"/>
                  </a:cubicBezTo>
                  <a:cubicBezTo>
                    <a:pt x="18892" y="14450"/>
                    <a:pt x="18919" y="13757"/>
                    <a:pt x="18866" y="13091"/>
                  </a:cubicBezTo>
                  <a:cubicBezTo>
                    <a:pt x="18812" y="11812"/>
                    <a:pt x="18839" y="10533"/>
                    <a:pt x="18919" y="9254"/>
                  </a:cubicBezTo>
                  <a:cubicBezTo>
                    <a:pt x="18972" y="8588"/>
                    <a:pt x="18972" y="8641"/>
                    <a:pt x="19585" y="8348"/>
                  </a:cubicBezTo>
                  <a:cubicBezTo>
                    <a:pt x="20065" y="8135"/>
                    <a:pt x="20518" y="7869"/>
                    <a:pt x="20997" y="7682"/>
                  </a:cubicBezTo>
                  <a:cubicBezTo>
                    <a:pt x="20624" y="6510"/>
                    <a:pt x="19718" y="4911"/>
                    <a:pt x="19159" y="3818"/>
                  </a:cubicBezTo>
                  <a:cubicBezTo>
                    <a:pt x="18812" y="3126"/>
                    <a:pt x="18359" y="2513"/>
                    <a:pt x="17800" y="2033"/>
                  </a:cubicBezTo>
                  <a:cubicBezTo>
                    <a:pt x="17533" y="1820"/>
                    <a:pt x="17240" y="1607"/>
                    <a:pt x="16974" y="1420"/>
                  </a:cubicBezTo>
                  <a:lnTo>
                    <a:pt x="16441" y="1154"/>
                  </a:lnTo>
                  <a:cubicBezTo>
                    <a:pt x="15961" y="834"/>
                    <a:pt x="15428" y="594"/>
                    <a:pt x="14895" y="434"/>
                  </a:cubicBezTo>
                  <a:cubicBezTo>
                    <a:pt x="14532" y="344"/>
                    <a:pt x="14072" y="1"/>
                    <a:pt x="136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8"/>
            <p:cNvSpPr/>
            <p:nvPr/>
          </p:nvSpPr>
          <p:spPr>
            <a:xfrm>
              <a:off x="6118721" y="1701109"/>
              <a:ext cx="155943" cy="153687"/>
            </a:xfrm>
            <a:custGeom>
              <a:avLst/>
              <a:gdLst/>
              <a:ahLst/>
              <a:cxnLst/>
              <a:rect l="l" t="t" r="r" b="b"/>
              <a:pathLst>
                <a:path w="4078" h="4019" extrusionOk="0">
                  <a:moveTo>
                    <a:pt x="2798" y="1"/>
                  </a:moveTo>
                  <a:cubicBezTo>
                    <a:pt x="2625" y="54"/>
                    <a:pt x="2379" y="54"/>
                    <a:pt x="2116" y="54"/>
                  </a:cubicBezTo>
                  <a:cubicBezTo>
                    <a:pt x="1853" y="54"/>
                    <a:pt x="1573" y="54"/>
                    <a:pt x="1333" y="107"/>
                  </a:cubicBezTo>
                  <a:cubicBezTo>
                    <a:pt x="267" y="321"/>
                    <a:pt x="161" y="774"/>
                    <a:pt x="81" y="1786"/>
                  </a:cubicBezTo>
                  <a:cubicBezTo>
                    <a:pt x="1" y="2772"/>
                    <a:pt x="1" y="3731"/>
                    <a:pt x="1200" y="3998"/>
                  </a:cubicBezTo>
                  <a:cubicBezTo>
                    <a:pt x="1285" y="4012"/>
                    <a:pt x="1367" y="4019"/>
                    <a:pt x="1447" y="4019"/>
                  </a:cubicBezTo>
                  <a:cubicBezTo>
                    <a:pt x="2269" y="4019"/>
                    <a:pt x="2840" y="3320"/>
                    <a:pt x="3545" y="2932"/>
                  </a:cubicBezTo>
                  <a:cubicBezTo>
                    <a:pt x="3758" y="2772"/>
                    <a:pt x="3944" y="2772"/>
                    <a:pt x="4077" y="2532"/>
                  </a:cubicBezTo>
                  <a:cubicBezTo>
                    <a:pt x="2932" y="1866"/>
                    <a:pt x="2692" y="1493"/>
                    <a:pt x="2932" y="161"/>
                  </a:cubicBezTo>
                  <a:lnTo>
                    <a:pt x="279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8"/>
            <p:cNvSpPr/>
            <p:nvPr/>
          </p:nvSpPr>
          <p:spPr>
            <a:xfrm>
              <a:off x="6273592" y="1700115"/>
              <a:ext cx="176325" cy="159499"/>
            </a:xfrm>
            <a:custGeom>
              <a:avLst/>
              <a:gdLst/>
              <a:ahLst/>
              <a:cxnLst/>
              <a:rect l="l" t="t" r="r" b="b"/>
              <a:pathLst>
                <a:path w="4611" h="4171" extrusionOk="0">
                  <a:moveTo>
                    <a:pt x="1893" y="0"/>
                  </a:moveTo>
                  <a:lnTo>
                    <a:pt x="1893" y="0"/>
                  </a:lnTo>
                  <a:cubicBezTo>
                    <a:pt x="2079" y="1199"/>
                    <a:pt x="1280" y="2505"/>
                    <a:pt x="1" y="2611"/>
                  </a:cubicBezTo>
                  <a:cubicBezTo>
                    <a:pt x="774" y="2958"/>
                    <a:pt x="1333" y="3811"/>
                    <a:pt x="2159" y="4104"/>
                  </a:cubicBezTo>
                  <a:cubicBezTo>
                    <a:pt x="2297" y="4150"/>
                    <a:pt x="2423" y="4171"/>
                    <a:pt x="2538" y="4171"/>
                  </a:cubicBezTo>
                  <a:cubicBezTo>
                    <a:pt x="3156" y="4171"/>
                    <a:pt x="3474" y="3564"/>
                    <a:pt x="3811" y="2958"/>
                  </a:cubicBezTo>
                  <a:cubicBezTo>
                    <a:pt x="4237" y="2238"/>
                    <a:pt x="4611" y="1359"/>
                    <a:pt x="3918" y="720"/>
                  </a:cubicBezTo>
                  <a:cubicBezTo>
                    <a:pt x="3411" y="293"/>
                    <a:pt x="2772" y="53"/>
                    <a:pt x="2132" y="53"/>
                  </a:cubicBezTo>
                  <a:lnTo>
                    <a:pt x="18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8"/>
            <p:cNvSpPr/>
            <p:nvPr/>
          </p:nvSpPr>
          <p:spPr>
            <a:xfrm>
              <a:off x="6540582" y="2028212"/>
              <a:ext cx="128984" cy="337124"/>
            </a:xfrm>
            <a:custGeom>
              <a:avLst/>
              <a:gdLst/>
              <a:ahLst/>
              <a:cxnLst/>
              <a:rect l="l" t="t" r="r" b="b"/>
              <a:pathLst>
                <a:path w="3373" h="8816" extrusionOk="0">
                  <a:moveTo>
                    <a:pt x="2371" y="0"/>
                  </a:moveTo>
                  <a:cubicBezTo>
                    <a:pt x="2265" y="213"/>
                    <a:pt x="133" y="613"/>
                    <a:pt x="133" y="613"/>
                  </a:cubicBezTo>
                  <a:cubicBezTo>
                    <a:pt x="0" y="1919"/>
                    <a:pt x="373" y="4477"/>
                    <a:pt x="640" y="5756"/>
                  </a:cubicBezTo>
                  <a:cubicBezTo>
                    <a:pt x="853" y="6768"/>
                    <a:pt x="799" y="7647"/>
                    <a:pt x="1572" y="8420"/>
                  </a:cubicBezTo>
                  <a:cubicBezTo>
                    <a:pt x="1834" y="8699"/>
                    <a:pt x="2067" y="8815"/>
                    <a:pt x="2271" y="8815"/>
                  </a:cubicBezTo>
                  <a:cubicBezTo>
                    <a:pt x="3019" y="8815"/>
                    <a:pt x="3373" y="7250"/>
                    <a:pt x="3331" y="6475"/>
                  </a:cubicBezTo>
                  <a:cubicBezTo>
                    <a:pt x="3304" y="5809"/>
                    <a:pt x="3118" y="2984"/>
                    <a:pt x="2798" y="2105"/>
                  </a:cubicBezTo>
                  <a:lnTo>
                    <a:pt x="2371" y="0"/>
                  </a:lnTo>
                  <a:close/>
                </a:path>
              </a:pathLst>
            </a:custGeom>
            <a:solidFill>
              <a:srgbClr val="E2BB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8"/>
            <p:cNvSpPr/>
            <p:nvPr/>
          </p:nvSpPr>
          <p:spPr>
            <a:xfrm>
              <a:off x="5843624" y="2014943"/>
              <a:ext cx="147759" cy="386453"/>
            </a:xfrm>
            <a:custGeom>
              <a:avLst/>
              <a:gdLst/>
              <a:ahLst/>
              <a:cxnLst/>
              <a:rect l="l" t="t" r="r" b="b"/>
              <a:pathLst>
                <a:path w="3864" h="10106" extrusionOk="0">
                  <a:moveTo>
                    <a:pt x="2745" y="1"/>
                  </a:moveTo>
                  <a:lnTo>
                    <a:pt x="2105" y="81"/>
                  </a:lnTo>
                  <a:cubicBezTo>
                    <a:pt x="2398" y="773"/>
                    <a:pt x="2025" y="1999"/>
                    <a:pt x="1839" y="2745"/>
                  </a:cubicBezTo>
                  <a:cubicBezTo>
                    <a:pt x="1626" y="3598"/>
                    <a:pt x="1173" y="4477"/>
                    <a:pt x="1039" y="5357"/>
                  </a:cubicBezTo>
                  <a:cubicBezTo>
                    <a:pt x="853" y="6636"/>
                    <a:pt x="0" y="9273"/>
                    <a:pt x="1386" y="9966"/>
                  </a:cubicBezTo>
                  <a:cubicBezTo>
                    <a:pt x="1577" y="10062"/>
                    <a:pt x="1753" y="10105"/>
                    <a:pt x="1915" y="10105"/>
                  </a:cubicBezTo>
                  <a:cubicBezTo>
                    <a:pt x="3149" y="10105"/>
                    <a:pt x="3550" y="7590"/>
                    <a:pt x="3597" y="6742"/>
                  </a:cubicBezTo>
                  <a:cubicBezTo>
                    <a:pt x="3704" y="4930"/>
                    <a:pt x="3864" y="2559"/>
                    <a:pt x="3864" y="747"/>
                  </a:cubicBezTo>
                  <a:cubicBezTo>
                    <a:pt x="3864" y="27"/>
                    <a:pt x="3597" y="214"/>
                    <a:pt x="2745" y="1"/>
                  </a:cubicBezTo>
                  <a:close/>
                </a:path>
              </a:pathLst>
            </a:custGeom>
            <a:solidFill>
              <a:srgbClr val="E2BBA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8"/>
            <p:cNvSpPr/>
            <p:nvPr/>
          </p:nvSpPr>
          <p:spPr>
            <a:xfrm>
              <a:off x="5975054" y="1731319"/>
              <a:ext cx="129442" cy="392113"/>
            </a:xfrm>
            <a:custGeom>
              <a:avLst/>
              <a:gdLst/>
              <a:ahLst/>
              <a:cxnLst/>
              <a:rect l="l" t="t" r="r" b="b"/>
              <a:pathLst>
                <a:path w="3385" h="10254" extrusionOk="0">
                  <a:moveTo>
                    <a:pt x="2538" y="1"/>
                  </a:moveTo>
                  <a:cubicBezTo>
                    <a:pt x="2030" y="1"/>
                    <a:pt x="1439" y="421"/>
                    <a:pt x="1120" y="863"/>
                  </a:cubicBezTo>
                  <a:cubicBezTo>
                    <a:pt x="853" y="1236"/>
                    <a:pt x="107" y="4247"/>
                    <a:pt x="267" y="6085"/>
                  </a:cubicBezTo>
                  <a:cubicBezTo>
                    <a:pt x="400" y="7524"/>
                    <a:pt x="1" y="8404"/>
                    <a:pt x="427" y="9763"/>
                  </a:cubicBezTo>
                  <a:cubicBezTo>
                    <a:pt x="536" y="10113"/>
                    <a:pt x="680" y="10254"/>
                    <a:pt x="840" y="10254"/>
                  </a:cubicBezTo>
                  <a:cubicBezTo>
                    <a:pt x="1421" y="10254"/>
                    <a:pt x="2214" y="8384"/>
                    <a:pt x="2319" y="7924"/>
                  </a:cubicBezTo>
                  <a:cubicBezTo>
                    <a:pt x="2852" y="5952"/>
                    <a:pt x="2985" y="3794"/>
                    <a:pt x="3171" y="1742"/>
                  </a:cubicBezTo>
                  <a:cubicBezTo>
                    <a:pt x="3225" y="1103"/>
                    <a:pt x="3385" y="250"/>
                    <a:pt x="2825" y="37"/>
                  </a:cubicBezTo>
                  <a:cubicBezTo>
                    <a:pt x="2772" y="10"/>
                    <a:pt x="2718" y="10"/>
                    <a:pt x="2665" y="10"/>
                  </a:cubicBezTo>
                  <a:cubicBezTo>
                    <a:pt x="2624" y="4"/>
                    <a:pt x="2581" y="1"/>
                    <a:pt x="253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8"/>
            <p:cNvSpPr/>
            <p:nvPr/>
          </p:nvSpPr>
          <p:spPr>
            <a:xfrm>
              <a:off x="6437640" y="1724244"/>
              <a:ext cx="130475" cy="400182"/>
            </a:xfrm>
            <a:custGeom>
              <a:avLst/>
              <a:gdLst/>
              <a:ahLst/>
              <a:cxnLst/>
              <a:rect l="l" t="t" r="r" b="b"/>
              <a:pathLst>
                <a:path w="3412" h="10465" extrusionOk="0">
                  <a:moveTo>
                    <a:pt x="861" y="0"/>
                  </a:moveTo>
                  <a:cubicBezTo>
                    <a:pt x="823" y="0"/>
                    <a:pt x="785" y="3"/>
                    <a:pt x="747" y="9"/>
                  </a:cubicBezTo>
                  <a:cubicBezTo>
                    <a:pt x="694" y="9"/>
                    <a:pt x="640" y="9"/>
                    <a:pt x="587" y="35"/>
                  </a:cubicBezTo>
                  <a:cubicBezTo>
                    <a:pt x="1" y="248"/>
                    <a:pt x="187" y="1128"/>
                    <a:pt x="241" y="1741"/>
                  </a:cubicBezTo>
                  <a:cubicBezTo>
                    <a:pt x="427" y="3792"/>
                    <a:pt x="560" y="5951"/>
                    <a:pt x="1093" y="7896"/>
                  </a:cubicBezTo>
                  <a:cubicBezTo>
                    <a:pt x="1199" y="8384"/>
                    <a:pt x="2017" y="10465"/>
                    <a:pt x="2601" y="10465"/>
                  </a:cubicBezTo>
                  <a:cubicBezTo>
                    <a:pt x="2749" y="10465"/>
                    <a:pt x="2882" y="10330"/>
                    <a:pt x="2985" y="10001"/>
                  </a:cubicBezTo>
                  <a:cubicBezTo>
                    <a:pt x="3411" y="8669"/>
                    <a:pt x="2825" y="6350"/>
                    <a:pt x="2932" y="4938"/>
                  </a:cubicBezTo>
                  <a:cubicBezTo>
                    <a:pt x="2985" y="3632"/>
                    <a:pt x="3145" y="1794"/>
                    <a:pt x="2292" y="888"/>
                  </a:cubicBezTo>
                  <a:cubicBezTo>
                    <a:pt x="1921" y="467"/>
                    <a:pt x="1366" y="0"/>
                    <a:pt x="8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8"/>
            <p:cNvSpPr/>
            <p:nvPr/>
          </p:nvSpPr>
          <p:spPr>
            <a:xfrm>
              <a:off x="6438673" y="1868217"/>
              <a:ext cx="269018" cy="497732"/>
            </a:xfrm>
            <a:custGeom>
              <a:avLst/>
              <a:gdLst/>
              <a:ahLst/>
              <a:cxnLst/>
              <a:rect l="l" t="t" r="r" b="b"/>
              <a:pathLst>
                <a:path w="7035" h="13016" extrusionOk="0">
                  <a:moveTo>
                    <a:pt x="3118" y="1"/>
                  </a:moveTo>
                  <a:cubicBezTo>
                    <a:pt x="2425" y="1"/>
                    <a:pt x="960" y="81"/>
                    <a:pt x="667" y="400"/>
                  </a:cubicBezTo>
                  <a:cubicBezTo>
                    <a:pt x="267" y="827"/>
                    <a:pt x="0" y="1386"/>
                    <a:pt x="347" y="1440"/>
                  </a:cubicBezTo>
                  <a:cubicBezTo>
                    <a:pt x="294" y="1520"/>
                    <a:pt x="267" y="1573"/>
                    <a:pt x="240" y="1653"/>
                  </a:cubicBezTo>
                  <a:cubicBezTo>
                    <a:pt x="187" y="1866"/>
                    <a:pt x="27" y="2425"/>
                    <a:pt x="294" y="2585"/>
                  </a:cubicBezTo>
                  <a:cubicBezTo>
                    <a:pt x="160" y="2825"/>
                    <a:pt x="134" y="3065"/>
                    <a:pt x="160" y="3331"/>
                  </a:cubicBezTo>
                  <a:cubicBezTo>
                    <a:pt x="228" y="3738"/>
                    <a:pt x="392" y="3877"/>
                    <a:pt x="587" y="3877"/>
                  </a:cubicBezTo>
                  <a:cubicBezTo>
                    <a:pt x="621" y="3877"/>
                    <a:pt x="657" y="3872"/>
                    <a:pt x="693" y="3864"/>
                  </a:cubicBezTo>
                  <a:cubicBezTo>
                    <a:pt x="800" y="4157"/>
                    <a:pt x="986" y="4451"/>
                    <a:pt x="1093" y="4690"/>
                  </a:cubicBezTo>
                  <a:cubicBezTo>
                    <a:pt x="1066" y="4531"/>
                    <a:pt x="1066" y="4344"/>
                    <a:pt x="1093" y="4184"/>
                  </a:cubicBezTo>
                  <a:cubicBezTo>
                    <a:pt x="1679" y="4291"/>
                    <a:pt x="2265" y="4477"/>
                    <a:pt x="2772" y="4797"/>
                  </a:cubicBezTo>
                  <a:cubicBezTo>
                    <a:pt x="2772" y="5396"/>
                    <a:pt x="2959" y="6978"/>
                    <a:pt x="3727" y="6978"/>
                  </a:cubicBezTo>
                  <a:cubicBezTo>
                    <a:pt x="3779" y="6978"/>
                    <a:pt x="3834" y="6970"/>
                    <a:pt x="3891" y="6955"/>
                  </a:cubicBezTo>
                  <a:lnTo>
                    <a:pt x="4131" y="7994"/>
                  </a:lnTo>
                  <a:cubicBezTo>
                    <a:pt x="4237" y="8874"/>
                    <a:pt x="4370" y="9700"/>
                    <a:pt x="4450" y="10579"/>
                  </a:cubicBezTo>
                  <a:cubicBezTo>
                    <a:pt x="4477" y="11192"/>
                    <a:pt x="4530" y="12684"/>
                    <a:pt x="5143" y="12977"/>
                  </a:cubicBezTo>
                  <a:cubicBezTo>
                    <a:pt x="5204" y="13004"/>
                    <a:pt x="5273" y="13016"/>
                    <a:pt x="5347" y="13016"/>
                  </a:cubicBezTo>
                  <a:cubicBezTo>
                    <a:pt x="5800" y="13016"/>
                    <a:pt x="6460" y="12578"/>
                    <a:pt x="6689" y="12258"/>
                  </a:cubicBezTo>
                  <a:cubicBezTo>
                    <a:pt x="7035" y="11725"/>
                    <a:pt x="6715" y="11192"/>
                    <a:pt x="6582" y="10579"/>
                  </a:cubicBezTo>
                  <a:cubicBezTo>
                    <a:pt x="6262" y="9194"/>
                    <a:pt x="5809" y="7835"/>
                    <a:pt x="5250" y="6529"/>
                  </a:cubicBezTo>
                  <a:cubicBezTo>
                    <a:pt x="4797" y="5543"/>
                    <a:pt x="5116" y="4797"/>
                    <a:pt x="5223" y="3758"/>
                  </a:cubicBezTo>
                  <a:cubicBezTo>
                    <a:pt x="5382" y="2248"/>
                    <a:pt x="4804" y="27"/>
                    <a:pt x="3148" y="27"/>
                  </a:cubicBezTo>
                  <a:cubicBezTo>
                    <a:pt x="3138" y="27"/>
                    <a:pt x="3128" y="27"/>
                    <a:pt x="3118" y="27"/>
                  </a:cubicBezTo>
                  <a:lnTo>
                    <a:pt x="3118" y="1"/>
                  </a:lnTo>
                  <a:close/>
                </a:path>
              </a:pathLst>
            </a:custGeom>
            <a:solidFill>
              <a:srgbClr val="F3D5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8"/>
            <p:cNvSpPr/>
            <p:nvPr/>
          </p:nvSpPr>
          <p:spPr>
            <a:xfrm>
              <a:off x="6461081" y="1973185"/>
              <a:ext cx="98889" cy="43861"/>
            </a:xfrm>
            <a:custGeom>
              <a:avLst/>
              <a:gdLst/>
              <a:ahLst/>
              <a:cxnLst/>
              <a:rect l="l" t="t" r="r" b="b"/>
              <a:pathLst>
                <a:path w="2586" h="1147" extrusionOk="0">
                  <a:moveTo>
                    <a:pt x="987" y="0"/>
                  </a:moveTo>
                  <a:cubicBezTo>
                    <a:pt x="773" y="27"/>
                    <a:pt x="560" y="54"/>
                    <a:pt x="347" y="160"/>
                  </a:cubicBezTo>
                  <a:cubicBezTo>
                    <a:pt x="240" y="213"/>
                    <a:pt x="161" y="267"/>
                    <a:pt x="107" y="373"/>
                  </a:cubicBezTo>
                  <a:cubicBezTo>
                    <a:pt x="27" y="453"/>
                    <a:pt x="1" y="533"/>
                    <a:pt x="1" y="640"/>
                  </a:cubicBezTo>
                  <a:cubicBezTo>
                    <a:pt x="1" y="720"/>
                    <a:pt x="1" y="800"/>
                    <a:pt x="27" y="880"/>
                  </a:cubicBezTo>
                  <a:cubicBezTo>
                    <a:pt x="54" y="933"/>
                    <a:pt x="81" y="986"/>
                    <a:pt x="107" y="1039"/>
                  </a:cubicBezTo>
                  <a:cubicBezTo>
                    <a:pt x="161" y="1119"/>
                    <a:pt x="187" y="1146"/>
                    <a:pt x="187" y="1146"/>
                  </a:cubicBezTo>
                  <a:lnTo>
                    <a:pt x="161" y="1013"/>
                  </a:lnTo>
                  <a:cubicBezTo>
                    <a:pt x="161" y="959"/>
                    <a:pt x="161" y="906"/>
                    <a:pt x="161" y="853"/>
                  </a:cubicBezTo>
                  <a:cubicBezTo>
                    <a:pt x="161" y="773"/>
                    <a:pt x="161" y="720"/>
                    <a:pt x="187" y="666"/>
                  </a:cubicBezTo>
                  <a:cubicBezTo>
                    <a:pt x="240" y="533"/>
                    <a:pt x="347" y="453"/>
                    <a:pt x="480" y="427"/>
                  </a:cubicBezTo>
                  <a:cubicBezTo>
                    <a:pt x="640" y="373"/>
                    <a:pt x="827" y="347"/>
                    <a:pt x="1013" y="320"/>
                  </a:cubicBezTo>
                  <a:lnTo>
                    <a:pt x="2585" y="320"/>
                  </a:lnTo>
                  <a:cubicBezTo>
                    <a:pt x="2425" y="240"/>
                    <a:pt x="2266" y="187"/>
                    <a:pt x="2106" y="133"/>
                  </a:cubicBezTo>
                  <a:cubicBezTo>
                    <a:pt x="1733" y="27"/>
                    <a:pt x="1360" y="0"/>
                    <a:pt x="987" y="0"/>
                  </a:cubicBezTo>
                  <a:close/>
                </a:path>
              </a:pathLst>
            </a:custGeom>
            <a:solidFill>
              <a:srgbClr val="E39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8"/>
            <p:cNvSpPr/>
            <p:nvPr/>
          </p:nvSpPr>
          <p:spPr>
            <a:xfrm>
              <a:off x="6450910" y="1941179"/>
              <a:ext cx="110055" cy="27953"/>
            </a:xfrm>
            <a:custGeom>
              <a:avLst/>
              <a:gdLst/>
              <a:ahLst/>
              <a:cxnLst/>
              <a:rect l="l" t="t" r="r" b="b"/>
              <a:pathLst>
                <a:path w="2878" h="731" extrusionOk="0">
                  <a:moveTo>
                    <a:pt x="1616" y="1"/>
                  </a:moveTo>
                  <a:cubicBezTo>
                    <a:pt x="1520" y="1"/>
                    <a:pt x="1425" y="4"/>
                    <a:pt x="1332" y="11"/>
                  </a:cubicBezTo>
                  <a:cubicBezTo>
                    <a:pt x="1146" y="38"/>
                    <a:pt x="933" y="65"/>
                    <a:pt x="746" y="118"/>
                  </a:cubicBezTo>
                  <a:cubicBezTo>
                    <a:pt x="586" y="144"/>
                    <a:pt x="427" y="224"/>
                    <a:pt x="267" y="331"/>
                  </a:cubicBezTo>
                  <a:cubicBezTo>
                    <a:pt x="213" y="358"/>
                    <a:pt x="160" y="411"/>
                    <a:pt x="107" y="464"/>
                  </a:cubicBezTo>
                  <a:cubicBezTo>
                    <a:pt x="80" y="491"/>
                    <a:pt x="53" y="544"/>
                    <a:pt x="27" y="597"/>
                  </a:cubicBezTo>
                  <a:cubicBezTo>
                    <a:pt x="0" y="651"/>
                    <a:pt x="0" y="677"/>
                    <a:pt x="0" y="731"/>
                  </a:cubicBezTo>
                  <a:lnTo>
                    <a:pt x="80" y="624"/>
                  </a:lnTo>
                  <a:cubicBezTo>
                    <a:pt x="107" y="597"/>
                    <a:pt x="133" y="571"/>
                    <a:pt x="187" y="544"/>
                  </a:cubicBezTo>
                  <a:cubicBezTo>
                    <a:pt x="240" y="544"/>
                    <a:pt x="293" y="517"/>
                    <a:pt x="373" y="491"/>
                  </a:cubicBezTo>
                  <a:cubicBezTo>
                    <a:pt x="506" y="438"/>
                    <a:pt x="666" y="411"/>
                    <a:pt x="826" y="411"/>
                  </a:cubicBezTo>
                  <a:cubicBezTo>
                    <a:pt x="986" y="384"/>
                    <a:pt x="1173" y="358"/>
                    <a:pt x="1359" y="358"/>
                  </a:cubicBezTo>
                  <a:lnTo>
                    <a:pt x="1919" y="304"/>
                  </a:lnTo>
                  <a:cubicBezTo>
                    <a:pt x="2079" y="278"/>
                    <a:pt x="2238" y="278"/>
                    <a:pt x="2398" y="251"/>
                  </a:cubicBezTo>
                  <a:cubicBezTo>
                    <a:pt x="2558" y="224"/>
                    <a:pt x="2718" y="198"/>
                    <a:pt x="2878" y="171"/>
                  </a:cubicBezTo>
                  <a:cubicBezTo>
                    <a:pt x="2718" y="118"/>
                    <a:pt x="2558" y="91"/>
                    <a:pt x="2398" y="65"/>
                  </a:cubicBezTo>
                  <a:cubicBezTo>
                    <a:pt x="2145" y="26"/>
                    <a:pt x="1877" y="1"/>
                    <a:pt x="1616" y="1"/>
                  </a:cubicBezTo>
                  <a:close/>
                </a:path>
              </a:pathLst>
            </a:custGeom>
            <a:solidFill>
              <a:srgbClr val="E39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8"/>
            <p:cNvSpPr/>
            <p:nvPr/>
          </p:nvSpPr>
          <p:spPr>
            <a:xfrm>
              <a:off x="6449877" y="1901868"/>
              <a:ext cx="111087" cy="21414"/>
            </a:xfrm>
            <a:custGeom>
              <a:avLst/>
              <a:gdLst/>
              <a:ahLst/>
              <a:cxnLst/>
              <a:rect l="l" t="t" r="r" b="b"/>
              <a:pathLst>
                <a:path w="2905" h="560" extrusionOk="0">
                  <a:moveTo>
                    <a:pt x="1386" y="0"/>
                  </a:moveTo>
                  <a:cubicBezTo>
                    <a:pt x="1013" y="0"/>
                    <a:pt x="667" y="53"/>
                    <a:pt x="320" y="213"/>
                  </a:cubicBezTo>
                  <a:cubicBezTo>
                    <a:pt x="214" y="240"/>
                    <a:pt x="107" y="320"/>
                    <a:pt x="27" y="426"/>
                  </a:cubicBezTo>
                  <a:cubicBezTo>
                    <a:pt x="27" y="453"/>
                    <a:pt x="1" y="480"/>
                    <a:pt x="1" y="506"/>
                  </a:cubicBezTo>
                  <a:lnTo>
                    <a:pt x="1" y="560"/>
                  </a:lnTo>
                  <a:cubicBezTo>
                    <a:pt x="27" y="506"/>
                    <a:pt x="54" y="480"/>
                    <a:pt x="107" y="480"/>
                  </a:cubicBezTo>
                  <a:cubicBezTo>
                    <a:pt x="187" y="426"/>
                    <a:pt x="294" y="400"/>
                    <a:pt x="400" y="373"/>
                  </a:cubicBezTo>
                  <a:cubicBezTo>
                    <a:pt x="720" y="346"/>
                    <a:pt x="1066" y="320"/>
                    <a:pt x="1413" y="320"/>
                  </a:cubicBezTo>
                  <a:cubicBezTo>
                    <a:pt x="1759" y="320"/>
                    <a:pt x="2132" y="320"/>
                    <a:pt x="2425" y="293"/>
                  </a:cubicBezTo>
                  <a:cubicBezTo>
                    <a:pt x="2692" y="293"/>
                    <a:pt x="2905" y="266"/>
                    <a:pt x="2905" y="266"/>
                  </a:cubicBezTo>
                  <a:cubicBezTo>
                    <a:pt x="2745" y="187"/>
                    <a:pt x="2585" y="160"/>
                    <a:pt x="2425" y="107"/>
                  </a:cubicBezTo>
                  <a:cubicBezTo>
                    <a:pt x="2079" y="27"/>
                    <a:pt x="1733" y="0"/>
                    <a:pt x="1386" y="0"/>
                  </a:cubicBezTo>
                  <a:close/>
                </a:path>
              </a:pathLst>
            </a:custGeom>
            <a:solidFill>
              <a:srgbClr val="E39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8"/>
            <p:cNvSpPr/>
            <p:nvPr/>
          </p:nvSpPr>
          <p:spPr>
            <a:xfrm>
              <a:off x="5835479" y="1875368"/>
              <a:ext cx="267986" cy="530542"/>
            </a:xfrm>
            <a:custGeom>
              <a:avLst/>
              <a:gdLst/>
              <a:ahLst/>
              <a:cxnLst/>
              <a:rect l="l" t="t" r="r" b="b"/>
              <a:pathLst>
                <a:path w="7008" h="13874" extrusionOk="0">
                  <a:moveTo>
                    <a:pt x="3917" y="0"/>
                  </a:moveTo>
                  <a:lnTo>
                    <a:pt x="3917" y="27"/>
                  </a:lnTo>
                  <a:cubicBezTo>
                    <a:pt x="3907" y="27"/>
                    <a:pt x="3897" y="27"/>
                    <a:pt x="3887" y="27"/>
                  </a:cubicBezTo>
                  <a:cubicBezTo>
                    <a:pt x="2231" y="27"/>
                    <a:pt x="1653" y="2247"/>
                    <a:pt x="1812" y="3757"/>
                  </a:cubicBezTo>
                  <a:cubicBezTo>
                    <a:pt x="1892" y="4796"/>
                    <a:pt x="2212" y="5543"/>
                    <a:pt x="1785" y="6502"/>
                  </a:cubicBezTo>
                  <a:cubicBezTo>
                    <a:pt x="1226" y="7834"/>
                    <a:pt x="773" y="9193"/>
                    <a:pt x="453" y="10579"/>
                  </a:cubicBezTo>
                  <a:cubicBezTo>
                    <a:pt x="320" y="11165"/>
                    <a:pt x="0" y="11724"/>
                    <a:pt x="346" y="12257"/>
                  </a:cubicBezTo>
                  <a:cubicBezTo>
                    <a:pt x="571" y="12632"/>
                    <a:pt x="1288" y="13873"/>
                    <a:pt x="1728" y="13873"/>
                  </a:cubicBezTo>
                  <a:cubicBezTo>
                    <a:pt x="1757" y="13873"/>
                    <a:pt x="1785" y="13868"/>
                    <a:pt x="1812" y="13856"/>
                  </a:cubicBezTo>
                  <a:cubicBezTo>
                    <a:pt x="2425" y="13563"/>
                    <a:pt x="2531" y="11191"/>
                    <a:pt x="2585" y="10579"/>
                  </a:cubicBezTo>
                  <a:cubicBezTo>
                    <a:pt x="2638" y="9699"/>
                    <a:pt x="2771" y="8873"/>
                    <a:pt x="2904" y="7994"/>
                  </a:cubicBezTo>
                  <a:lnTo>
                    <a:pt x="3144" y="6955"/>
                  </a:lnTo>
                  <a:cubicBezTo>
                    <a:pt x="3201" y="6970"/>
                    <a:pt x="3256" y="6977"/>
                    <a:pt x="3307" y="6977"/>
                  </a:cubicBezTo>
                  <a:cubicBezTo>
                    <a:pt x="4073" y="6977"/>
                    <a:pt x="4237" y="5396"/>
                    <a:pt x="4237" y="4796"/>
                  </a:cubicBezTo>
                  <a:cubicBezTo>
                    <a:pt x="4770" y="4477"/>
                    <a:pt x="5329" y="4290"/>
                    <a:pt x="5942" y="4184"/>
                  </a:cubicBezTo>
                  <a:cubicBezTo>
                    <a:pt x="5942" y="4344"/>
                    <a:pt x="5942" y="4530"/>
                    <a:pt x="5942" y="4690"/>
                  </a:cubicBezTo>
                  <a:cubicBezTo>
                    <a:pt x="6049" y="4450"/>
                    <a:pt x="6235" y="4157"/>
                    <a:pt x="6342" y="3864"/>
                  </a:cubicBezTo>
                  <a:cubicBezTo>
                    <a:pt x="6378" y="3872"/>
                    <a:pt x="6414" y="3876"/>
                    <a:pt x="6448" y="3876"/>
                  </a:cubicBezTo>
                  <a:cubicBezTo>
                    <a:pt x="6642" y="3876"/>
                    <a:pt x="6803" y="3738"/>
                    <a:pt x="6848" y="3331"/>
                  </a:cubicBezTo>
                  <a:cubicBezTo>
                    <a:pt x="6901" y="3065"/>
                    <a:pt x="6875" y="2825"/>
                    <a:pt x="6741" y="2585"/>
                  </a:cubicBezTo>
                  <a:cubicBezTo>
                    <a:pt x="6981" y="2425"/>
                    <a:pt x="6848" y="1865"/>
                    <a:pt x="6768" y="1626"/>
                  </a:cubicBezTo>
                  <a:cubicBezTo>
                    <a:pt x="6741" y="1572"/>
                    <a:pt x="6715" y="1492"/>
                    <a:pt x="6688" y="1439"/>
                  </a:cubicBezTo>
                  <a:cubicBezTo>
                    <a:pt x="7008" y="1386"/>
                    <a:pt x="6795" y="853"/>
                    <a:pt x="6395" y="453"/>
                  </a:cubicBezTo>
                  <a:cubicBezTo>
                    <a:pt x="6129" y="133"/>
                    <a:pt x="4610" y="0"/>
                    <a:pt x="3917" y="0"/>
                  </a:cubicBezTo>
                  <a:close/>
                </a:path>
              </a:pathLst>
            </a:custGeom>
            <a:solidFill>
              <a:srgbClr val="F3D5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8"/>
            <p:cNvSpPr/>
            <p:nvPr/>
          </p:nvSpPr>
          <p:spPr>
            <a:xfrm>
              <a:off x="5991344" y="1979112"/>
              <a:ext cx="90744" cy="45047"/>
            </a:xfrm>
            <a:custGeom>
              <a:avLst/>
              <a:gdLst/>
              <a:ahLst/>
              <a:cxnLst/>
              <a:rect l="l" t="t" r="r" b="b"/>
              <a:pathLst>
                <a:path w="2373" h="1178" extrusionOk="0">
                  <a:moveTo>
                    <a:pt x="1332" y="0"/>
                  </a:moveTo>
                  <a:cubicBezTo>
                    <a:pt x="883" y="0"/>
                    <a:pt x="421" y="85"/>
                    <a:pt x="1" y="272"/>
                  </a:cubicBezTo>
                  <a:cubicBezTo>
                    <a:pt x="1" y="272"/>
                    <a:pt x="214" y="298"/>
                    <a:pt x="481" y="298"/>
                  </a:cubicBezTo>
                  <a:lnTo>
                    <a:pt x="960" y="298"/>
                  </a:lnTo>
                  <a:cubicBezTo>
                    <a:pt x="1053" y="312"/>
                    <a:pt x="1147" y="312"/>
                    <a:pt x="1237" y="312"/>
                  </a:cubicBezTo>
                  <a:cubicBezTo>
                    <a:pt x="1327" y="312"/>
                    <a:pt x="1413" y="312"/>
                    <a:pt x="1493" y="325"/>
                  </a:cubicBezTo>
                  <a:cubicBezTo>
                    <a:pt x="1573" y="325"/>
                    <a:pt x="1653" y="352"/>
                    <a:pt x="1760" y="378"/>
                  </a:cubicBezTo>
                  <a:cubicBezTo>
                    <a:pt x="1813" y="378"/>
                    <a:pt x="1893" y="405"/>
                    <a:pt x="1973" y="431"/>
                  </a:cubicBezTo>
                  <a:cubicBezTo>
                    <a:pt x="1999" y="458"/>
                    <a:pt x="2026" y="485"/>
                    <a:pt x="2053" y="485"/>
                  </a:cubicBezTo>
                  <a:cubicBezTo>
                    <a:pt x="2079" y="511"/>
                    <a:pt x="2079" y="538"/>
                    <a:pt x="2106" y="565"/>
                  </a:cubicBezTo>
                  <a:cubicBezTo>
                    <a:pt x="2133" y="618"/>
                    <a:pt x="2159" y="671"/>
                    <a:pt x="2186" y="725"/>
                  </a:cubicBezTo>
                  <a:lnTo>
                    <a:pt x="2186" y="884"/>
                  </a:lnTo>
                  <a:cubicBezTo>
                    <a:pt x="2186" y="938"/>
                    <a:pt x="2159" y="991"/>
                    <a:pt x="2159" y="1044"/>
                  </a:cubicBezTo>
                  <a:lnTo>
                    <a:pt x="2159" y="1178"/>
                  </a:lnTo>
                  <a:cubicBezTo>
                    <a:pt x="2159" y="1178"/>
                    <a:pt x="2186" y="1151"/>
                    <a:pt x="2239" y="1071"/>
                  </a:cubicBezTo>
                  <a:cubicBezTo>
                    <a:pt x="2266" y="1018"/>
                    <a:pt x="2292" y="991"/>
                    <a:pt x="2319" y="938"/>
                  </a:cubicBezTo>
                  <a:cubicBezTo>
                    <a:pt x="2346" y="858"/>
                    <a:pt x="2346" y="778"/>
                    <a:pt x="2372" y="725"/>
                  </a:cubicBezTo>
                  <a:cubicBezTo>
                    <a:pt x="2372" y="618"/>
                    <a:pt x="2372" y="538"/>
                    <a:pt x="2319" y="431"/>
                  </a:cubicBezTo>
                  <a:cubicBezTo>
                    <a:pt x="2319" y="378"/>
                    <a:pt x="2292" y="352"/>
                    <a:pt x="2239" y="298"/>
                  </a:cubicBezTo>
                  <a:cubicBezTo>
                    <a:pt x="2213" y="272"/>
                    <a:pt x="2159" y="218"/>
                    <a:pt x="2133" y="192"/>
                  </a:cubicBezTo>
                  <a:cubicBezTo>
                    <a:pt x="2026" y="138"/>
                    <a:pt x="1919" y="85"/>
                    <a:pt x="1839" y="58"/>
                  </a:cubicBezTo>
                  <a:cubicBezTo>
                    <a:pt x="1733" y="32"/>
                    <a:pt x="1626" y="5"/>
                    <a:pt x="1520" y="5"/>
                  </a:cubicBezTo>
                  <a:cubicBezTo>
                    <a:pt x="1457" y="2"/>
                    <a:pt x="1395" y="0"/>
                    <a:pt x="1332" y="0"/>
                  </a:cubicBezTo>
                  <a:close/>
                </a:path>
              </a:pathLst>
            </a:custGeom>
            <a:solidFill>
              <a:srgbClr val="E39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8"/>
            <p:cNvSpPr/>
            <p:nvPr/>
          </p:nvSpPr>
          <p:spPr>
            <a:xfrm>
              <a:off x="5982205" y="1947029"/>
              <a:ext cx="110055" cy="29254"/>
            </a:xfrm>
            <a:custGeom>
              <a:avLst/>
              <a:gdLst/>
              <a:ahLst/>
              <a:cxnLst/>
              <a:rect l="l" t="t" r="r" b="b"/>
              <a:pathLst>
                <a:path w="2878" h="765" extrusionOk="0">
                  <a:moveTo>
                    <a:pt x="1105" y="1"/>
                  </a:moveTo>
                  <a:cubicBezTo>
                    <a:pt x="895" y="1"/>
                    <a:pt x="683" y="14"/>
                    <a:pt x="480" y="45"/>
                  </a:cubicBezTo>
                  <a:cubicBezTo>
                    <a:pt x="320" y="71"/>
                    <a:pt x="160" y="98"/>
                    <a:pt x="0" y="151"/>
                  </a:cubicBezTo>
                  <a:cubicBezTo>
                    <a:pt x="160" y="178"/>
                    <a:pt x="320" y="231"/>
                    <a:pt x="480" y="231"/>
                  </a:cubicBezTo>
                  <a:cubicBezTo>
                    <a:pt x="640" y="258"/>
                    <a:pt x="799" y="285"/>
                    <a:pt x="959" y="285"/>
                  </a:cubicBezTo>
                  <a:lnTo>
                    <a:pt x="1519" y="338"/>
                  </a:lnTo>
                  <a:cubicBezTo>
                    <a:pt x="1705" y="364"/>
                    <a:pt x="1892" y="391"/>
                    <a:pt x="2052" y="391"/>
                  </a:cubicBezTo>
                  <a:cubicBezTo>
                    <a:pt x="2212" y="418"/>
                    <a:pt x="2345" y="471"/>
                    <a:pt x="2505" y="498"/>
                  </a:cubicBezTo>
                  <a:cubicBezTo>
                    <a:pt x="2558" y="524"/>
                    <a:pt x="2638" y="551"/>
                    <a:pt x="2665" y="578"/>
                  </a:cubicBezTo>
                  <a:cubicBezTo>
                    <a:pt x="2718" y="604"/>
                    <a:pt x="2745" y="631"/>
                    <a:pt x="2771" y="658"/>
                  </a:cubicBezTo>
                  <a:lnTo>
                    <a:pt x="2878" y="764"/>
                  </a:lnTo>
                  <a:cubicBezTo>
                    <a:pt x="2851" y="711"/>
                    <a:pt x="2851" y="658"/>
                    <a:pt x="2825" y="631"/>
                  </a:cubicBezTo>
                  <a:cubicBezTo>
                    <a:pt x="2771" y="498"/>
                    <a:pt x="2691" y="418"/>
                    <a:pt x="2585" y="338"/>
                  </a:cubicBezTo>
                  <a:cubicBezTo>
                    <a:pt x="2452" y="231"/>
                    <a:pt x="2292" y="178"/>
                    <a:pt x="2105" y="125"/>
                  </a:cubicBezTo>
                  <a:cubicBezTo>
                    <a:pt x="1919" y="71"/>
                    <a:pt x="1732" y="45"/>
                    <a:pt x="1546" y="18"/>
                  </a:cubicBezTo>
                  <a:cubicBezTo>
                    <a:pt x="1402" y="7"/>
                    <a:pt x="1254" y="1"/>
                    <a:pt x="1105" y="1"/>
                  </a:cubicBezTo>
                  <a:close/>
                </a:path>
              </a:pathLst>
            </a:custGeom>
            <a:solidFill>
              <a:srgbClr val="E39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8"/>
            <p:cNvSpPr/>
            <p:nvPr/>
          </p:nvSpPr>
          <p:spPr>
            <a:xfrm>
              <a:off x="5977081" y="1907948"/>
              <a:ext cx="116211" cy="21453"/>
            </a:xfrm>
            <a:custGeom>
              <a:avLst/>
              <a:gdLst/>
              <a:ahLst/>
              <a:cxnLst/>
              <a:rect l="l" t="t" r="r" b="b"/>
              <a:pathLst>
                <a:path w="3039" h="561" extrusionOk="0">
                  <a:moveTo>
                    <a:pt x="1546" y="1"/>
                  </a:moveTo>
                  <a:cubicBezTo>
                    <a:pt x="1200" y="1"/>
                    <a:pt x="827" y="28"/>
                    <a:pt x="480" y="81"/>
                  </a:cubicBezTo>
                  <a:cubicBezTo>
                    <a:pt x="321" y="107"/>
                    <a:pt x="161" y="161"/>
                    <a:pt x="1" y="187"/>
                  </a:cubicBezTo>
                  <a:cubicBezTo>
                    <a:pt x="161" y="241"/>
                    <a:pt x="321" y="267"/>
                    <a:pt x="507" y="294"/>
                  </a:cubicBezTo>
                  <a:cubicBezTo>
                    <a:pt x="640" y="321"/>
                    <a:pt x="827" y="347"/>
                    <a:pt x="987" y="347"/>
                  </a:cubicBezTo>
                  <a:lnTo>
                    <a:pt x="1546" y="347"/>
                  </a:lnTo>
                  <a:cubicBezTo>
                    <a:pt x="1600" y="334"/>
                    <a:pt x="1653" y="327"/>
                    <a:pt x="1703" y="327"/>
                  </a:cubicBezTo>
                  <a:cubicBezTo>
                    <a:pt x="1753" y="327"/>
                    <a:pt x="1799" y="334"/>
                    <a:pt x="1839" y="347"/>
                  </a:cubicBezTo>
                  <a:lnTo>
                    <a:pt x="2106" y="347"/>
                  </a:lnTo>
                  <a:cubicBezTo>
                    <a:pt x="2186" y="374"/>
                    <a:pt x="2266" y="401"/>
                    <a:pt x="2346" y="401"/>
                  </a:cubicBezTo>
                  <a:lnTo>
                    <a:pt x="2586" y="427"/>
                  </a:lnTo>
                  <a:cubicBezTo>
                    <a:pt x="2719" y="454"/>
                    <a:pt x="2825" y="507"/>
                    <a:pt x="2905" y="534"/>
                  </a:cubicBezTo>
                  <a:lnTo>
                    <a:pt x="3038" y="560"/>
                  </a:lnTo>
                  <a:lnTo>
                    <a:pt x="3038" y="560"/>
                  </a:lnTo>
                  <a:lnTo>
                    <a:pt x="2932" y="481"/>
                  </a:lnTo>
                  <a:cubicBezTo>
                    <a:pt x="2852" y="401"/>
                    <a:pt x="2745" y="321"/>
                    <a:pt x="2639" y="267"/>
                  </a:cubicBezTo>
                  <a:cubicBezTo>
                    <a:pt x="2559" y="241"/>
                    <a:pt x="2506" y="187"/>
                    <a:pt x="2426" y="161"/>
                  </a:cubicBezTo>
                  <a:cubicBezTo>
                    <a:pt x="2319" y="134"/>
                    <a:pt x="2239" y="81"/>
                    <a:pt x="2133" y="81"/>
                  </a:cubicBezTo>
                  <a:cubicBezTo>
                    <a:pt x="2053" y="54"/>
                    <a:pt x="1946" y="28"/>
                    <a:pt x="1866" y="28"/>
                  </a:cubicBezTo>
                  <a:cubicBezTo>
                    <a:pt x="1759" y="1"/>
                    <a:pt x="1653" y="1"/>
                    <a:pt x="1546" y="1"/>
                  </a:cubicBezTo>
                  <a:close/>
                </a:path>
              </a:pathLst>
            </a:custGeom>
            <a:solidFill>
              <a:srgbClr val="E39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8"/>
            <p:cNvSpPr/>
            <p:nvPr/>
          </p:nvSpPr>
          <p:spPr>
            <a:xfrm>
              <a:off x="6104458" y="961018"/>
              <a:ext cx="72388" cy="36060"/>
            </a:xfrm>
            <a:custGeom>
              <a:avLst/>
              <a:gdLst/>
              <a:ahLst/>
              <a:cxnLst/>
              <a:rect l="l" t="t" r="r" b="b"/>
              <a:pathLst>
                <a:path w="1893" h="943" extrusionOk="0">
                  <a:moveTo>
                    <a:pt x="1467" y="0"/>
                  </a:moveTo>
                  <a:cubicBezTo>
                    <a:pt x="844" y="0"/>
                    <a:pt x="351" y="418"/>
                    <a:pt x="1" y="943"/>
                  </a:cubicBezTo>
                  <a:lnTo>
                    <a:pt x="1892" y="63"/>
                  </a:lnTo>
                  <a:cubicBezTo>
                    <a:pt x="1744" y="20"/>
                    <a:pt x="1602" y="0"/>
                    <a:pt x="146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8"/>
            <p:cNvSpPr/>
            <p:nvPr/>
          </p:nvSpPr>
          <p:spPr>
            <a:xfrm>
              <a:off x="6507963" y="985835"/>
              <a:ext cx="57092" cy="64243"/>
            </a:xfrm>
            <a:custGeom>
              <a:avLst/>
              <a:gdLst/>
              <a:ahLst/>
              <a:cxnLst/>
              <a:rect l="l" t="t" r="r" b="b"/>
              <a:pathLst>
                <a:path w="1493" h="1680" extrusionOk="0">
                  <a:moveTo>
                    <a:pt x="0" y="0"/>
                  </a:moveTo>
                  <a:lnTo>
                    <a:pt x="1493" y="1679"/>
                  </a:lnTo>
                  <a:cubicBezTo>
                    <a:pt x="1359" y="906"/>
                    <a:pt x="853" y="134"/>
                    <a:pt x="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8"/>
            <p:cNvSpPr/>
            <p:nvPr/>
          </p:nvSpPr>
          <p:spPr>
            <a:xfrm>
              <a:off x="2343579" y="1615338"/>
              <a:ext cx="831491" cy="835773"/>
            </a:xfrm>
            <a:custGeom>
              <a:avLst/>
              <a:gdLst/>
              <a:ahLst/>
              <a:cxnLst/>
              <a:rect l="l" t="t" r="r" b="b"/>
              <a:pathLst>
                <a:path w="21744" h="21856" extrusionOk="0">
                  <a:moveTo>
                    <a:pt x="5918" y="1"/>
                  </a:moveTo>
                  <a:cubicBezTo>
                    <a:pt x="5864" y="1"/>
                    <a:pt x="5819" y="2"/>
                    <a:pt x="5783" y="6"/>
                  </a:cubicBezTo>
                  <a:cubicBezTo>
                    <a:pt x="4477" y="165"/>
                    <a:pt x="3038" y="645"/>
                    <a:pt x="2186" y="1658"/>
                  </a:cubicBezTo>
                  <a:cubicBezTo>
                    <a:pt x="1333" y="2644"/>
                    <a:pt x="1013" y="4029"/>
                    <a:pt x="853" y="5281"/>
                  </a:cubicBezTo>
                  <a:cubicBezTo>
                    <a:pt x="480" y="7813"/>
                    <a:pt x="587" y="10291"/>
                    <a:pt x="427" y="12822"/>
                  </a:cubicBezTo>
                  <a:cubicBezTo>
                    <a:pt x="347" y="14794"/>
                    <a:pt x="507" y="17139"/>
                    <a:pt x="1" y="19111"/>
                  </a:cubicBezTo>
                  <a:lnTo>
                    <a:pt x="18520" y="21855"/>
                  </a:lnTo>
                  <a:cubicBezTo>
                    <a:pt x="20358" y="21828"/>
                    <a:pt x="20811" y="20203"/>
                    <a:pt x="20944" y="18631"/>
                  </a:cubicBezTo>
                  <a:cubicBezTo>
                    <a:pt x="21211" y="15567"/>
                    <a:pt x="21238" y="7653"/>
                    <a:pt x="21317" y="6800"/>
                  </a:cubicBezTo>
                  <a:cubicBezTo>
                    <a:pt x="21477" y="5255"/>
                    <a:pt x="21744" y="3283"/>
                    <a:pt x="20332" y="2217"/>
                  </a:cubicBezTo>
                  <a:cubicBezTo>
                    <a:pt x="18786" y="1045"/>
                    <a:pt x="16761" y="1098"/>
                    <a:pt x="14922" y="965"/>
                  </a:cubicBezTo>
                  <a:cubicBezTo>
                    <a:pt x="12881" y="837"/>
                    <a:pt x="7147" y="1"/>
                    <a:pt x="59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8"/>
            <p:cNvSpPr/>
            <p:nvPr/>
          </p:nvSpPr>
          <p:spPr>
            <a:xfrm>
              <a:off x="2255972" y="621487"/>
              <a:ext cx="1073970" cy="904185"/>
            </a:xfrm>
            <a:custGeom>
              <a:avLst/>
              <a:gdLst/>
              <a:ahLst/>
              <a:cxnLst/>
              <a:rect l="l" t="t" r="r" b="b"/>
              <a:pathLst>
                <a:path w="28085" h="23645" extrusionOk="0">
                  <a:moveTo>
                    <a:pt x="14135" y="1"/>
                  </a:moveTo>
                  <a:cubicBezTo>
                    <a:pt x="13358" y="1"/>
                    <a:pt x="12564" y="69"/>
                    <a:pt x="11751" y="202"/>
                  </a:cubicBezTo>
                  <a:cubicBezTo>
                    <a:pt x="10046" y="469"/>
                    <a:pt x="8687" y="1108"/>
                    <a:pt x="7568" y="2441"/>
                  </a:cubicBezTo>
                  <a:cubicBezTo>
                    <a:pt x="7061" y="2974"/>
                    <a:pt x="6608" y="3560"/>
                    <a:pt x="6262" y="4226"/>
                  </a:cubicBezTo>
                  <a:cubicBezTo>
                    <a:pt x="6102" y="4679"/>
                    <a:pt x="6235" y="4679"/>
                    <a:pt x="5916" y="4919"/>
                  </a:cubicBezTo>
                  <a:cubicBezTo>
                    <a:pt x="5249" y="5398"/>
                    <a:pt x="4157" y="5292"/>
                    <a:pt x="3438" y="5771"/>
                  </a:cubicBezTo>
                  <a:cubicBezTo>
                    <a:pt x="2292" y="6464"/>
                    <a:pt x="1706" y="7717"/>
                    <a:pt x="1199" y="8969"/>
                  </a:cubicBezTo>
                  <a:cubicBezTo>
                    <a:pt x="0" y="12033"/>
                    <a:pt x="267" y="15231"/>
                    <a:pt x="1546" y="18215"/>
                  </a:cubicBezTo>
                  <a:cubicBezTo>
                    <a:pt x="2079" y="19681"/>
                    <a:pt x="3171" y="22025"/>
                    <a:pt x="4823" y="22372"/>
                  </a:cubicBezTo>
                  <a:lnTo>
                    <a:pt x="16148" y="23624"/>
                  </a:lnTo>
                  <a:cubicBezTo>
                    <a:pt x="16361" y="23637"/>
                    <a:pt x="16574" y="23644"/>
                    <a:pt x="16787" y="23644"/>
                  </a:cubicBezTo>
                  <a:cubicBezTo>
                    <a:pt x="17000" y="23644"/>
                    <a:pt x="17213" y="23637"/>
                    <a:pt x="17427" y="23624"/>
                  </a:cubicBezTo>
                  <a:cubicBezTo>
                    <a:pt x="20944" y="23571"/>
                    <a:pt x="24355" y="23198"/>
                    <a:pt x="26486" y="20000"/>
                  </a:cubicBezTo>
                  <a:cubicBezTo>
                    <a:pt x="27419" y="18588"/>
                    <a:pt x="27925" y="16936"/>
                    <a:pt x="27978" y="15257"/>
                  </a:cubicBezTo>
                  <a:cubicBezTo>
                    <a:pt x="28085" y="12886"/>
                    <a:pt x="28085" y="9795"/>
                    <a:pt x="27046" y="7557"/>
                  </a:cubicBezTo>
                  <a:cubicBezTo>
                    <a:pt x="26486" y="6411"/>
                    <a:pt x="25634" y="5425"/>
                    <a:pt x="24568" y="4732"/>
                  </a:cubicBezTo>
                  <a:cubicBezTo>
                    <a:pt x="23289" y="3800"/>
                    <a:pt x="22063" y="2760"/>
                    <a:pt x="20704" y="1934"/>
                  </a:cubicBezTo>
                  <a:cubicBezTo>
                    <a:pt x="18646" y="615"/>
                    <a:pt x="16467" y="1"/>
                    <a:pt x="141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8"/>
            <p:cNvSpPr/>
            <p:nvPr/>
          </p:nvSpPr>
          <p:spPr>
            <a:xfrm>
              <a:off x="2246794" y="1526889"/>
              <a:ext cx="1024067" cy="840821"/>
            </a:xfrm>
            <a:custGeom>
              <a:avLst/>
              <a:gdLst/>
              <a:ahLst/>
              <a:cxnLst/>
              <a:rect l="l" t="t" r="r" b="b"/>
              <a:pathLst>
                <a:path w="26780" h="21988" extrusionOk="0">
                  <a:moveTo>
                    <a:pt x="12817" y="0"/>
                  </a:moveTo>
                  <a:lnTo>
                    <a:pt x="12817" y="0"/>
                  </a:lnTo>
                  <a:cubicBezTo>
                    <a:pt x="12817" y="0"/>
                    <a:pt x="12817" y="0"/>
                    <a:pt x="12817" y="0"/>
                  </a:cubicBezTo>
                  <a:cubicBezTo>
                    <a:pt x="12817" y="0"/>
                    <a:pt x="12817" y="0"/>
                    <a:pt x="12817" y="0"/>
                  </a:cubicBezTo>
                  <a:lnTo>
                    <a:pt x="12817" y="0"/>
                  </a:lnTo>
                  <a:cubicBezTo>
                    <a:pt x="12817" y="0"/>
                    <a:pt x="12817" y="0"/>
                    <a:pt x="12817" y="0"/>
                  </a:cubicBezTo>
                  <a:close/>
                  <a:moveTo>
                    <a:pt x="12817" y="0"/>
                  </a:moveTo>
                  <a:lnTo>
                    <a:pt x="12817" y="0"/>
                  </a:lnTo>
                  <a:cubicBezTo>
                    <a:pt x="12821" y="27"/>
                    <a:pt x="13215" y="6093"/>
                    <a:pt x="12342" y="6093"/>
                  </a:cubicBezTo>
                  <a:cubicBezTo>
                    <a:pt x="12315" y="6093"/>
                    <a:pt x="12287" y="6088"/>
                    <a:pt x="12258" y="6076"/>
                  </a:cubicBezTo>
                  <a:cubicBezTo>
                    <a:pt x="12173" y="6071"/>
                    <a:pt x="12085" y="6069"/>
                    <a:pt x="11996" y="6069"/>
                  </a:cubicBezTo>
                  <a:cubicBezTo>
                    <a:pt x="10377" y="6069"/>
                    <a:pt x="8091" y="6750"/>
                    <a:pt x="6955" y="7861"/>
                  </a:cubicBezTo>
                  <a:cubicBezTo>
                    <a:pt x="5516" y="9220"/>
                    <a:pt x="4557" y="11458"/>
                    <a:pt x="3438" y="13110"/>
                  </a:cubicBezTo>
                  <a:cubicBezTo>
                    <a:pt x="2159" y="14975"/>
                    <a:pt x="1013" y="16894"/>
                    <a:pt x="0" y="18892"/>
                  </a:cubicBezTo>
                  <a:cubicBezTo>
                    <a:pt x="424" y="19160"/>
                    <a:pt x="1446" y="19615"/>
                    <a:pt x="2033" y="19615"/>
                  </a:cubicBezTo>
                  <a:cubicBezTo>
                    <a:pt x="2147" y="19615"/>
                    <a:pt x="2245" y="19597"/>
                    <a:pt x="2319" y="19558"/>
                  </a:cubicBezTo>
                  <a:cubicBezTo>
                    <a:pt x="2638" y="19399"/>
                    <a:pt x="4290" y="16734"/>
                    <a:pt x="4823" y="16121"/>
                  </a:cubicBezTo>
                  <a:cubicBezTo>
                    <a:pt x="5916" y="14629"/>
                    <a:pt x="6982" y="12737"/>
                    <a:pt x="8261" y="11405"/>
                  </a:cubicBezTo>
                  <a:lnTo>
                    <a:pt x="8261" y="11405"/>
                  </a:lnTo>
                  <a:cubicBezTo>
                    <a:pt x="8367" y="15908"/>
                    <a:pt x="8341" y="17000"/>
                    <a:pt x="7888" y="21557"/>
                  </a:cubicBezTo>
                  <a:cubicBezTo>
                    <a:pt x="9861" y="21895"/>
                    <a:pt x="12394" y="21987"/>
                    <a:pt x="14677" y="21987"/>
                  </a:cubicBezTo>
                  <a:cubicBezTo>
                    <a:pt x="16710" y="21987"/>
                    <a:pt x="18545" y="21914"/>
                    <a:pt x="19612" y="21877"/>
                  </a:cubicBezTo>
                  <a:cubicBezTo>
                    <a:pt x="18946" y="18493"/>
                    <a:pt x="18999" y="15482"/>
                    <a:pt x="18732" y="11751"/>
                  </a:cubicBezTo>
                  <a:lnTo>
                    <a:pt x="18732" y="11751"/>
                  </a:lnTo>
                  <a:cubicBezTo>
                    <a:pt x="19372" y="13083"/>
                    <a:pt x="23422" y="19612"/>
                    <a:pt x="24595" y="21663"/>
                  </a:cubicBezTo>
                  <a:cubicBezTo>
                    <a:pt x="25261" y="21237"/>
                    <a:pt x="26113" y="20837"/>
                    <a:pt x="26780" y="20438"/>
                  </a:cubicBezTo>
                  <a:cubicBezTo>
                    <a:pt x="25394" y="18333"/>
                    <a:pt x="24195" y="16121"/>
                    <a:pt x="23236" y="13830"/>
                  </a:cubicBezTo>
                  <a:cubicBezTo>
                    <a:pt x="22330" y="11778"/>
                    <a:pt x="21131" y="9859"/>
                    <a:pt x="19665" y="8181"/>
                  </a:cubicBezTo>
                  <a:cubicBezTo>
                    <a:pt x="19185" y="7594"/>
                    <a:pt x="18546" y="7141"/>
                    <a:pt x="17827" y="6928"/>
                  </a:cubicBezTo>
                  <a:cubicBezTo>
                    <a:pt x="17160" y="6688"/>
                    <a:pt x="16814" y="6742"/>
                    <a:pt x="16201" y="6395"/>
                  </a:cubicBezTo>
                  <a:cubicBezTo>
                    <a:pt x="15269" y="5729"/>
                    <a:pt x="16068" y="3731"/>
                    <a:pt x="15855" y="2665"/>
                  </a:cubicBezTo>
                  <a:cubicBezTo>
                    <a:pt x="15855" y="2505"/>
                    <a:pt x="15855" y="2505"/>
                    <a:pt x="16174" y="2212"/>
                  </a:cubicBezTo>
                  <a:cubicBezTo>
                    <a:pt x="15082" y="1439"/>
                    <a:pt x="14016" y="480"/>
                    <a:pt x="12817" y="0"/>
                  </a:cubicBezTo>
                  <a:close/>
                </a:path>
              </a:pathLst>
            </a:custGeom>
            <a:solidFill>
              <a:srgbClr val="F3D5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8"/>
            <p:cNvSpPr/>
            <p:nvPr/>
          </p:nvSpPr>
          <p:spPr>
            <a:xfrm>
              <a:off x="2231498" y="781788"/>
              <a:ext cx="1131063" cy="898678"/>
            </a:xfrm>
            <a:custGeom>
              <a:avLst/>
              <a:gdLst/>
              <a:ahLst/>
              <a:cxnLst/>
              <a:rect l="l" t="t" r="r" b="b"/>
              <a:pathLst>
                <a:path w="29578" h="23501" extrusionOk="0">
                  <a:moveTo>
                    <a:pt x="16492" y="1"/>
                  </a:moveTo>
                  <a:cubicBezTo>
                    <a:pt x="15375" y="1"/>
                    <a:pt x="14289" y="150"/>
                    <a:pt x="13430" y="487"/>
                  </a:cubicBezTo>
                  <a:cubicBezTo>
                    <a:pt x="11911" y="1100"/>
                    <a:pt x="10473" y="1793"/>
                    <a:pt x="8927" y="2352"/>
                  </a:cubicBezTo>
                  <a:lnTo>
                    <a:pt x="6582" y="3152"/>
                  </a:lnTo>
                  <a:cubicBezTo>
                    <a:pt x="7062" y="5230"/>
                    <a:pt x="6449" y="6802"/>
                    <a:pt x="5543" y="8614"/>
                  </a:cubicBezTo>
                  <a:cubicBezTo>
                    <a:pt x="5197" y="9200"/>
                    <a:pt x="4184" y="10186"/>
                    <a:pt x="4051" y="10746"/>
                  </a:cubicBezTo>
                  <a:cubicBezTo>
                    <a:pt x="3944" y="11385"/>
                    <a:pt x="4531" y="12637"/>
                    <a:pt x="4610" y="13330"/>
                  </a:cubicBezTo>
                  <a:cubicBezTo>
                    <a:pt x="4744" y="13996"/>
                    <a:pt x="4637" y="14662"/>
                    <a:pt x="4291" y="15249"/>
                  </a:cubicBezTo>
                  <a:cubicBezTo>
                    <a:pt x="4088" y="15644"/>
                    <a:pt x="3966" y="15800"/>
                    <a:pt x="3864" y="15800"/>
                  </a:cubicBezTo>
                  <a:cubicBezTo>
                    <a:pt x="3726" y="15800"/>
                    <a:pt x="3626" y="15511"/>
                    <a:pt x="3411" y="15142"/>
                  </a:cubicBezTo>
                  <a:cubicBezTo>
                    <a:pt x="3139" y="14685"/>
                    <a:pt x="2592" y="14445"/>
                    <a:pt x="2038" y="14445"/>
                  </a:cubicBezTo>
                  <a:cubicBezTo>
                    <a:pt x="1398" y="14445"/>
                    <a:pt x="750" y="14764"/>
                    <a:pt x="507" y="15435"/>
                  </a:cubicBezTo>
                  <a:cubicBezTo>
                    <a:pt x="1" y="16927"/>
                    <a:pt x="1280" y="18446"/>
                    <a:pt x="2719" y="18739"/>
                  </a:cubicBezTo>
                  <a:cubicBezTo>
                    <a:pt x="2839" y="18762"/>
                    <a:pt x="2960" y="18770"/>
                    <a:pt x="3081" y="18770"/>
                  </a:cubicBezTo>
                  <a:cubicBezTo>
                    <a:pt x="3381" y="18770"/>
                    <a:pt x="3680" y="18721"/>
                    <a:pt x="3959" y="18721"/>
                  </a:cubicBezTo>
                  <a:cubicBezTo>
                    <a:pt x="4093" y="18721"/>
                    <a:pt x="4222" y="18732"/>
                    <a:pt x="4344" y="18766"/>
                  </a:cubicBezTo>
                  <a:cubicBezTo>
                    <a:pt x="5090" y="18926"/>
                    <a:pt x="5570" y="19778"/>
                    <a:pt x="6183" y="20311"/>
                  </a:cubicBezTo>
                  <a:cubicBezTo>
                    <a:pt x="8905" y="22600"/>
                    <a:pt x="12226" y="23501"/>
                    <a:pt x="15627" y="23501"/>
                  </a:cubicBezTo>
                  <a:cubicBezTo>
                    <a:pt x="16820" y="23501"/>
                    <a:pt x="18022" y="23390"/>
                    <a:pt x="19212" y="23189"/>
                  </a:cubicBezTo>
                  <a:cubicBezTo>
                    <a:pt x="20785" y="22923"/>
                    <a:pt x="22303" y="22390"/>
                    <a:pt x="23689" y="21617"/>
                  </a:cubicBezTo>
                  <a:cubicBezTo>
                    <a:pt x="24302" y="21244"/>
                    <a:pt x="24861" y="20471"/>
                    <a:pt x="25394" y="20018"/>
                  </a:cubicBezTo>
                  <a:cubicBezTo>
                    <a:pt x="25606" y="20089"/>
                    <a:pt x="25824" y="20123"/>
                    <a:pt x="26042" y="20123"/>
                  </a:cubicBezTo>
                  <a:cubicBezTo>
                    <a:pt x="26317" y="20123"/>
                    <a:pt x="26592" y="20069"/>
                    <a:pt x="26860" y="19965"/>
                  </a:cubicBezTo>
                  <a:cubicBezTo>
                    <a:pt x="27872" y="19565"/>
                    <a:pt x="29578" y="17567"/>
                    <a:pt x="28965" y="16208"/>
                  </a:cubicBezTo>
                  <a:cubicBezTo>
                    <a:pt x="28724" y="15586"/>
                    <a:pt x="28234" y="15387"/>
                    <a:pt x="27696" y="15387"/>
                  </a:cubicBezTo>
                  <a:cubicBezTo>
                    <a:pt x="27104" y="15387"/>
                    <a:pt x="26453" y="15627"/>
                    <a:pt x="26007" y="15808"/>
                  </a:cubicBezTo>
                  <a:cubicBezTo>
                    <a:pt x="25661" y="14103"/>
                    <a:pt x="26167" y="11891"/>
                    <a:pt x="26806" y="10293"/>
                  </a:cubicBezTo>
                  <a:cubicBezTo>
                    <a:pt x="25901" y="10239"/>
                    <a:pt x="25474" y="7708"/>
                    <a:pt x="25288" y="7068"/>
                  </a:cubicBezTo>
                  <a:cubicBezTo>
                    <a:pt x="24995" y="6136"/>
                    <a:pt x="24995" y="4963"/>
                    <a:pt x="24622" y="4137"/>
                  </a:cubicBezTo>
                  <a:cubicBezTo>
                    <a:pt x="23955" y="2699"/>
                    <a:pt x="22064" y="1153"/>
                    <a:pt x="20571" y="673"/>
                  </a:cubicBezTo>
                  <a:cubicBezTo>
                    <a:pt x="19443" y="252"/>
                    <a:pt x="17941" y="1"/>
                    <a:pt x="16492" y="1"/>
                  </a:cubicBezTo>
                  <a:close/>
                </a:path>
              </a:pathLst>
            </a:custGeom>
            <a:solidFill>
              <a:srgbClr val="F3D5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8"/>
            <p:cNvSpPr/>
            <p:nvPr/>
          </p:nvSpPr>
          <p:spPr>
            <a:xfrm>
              <a:off x="2267176" y="1392400"/>
              <a:ext cx="97856" cy="52006"/>
            </a:xfrm>
            <a:custGeom>
              <a:avLst/>
              <a:gdLst/>
              <a:ahLst/>
              <a:cxnLst/>
              <a:rect l="l" t="t" r="r" b="b"/>
              <a:pathLst>
                <a:path w="2559" h="1360" extrusionOk="0">
                  <a:moveTo>
                    <a:pt x="453" y="0"/>
                  </a:moveTo>
                  <a:cubicBezTo>
                    <a:pt x="347" y="27"/>
                    <a:pt x="240" y="53"/>
                    <a:pt x="134" y="80"/>
                  </a:cubicBezTo>
                  <a:lnTo>
                    <a:pt x="0" y="133"/>
                  </a:lnTo>
                  <a:lnTo>
                    <a:pt x="160" y="160"/>
                  </a:lnTo>
                  <a:cubicBezTo>
                    <a:pt x="267" y="160"/>
                    <a:pt x="373" y="160"/>
                    <a:pt x="480" y="187"/>
                  </a:cubicBezTo>
                  <a:cubicBezTo>
                    <a:pt x="560" y="213"/>
                    <a:pt x="613" y="240"/>
                    <a:pt x="693" y="240"/>
                  </a:cubicBezTo>
                  <a:cubicBezTo>
                    <a:pt x="773" y="240"/>
                    <a:pt x="853" y="267"/>
                    <a:pt x="933" y="293"/>
                  </a:cubicBezTo>
                  <a:cubicBezTo>
                    <a:pt x="1093" y="347"/>
                    <a:pt x="1253" y="426"/>
                    <a:pt x="1386" y="506"/>
                  </a:cubicBezTo>
                  <a:lnTo>
                    <a:pt x="1599" y="640"/>
                  </a:lnTo>
                  <a:cubicBezTo>
                    <a:pt x="1679" y="693"/>
                    <a:pt x="1759" y="720"/>
                    <a:pt x="1812" y="773"/>
                  </a:cubicBezTo>
                  <a:cubicBezTo>
                    <a:pt x="1892" y="826"/>
                    <a:pt x="1972" y="879"/>
                    <a:pt x="2025" y="933"/>
                  </a:cubicBezTo>
                  <a:cubicBezTo>
                    <a:pt x="2079" y="986"/>
                    <a:pt x="2132" y="1013"/>
                    <a:pt x="2185" y="1066"/>
                  </a:cubicBezTo>
                  <a:cubicBezTo>
                    <a:pt x="2319" y="1146"/>
                    <a:pt x="2398" y="1226"/>
                    <a:pt x="2452" y="1279"/>
                  </a:cubicBezTo>
                  <a:lnTo>
                    <a:pt x="2558" y="1359"/>
                  </a:lnTo>
                  <a:cubicBezTo>
                    <a:pt x="2558" y="1359"/>
                    <a:pt x="2532" y="1306"/>
                    <a:pt x="2505" y="1252"/>
                  </a:cubicBezTo>
                  <a:cubicBezTo>
                    <a:pt x="2452" y="1119"/>
                    <a:pt x="2398" y="1039"/>
                    <a:pt x="2345" y="933"/>
                  </a:cubicBezTo>
                  <a:cubicBezTo>
                    <a:pt x="2292" y="879"/>
                    <a:pt x="2239" y="800"/>
                    <a:pt x="2185" y="746"/>
                  </a:cubicBezTo>
                  <a:cubicBezTo>
                    <a:pt x="2132" y="666"/>
                    <a:pt x="2079" y="613"/>
                    <a:pt x="1999" y="560"/>
                  </a:cubicBezTo>
                  <a:cubicBezTo>
                    <a:pt x="1945" y="480"/>
                    <a:pt x="1866" y="426"/>
                    <a:pt x="1786" y="373"/>
                  </a:cubicBezTo>
                  <a:lnTo>
                    <a:pt x="1546" y="213"/>
                  </a:lnTo>
                  <a:cubicBezTo>
                    <a:pt x="1439" y="187"/>
                    <a:pt x="1333" y="133"/>
                    <a:pt x="1253" y="107"/>
                  </a:cubicBezTo>
                  <a:cubicBezTo>
                    <a:pt x="1173" y="80"/>
                    <a:pt x="1066" y="53"/>
                    <a:pt x="986" y="27"/>
                  </a:cubicBezTo>
                  <a:cubicBezTo>
                    <a:pt x="880" y="0"/>
                    <a:pt x="800" y="0"/>
                    <a:pt x="720" y="0"/>
                  </a:cubicBezTo>
                  <a:close/>
                </a:path>
              </a:pathLst>
            </a:custGeom>
            <a:solidFill>
              <a:srgbClr val="E39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8"/>
            <p:cNvSpPr/>
            <p:nvPr/>
          </p:nvSpPr>
          <p:spPr>
            <a:xfrm>
              <a:off x="3234144" y="1422189"/>
              <a:ext cx="77474" cy="63976"/>
            </a:xfrm>
            <a:custGeom>
              <a:avLst/>
              <a:gdLst/>
              <a:ahLst/>
              <a:cxnLst/>
              <a:rect l="l" t="t" r="r" b="b"/>
              <a:pathLst>
                <a:path w="2026" h="1673" extrusionOk="0">
                  <a:moveTo>
                    <a:pt x="1736" y="1"/>
                  </a:moveTo>
                  <a:cubicBezTo>
                    <a:pt x="1679" y="1"/>
                    <a:pt x="1626" y="7"/>
                    <a:pt x="1572" y="21"/>
                  </a:cubicBezTo>
                  <a:lnTo>
                    <a:pt x="1359" y="47"/>
                  </a:lnTo>
                  <a:cubicBezTo>
                    <a:pt x="1279" y="47"/>
                    <a:pt x="1199" y="74"/>
                    <a:pt x="1119" y="127"/>
                  </a:cubicBezTo>
                  <a:cubicBezTo>
                    <a:pt x="1039" y="127"/>
                    <a:pt x="933" y="180"/>
                    <a:pt x="880" y="234"/>
                  </a:cubicBezTo>
                  <a:lnTo>
                    <a:pt x="640" y="367"/>
                  </a:lnTo>
                  <a:lnTo>
                    <a:pt x="427" y="580"/>
                  </a:lnTo>
                  <a:cubicBezTo>
                    <a:pt x="373" y="633"/>
                    <a:pt x="293" y="713"/>
                    <a:pt x="267" y="793"/>
                  </a:cubicBezTo>
                  <a:cubicBezTo>
                    <a:pt x="213" y="847"/>
                    <a:pt x="160" y="926"/>
                    <a:pt x="133" y="1006"/>
                  </a:cubicBezTo>
                  <a:cubicBezTo>
                    <a:pt x="107" y="1086"/>
                    <a:pt x="80" y="1140"/>
                    <a:pt x="54" y="1220"/>
                  </a:cubicBezTo>
                  <a:cubicBezTo>
                    <a:pt x="0" y="1326"/>
                    <a:pt x="0" y="1433"/>
                    <a:pt x="0" y="1539"/>
                  </a:cubicBezTo>
                  <a:lnTo>
                    <a:pt x="0" y="1673"/>
                  </a:lnTo>
                  <a:cubicBezTo>
                    <a:pt x="0" y="1673"/>
                    <a:pt x="27" y="1619"/>
                    <a:pt x="54" y="1539"/>
                  </a:cubicBezTo>
                  <a:cubicBezTo>
                    <a:pt x="107" y="1486"/>
                    <a:pt x="187" y="1326"/>
                    <a:pt x="240" y="1273"/>
                  </a:cubicBezTo>
                  <a:cubicBezTo>
                    <a:pt x="267" y="1220"/>
                    <a:pt x="320" y="1166"/>
                    <a:pt x="347" y="1113"/>
                  </a:cubicBezTo>
                  <a:cubicBezTo>
                    <a:pt x="400" y="1060"/>
                    <a:pt x="453" y="1006"/>
                    <a:pt x="507" y="953"/>
                  </a:cubicBezTo>
                  <a:cubicBezTo>
                    <a:pt x="613" y="847"/>
                    <a:pt x="720" y="713"/>
                    <a:pt x="826" y="633"/>
                  </a:cubicBezTo>
                  <a:lnTo>
                    <a:pt x="1039" y="500"/>
                  </a:lnTo>
                  <a:cubicBezTo>
                    <a:pt x="1093" y="447"/>
                    <a:pt x="1173" y="394"/>
                    <a:pt x="1226" y="367"/>
                  </a:cubicBezTo>
                  <a:cubicBezTo>
                    <a:pt x="1306" y="340"/>
                    <a:pt x="1359" y="287"/>
                    <a:pt x="1439" y="260"/>
                  </a:cubicBezTo>
                  <a:cubicBezTo>
                    <a:pt x="1492" y="234"/>
                    <a:pt x="1572" y="207"/>
                    <a:pt x="1626" y="180"/>
                  </a:cubicBezTo>
                  <a:cubicBezTo>
                    <a:pt x="1732" y="127"/>
                    <a:pt x="1839" y="100"/>
                    <a:pt x="1919" y="74"/>
                  </a:cubicBezTo>
                  <a:lnTo>
                    <a:pt x="2025" y="21"/>
                  </a:lnTo>
                  <a:lnTo>
                    <a:pt x="1919" y="21"/>
                  </a:lnTo>
                  <a:cubicBezTo>
                    <a:pt x="1852" y="7"/>
                    <a:pt x="1792" y="1"/>
                    <a:pt x="1736" y="1"/>
                  </a:cubicBezTo>
                  <a:close/>
                </a:path>
              </a:pathLst>
            </a:custGeom>
            <a:solidFill>
              <a:srgbClr val="E39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8"/>
            <p:cNvSpPr/>
            <p:nvPr/>
          </p:nvSpPr>
          <p:spPr>
            <a:xfrm>
              <a:off x="2843870" y="1281314"/>
              <a:ext cx="61184" cy="145771"/>
            </a:xfrm>
            <a:custGeom>
              <a:avLst/>
              <a:gdLst/>
              <a:ahLst/>
              <a:cxnLst/>
              <a:rect l="l" t="t" r="r" b="b"/>
              <a:pathLst>
                <a:path w="1600" h="3812" extrusionOk="0">
                  <a:moveTo>
                    <a:pt x="560" y="1"/>
                  </a:moveTo>
                  <a:cubicBezTo>
                    <a:pt x="560" y="1"/>
                    <a:pt x="507" y="81"/>
                    <a:pt x="427" y="187"/>
                  </a:cubicBezTo>
                  <a:cubicBezTo>
                    <a:pt x="321" y="347"/>
                    <a:pt x="241" y="507"/>
                    <a:pt x="161" y="694"/>
                  </a:cubicBezTo>
                  <a:cubicBezTo>
                    <a:pt x="54" y="960"/>
                    <a:pt x="1" y="1226"/>
                    <a:pt x="1" y="1493"/>
                  </a:cubicBezTo>
                  <a:cubicBezTo>
                    <a:pt x="1" y="1679"/>
                    <a:pt x="28" y="1839"/>
                    <a:pt x="81" y="1999"/>
                  </a:cubicBezTo>
                  <a:cubicBezTo>
                    <a:pt x="134" y="2159"/>
                    <a:pt x="241" y="2319"/>
                    <a:pt x="374" y="2426"/>
                  </a:cubicBezTo>
                  <a:cubicBezTo>
                    <a:pt x="401" y="2452"/>
                    <a:pt x="454" y="2479"/>
                    <a:pt x="481" y="2505"/>
                  </a:cubicBezTo>
                  <a:lnTo>
                    <a:pt x="534" y="2559"/>
                  </a:lnTo>
                  <a:lnTo>
                    <a:pt x="614" y="2559"/>
                  </a:lnTo>
                  <a:cubicBezTo>
                    <a:pt x="694" y="2585"/>
                    <a:pt x="800" y="2585"/>
                    <a:pt x="880" y="2585"/>
                  </a:cubicBezTo>
                  <a:cubicBezTo>
                    <a:pt x="1067" y="2612"/>
                    <a:pt x="1173" y="2639"/>
                    <a:pt x="1227" y="2665"/>
                  </a:cubicBezTo>
                  <a:cubicBezTo>
                    <a:pt x="1253" y="2692"/>
                    <a:pt x="1280" y="2745"/>
                    <a:pt x="1307" y="2799"/>
                  </a:cubicBezTo>
                  <a:cubicBezTo>
                    <a:pt x="1333" y="2825"/>
                    <a:pt x="1333" y="2905"/>
                    <a:pt x="1360" y="2958"/>
                  </a:cubicBezTo>
                  <a:cubicBezTo>
                    <a:pt x="1333" y="3038"/>
                    <a:pt x="1333" y="3145"/>
                    <a:pt x="1280" y="3225"/>
                  </a:cubicBezTo>
                  <a:cubicBezTo>
                    <a:pt x="1227" y="3331"/>
                    <a:pt x="1173" y="3411"/>
                    <a:pt x="1120" y="3491"/>
                  </a:cubicBezTo>
                  <a:cubicBezTo>
                    <a:pt x="1067" y="3545"/>
                    <a:pt x="1013" y="3598"/>
                    <a:pt x="960" y="3651"/>
                  </a:cubicBezTo>
                  <a:cubicBezTo>
                    <a:pt x="854" y="3758"/>
                    <a:pt x="800" y="3811"/>
                    <a:pt x="800" y="3811"/>
                  </a:cubicBezTo>
                  <a:cubicBezTo>
                    <a:pt x="854" y="3784"/>
                    <a:pt x="934" y="3731"/>
                    <a:pt x="987" y="3705"/>
                  </a:cubicBezTo>
                  <a:cubicBezTo>
                    <a:pt x="1067" y="3678"/>
                    <a:pt x="1147" y="3625"/>
                    <a:pt x="1200" y="3571"/>
                  </a:cubicBezTo>
                  <a:cubicBezTo>
                    <a:pt x="1280" y="3491"/>
                    <a:pt x="1360" y="3411"/>
                    <a:pt x="1440" y="3331"/>
                  </a:cubicBezTo>
                  <a:cubicBezTo>
                    <a:pt x="1466" y="3278"/>
                    <a:pt x="1520" y="3225"/>
                    <a:pt x="1546" y="3172"/>
                  </a:cubicBezTo>
                  <a:cubicBezTo>
                    <a:pt x="1573" y="3092"/>
                    <a:pt x="1600" y="3012"/>
                    <a:pt x="1600" y="2932"/>
                  </a:cubicBezTo>
                  <a:cubicBezTo>
                    <a:pt x="1600" y="2852"/>
                    <a:pt x="1600" y="2772"/>
                    <a:pt x="1573" y="2692"/>
                  </a:cubicBezTo>
                  <a:cubicBezTo>
                    <a:pt x="1546" y="2585"/>
                    <a:pt x="1493" y="2505"/>
                    <a:pt x="1413" y="2452"/>
                  </a:cubicBezTo>
                  <a:cubicBezTo>
                    <a:pt x="1280" y="2319"/>
                    <a:pt x="1093" y="2266"/>
                    <a:pt x="907" y="2266"/>
                  </a:cubicBezTo>
                  <a:lnTo>
                    <a:pt x="747" y="2266"/>
                  </a:lnTo>
                  <a:lnTo>
                    <a:pt x="694" y="2212"/>
                  </a:lnTo>
                  <a:lnTo>
                    <a:pt x="614" y="2159"/>
                  </a:lnTo>
                  <a:cubicBezTo>
                    <a:pt x="427" y="1999"/>
                    <a:pt x="321" y="1759"/>
                    <a:pt x="321" y="1493"/>
                  </a:cubicBezTo>
                  <a:cubicBezTo>
                    <a:pt x="294" y="1253"/>
                    <a:pt x="321" y="987"/>
                    <a:pt x="374" y="747"/>
                  </a:cubicBezTo>
                  <a:cubicBezTo>
                    <a:pt x="427" y="534"/>
                    <a:pt x="481" y="347"/>
                    <a:pt x="507" y="214"/>
                  </a:cubicBezTo>
                  <a:lnTo>
                    <a:pt x="560" y="1"/>
                  </a:lnTo>
                  <a:close/>
                </a:path>
              </a:pathLst>
            </a:custGeom>
            <a:solidFill>
              <a:srgbClr val="E39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8"/>
            <p:cNvSpPr/>
            <p:nvPr/>
          </p:nvSpPr>
          <p:spPr>
            <a:xfrm>
              <a:off x="2582004" y="1017995"/>
              <a:ext cx="81566" cy="37169"/>
            </a:xfrm>
            <a:custGeom>
              <a:avLst/>
              <a:gdLst/>
              <a:ahLst/>
              <a:cxnLst/>
              <a:rect l="l" t="t" r="r" b="b"/>
              <a:pathLst>
                <a:path w="2133" h="972" extrusionOk="0">
                  <a:moveTo>
                    <a:pt x="1646" y="0"/>
                  </a:moveTo>
                  <a:cubicBezTo>
                    <a:pt x="1079" y="0"/>
                    <a:pt x="275" y="307"/>
                    <a:pt x="1" y="971"/>
                  </a:cubicBezTo>
                  <a:lnTo>
                    <a:pt x="2133" y="119"/>
                  </a:lnTo>
                  <a:cubicBezTo>
                    <a:pt x="2026" y="41"/>
                    <a:pt x="1852" y="0"/>
                    <a:pt x="1646" y="0"/>
                  </a:cubicBezTo>
                  <a:close/>
                </a:path>
              </a:pathLst>
            </a:custGeom>
            <a:solidFill>
              <a:srgbClr val="7641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8"/>
            <p:cNvSpPr/>
            <p:nvPr/>
          </p:nvSpPr>
          <p:spPr>
            <a:xfrm>
              <a:off x="3021187" y="1044571"/>
              <a:ext cx="71356" cy="46232"/>
            </a:xfrm>
            <a:custGeom>
              <a:avLst/>
              <a:gdLst/>
              <a:ahLst/>
              <a:cxnLst/>
              <a:rect l="l" t="t" r="r" b="b"/>
              <a:pathLst>
                <a:path w="1866" h="1209" extrusionOk="0">
                  <a:moveTo>
                    <a:pt x="371" y="1"/>
                  </a:moveTo>
                  <a:cubicBezTo>
                    <a:pt x="246" y="1"/>
                    <a:pt x="121" y="20"/>
                    <a:pt x="0" y="63"/>
                  </a:cubicBezTo>
                  <a:lnTo>
                    <a:pt x="1865" y="1209"/>
                  </a:lnTo>
                  <a:cubicBezTo>
                    <a:pt x="1843" y="663"/>
                    <a:pt x="1102" y="1"/>
                    <a:pt x="371" y="1"/>
                  </a:cubicBezTo>
                  <a:close/>
                </a:path>
              </a:pathLst>
            </a:custGeom>
            <a:solidFill>
              <a:srgbClr val="7641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8"/>
            <p:cNvSpPr/>
            <p:nvPr/>
          </p:nvSpPr>
          <p:spPr>
            <a:xfrm>
              <a:off x="2454666" y="616860"/>
              <a:ext cx="996534" cy="459224"/>
            </a:xfrm>
            <a:custGeom>
              <a:avLst/>
              <a:gdLst/>
              <a:ahLst/>
              <a:cxnLst/>
              <a:rect l="l" t="t" r="r" b="b"/>
              <a:pathLst>
                <a:path w="26060" h="12009" extrusionOk="0">
                  <a:moveTo>
                    <a:pt x="9793" y="1"/>
                  </a:moveTo>
                  <a:cubicBezTo>
                    <a:pt x="7554" y="1"/>
                    <a:pt x="5326" y="337"/>
                    <a:pt x="3224" y="1203"/>
                  </a:cubicBezTo>
                  <a:cubicBezTo>
                    <a:pt x="1865" y="1736"/>
                    <a:pt x="0" y="2801"/>
                    <a:pt x="80" y="4533"/>
                  </a:cubicBezTo>
                  <a:lnTo>
                    <a:pt x="80" y="5573"/>
                  </a:lnTo>
                  <a:cubicBezTo>
                    <a:pt x="586" y="5200"/>
                    <a:pt x="533" y="5200"/>
                    <a:pt x="1173" y="5120"/>
                  </a:cubicBezTo>
                  <a:lnTo>
                    <a:pt x="1173" y="5120"/>
                  </a:lnTo>
                  <a:cubicBezTo>
                    <a:pt x="906" y="5519"/>
                    <a:pt x="1173" y="5120"/>
                    <a:pt x="1013" y="5573"/>
                  </a:cubicBezTo>
                  <a:lnTo>
                    <a:pt x="1013" y="5679"/>
                  </a:lnTo>
                  <a:cubicBezTo>
                    <a:pt x="506" y="6132"/>
                    <a:pt x="293" y="7225"/>
                    <a:pt x="533" y="7331"/>
                  </a:cubicBezTo>
                  <a:cubicBezTo>
                    <a:pt x="721" y="7436"/>
                    <a:pt x="949" y="7476"/>
                    <a:pt x="1196" y="7476"/>
                  </a:cubicBezTo>
                  <a:cubicBezTo>
                    <a:pt x="1896" y="7476"/>
                    <a:pt x="2753" y="7149"/>
                    <a:pt x="3304" y="7012"/>
                  </a:cubicBezTo>
                  <a:cubicBezTo>
                    <a:pt x="3817" y="6895"/>
                    <a:pt x="4345" y="6835"/>
                    <a:pt x="4874" y="6835"/>
                  </a:cubicBezTo>
                  <a:cubicBezTo>
                    <a:pt x="5556" y="6835"/>
                    <a:pt x="6242" y="6935"/>
                    <a:pt x="6901" y="7145"/>
                  </a:cubicBezTo>
                  <a:cubicBezTo>
                    <a:pt x="7941" y="7358"/>
                    <a:pt x="8927" y="7864"/>
                    <a:pt x="9726" y="8610"/>
                  </a:cubicBezTo>
                  <a:cubicBezTo>
                    <a:pt x="10339" y="9117"/>
                    <a:pt x="10898" y="9969"/>
                    <a:pt x="11804" y="10129"/>
                  </a:cubicBezTo>
                  <a:cubicBezTo>
                    <a:pt x="11891" y="10141"/>
                    <a:pt x="11970" y="10147"/>
                    <a:pt x="12042" y="10147"/>
                  </a:cubicBezTo>
                  <a:cubicBezTo>
                    <a:pt x="13525" y="10147"/>
                    <a:pt x="12068" y="7647"/>
                    <a:pt x="11458" y="7012"/>
                  </a:cubicBezTo>
                  <a:lnTo>
                    <a:pt x="11458" y="7012"/>
                  </a:lnTo>
                  <a:cubicBezTo>
                    <a:pt x="12764" y="7438"/>
                    <a:pt x="13883" y="9063"/>
                    <a:pt x="14949" y="9863"/>
                  </a:cubicBezTo>
                  <a:cubicBezTo>
                    <a:pt x="15922" y="10569"/>
                    <a:pt x="17674" y="12008"/>
                    <a:pt x="19046" y="12008"/>
                  </a:cubicBezTo>
                  <a:cubicBezTo>
                    <a:pt x="19176" y="12008"/>
                    <a:pt x="19303" y="11995"/>
                    <a:pt x="19425" y="11968"/>
                  </a:cubicBezTo>
                  <a:cubicBezTo>
                    <a:pt x="21184" y="11621"/>
                    <a:pt x="19159" y="8504"/>
                    <a:pt x="18679" y="7678"/>
                  </a:cubicBezTo>
                  <a:lnTo>
                    <a:pt x="18679" y="7678"/>
                  </a:lnTo>
                  <a:cubicBezTo>
                    <a:pt x="20411" y="8637"/>
                    <a:pt x="21743" y="10209"/>
                    <a:pt x="23662" y="11008"/>
                  </a:cubicBezTo>
                  <a:cubicBezTo>
                    <a:pt x="24000" y="11148"/>
                    <a:pt x="24591" y="11451"/>
                    <a:pt x="25068" y="11451"/>
                  </a:cubicBezTo>
                  <a:cubicBezTo>
                    <a:pt x="25230" y="11451"/>
                    <a:pt x="25379" y="11416"/>
                    <a:pt x="25500" y="11328"/>
                  </a:cubicBezTo>
                  <a:cubicBezTo>
                    <a:pt x="26060" y="10902"/>
                    <a:pt x="25767" y="9490"/>
                    <a:pt x="25580" y="8903"/>
                  </a:cubicBezTo>
                  <a:cubicBezTo>
                    <a:pt x="25047" y="6718"/>
                    <a:pt x="23315" y="5200"/>
                    <a:pt x="21610" y="3707"/>
                  </a:cubicBezTo>
                  <a:cubicBezTo>
                    <a:pt x="19558" y="1869"/>
                    <a:pt x="17373" y="990"/>
                    <a:pt x="14629" y="457"/>
                  </a:cubicBezTo>
                  <a:cubicBezTo>
                    <a:pt x="13040" y="177"/>
                    <a:pt x="11414" y="1"/>
                    <a:pt x="979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8"/>
            <p:cNvSpPr/>
            <p:nvPr/>
          </p:nvSpPr>
          <p:spPr>
            <a:xfrm>
              <a:off x="2621773" y="1211985"/>
              <a:ext cx="52006" cy="50094"/>
            </a:xfrm>
            <a:custGeom>
              <a:avLst/>
              <a:gdLst/>
              <a:ahLst/>
              <a:cxnLst/>
              <a:rect l="l" t="t" r="r" b="b"/>
              <a:pathLst>
                <a:path w="1360" h="1310" extrusionOk="0">
                  <a:moveTo>
                    <a:pt x="687" y="0"/>
                  </a:moveTo>
                  <a:cubicBezTo>
                    <a:pt x="671" y="0"/>
                    <a:pt x="655" y="1"/>
                    <a:pt x="640" y="2"/>
                  </a:cubicBezTo>
                  <a:cubicBezTo>
                    <a:pt x="267" y="2"/>
                    <a:pt x="0" y="322"/>
                    <a:pt x="0" y="668"/>
                  </a:cubicBezTo>
                  <a:cubicBezTo>
                    <a:pt x="26" y="1025"/>
                    <a:pt x="296" y="1309"/>
                    <a:pt x="646" y="1309"/>
                  </a:cubicBezTo>
                  <a:cubicBezTo>
                    <a:pt x="661" y="1309"/>
                    <a:pt x="677" y="1309"/>
                    <a:pt x="693" y="1307"/>
                  </a:cubicBezTo>
                  <a:cubicBezTo>
                    <a:pt x="1066" y="1307"/>
                    <a:pt x="1359" y="988"/>
                    <a:pt x="1332" y="615"/>
                  </a:cubicBezTo>
                  <a:cubicBezTo>
                    <a:pt x="1307" y="283"/>
                    <a:pt x="1037" y="0"/>
                    <a:pt x="68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8"/>
            <p:cNvSpPr/>
            <p:nvPr/>
          </p:nvSpPr>
          <p:spPr>
            <a:xfrm>
              <a:off x="2979391" y="1260932"/>
              <a:ext cx="52006" cy="51050"/>
            </a:xfrm>
            <a:custGeom>
              <a:avLst/>
              <a:gdLst/>
              <a:ahLst/>
              <a:cxnLst/>
              <a:rect l="l" t="t" r="r" b="b"/>
              <a:pathLst>
                <a:path w="1360" h="1335" extrusionOk="0">
                  <a:moveTo>
                    <a:pt x="667" y="1"/>
                  </a:moveTo>
                  <a:cubicBezTo>
                    <a:pt x="294" y="27"/>
                    <a:pt x="1" y="321"/>
                    <a:pt x="27" y="694"/>
                  </a:cubicBezTo>
                  <a:cubicBezTo>
                    <a:pt x="27" y="1051"/>
                    <a:pt x="321" y="1335"/>
                    <a:pt x="673" y="1335"/>
                  </a:cubicBezTo>
                  <a:cubicBezTo>
                    <a:pt x="689" y="1335"/>
                    <a:pt x="704" y="1334"/>
                    <a:pt x="720" y="1333"/>
                  </a:cubicBezTo>
                  <a:cubicBezTo>
                    <a:pt x="1093" y="1306"/>
                    <a:pt x="1360" y="1013"/>
                    <a:pt x="1360" y="640"/>
                  </a:cubicBezTo>
                  <a:cubicBezTo>
                    <a:pt x="1333" y="267"/>
                    <a:pt x="1013" y="1"/>
                    <a:pt x="66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8"/>
            <p:cNvSpPr/>
            <p:nvPr/>
          </p:nvSpPr>
          <p:spPr>
            <a:xfrm>
              <a:off x="2670682" y="1438249"/>
              <a:ext cx="280223" cy="87646"/>
            </a:xfrm>
            <a:custGeom>
              <a:avLst/>
              <a:gdLst/>
              <a:ahLst/>
              <a:cxnLst/>
              <a:rect l="l" t="t" r="r" b="b"/>
              <a:pathLst>
                <a:path w="7328" h="2292" extrusionOk="0">
                  <a:moveTo>
                    <a:pt x="0" y="0"/>
                  </a:moveTo>
                  <a:lnTo>
                    <a:pt x="0" y="0"/>
                  </a:lnTo>
                  <a:cubicBezTo>
                    <a:pt x="0" y="0"/>
                    <a:pt x="53" y="133"/>
                    <a:pt x="133" y="347"/>
                  </a:cubicBezTo>
                  <a:cubicBezTo>
                    <a:pt x="213" y="453"/>
                    <a:pt x="293" y="560"/>
                    <a:pt x="373" y="666"/>
                  </a:cubicBezTo>
                  <a:cubicBezTo>
                    <a:pt x="426" y="720"/>
                    <a:pt x="480" y="800"/>
                    <a:pt x="533" y="880"/>
                  </a:cubicBezTo>
                  <a:lnTo>
                    <a:pt x="746" y="1066"/>
                  </a:lnTo>
                  <a:cubicBezTo>
                    <a:pt x="906" y="1226"/>
                    <a:pt x="1066" y="1359"/>
                    <a:pt x="1252" y="1466"/>
                  </a:cubicBezTo>
                  <a:cubicBezTo>
                    <a:pt x="1439" y="1626"/>
                    <a:pt x="1652" y="1732"/>
                    <a:pt x="1892" y="1839"/>
                  </a:cubicBezTo>
                  <a:lnTo>
                    <a:pt x="2238" y="1972"/>
                  </a:lnTo>
                  <a:cubicBezTo>
                    <a:pt x="2372" y="2025"/>
                    <a:pt x="2478" y="2052"/>
                    <a:pt x="2611" y="2105"/>
                  </a:cubicBezTo>
                  <a:cubicBezTo>
                    <a:pt x="2878" y="2159"/>
                    <a:pt x="3118" y="2212"/>
                    <a:pt x="3384" y="2265"/>
                  </a:cubicBezTo>
                  <a:cubicBezTo>
                    <a:pt x="3651" y="2292"/>
                    <a:pt x="3917" y="2292"/>
                    <a:pt x="4184" y="2292"/>
                  </a:cubicBezTo>
                  <a:cubicBezTo>
                    <a:pt x="4450" y="2292"/>
                    <a:pt x="4716" y="2265"/>
                    <a:pt x="4956" y="2238"/>
                  </a:cubicBezTo>
                  <a:cubicBezTo>
                    <a:pt x="5196" y="2185"/>
                    <a:pt x="5436" y="2132"/>
                    <a:pt x="5676" y="2052"/>
                  </a:cubicBezTo>
                  <a:cubicBezTo>
                    <a:pt x="5862" y="1999"/>
                    <a:pt x="6075" y="1892"/>
                    <a:pt x="6262" y="1812"/>
                  </a:cubicBezTo>
                  <a:lnTo>
                    <a:pt x="6528" y="1679"/>
                  </a:lnTo>
                  <a:lnTo>
                    <a:pt x="6742" y="1519"/>
                  </a:lnTo>
                  <a:cubicBezTo>
                    <a:pt x="6848" y="1439"/>
                    <a:pt x="6955" y="1359"/>
                    <a:pt x="7061" y="1253"/>
                  </a:cubicBezTo>
                  <a:cubicBezTo>
                    <a:pt x="7248" y="1093"/>
                    <a:pt x="7328" y="1013"/>
                    <a:pt x="7328" y="1013"/>
                  </a:cubicBezTo>
                  <a:lnTo>
                    <a:pt x="7328" y="1013"/>
                  </a:lnTo>
                  <a:cubicBezTo>
                    <a:pt x="7328" y="1013"/>
                    <a:pt x="7221" y="1093"/>
                    <a:pt x="7035" y="1226"/>
                  </a:cubicBezTo>
                  <a:cubicBezTo>
                    <a:pt x="6928" y="1306"/>
                    <a:pt x="6795" y="1359"/>
                    <a:pt x="6688" y="1412"/>
                  </a:cubicBezTo>
                  <a:lnTo>
                    <a:pt x="6448" y="1519"/>
                  </a:lnTo>
                  <a:lnTo>
                    <a:pt x="6209" y="1626"/>
                  </a:lnTo>
                  <a:cubicBezTo>
                    <a:pt x="5995" y="1706"/>
                    <a:pt x="5809" y="1759"/>
                    <a:pt x="5596" y="1812"/>
                  </a:cubicBezTo>
                  <a:cubicBezTo>
                    <a:pt x="5409" y="1865"/>
                    <a:pt x="5169" y="1892"/>
                    <a:pt x="4930" y="1945"/>
                  </a:cubicBezTo>
                  <a:cubicBezTo>
                    <a:pt x="4690" y="1972"/>
                    <a:pt x="4450" y="1972"/>
                    <a:pt x="4210" y="1972"/>
                  </a:cubicBezTo>
                  <a:cubicBezTo>
                    <a:pt x="3944" y="1972"/>
                    <a:pt x="3704" y="1945"/>
                    <a:pt x="3464" y="1919"/>
                  </a:cubicBezTo>
                  <a:cubicBezTo>
                    <a:pt x="3198" y="1892"/>
                    <a:pt x="2958" y="1839"/>
                    <a:pt x="2718" y="1785"/>
                  </a:cubicBezTo>
                  <a:cubicBezTo>
                    <a:pt x="2585" y="1732"/>
                    <a:pt x="2478" y="1706"/>
                    <a:pt x="2345" y="1679"/>
                  </a:cubicBezTo>
                  <a:lnTo>
                    <a:pt x="2025" y="1546"/>
                  </a:lnTo>
                  <a:cubicBezTo>
                    <a:pt x="1892" y="1519"/>
                    <a:pt x="1785" y="1466"/>
                    <a:pt x="1679" y="1412"/>
                  </a:cubicBezTo>
                  <a:cubicBezTo>
                    <a:pt x="1572" y="1386"/>
                    <a:pt x="1492" y="1332"/>
                    <a:pt x="1386" y="1279"/>
                  </a:cubicBezTo>
                  <a:cubicBezTo>
                    <a:pt x="1199" y="1173"/>
                    <a:pt x="1039" y="1066"/>
                    <a:pt x="879" y="933"/>
                  </a:cubicBezTo>
                  <a:lnTo>
                    <a:pt x="666" y="773"/>
                  </a:lnTo>
                  <a:cubicBezTo>
                    <a:pt x="586" y="720"/>
                    <a:pt x="533" y="640"/>
                    <a:pt x="480" y="586"/>
                  </a:cubicBezTo>
                  <a:cubicBezTo>
                    <a:pt x="373" y="506"/>
                    <a:pt x="293" y="400"/>
                    <a:pt x="213" y="293"/>
                  </a:cubicBezTo>
                  <a:cubicBezTo>
                    <a:pt x="80" y="107"/>
                    <a:pt x="0" y="0"/>
                    <a:pt x="0" y="0"/>
                  </a:cubicBezTo>
                  <a:close/>
                </a:path>
              </a:pathLst>
            </a:custGeom>
            <a:solidFill>
              <a:srgbClr val="E39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8"/>
            <p:cNvSpPr/>
            <p:nvPr/>
          </p:nvSpPr>
          <p:spPr>
            <a:xfrm>
              <a:off x="2493364" y="1308808"/>
              <a:ext cx="129442" cy="63287"/>
            </a:xfrm>
            <a:custGeom>
              <a:avLst/>
              <a:gdLst/>
              <a:ahLst/>
              <a:cxnLst/>
              <a:rect l="l" t="t" r="r" b="b"/>
              <a:pathLst>
                <a:path w="3385" h="1655" extrusionOk="0">
                  <a:moveTo>
                    <a:pt x="1393" y="1"/>
                  </a:moveTo>
                  <a:cubicBezTo>
                    <a:pt x="1054" y="1"/>
                    <a:pt x="750" y="61"/>
                    <a:pt x="560" y="188"/>
                  </a:cubicBezTo>
                  <a:cubicBezTo>
                    <a:pt x="1" y="587"/>
                    <a:pt x="400" y="1147"/>
                    <a:pt x="853" y="1387"/>
                  </a:cubicBezTo>
                  <a:cubicBezTo>
                    <a:pt x="1139" y="1544"/>
                    <a:pt x="1569" y="1655"/>
                    <a:pt x="1980" y="1655"/>
                  </a:cubicBezTo>
                  <a:cubicBezTo>
                    <a:pt x="2338" y="1655"/>
                    <a:pt x="2682" y="1571"/>
                    <a:pt x="2905" y="1360"/>
                  </a:cubicBezTo>
                  <a:cubicBezTo>
                    <a:pt x="3385" y="907"/>
                    <a:pt x="3092" y="428"/>
                    <a:pt x="2532" y="214"/>
                  </a:cubicBezTo>
                  <a:cubicBezTo>
                    <a:pt x="2182" y="74"/>
                    <a:pt x="1767" y="1"/>
                    <a:pt x="1393" y="1"/>
                  </a:cubicBezTo>
                  <a:close/>
                </a:path>
              </a:pathLst>
            </a:custGeom>
            <a:solidFill>
              <a:srgbClr val="EDB9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8"/>
            <p:cNvSpPr/>
            <p:nvPr/>
          </p:nvSpPr>
          <p:spPr>
            <a:xfrm>
              <a:off x="3030365" y="1359782"/>
              <a:ext cx="151851" cy="53689"/>
            </a:xfrm>
            <a:custGeom>
              <a:avLst/>
              <a:gdLst/>
              <a:ahLst/>
              <a:cxnLst/>
              <a:rect l="l" t="t" r="r" b="b"/>
              <a:pathLst>
                <a:path w="3971" h="1404" extrusionOk="0">
                  <a:moveTo>
                    <a:pt x="2025" y="0"/>
                  </a:moveTo>
                  <a:cubicBezTo>
                    <a:pt x="1359" y="80"/>
                    <a:pt x="0" y="533"/>
                    <a:pt x="1146" y="1200"/>
                  </a:cubicBezTo>
                  <a:cubicBezTo>
                    <a:pt x="1432" y="1337"/>
                    <a:pt x="1742" y="1404"/>
                    <a:pt x="2053" y="1404"/>
                  </a:cubicBezTo>
                  <a:cubicBezTo>
                    <a:pt x="2408" y="1404"/>
                    <a:pt x="2765" y="1317"/>
                    <a:pt x="3091" y="1146"/>
                  </a:cubicBezTo>
                  <a:cubicBezTo>
                    <a:pt x="3970" y="480"/>
                    <a:pt x="2851" y="0"/>
                    <a:pt x="2158" y="0"/>
                  </a:cubicBezTo>
                  <a:close/>
                </a:path>
              </a:pathLst>
            </a:custGeom>
            <a:solidFill>
              <a:srgbClr val="EDB9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8"/>
            <p:cNvSpPr/>
            <p:nvPr/>
          </p:nvSpPr>
          <p:spPr>
            <a:xfrm>
              <a:off x="2358875" y="1754110"/>
              <a:ext cx="775431" cy="659181"/>
            </a:xfrm>
            <a:custGeom>
              <a:avLst/>
              <a:gdLst/>
              <a:ahLst/>
              <a:cxnLst/>
              <a:rect l="l" t="t" r="r" b="b"/>
              <a:pathLst>
                <a:path w="20278" h="17238" extrusionOk="0">
                  <a:moveTo>
                    <a:pt x="8900" y="0"/>
                  </a:moveTo>
                  <a:cubicBezTo>
                    <a:pt x="7355" y="320"/>
                    <a:pt x="5836" y="27"/>
                    <a:pt x="4344" y="986"/>
                  </a:cubicBezTo>
                  <a:cubicBezTo>
                    <a:pt x="2239" y="2319"/>
                    <a:pt x="1439" y="4717"/>
                    <a:pt x="0" y="6609"/>
                  </a:cubicBezTo>
                  <a:cubicBezTo>
                    <a:pt x="1120" y="7515"/>
                    <a:pt x="2239" y="8607"/>
                    <a:pt x="3491" y="9406"/>
                  </a:cubicBezTo>
                  <a:cubicBezTo>
                    <a:pt x="3944" y="8740"/>
                    <a:pt x="4450" y="8021"/>
                    <a:pt x="4877" y="7355"/>
                  </a:cubicBezTo>
                  <a:lnTo>
                    <a:pt x="4877" y="7355"/>
                  </a:lnTo>
                  <a:cubicBezTo>
                    <a:pt x="4983" y="8687"/>
                    <a:pt x="4663" y="15348"/>
                    <a:pt x="4264" y="17187"/>
                  </a:cubicBezTo>
                  <a:cubicBezTo>
                    <a:pt x="4504" y="17223"/>
                    <a:pt x="4721" y="17237"/>
                    <a:pt x="4924" y="17237"/>
                  </a:cubicBezTo>
                  <a:cubicBezTo>
                    <a:pt x="5623" y="17237"/>
                    <a:pt x="6174" y="17068"/>
                    <a:pt x="7062" y="17027"/>
                  </a:cubicBezTo>
                  <a:cubicBezTo>
                    <a:pt x="8506" y="17048"/>
                    <a:pt x="9966" y="17132"/>
                    <a:pt x="11417" y="17132"/>
                  </a:cubicBezTo>
                  <a:cubicBezTo>
                    <a:pt x="11841" y="17132"/>
                    <a:pt x="12263" y="17125"/>
                    <a:pt x="12684" y="17107"/>
                  </a:cubicBezTo>
                  <a:cubicBezTo>
                    <a:pt x="14096" y="17054"/>
                    <a:pt x="15482" y="17054"/>
                    <a:pt x="16814" y="16947"/>
                  </a:cubicBezTo>
                  <a:cubicBezTo>
                    <a:pt x="17001" y="15162"/>
                    <a:pt x="16361" y="8794"/>
                    <a:pt x="16414" y="7781"/>
                  </a:cubicBezTo>
                  <a:lnTo>
                    <a:pt x="16414" y="7781"/>
                  </a:lnTo>
                  <a:cubicBezTo>
                    <a:pt x="16734" y="8607"/>
                    <a:pt x="16707" y="9273"/>
                    <a:pt x="17027" y="9806"/>
                  </a:cubicBezTo>
                  <a:cubicBezTo>
                    <a:pt x="18413" y="9033"/>
                    <a:pt x="19185" y="8341"/>
                    <a:pt x="19878" y="7195"/>
                  </a:cubicBezTo>
                  <a:cubicBezTo>
                    <a:pt x="20278" y="6582"/>
                    <a:pt x="20278" y="6582"/>
                    <a:pt x="19825" y="5916"/>
                  </a:cubicBezTo>
                  <a:cubicBezTo>
                    <a:pt x="19425" y="5330"/>
                    <a:pt x="19132" y="4770"/>
                    <a:pt x="18733" y="4184"/>
                  </a:cubicBezTo>
                  <a:cubicBezTo>
                    <a:pt x="17347" y="1892"/>
                    <a:pt x="15855" y="667"/>
                    <a:pt x="13137" y="187"/>
                  </a:cubicBezTo>
                  <a:lnTo>
                    <a:pt x="13137" y="187"/>
                  </a:lnTo>
                  <a:cubicBezTo>
                    <a:pt x="13030" y="1439"/>
                    <a:pt x="13670" y="2638"/>
                    <a:pt x="12044" y="3038"/>
                  </a:cubicBezTo>
                  <a:cubicBezTo>
                    <a:pt x="11881" y="3069"/>
                    <a:pt x="11719" y="3085"/>
                    <a:pt x="11559" y="3085"/>
                  </a:cubicBezTo>
                  <a:cubicBezTo>
                    <a:pt x="10361" y="3085"/>
                    <a:pt x="9301" y="2235"/>
                    <a:pt x="9113" y="1013"/>
                  </a:cubicBezTo>
                  <a:lnTo>
                    <a:pt x="89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8"/>
            <p:cNvSpPr/>
            <p:nvPr/>
          </p:nvSpPr>
          <p:spPr>
            <a:xfrm>
              <a:off x="2607510" y="1740879"/>
              <a:ext cx="179346" cy="170168"/>
            </a:xfrm>
            <a:custGeom>
              <a:avLst/>
              <a:gdLst/>
              <a:ahLst/>
              <a:cxnLst/>
              <a:rect l="l" t="t" r="r" b="b"/>
              <a:pathLst>
                <a:path w="4690" h="4450" extrusionOk="0">
                  <a:moveTo>
                    <a:pt x="3038" y="0"/>
                  </a:moveTo>
                  <a:lnTo>
                    <a:pt x="3038" y="0"/>
                  </a:lnTo>
                  <a:cubicBezTo>
                    <a:pt x="1705" y="160"/>
                    <a:pt x="400" y="160"/>
                    <a:pt x="213" y="1785"/>
                  </a:cubicBezTo>
                  <a:cubicBezTo>
                    <a:pt x="0" y="3411"/>
                    <a:pt x="1652" y="3970"/>
                    <a:pt x="2851" y="4450"/>
                  </a:cubicBezTo>
                  <a:cubicBezTo>
                    <a:pt x="3198" y="3837"/>
                    <a:pt x="4104" y="3650"/>
                    <a:pt x="4690" y="3304"/>
                  </a:cubicBezTo>
                  <a:cubicBezTo>
                    <a:pt x="3944" y="2132"/>
                    <a:pt x="3357" y="1306"/>
                    <a:pt x="2931" y="53"/>
                  </a:cubicBezTo>
                  <a:lnTo>
                    <a:pt x="303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8"/>
            <p:cNvSpPr/>
            <p:nvPr/>
          </p:nvSpPr>
          <p:spPr>
            <a:xfrm>
              <a:off x="2784789" y="1740879"/>
              <a:ext cx="194642" cy="181372"/>
            </a:xfrm>
            <a:custGeom>
              <a:avLst/>
              <a:gdLst/>
              <a:ahLst/>
              <a:cxnLst/>
              <a:rect l="l" t="t" r="r" b="b"/>
              <a:pathLst>
                <a:path w="5090" h="4743" extrusionOk="0">
                  <a:moveTo>
                    <a:pt x="2319" y="0"/>
                  </a:moveTo>
                  <a:lnTo>
                    <a:pt x="1892" y="160"/>
                  </a:lnTo>
                  <a:cubicBezTo>
                    <a:pt x="1946" y="1412"/>
                    <a:pt x="1253" y="3038"/>
                    <a:pt x="0" y="3464"/>
                  </a:cubicBezTo>
                  <a:cubicBezTo>
                    <a:pt x="58" y="3455"/>
                    <a:pt x="117" y="3451"/>
                    <a:pt x="175" y="3451"/>
                  </a:cubicBezTo>
                  <a:cubicBezTo>
                    <a:pt x="1028" y="3451"/>
                    <a:pt x="1907" y="4319"/>
                    <a:pt x="2505" y="4743"/>
                  </a:cubicBezTo>
                  <a:cubicBezTo>
                    <a:pt x="3571" y="3091"/>
                    <a:pt x="5090" y="719"/>
                    <a:pt x="23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8"/>
            <p:cNvSpPr/>
            <p:nvPr/>
          </p:nvSpPr>
          <p:spPr>
            <a:xfrm>
              <a:off x="2506633" y="1742905"/>
              <a:ext cx="102942" cy="340336"/>
            </a:xfrm>
            <a:custGeom>
              <a:avLst/>
              <a:gdLst/>
              <a:ahLst/>
              <a:cxnLst/>
              <a:rect l="l" t="t" r="r" b="b"/>
              <a:pathLst>
                <a:path w="2692" h="8900" extrusionOk="0">
                  <a:moveTo>
                    <a:pt x="1972" y="0"/>
                  </a:moveTo>
                  <a:cubicBezTo>
                    <a:pt x="1386" y="80"/>
                    <a:pt x="799" y="54"/>
                    <a:pt x="533" y="533"/>
                  </a:cubicBezTo>
                  <a:cubicBezTo>
                    <a:pt x="0" y="1359"/>
                    <a:pt x="373" y="3065"/>
                    <a:pt x="480" y="3971"/>
                  </a:cubicBezTo>
                  <a:cubicBezTo>
                    <a:pt x="613" y="5569"/>
                    <a:pt x="773" y="7275"/>
                    <a:pt x="853" y="8900"/>
                  </a:cubicBezTo>
                  <a:cubicBezTo>
                    <a:pt x="2238" y="7754"/>
                    <a:pt x="2691" y="1519"/>
                    <a:pt x="2372" y="347"/>
                  </a:cubicBezTo>
                  <a:lnTo>
                    <a:pt x="197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8"/>
            <p:cNvSpPr/>
            <p:nvPr/>
          </p:nvSpPr>
          <p:spPr>
            <a:xfrm>
              <a:off x="2909604" y="1760878"/>
              <a:ext cx="127913" cy="333606"/>
            </a:xfrm>
            <a:custGeom>
              <a:avLst/>
              <a:gdLst/>
              <a:ahLst/>
              <a:cxnLst/>
              <a:rect l="l" t="t" r="r" b="b"/>
              <a:pathLst>
                <a:path w="3345" h="8724" extrusionOk="0">
                  <a:moveTo>
                    <a:pt x="1198" y="0"/>
                  </a:moveTo>
                  <a:cubicBezTo>
                    <a:pt x="1" y="0"/>
                    <a:pt x="1031" y="3152"/>
                    <a:pt x="1186" y="3927"/>
                  </a:cubicBezTo>
                  <a:cubicBezTo>
                    <a:pt x="1399" y="5606"/>
                    <a:pt x="1906" y="7178"/>
                    <a:pt x="2225" y="8723"/>
                  </a:cubicBezTo>
                  <a:cubicBezTo>
                    <a:pt x="2279" y="7098"/>
                    <a:pt x="2812" y="5579"/>
                    <a:pt x="2838" y="3980"/>
                  </a:cubicBezTo>
                  <a:cubicBezTo>
                    <a:pt x="2838" y="2648"/>
                    <a:pt x="3345" y="943"/>
                    <a:pt x="2066" y="37"/>
                  </a:cubicBezTo>
                  <a:lnTo>
                    <a:pt x="1320" y="10"/>
                  </a:lnTo>
                  <a:cubicBezTo>
                    <a:pt x="1277" y="3"/>
                    <a:pt x="1236" y="0"/>
                    <a:pt x="119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8"/>
            <p:cNvSpPr/>
            <p:nvPr/>
          </p:nvSpPr>
          <p:spPr>
            <a:xfrm>
              <a:off x="3779252" y="128538"/>
              <a:ext cx="1585507" cy="2150656"/>
            </a:xfrm>
            <a:custGeom>
              <a:avLst/>
              <a:gdLst/>
              <a:ahLst/>
              <a:cxnLst/>
              <a:rect l="l" t="t" r="r" b="b"/>
              <a:pathLst>
                <a:path w="41462" h="56241" extrusionOk="0">
                  <a:moveTo>
                    <a:pt x="32455" y="1662"/>
                  </a:moveTo>
                  <a:cubicBezTo>
                    <a:pt x="34107" y="1662"/>
                    <a:pt x="36053" y="1796"/>
                    <a:pt x="37785" y="2835"/>
                  </a:cubicBezTo>
                  <a:cubicBezTo>
                    <a:pt x="39197" y="3687"/>
                    <a:pt x="39676" y="4833"/>
                    <a:pt x="39703" y="7418"/>
                  </a:cubicBezTo>
                  <a:cubicBezTo>
                    <a:pt x="39756" y="10482"/>
                    <a:pt x="39756" y="13573"/>
                    <a:pt x="39730" y="16584"/>
                  </a:cubicBezTo>
                  <a:lnTo>
                    <a:pt x="39730" y="21140"/>
                  </a:lnTo>
                  <a:lnTo>
                    <a:pt x="39730" y="30227"/>
                  </a:lnTo>
                  <a:lnTo>
                    <a:pt x="39730" y="48372"/>
                  </a:lnTo>
                  <a:cubicBezTo>
                    <a:pt x="39730" y="49811"/>
                    <a:pt x="39703" y="50957"/>
                    <a:pt x="39357" y="51810"/>
                  </a:cubicBezTo>
                  <a:cubicBezTo>
                    <a:pt x="39170" y="52263"/>
                    <a:pt x="38797" y="52902"/>
                    <a:pt x="37651" y="53622"/>
                  </a:cubicBezTo>
                  <a:cubicBezTo>
                    <a:pt x="36612" y="54288"/>
                    <a:pt x="35093" y="54581"/>
                    <a:pt x="32855" y="54581"/>
                  </a:cubicBezTo>
                  <a:cubicBezTo>
                    <a:pt x="31763" y="54581"/>
                    <a:pt x="30643" y="54501"/>
                    <a:pt x="29524" y="54421"/>
                  </a:cubicBezTo>
                  <a:cubicBezTo>
                    <a:pt x="28485" y="54368"/>
                    <a:pt x="27526" y="54288"/>
                    <a:pt x="26620" y="54288"/>
                  </a:cubicBezTo>
                  <a:lnTo>
                    <a:pt x="9860" y="54288"/>
                  </a:lnTo>
                  <a:cubicBezTo>
                    <a:pt x="9353" y="54288"/>
                    <a:pt x="8821" y="54314"/>
                    <a:pt x="8288" y="54341"/>
                  </a:cubicBezTo>
                  <a:cubicBezTo>
                    <a:pt x="7728" y="54368"/>
                    <a:pt x="7169" y="54394"/>
                    <a:pt x="6609" y="54394"/>
                  </a:cubicBezTo>
                  <a:cubicBezTo>
                    <a:pt x="5756" y="54394"/>
                    <a:pt x="4504" y="54341"/>
                    <a:pt x="3705" y="53862"/>
                  </a:cubicBezTo>
                  <a:cubicBezTo>
                    <a:pt x="1839" y="52742"/>
                    <a:pt x="1839" y="49705"/>
                    <a:pt x="1866" y="47280"/>
                  </a:cubicBezTo>
                  <a:lnTo>
                    <a:pt x="1866" y="7604"/>
                  </a:lnTo>
                  <a:lnTo>
                    <a:pt x="1866" y="6698"/>
                  </a:lnTo>
                  <a:lnTo>
                    <a:pt x="1866" y="4940"/>
                  </a:lnTo>
                  <a:cubicBezTo>
                    <a:pt x="1893" y="2968"/>
                    <a:pt x="4264" y="1822"/>
                    <a:pt x="5890" y="1796"/>
                  </a:cubicBezTo>
                  <a:cubicBezTo>
                    <a:pt x="6476" y="1796"/>
                    <a:pt x="7142" y="1769"/>
                    <a:pt x="7915" y="1769"/>
                  </a:cubicBezTo>
                  <a:lnTo>
                    <a:pt x="28032" y="1769"/>
                  </a:lnTo>
                  <a:cubicBezTo>
                    <a:pt x="28778" y="1769"/>
                    <a:pt x="29551" y="1742"/>
                    <a:pt x="30297" y="1716"/>
                  </a:cubicBezTo>
                  <a:cubicBezTo>
                    <a:pt x="31043" y="1689"/>
                    <a:pt x="31736" y="1662"/>
                    <a:pt x="32455" y="1662"/>
                  </a:cubicBezTo>
                  <a:close/>
                  <a:moveTo>
                    <a:pt x="32483" y="1"/>
                  </a:moveTo>
                  <a:cubicBezTo>
                    <a:pt x="31009" y="1"/>
                    <a:pt x="29516" y="117"/>
                    <a:pt x="28032" y="117"/>
                  </a:cubicBezTo>
                  <a:lnTo>
                    <a:pt x="11991" y="117"/>
                  </a:lnTo>
                  <a:cubicBezTo>
                    <a:pt x="10624" y="117"/>
                    <a:pt x="9256" y="93"/>
                    <a:pt x="7888" y="93"/>
                  </a:cubicBezTo>
                  <a:cubicBezTo>
                    <a:pt x="7204" y="93"/>
                    <a:pt x="6520" y="99"/>
                    <a:pt x="5836" y="117"/>
                  </a:cubicBezTo>
                  <a:cubicBezTo>
                    <a:pt x="3278" y="197"/>
                    <a:pt x="241" y="2035"/>
                    <a:pt x="214" y="4913"/>
                  </a:cubicBezTo>
                  <a:lnTo>
                    <a:pt x="214" y="7604"/>
                  </a:lnTo>
                  <a:lnTo>
                    <a:pt x="214" y="46720"/>
                  </a:lnTo>
                  <a:cubicBezTo>
                    <a:pt x="214" y="49572"/>
                    <a:pt x="1" y="53568"/>
                    <a:pt x="2879" y="55300"/>
                  </a:cubicBezTo>
                  <a:cubicBezTo>
                    <a:pt x="3923" y="55924"/>
                    <a:pt x="5259" y="56066"/>
                    <a:pt x="6608" y="56066"/>
                  </a:cubicBezTo>
                  <a:cubicBezTo>
                    <a:pt x="7738" y="56066"/>
                    <a:pt x="8876" y="55967"/>
                    <a:pt x="9860" y="55967"/>
                  </a:cubicBezTo>
                  <a:lnTo>
                    <a:pt x="26620" y="55967"/>
                  </a:lnTo>
                  <a:cubicBezTo>
                    <a:pt x="28425" y="55967"/>
                    <a:pt x="30686" y="56240"/>
                    <a:pt x="32888" y="56240"/>
                  </a:cubicBezTo>
                  <a:cubicBezTo>
                    <a:pt x="34977" y="56240"/>
                    <a:pt x="37014" y="55994"/>
                    <a:pt x="38557" y="55034"/>
                  </a:cubicBezTo>
                  <a:cubicBezTo>
                    <a:pt x="39810" y="54235"/>
                    <a:pt x="40502" y="53409"/>
                    <a:pt x="40902" y="52423"/>
                  </a:cubicBezTo>
                  <a:cubicBezTo>
                    <a:pt x="41355" y="51304"/>
                    <a:pt x="41382" y="49998"/>
                    <a:pt x="41382" y="48372"/>
                  </a:cubicBezTo>
                  <a:lnTo>
                    <a:pt x="41382" y="21140"/>
                  </a:lnTo>
                  <a:cubicBezTo>
                    <a:pt x="41382" y="16557"/>
                    <a:pt x="41462" y="12001"/>
                    <a:pt x="41382" y="7418"/>
                  </a:cubicBezTo>
                  <a:cubicBezTo>
                    <a:pt x="41355" y="4913"/>
                    <a:pt x="40955" y="2808"/>
                    <a:pt x="38664" y="1423"/>
                  </a:cubicBezTo>
                  <a:cubicBezTo>
                    <a:pt x="36697" y="242"/>
                    <a:pt x="34609" y="1"/>
                    <a:pt x="3248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8"/>
            <p:cNvSpPr/>
            <p:nvPr/>
          </p:nvSpPr>
          <p:spPr>
            <a:xfrm>
              <a:off x="5512468" y="128538"/>
              <a:ext cx="1585507" cy="2150656"/>
            </a:xfrm>
            <a:custGeom>
              <a:avLst/>
              <a:gdLst/>
              <a:ahLst/>
              <a:cxnLst/>
              <a:rect l="l" t="t" r="r" b="b"/>
              <a:pathLst>
                <a:path w="41462" h="56241" extrusionOk="0">
                  <a:moveTo>
                    <a:pt x="32455" y="1662"/>
                  </a:moveTo>
                  <a:cubicBezTo>
                    <a:pt x="34107" y="1662"/>
                    <a:pt x="36052" y="1796"/>
                    <a:pt x="37811" y="2835"/>
                  </a:cubicBezTo>
                  <a:cubicBezTo>
                    <a:pt x="39196" y="3687"/>
                    <a:pt x="39676" y="4833"/>
                    <a:pt x="39729" y="7418"/>
                  </a:cubicBezTo>
                  <a:cubicBezTo>
                    <a:pt x="39756" y="10482"/>
                    <a:pt x="39756" y="13573"/>
                    <a:pt x="39756" y="16584"/>
                  </a:cubicBezTo>
                  <a:lnTo>
                    <a:pt x="39729" y="16584"/>
                  </a:lnTo>
                  <a:lnTo>
                    <a:pt x="39729" y="21140"/>
                  </a:lnTo>
                  <a:lnTo>
                    <a:pt x="39729" y="30227"/>
                  </a:lnTo>
                  <a:lnTo>
                    <a:pt x="39729" y="48372"/>
                  </a:lnTo>
                  <a:cubicBezTo>
                    <a:pt x="39729" y="49811"/>
                    <a:pt x="39703" y="50957"/>
                    <a:pt x="39356" y="51810"/>
                  </a:cubicBezTo>
                  <a:cubicBezTo>
                    <a:pt x="39170" y="52263"/>
                    <a:pt x="38797" y="52902"/>
                    <a:pt x="37678" y="53622"/>
                  </a:cubicBezTo>
                  <a:cubicBezTo>
                    <a:pt x="36612" y="54288"/>
                    <a:pt x="35093" y="54581"/>
                    <a:pt x="32881" y="54581"/>
                  </a:cubicBezTo>
                  <a:cubicBezTo>
                    <a:pt x="31762" y="54581"/>
                    <a:pt x="30643" y="54501"/>
                    <a:pt x="29551" y="54421"/>
                  </a:cubicBezTo>
                  <a:cubicBezTo>
                    <a:pt x="28511" y="54368"/>
                    <a:pt x="27526" y="54288"/>
                    <a:pt x="26620" y="54288"/>
                  </a:cubicBezTo>
                  <a:lnTo>
                    <a:pt x="9859" y="54288"/>
                  </a:lnTo>
                  <a:cubicBezTo>
                    <a:pt x="9353" y="54288"/>
                    <a:pt x="8847" y="54314"/>
                    <a:pt x="8287" y="54341"/>
                  </a:cubicBezTo>
                  <a:cubicBezTo>
                    <a:pt x="7728" y="54368"/>
                    <a:pt x="7168" y="54394"/>
                    <a:pt x="6609" y="54394"/>
                  </a:cubicBezTo>
                  <a:cubicBezTo>
                    <a:pt x="5756" y="54394"/>
                    <a:pt x="4530" y="54341"/>
                    <a:pt x="3704" y="53862"/>
                  </a:cubicBezTo>
                  <a:cubicBezTo>
                    <a:pt x="1839" y="52742"/>
                    <a:pt x="1866" y="49705"/>
                    <a:pt x="1866" y="47280"/>
                  </a:cubicBezTo>
                  <a:lnTo>
                    <a:pt x="1866" y="7604"/>
                  </a:lnTo>
                  <a:lnTo>
                    <a:pt x="1866" y="6698"/>
                  </a:lnTo>
                  <a:lnTo>
                    <a:pt x="1866" y="4940"/>
                  </a:lnTo>
                  <a:cubicBezTo>
                    <a:pt x="1892" y="2968"/>
                    <a:pt x="4264" y="1822"/>
                    <a:pt x="5889" y="1796"/>
                  </a:cubicBezTo>
                  <a:cubicBezTo>
                    <a:pt x="6502" y="1796"/>
                    <a:pt x="7168" y="1769"/>
                    <a:pt x="7914" y="1769"/>
                  </a:cubicBezTo>
                  <a:lnTo>
                    <a:pt x="28032" y="1769"/>
                  </a:lnTo>
                  <a:cubicBezTo>
                    <a:pt x="28805" y="1769"/>
                    <a:pt x="29577" y="1742"/>
                    <a:pt x="30323" y="1716"/>
                  </a:cubicBezTo>
                  <a:cubicBezTo>
                    <a:pt x="31043" y="1689"/>
                    <a:pt x="31762" y="1662"/>
                    <a:pt x="32455" y="1662"/>
                  </a:cubicBezTo>
                  <a:close/>
                  <a:moveTo>
                    <a:pt x="32494" y="1"/>
                  </a:moveTo>
                  <a:cubicBezTo>
                    <a:pt x="31021" y="1"/>
                    <a:pt x="29526" y="117"/>
                    <a:pt x="28032" y="117"/>
                  </a:cubicBezTo>
                  <a:lnTo>
                    <a:pt x="12018" y="117"/>
                  </a:lnTo>
                  <a:cubicBezTo>
                    <a:pt x="10650" y="117"/>
                    <a:pt x="9282" y="93"/>
                    <a:pt x="7914" y="93"/>
                  </a:cubicBezTo>
                  <a:cubicBezTo>
                    <a:pt x="7230" y="93"/>
                    <a:pt x="6546" y="99"/>
                    <a:pt x="5862" y="117"/>
                  </a:cubicBezTo>
                  <a:cubicBezTo>
                    <a:pt x="3304" y="197"/>
                    <a:pt x="267" y="2035"/>
                    <a:pt x="214" y="4913"/>
                  </a:cubicBezTo>
                  <a:lnTo>
                    <a:pt x="214" y="7604"/>
                  </a:lnTo>
                  <a:lnTo>
                    <a:pt x="214" y="46720"/>
                  </a:lnTo>
                  <a:cubicBezTo>
                    <a:pt x="214" y="49572"/>
                    <a:pt x="0" y="53568"/>
                    <a:pt x="2878" y="55300"/>
                  </a:cubicBezTo>
                  <a:cubicBezTo>
                    <a:pt x="3937" y="55924"/>
                    <a:pt x="5280" y="56066"/>
                    <a:pt x="6632" y="56066"/>
                  </a:cubicBezTo>
                  <a:cubicBezTo>
                    <a:pt x="7764" y="56066"/>
                    <a:pt x="8902" y="55967"/>
                    <a:pt x="9886" y="55967"/>
                  </a:cubicBezTo>
                  <a:lnTo>
                    <a:pt x="26646" y="55967"/>
                  </a:lnTo>
                  <a:cubicBezTo>
                    <a:pt x="28451" y="55967"/>
                    <a:pt x="30712" y="56240"/>
                    <a:pt x="32911" y="56240"/>
                  </a:cubicBezTo>
                  <a:cubicBezTo>
                    <a:pt x="34996" y="56240"/>
                    <a:pt x="37026" y="55994"/>
                    <a:pt x="38557" y="55034"/>
                  </a:cubicBezTo>
                  <a:cubicBezTo>
                    <a:pt x="39809" y="54235"/>
                    <a:pt x="40502" y="53409"/>
                    <a:pt x="40902" y="52423"/>
                  </a:cubicBezTo>
                  <a:cubicBezTo>
                    <a:pt x="41355" y="51304"/>
                    <a:pt x="41408" y="49998"/>
                    <a:pt x="41408" y="48372"/>
                  </a:cubicBezTo>
                  <a:lnTo>
                    <a:pt x="41408" y="21140"/>
                  </a:lnTo>
                  <a:cubicBezTo>
                    <a:pt x="41408" y="16557"/>
                    <a:pt x="41461" y="12001"/>
                    <a:pt x="41408" y="7418"/>
                  </a:cubicBezTo>
                  <a:cubicBezTo>
                    <a:pt x="41355" y="4913"/>
                    <a:pt x="40955" y="2808"/>
                    <a:pt x="38663" y="1423"/>
                  </a:cubicBezTo>
                  <a:cubicBezTo>
                    <a:pt x="36697" y="242"/>
                    <a:pt x="34618" y="1"/>
                    <a:pt x="3249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8"/>
            <p:cNvSpPr/>
            <p:nvPr/>
          </p:nvSpPr>
          <p:spPr>
            <a:xfrm>
              <a:off x="2006343" y="128538"/>
              <a:ext cx="1585469" cy="2150656"/>
            </a:xfrm>
            <a:custGeom>
              <a:avLst/>
              <a:gdLst/>
              <a:ahLst/>
              <a:cxnLst/>
              <a:rect l="l" t="t" r="r" b="b"/>
              <a:pathLst>
                <a:path w="41461" h="56241" extrusionOk="0">
                  <a:moveTo>
                    <a:pt x="32481" y="1662"/>
                  </a:moveTo>
                  <a:cubicBezTo>
                    <a:pt x="34133" y="1662"/>
                    <a:pt x="36078" y="1796"/>
                    <a:pt x="37837" y="2835"/>
                  </a:cubicBezTo>
                  <a:cubicBezTo>
                    <a:pt x="39223" y="3687"/>
                    <a:pt x="39702" y="4833"/>
                    <a:pt x="39756" y="7418"/>
                  </a:cubicBezTo>
                  <a:cubicBezTo>
                    <a:pt x="39782" y="10482"/>
                    <a:pt x="39756" y="13573"/>
                    <a:pt x="39756" y="16584"/>
                  </a:cubicBezTo>
                  <a:lnTo>
                    <a:pt x="39729" y="16584"/>
                  </a:lnTo>
                  <a:lnTo>
                    <a:pt x="39729" y="21140"/>
                  </a:lnTo>
                  <a:lnTo>
                    <a:pt x="39729" y="30227"/>
                  </a:lnTo>
                  <a:lnTo>
                    <a:pt x="39729" y="48372"/>
                  </a:lnTo>
                  <a:cubicBezTo>
                    <a:pt x="39729" y="49811"/>
                    <a:pt x="39702" y="50957"/>
                    <a:pt x="39356" y="51810"/>
                  </a:cubicBezTo>
                  <a:cubicBezTo>
                    <a:pt x="39169" y="52263"/>
                    <a:pt x="38823" y="52902"/>
                    <a:pt x="37677" y="53622"/>
                  </a:cubicBezTo>
                  <a:cubicBezTo>
                    <a:pt x="36638" y="54288"/>
                    <a:pt x="35093" y="54581"/>
                    <a:pt x="32881" y="54581"/>
                  </a:cubicBezTo>
                  <a:cubicBezTo>
                    <a:pt x="31789" y="54581"/>
                    <a:pt x="30643" y="54501"/>
                    <a:pt x="29550" y="54421"/>
                  </a:cubicBezTo>
                  <a:cubicBezTo>
                    <a:pt x="28511" y="54368"/>
                    <a:pt x="27525" y="54288"/>
                    <a:pt x="26619" y="54288"/>
                  </a:cubicBezTo>
                  <a:lnTo>
                    <a:pt x="9886" y="54288"/>
                  </a:lnTo>
                  <a:cubicBezTo>
                    <a:pt x="9379" y="54288"/>
                    <a:pt x="8846" y="54314"/>
                    <a:pt x="8314" y="54341"/>
                  </a:cubicBezTo>
                  <a:cubicBezTo>
                    <a:pt x="7754" y="54368"/>
                    <a:pt x="7194" y="54394"/>
                    <a:pt x="6635" y="54394"/>
                  </a:cubicBezTo>
                  <a:cubicBezTo>
                    <a:pt x="5782" y="54394"/>
                    <a:pt x="4530" y="54341"/>
                    <a:pt x="3730" y="53862"/>
                  </a:cubicBezTo>
                  <a:cubicBezTo>
                    <a:pt x="1865" y="52742"/>
                    <a:pt x="1892" y="49731"/>
                    <a:pt x="1892" y="47307"/>
                  </a:cubicBezTo>
                  <a:lnTo>
                    <a:pt x="1892" y="7604"/>
                  </a:lnTo>
                  <a:lnTo>
                    <a:pt x="1892" y="6698"/>
                  </a:lnTo>
                  <a:lnTo>
                    <a:pt x="1892" y="4940"/>
                  </a:lnTo>
                  <a:cubicBezTo>
                    <a:pt x="1919" y="2968"/>
                    <a:pt x="4290" y="1822"/>
                    <a:pt x="5915" y="1796"/>
                  </a:cubicBezTo>
                  <a:cubicBezTo>
                    <a:pt x="6528" y="1796"/>
                    <a:pt x="7194" y="1769"/>
                    <a:pt x="7940" y="1769"/>
                  </a:cubicBezTo>
                  <a:lnTo>
                    <a:pt x="28058" y="1769"/>
                  </a:lnTo>
                  <a:cubicBezTo>
                    <a:pt x="28831" y="1769"/>
                    <a:pt x="29604" y="1742"/>
                    <a:pt x="30323" y="1716"/>
                  </a:cubicBezTo>
                  <a:cubicBezTo>
                    <a:pt x="31069" y="1689"/>
                    <a:pt x="31789" y="1662"/>
                    <a:pt x="32481" y="1662"/>
                  </a:cubicBezTo>
                  <a:close/>
                  <a:moveTo>
                    <a:pt x="32509" y="1"/>
                  </a:moveTo>
                  <a:cubicBezTo>
                    <a:pt x="31035" y="1"/>
                    <a:pt x="29542" y="117"/>
                    <a:pt x="28058" y="117"/>
                  </a:cubicBezTo>
                  <a:lnTo>
                    <a:pt x="12017" y="117"/>
                  </a:lnTo>
                  <a:cubicBezTo>
                    <a:pt x="10649" y="117"/>
                    <a:pt x="9282" y="93"/>
                    <a:pt x="7914" y="93"/>
                  </a:cubicBezTo>
                  <a:cubicBezTo>
                    <a:pt x="7230" y="93"/>
                    <a:pt x="6546" y="99"/>
                    <a:pt x="5862" y="117"/>
                  </a:cubicBezTo>
                  <a:cubicBezTo>
                    <a:pt x="3304" y="197"/>
                    <a:pt x="266" y="2035"/>
                    <a:pt x="213" y="4913"/>
                  </a:cubicBezTo>
                  <a:lnTo>
                    <a:pt x="213" y="7604"/>
                  </a:lnTo>
                  <a:lnTo>
                    <a:pt x="213" y="46720"/>
                  </a:lnTo>
                  <a:cubicBezTo>
                    <a:pt x="213" y="49572"/>
                    <a:pt x="0" y="53568"/>
                    <a:pt x="2878" y="55300"/>
                  </a:cubicBezTo>
                  <a:cubicBezTo>
                    <a:pt x="3937" y="55924"/>
                    <a:pt x="5279" y="56066"/>
                    <a:pt x="6632" y="56066"/>
                  </a:cubicBezTo>
                  <a:cubicBezTo>
                    <a:pt x="7764" y="56066"/>
                    <a:pt x="8902" y="55967"/>
                    <a:pt x="9886" y="55967"/>
                  </a:cubicBezTo>
                  <a:lnTo>
                    <a:pt x="26646" y="55967"/>
                  </a:lnTo>
                  <a:cubicBezTo>
                    <a:pt x="28451" y="55967"/>
                    <a:pt x="30712" y="56240"/>
                    <a:pt x="32910" y="56240"/>
                  </a:cubicBezTo>
                  <a:cubicBezTo>
                    <a:pt x="34996" y="56240"/>
                    <a:pt x="37026" y="55994"/>
                    <a:pt x="38557" y="55034"/>
                  </a:cubicBezTo>
                  <a:cubicBezTo>
                    <a:pt x="39809" y="54235"/>
                    <a:pt x="40528" y="53409"/>
                    <a:pt x="40901" y="52423"/>
                  </a:cubicBezTo>
                  <a:cubicBezTo>
                    <a:pt x="41354" y="51304"/>
                    <a:pt x="41408" y="49998"/>
                    <a:pt x="41408" y="48372"/>
                  </a:cubicBezTo>
                  <a:lnTo>
                    <a:pt x="41408" y="21140"/>
                  </a:lnTo>
                  <a:cubicBezTo>
                    <a:pt x="41408" y="16557"/>
                    <a:pt x="41461" y="12001"/>
                    <a:pt x="41408" y="7418"/>
                  </a:cubicBezTo>
                  <a:cubicBezTo>
                    <a:pt x="41354" y="4913"/>
                    <a:pt x="40955" y="2808"/>
                    <a:pt x="38690" y="1423"/>
                  </a:cubicBezTo>
                  <a:cubicBezTo>
                    <a:pt x="36723" y="242"/>
                    <a:pt x="34635" y="1"/>
                    <a:pt x="325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8"/>
            <p:cNvSpPr/>
            <p:nvPr/>
          </p:nvSpPr>
          <p:spPr>
            <a:xfrm>
              <a:off x="249328" y="145597"/>
              <a:ext cx="1534571" cy="2129624"/>
            </a:xfrm>
            <a:custGeom>
              <a:avLst/>
              <a:gdLst/>
              <a:ahLst/>
              <a:cxnLst/>
              <a:rect l="l" t="t" r="r" b="b"/>
              <a:pathLst>
                <a:path w="40130" h="55691" extrusionOk="0">
                  <a:moveTo>
                    <a:pt x="39570" y="51267"/>
                  </a:moveTo>
                  <a:cubicBezTo>
                    <a:pt x="39197" y="52226"/>
                    <a:pt x="38504" y="53026"/>
                    <a:pt x="37305" y="53772"/>
                  </a:cubicBezTo>
                  <a:cubicBezTo>
                    <a:pt x="34241" y="55690"/>
                    <a:pt x="29178" y="54704"/>
                    <a:pt x="25767" y="54704"/>
                  </a:cubicBezTo>
                  <a:lnTo>
                    <a:pt x="9540" y="54704"/>
                  </a:lnTo>
                  <a:cubicBezTo>
                    <a:pt x="7462" y="54704"/>
                    <a:pt x="4664" y="55157"/>
                    <a:pt x="2772" y="54038"/>
                  </a:cubicBezTo>
                  <a:cubicBezTo>
                    <a:pt x="1" y="52359"/>
                    <a:pt x="214" y="48496"/>
                    <a:pt x="214" y="45725"/>
                  </a:cubicBezTo>
                  <a:lnTo>
                    <a:pt x="214" y="7888"/>
                  </a:lnTo>
                  <a:lnTo>
                    <a:pt x="214" y="5276"/>
                  </a:lnTo>
                  <a:cubicBezTo>
                    <a:pt x="241" y="2505"/>
                    <a:pt x="3198" y="720"/>
                    <a:pt x="5677" y="667"/>
                  </a:cubicBezTo>
                  <a:cubicBezTo>
                    <a:pt x="7648" y="613"/>
                    <a:pt x="9647" y="667"/>
                    <a:pt x="11619" y="667"/>
                  </a:cubicBezTo>
                  <a:lnTo>
                    <a:pt x="27126" y="667"/>
                  </a:lnTo>
                  <a:cubicBezTo>
                    <a:pt x="30644" y="667"/>
                    <a:pt x="34188" y="0"/>
                    <a:pt x="37412" y="1919"/>
                  </a:cubicBezTo>
                  <a:cubicBezTo>
                    <a:pt x="39623" y="3251"/>
                    <a:pt x="40023" y="5276"/>
                    <a:pt x="40050" y="7728"/>
                  </a:cubicBezTo>
                  <a:cubicBezTo>
                    <a:pt x="40130" y="12151"/>
                    <a:pt x="40050" y="16574"/>
                    <a:pt x="40050" y="20997"/>
                  </a:cubicBezTo>
                  <a:lnTo>
                    <a:pt x="40050" y="47350"/>
                  </a:lnTo>
                  <a:cubicBezTo>
                    <a:pt x="40050" y="48922"/>
                    <a:pt x="40023" y="50201"/>
                    <a:pt x="39570" y="5126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8"/>
            <p:cNvSpPr/>
            <p:nvPr/>
          </p:nvSpPr>
          <p:spPr>
            <a:xfrm>
              <a:off x="2190750" y="2266950"/>
              <a:ext cx="5048400" cy="362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8"/>
            <p:cNvSpPr/>
            <p:nvPr/>
          </p:nvSpPr>
          <p:spPr>
            <a:xfrm>
              <a:off x="223186" y="128538"/>
              <a:ext cx="1585507" cy="2150656"/>
            </a:xfrm>
            <a:custGeom>
              <a:avLst/>
              <a:gdLst/>
              <a:ahLst/>
              <a:cxnLst/>
              <a:rect l="l" t="t" r="r" b="b"/>
              <a:pathLst>
                <a:path w="41462" h="56241" extrusionOk="0">
                  <a:moveTo>
                    <a:pt x="32455" y="1662"/>
                  </a:moveTo>
                  <a:cubicBezTo>
                    <a:pt x="34107" y="1662"/>
                    <a:pt x="36053" y="1796"/>
                    <a:pt x="37811" y="2835"/>
                  </a:cubicBezTo>
                  <a:cubicBezTo>
                    <a:pt x="39197" y="3687"/>
                    <a:pt x="39676" y="4833"/>
                    <a:pt x="39730" y="7418"/>
                  </a:cubicBezTo>
                  <a:cubicBezTo>
                    <a:pt x="39783" y="10482"/>
                    <a:pt x="39756" y="13573"/>
                    <a:pt x="39730" y="16584"/>
                  </a:cubicBezTo>
                  <a:lnTo>
                    <a:pt x="39730" y="21140"/>
                  </a:lnTo>
                  <a:lnTo>
                    <a:pt x="39730" y="30227"/>
                  </a:lnTo>
                  <a:lnTo>
                    <a:pt x="39730" y="48372"/>
                  </a:lnTo>
                  <a:cubicBezTo>
                    <a:pt x="39730" y="49811"/>
                    <a:pt x="39703" y="50957"/>
                    <a:pt x="39357" y="51810"/>
                  </a:cubicBezTo>
                  <a:cubicBezTo>
                    <a:pt x="39144" y="52263"/>
                    <a:pt x="38797" y="52902"/>
                    <a:pt x="37651" y="53622"/>
                  </a:cubicBezTo>
                  <a:cubicBezTo>
                    <a:pt x="36612" y="54288"/>
                    <a:pt x="35093" y="54581"/>
                    <a:pt x="32855" y="54581"/>
                  </a:cubicBezTo>
                  <a:cubicBezTo>
                    <a:pt x="31763" y="54581"/>
                    <a:pt x="30644" y="54501"/>
                    <a:pt x="29524" y="54421"/>
                  </a:cubicBezTo>
                  <a:cubicBezTo>
                    <a:pt x="28485" y="54368"/>
                    <a:pt x="27526" y="54288"/>
                    <a:pt x="26620" y="54288"/>
                  </a:cubicBezTo>
                  <a:lnTo>
                    <a:pt x="9860" y="54288"/>
                  </a:lnTo>
                  <a:cubicBezTo>
                    <a:pt x="9353" y="54288"/>
                    <a:pt x="8821" y="54314"/>
                    <a:pt x="8288" y="54341"/>
                  </a:cubicBezTo>
                  <a:cubicBezTo>
                    <a:pt x="7728" y="54368"/>
                    <a:pt x="7169" y="54394"/>
                    <a:pt x="6609" y="54394"/>
                  </a:cubicBezTo>
                  <a:cubicBezTo>
                    <a:pt x="5756" y="54394"/>
                    <a:pt x="4504" y="54341"/>
                    <a:pt x="3705" y="53862"/>
                  </a:cubicBezTo>
                  <a:cubicBezTo>
                    <a:pt x="1839" y="52742"/>
                    <a:pt x="1839" y="49705"/>
                    <a:pt x="1866" y="47280"/>
                  </a:cubicBezTo>
                  <a:lnTo>
                    <a:pt x="1866" y="7604"/>
                  </a:lnTo>
                  <a:lnTo>
                    <a:pt x="1866" y="6698"/>
                  </a:lnTo>
                  <a:lnTo>
                    <a:pt x="1866" y="4940"/>
                  </a:lnTo>
                  <a:cubicBezTo>
                    <a:pt x="1893" y="2968"/>
                    <a:pt x="4264" y="1822"/>
                    <a:pt x="5890" y="1796"/>
                  </a:cubicBezTo>
                  <a:cubicBezTo>
                    <a:pt x="6502" y="1796"/>
                    <a:pt x="7142" y="1769"/>
                    <a:pt x="7915" y="1769"/>
                  </a:cubicBezTo>
                  <a:lnTo>
                    <a:pt x="28032" y="1769"/>
                  </a:lnTo>
                  <a:cubicBezTo>
                    <a:pt x="28805" y="1769"/>
                    <a:pt x="29578" y="1742"/>
                    <a:pt x="30297" y="1716"/>
                  </a:cubicBezTo>
                  <a:cubicBezTo>
                    <a:pt x="31043" y="1689"/>
                    <a:pt x="31763" y="1662"/>
                    <a:pt x="32455" y="1662"/>
                  </a:cubicBezTo>
                  <a:close/>
                  <a:moveTo>
                    <a:pt x="32483" y="1"/>
                  </a:moveTo>
                  <a:cubicBezTo>
                    <a:pt x="31009" y="1"/>
                    <a:pt x="29516" y="117"/>
                    <a:pt x="28032" y="117"/>
                  </a:cubicBezTo>
                  <a:lnTo>
                    <a:pt x="11991" y="117"/>
                  </a:lnTo>
                  <a:cubicBezTo>
                    <a:pt x="10641" y="117"/>
                    <a:pt x="9268" y="93"/>
                    <a:pt x="7894" y="93"/>
                  </a:cubicBezTo>
                  <a:cubicBezTo>
                    <a:pt x="7207" y="93"/>
                    <a:pt x="6520" y="99"/>
                    <a:pt x="5836" y="117"/>
                  </a:cubicBezTo>
                  <a:cubicBezTo>
                    <a:pt x="3278" y="197"/>
                    <a:pt x="241" y="2035"/>
                    <a:pt x="214" y="4913"/>
                  </a:cubicBezTo>
                  <a:lnTo>
                    <a:pt x="214" y="7604"/>
                  </a:lnTo>
                  <a:lnTo>
                    <a:pt x="214" y="46720"/>
                  </a:lnTo>
                  <a:cubicBezTo>
                    <a:pt x="214" y="49572"/>
                    <a:pt x="1" y="53568"/>
                    <a:pt x="2879" y="55300"/>
                  </a:cubicBezTo>
                  <a:cubicBezTo>
                    <a:pt x="3923" y="55924"/>
                    <a:pt x="5259" y="56066"/>
                    <a:pt x="6608" y="56066"/>
                  </a:cubicBezTo>
                  <a:cubicBezTo>
                    <a:pt x="7738" y="56066"/>
                    <a:pt x="8876" y="55967"/>
                    <a:pt x="9860" y="55967"/>
                  </a:cubicBezTo>
                  <a:lnTo>
                    <a:pt x="26620" y="55967"/>
                  </a:lnTo>
                  <a:cubicBezTo>
                    <a:pt x="28425" y="55967"/>
                    <a:pt x="30686" y="56240"/>
                    <a:pt x="32884" y="56240"/>
                  </a:cubicBezTo>
                  <a:cubicBezTo>
                    <a:pt x="34970" y="56240"/>
                    <a:pt x="37000" y="55994"/>
                    <a:pt x="38531" y="55034"/>
                  </a:cubicBezTo>
                  <a:cubicBezTo>
                    <a:pt x="39783" y="54235"/>
                    <a:pt x="40502" y="53409"/>
                    <a:pt x="40876" y="52423"/>
                  </a:cubicBezTo>
                  <a:cubicBezTo>
                    <a:pt x="41355" y="51304"/>
                    <a:pt x="41382" y="49998"/>
                    <a:pt x="41382" y="48372"/>
                  </a:cubicBezTo>
                  <a:lnTo>
                    <a:pt x="41382" y="21140"/>
                  </a:lnTo>
                  <a:cubicBezTo>
                    <a:pt x="41382" y="16557"/>
                    <a:pt x="41462" y="12001"/>
                    <a:pt x="41382" y="7418"/>
                  </a:cubicBezTo>
                  <a:cubicBezTo>
                    <a:pt x="41355" y="4913"/>
                    <a:pt x="40955" y="2808"/>
                    <a:pt x="38664" y="1423"/>
                  </a:cubicBezTo>
                  <a:cubicBezTo>
                    <a:pt x="36697" y="242"/>
                    <a:pt x="34609" y="1"/>
                    <a:pt x="3248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7" name="Google Shape;267;p8"/>
          <p:cNvSpPr txBox="1">
            <a:spLocks noGrp="1"/>
          </p:cNvSpPr>
          <p:nvPr>
            <p:ph type="title"/>
          </p:nvPr>
        </p:nvSpPr>
        <p:spPr>
          <a:xfrm>
            <a:off x="725100" y="2658850"/>
            <a:ext cx="7717500" cy="1292400"/>
          </a:xfrm>
          <a:prstGeom prst="rect">
            <a:avLst/>
          </a:prstGeom>
        </p:spPr>
        <p:txBody>
          <a:bodyPr spcFirstLastPara="1" wrap="square" lIns="91425" tIns="91425" rIns="91425" bIns="91425" anchor="ctr" anchorCtr="0">
            <a:normAutofit/>
          </a:bodyPr>
          <a:lstStyle>
            <a:lvl1pPr lvl="0" algn="ctr">
              <a:spcBef>
                <a:spcPts val="0"/>
              </a:spcBef>
              <a:spcAft>
                <a:spcPts val="0"/>
              </a:spcAft>
              <a:buClr>
                <a:srgbClr val="FFFFFF"/>
              </a:buClr>
              <a:buSzPts val="4800"/>
              <a:buNone/>
              <a:defRPr sz="8000">
                <a:solidFill>
                  <a:srgbClr val="FFFFFF"/>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68"/>
        <p:cNvGrpSpPr/>
        <p:nvPr/>
      </p:nvGrpSpPr>
      <p:grpSpPr>
        <a:xfrm>
          <a:off x="0" y="0"/>
          <a:ext cx="0" cy="0"/>
          <a:chOff x="0" y="0"/>
          <a:chExt cx="0" cy="0"/>
        </a:xfrm>
      </p:grpSpPr>
      <p:grpSp>
        <p:nvGrpSpPr>
          <p:cNvPr id="269" name="Google Shape;269;p9"/>
          <p:cNvGrpSpPr/>
          <p:nvPr/>
        </p:nvGrpSpPr>
        <p:grpSpPr>
          <a:xfrm flipH="1">
            <a:off x="-895370" y="184902"/>
            <a:ext cx="10639422" cy="5444825"/>
            <a:chOff x="-1180550" y="-1807169"/>
            <a:chExt cx="11966507" cy="6123974"/>
          </a:xfrm>
        </p:grpSpPr>
        <p:sp>
          <p:nvSpPr>
            <p:cNvPr id="270" name="Google Shape;270;p9"/>
            <p:cNvSpPr/>
            <p:nvPr/>
          </p:nvSpPr>
          <p:spPr>
            <a:xfrm>
              <a:off x="1966747" y="-1126310"/>
              <a:ext cx="1673714" cy="797667"/>
            </a:xfrm>
            <a:custGeom>
              <a:avLst/>
              <a:gdLst/>
              <a:ahLst/>
              <a:cxnLst/>
              <a:rect l="l" t="t" r="r" b="b"/>
              <a:pathLst>
                <a:path w="35175" h="16763" extrusionOk="0">
                  <a:moveTo>
                    <a:pt x="18530" y="0"/>
                  </a:moveTo>
                  <a:cubicBezTo>
                    <a:pt x="12680" y="0"/>
                    <a:pt x="7930" y="2866"/>
                    <a:pt x="7930" y="6438"/>
                  </a:cubicBezTo>
                  <a:lnTo>
                    <a:pt x="7930" y="6713"/>
                  </a:lnTo>
                  <a:cubicBezTo>
                    <a:pt x="3337" y="7341"/>
                    <a:pt x="1" y="9265"/>
                    <a:pt x="1" y="11502"/>
                  </a:cubicBezTo>
                  <a:cubicBezTo>
                    <a:pt x="1" y="14289"/>
                    <a:pt x="5025" y="16527"/>
                    <a:pt x="11228" y="16527"/>
                  </a:cubicBezTo>
                  <a:cubicBezTo>
                    <a:pt x="11403" y="16532"/>
                    <a:pt x="11578" y="16534"/>
                    <a:pt x="11753" y="16534"/>
                  </a:cubicBezTo>
                  <a:cubicBezTo>
                    <a:pt x="14360" y="16534"/>
                    <a:pt x="16924" y="15989"/>
                    <a:pt x="19315" y="14996"/>
                  </a:cubicBezTo>
                  <a:cubicBezTo>
                    <a:pt x="20846" y="16056"/>
                    <a:pt x="23515" y="16762"/>
                    <a:pt x="26538" y="16762"/>
                  </a:cubicBezTo>
                  <a:cubicBezTo>
                    <a:pt x="31288" y="16762"/>
                    <a:pt x="35174" y="14996"/>
                    <a:pt x="35174" y="12837"/>
                  </a:cubicBezTo>
                  <a:cubicBezTo>
                    <a:pt x="35174" y="10913"/>
                    <a:pt x="32230" y="9304"/>
                    <a:pt x="28265" y="8950"/>
                  </a:cubicBezTo>
                  <a:cubicBezTo>
                    <a:pt x="28815" y="8205"/>
                    <a:pt x="29129" y="7341"/>
                    <a:pt x="29129" y="6438"/>
                  </a:cubicBezTo>
                  <a:cubicBezTo>
                    <a:pt x="29129" y="2866"/>
                    <a:pt x="24379" y="0"/>
                    <a:pt x="185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9"/>
            <p:cNvSpPr/>
            <p:nvPr/>
          </p:nvSpPr>
          <p:spPr>
            <a:xfrm>
              <a:off x="9112243" y="-328645"/>
              <a:ext cx="1673714" cy="797667"/>
            </a:xfrm>
            <a:custGeom>
              <a:avLst/>
              <a:gdLst/>
              <a:ahLst/>
              <a:cxnLst/>
              <a:rect l="l" t="t" r="r" b="b"/>
              <a:pathLst>
                <a:path w="35175" h="16763" extrusionOk="0">
                  <a:moveTo>
                    <a:pt x="18530" y="0"/>
                  </a:moveTo>
                  <a:cubicBezTo>
                    <a:pt x="12681" y="0"/>
                    <a:pt x="7931" y="2866"/>
                    <a:pt x="7931" y="6399"/>
                  </a:cubicBezTo>
                  <a:lnTo>
                    <a:pt x="7931" y="6713"/>
                  </a:lnTo>
                  <a:cubicBezTo>
                    <a:pt x="3338" y="7341"/>
                    <a:pt x="1" y="9225"/>
                    <a:pt x="1" y="11502"/>
                  </a:cubicBezTo>
                  <a:cubicBezTo>
                    <a:pt x="1" y="14289"/>
                    <a:pt x="5026" y="16527"/>
                    <a:pt x="11228" y="16527"/>
                  </a:cubicBezTo>
                  <a:cubicBezTo>
                    <a:pt x="11328" y="16528"/>
                    <a:pt x="11427" y="16529"/>
                    <a:pt x="11527" y="16529"/>
                  </a:cubicBezTo>
                  <a:cubicBezTo>
                    <a:pt x="14211" y="16529"/>
                    <a:pt x="16854" y="16018"/>
                    <a:pt x="19315" y="14996"/>
                  </a:cubicBezTo>
                  <a:cubicBezTo>
                    <a:pt x="20846" y="16056"/>
                    <a:pt x="23515" y="16762"/>
                    <a:pt x="26499" y="16762"/>
                  </a:cubicBezTo>
                  <a:cubicBezTo>
                    <a:pt x="31288" y="16762"/>
                    <a:pt x="35174" y="14996"/>
                    <a:pt x="35174" y="12837"/>
                  </a:cubicBezTo>
                  <a:cubicBezTo>
                    <a:pt x="35174" y="10913"/>
                    <a:pt x="32230" y="9304"/>
                    <a:pt x="28265" y="8950"/>
                  </a:cubicBezTo>
                  <a:cubicBezTo>
                    <a:pt x="28815" y="8205"/>
                    <a:pt x="29129" y="7341"/>
                    <a:pt x="29129" y="6399"/>
                  </a:cubicBezTo>
                  <a:cubicBezTo>
                    <a:pt x="29129" y="2866"/>
                    <a:pt x="24379" y="0"/>
                    <a:pt x="185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9"/>
            <p:cNvSpPr/>
            <p:nvPr/>
          </p:nvSpPr>
          <p:spPr>
            <a:xfrm>
              <a:off x="5825182" y="-1807169"/>
              <a:ext cx="1673714" cy="797667"/>
            </a:xfrm>
            <a:custGeom>
              <a:avLst/>
              <a:gdLst/>
              <a:ahLst/>
              <a:cxnLst/>
              <a:rect l="l" t="t" r="r" b="b"/>
              <a:pathLst>
                <a:path w="35175" h="16763" extrusionOk="0">
                  <a:moveTo>
                    <a:pt x="16645" y="0"/>
                  </a:moveTo>
                  <a:cubicBezTo>
                    <a:pt x="10796" y="0"/>
                    <a:pt x="6046" y="2866"/>
                    <a:pt x="6046" y="6399"/>
                  </a:cubicBezTo>
                  <a:cubicBezTo>
                    <a:pt x="6046" y="7341"/>
                    <a:pt x="6360" y="8205"/>
                    <a:pt x="6910" y="8951"/>
                  </a:cubicBezTo>
                  <a:cubicBezTo>
                    <a:pt x="2984" y="9304"/>
                    <a:pt x="0" y="10913"/>
                    <a:pt x="40" y="12837"/>
                  </a:cubicBezTo>
                  <a:cubicBezTo>
                    <a:pt x="40" y="14996"/>
                    <a:pt x="3887" y="16763"/>
                    <a:pt x="8676" y="16763"/>
                  </a:cubicBezTo>
                  <a:cubicBezTo>
                    <a:pt x="11660" y="16763"/>
                    <a:pt x="14329" y="16056"/>
                    <a:pt x="15860" y="14996"/>
                  </a:cubicBezTo>
                  <a:cubicBezTo>
                    <a:pt x="18321" y="16018"/>
                    <a:pt x="20964" y="16529"/>
                    <a:pt x="23648" y="16529"/>
                  </a:cubicBezTo>
                  <a:cubicBezTo>
                    <a:pt x="23748" y="16529"/>
                    <a:pt x="23847" y="16528"/>
                    <a:pt x="23947" y="16527"/>
                  </a:cubicBezTo>
                  <a:cubicBezTo>
                    <a:pt x="30149" y="16527"/>
                    <a:pt x="35174" y="14289"/>
                    <a:pt x="35174" y="11502"/>
                  </a:cubicBezTo>
                  <a:cubicBezTo>
                    <a:pt x="35174" y="9225"/>
                    <a:pt x="31837" y="7341"/>
                    <a:pt x="27244" y="6713"/>
                  </a:cubicBezTo>
                  <a:lnTo>
                    <a:pt x="27244" y="6399"/>
                  </a:lnTo>
                  <a:cubicBezTo>
                    <a:pt x="27244" y="2866"/>
                    <a:pt x="22534" y="0"/>
                    <a:pt x="166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9"/>
            <p:cNvSpPr/>
            <p:nvPr/>
          </p:nvSpPr>
          <p:spPr>
            <a:xfrm>
              <a:off x="6924471" y="920560"/>
              <a:ext cx="1283300" cy="554936"/>
            </a:xfrm>
            <a:custGeom>
              <a:avLst/>
              <a:gdLst/>
              <a:ahLst/>
              <a:cxnLst/>
              <a:rect l="l" t="t" r="r" b="b"/>
              <a:pathLst>
                <a:path w="26970" h="11662" extrusionOk="0">
                  <a:moveTo>
                    <a:pt x="10639" y="0"/>
                  </a:moveTo>
                  <a:cubicBezTo>
                    <a:pt x="7655" y="0"/>
                    <a:pt x="5221" y="1257"/>
                    <a:pt x="5221" y="2827"/>
                  </a:cubicBezTo>
                  <a:cubicBezTo>
                    <a:pt x="5221" y="2905"/>
                    <a:pt x="5221" y="2945"/>
                    <a:pt x="5221" y="3023"/>
                  </a:cubicBezTo>
                  <a:cubicBezTo>
                    <a:pt x="2199" y="3573"/>
                    <a:pt x="0" y="5222"/>
                    <a:pt x="0" y="7224"/>
                  </a:cubicBezTo>
                  <a:cubicBezTo>
                    <a:pt x="0" y="9697"/>
                    <a:pt x="3259" y="11660"/>
                    <a:pt x="7263" y="11660"/>
                  </a:cubicBezTo>
                  <a:cubicBezTo>
                    <a:pt x="7328" y="11661"/>
                    <a:pt x="7394" y="11662"/>
                    <a:pt x="7460" y="11662"/>
                  </a:cubicBezTo>
                  <a:cubicBezTo>
                    <a:pt x="9354" y="11662"/>
                    <a:pt x="11204" y="11115"/>
                    <a:pt x="12798" y="10129"/>
                  </a:cubicBezTo>
                  <a:cubicBezTo>
                    <a:pt x="14172" y="11031"/>
                    <a:pt x="16527" y="11660"/>
                    <a:pt x="19236" y="11660"/>
                  </a:cubicBezTo>
                  <a:cubicBezTo>
                    <a:pt x="23476" y="11660"/>
                    <a:pt x="26930" y="10089"/>
                    <a:pt x="26930" y="8205"/>
                  </a:cubicBezTo>
                  <a:cubicBezTo>
                    <a:pt x="26969" y="6831"/>
                    <a:pt x="25242" y="5653"/>
                    <a:pt x="22730" y="5104"/>
                  </a:cubicBezTo>
                  <a:cubicBezTo>
                    <a:pt x="22730" y="4986"/>
                    <a:pt x="22769" y="4907"/>
                    <a:pt x="22769" y="4790"/>
                  </a:cubicBezTo>
                  <a:cubicBezTo>
                    <a:pt x="22769" y="3455"/>
                    <a:pt x="20257" y="2395"/>
                    <a:pt x="17155" y="2395"/>
                  </a:cubicBezTo>
                  <a:cubicBezTo>
                    <a:pt x="16763" y="2395"/>
                    <a:pt x="16409" y="2395"/>
                    <a:pt x="16056" y="2434"/>
                  </a:cubicBezTo>
                  <a:cubicBezTo>
                    <a:pt x="15664" y="1060"/>
                    <a:pt x="13426" y="0"/>
                    <a:pt x="106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9"/>
            <p:cNvSpPr/>
            <p:nvPr/>
          </p:nvSpPr>
          <p:spPr>
            <a:xfrm>
              <a:off x="-376905" y="-1533167"/>
              <a:ext cx="1453312" cy="627789"/>
            </a:xfrm>
            <a:custGeom>
              <a:avLst/>
              <a:gdLst/>
              <a:ahLst/>
              <a:cxnLst/>
              <a:rect l="l" t="t" r="r" b="b"/>
              <a:pathLst>
                <a:path w="30543" h="13193" extrusionOk="0">
                  <a:moveTo>
                    <a:pt x="18490" y="1"/>
                  </a:moveTo>
                  <a:cubicBezTo>
                    <a:pt x="15389" y="1"/>
                    <a:pt x="12838" y="1179"/>
                    <a:pt x="12406" y="2749"/>
                  </a:cubicBezTo>
                  <a:cubicBezTo>
                    <a:pt x="12013" y="2710"/>
                    <a:pt x="11581" y="2710"/>
                    <a:pt x="11150" y="2710"/>
                  </a:cubicBezTo>
                  <a:cubicBezTo>
                    <a:pt x="7616" y="2710"/>
                    <a:pt x="4790" y="3927"/>
                    <a:pt x="4790" y="5418"/>
                  </a:cubicBezTo>
                  <a:cubicBezTo>
                    <a:pt x="4790" y="5536"/>
                    <a:pt x="4790" y="5654"/>
                    <a:pt x="4829" y="5772"/>
                  </a:cubicBezTo>
                  <a:cubicBezTo>
                    <a:pt x="1964" y="6400"/>
                    <a:pt x="1" y="7734"/>
                    <a:pt x="1" y="9265"/>
                  </a:cubicBezTo>
                  <a:cubicBezTo>
                    <a:pt x="1" y="11425"/>
                    <a:pt x="3926" y="13191"/>
                    <a:pt x="8755" y="13191"/>
                  </a:cubicBezTo>
                  <a:cubicBezTo>
                    <a:pt x="11817" y="13191"/>
                    <a:pt x="14486" y="12484"/>
                    <a:pt x="16057" y="11425"/>
                  </a:cubicBezTo>
                  <a:cubicBezTo>
                    <a:pt x="17844" y="12603"/>
                    <a:pt x="19963" y="13193"/>
                    <a:pt x="22092" y="13193"/>
                  </a:cubicBezTo>
                  <a:cubicBezTo>
                    <a:pt x="22161" y="13193"/>
                    <a:pt x="22230" y="13192"/>
                    <a:pt x="22298" y="13191"/>
                  </a:cubicBezTo>
                  <a:cubicBezTo>
                    <a:pt x="26852" y="13191"/>
                    <a:pt x="30542" y="10953"/>
                    <a:pt x="30542" y="8206"/>
                  </a:cubicBezTo>
                  <a:cubicBezTo>
                    <a:pt x="30542" y="5929"/>
                    <a:pt x="28108" y="4005"/>
                    <a:pt x="24654" y="3416"/>
                  </a:cubicBezTo>
                  <a:cubicBezTo>
                    <a:pt x="24654" y="3338"/>
                    <a:pt x="24654" y="3259"/>
                    <a:pt x="24654" y="3220"/>
                  </a:cubicBezTo>
                  <a:cubicBezTo>
                    <a:pt x="24654" y="1414"/>
                    <a:pt x="21906" y="1"/>
                    <a:pt x="184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9"/>
            <p:cNvSpPr/>
            <p:nvPr/>
          </p:nvSpPr>
          <p:spPr>
            <a:xfrm>
              <a:off x="-1180550" y="1440279"/>
              <a:ext cx="2567552" cy="2854196"/>
            </a:xfrm>
            <a:custGeom>
              <a:avLst/>
              <a:gdLst/>
              <a:ahLst/>
              <a:cxnLst/>
              <a:rect l="l" t="t" r="r" b="b"/>
              <a:pathLst>
                <a:path w="53960" h="59981" extrusionOk="0">
                  <a:moveTo>
                    <a:pt x="24850" y="0"/>
                  </a:moveTo>
                  <a:cubicBezTo>
                    <a:pt x="22889" y="0"/>
                    <a:pt x="20509" y="388"/>
                    <a:pt x="17628" y="1370"/>
                  </a:cubicBezTo>
                  <a:cubicBezTo>
                    <a:pt x="8560" y="4472"/>
                    <a:pt x="6244" y="11459"/>
                    <a:pt x="12760" y="12166"/>
                  </a:cubicBezTo>
                  <a:cubicBezTo>
                    <a:pt x="12760" y="12166"/>
                    <a:pt x="2514" y="13344"/>
                    <a:pt x="2514" y="20056"/>
                  </a:cubicBezTo>
                  <a:cubicBezTo>
                    <a:pt x="2514" y="23375"/>
                    <a:pt x="4704" y="24218"/>
                    <a:pt x="6932" y="24218"/>
                  </a:cubicBezTo>
                  <a:cubicBezTo>
                    <a:pt x="8673" y="24218"/>
                    <a:pt x="10438" y="23703"/>
                    <a:pt x="11196" y="23450"/>
                  </a:cubicBezTo>
                  <a:lnTo>
                    <a:pt x="11196" y="23450"/>
                  </a:lnTo>
                  <a:cubicBezTo>
                    <a:pt x="9167" y="24198"/>
                    <a:pt x="0" y="28018"/>
                    <a:pt x="4870" y="34463"/>
                  </a:cubicBezTo>
                  <a:cubicBezTo>
                    <a:pt x="4870" y="34463"/>
                    <a:pt x="7192" y="36328"/>
                    <a:pt x="10083" y="36328"/>
                  </a:cubicBezTo>
                  <a:cubicBezTo>
                    <a:pt x="11749" y="36328"/>
                    <a:pt x="13604" y="35709"/>
                    <a:pt x="15312" y="33757"/>
                  </a:cubicBezTo>
                  <a:lnTo>
                    <a:pt x="15312" y="33757"/>
                  </a:lnTo>
                  <a:cubicBezTo>
                    <a:pt x="15311" y="33757"/>
                    <a:pt x="12171" y="37683"/>
                    <a:pt x="15665" y="39331"/>
                  </a:cubicBezTo>
                  <a:cubicBezTo>
                    <a:pt x="16190" y="39582"/>
                    <a:pt x="16704" y="39684"/>
                    <a:pt x="17206" y="39684"/>
                  </a:cubicBezTo>
                  <a:cubicBezTo>
                    <a:pt x="19510" y="39684"/>
                    <a:pt x="21576" y="37525"/>
                    <a:pt x="23366" y="37525"/>
                  </a:cubicBezTo>
                  <a:cubicBezTo>
                    <a:pt x="23757" y="37525"/>
                    <a:pt x="24134" y="37628"/>
                    <a:pt x="24498" y="37879"/>
                  </a:cubicBezTo>
                  <a:cubicBezTo>
                    <a:pt x="24498" y="37879"/>
                    <a:pt x="29130" y="43492"/>
                    <a:pt x="26343" y="59980"/>
                  </a:cubicBezTo>
                  <a:lnTo>
                    <a:pt x="31446" y="59980"/>
                  </a:lnTo>
                  <a:cubicBezTo>
                    <a:pt x="31446" y="59980"/>
                    <a:pt x="27246" y="40980"/>
                    <a:pt x="33880" y="36897"/>
                  </a:cubicBezTo>
                  <a:cubicBezTo>
                    <a:pt x="33880" y="36897"/>
                    <a:pt x="34448" y="36568"/>
                    <a:pt x="35278" y="36568"/>
                  </a:cubicBezTo>
                  <a:cubicBezTo>
                    <a:pt x="36095" y="36568"/>
                    <a:pt x="37166" y="36887"/>
                    <a:pt x="38198" y="38154"/>
                  </a:cubicBezTo>
                  <a:cubicBezTo>
                    <a:pt x="38764" y="38848"/>
                    <a:pt x="39760" y="39176"/>
                    <a:pt x="40905" y="39176"/>
                  </a:cubicBezTo>
                  <a:cubicBezTo>
                    <a:pt x="43970" y="39176"/>
                    <a:pt x="48105" y="36826"/>
                    <a:pt x="47934" y="32854"/>
                  </a:cubicBezTo>
                  <a:cubicBezTo>
                    <a:pt x="47799" y="29765"/>
                    <a:pt x="46414" y="29101"/>
                    <a:pt x="45248" y="29101"/>
                  </a:cubicBezTo>
                  <a:cubicBezTo>
                    <a:pt x="45160" y="29101"/>
                    <a:pt x="45073" y="29105"/>
                    <a:pt x="44989" y="29111"/>
                  </a:cubicBezTo>
                  <a:lnTo>
                    <a:pt x="44989" y="29111"/>
                  </a:lnTo>
                  <a:cubicBezTo>
                    <a:pt x="47808" y="28235"/>
                    <a:pt x="53959" y="25627"/>
                    <a:pt x="53626" y="19625"/>
                  </a:cubicBezTo>
                  <a:cubicBezTo>
                    <a:pt x="53389" y="15718"/>
                    <a:pt x="50803" y="14747"/>
                    <a:pt x="48288" y="14747"/>
                  </a:cubicBezTo>
                  <a:cubicBezTo>
                    <a:pt x="45799" y="14747"/>
                    <a:pt x="43380" y="15699"/>
                    <a:pt x="43380" y="15699"/>
                  </a:cubicBezTo>
                  <a:cubicBezTo>
                    <a:pt x="43380" y="15699"/>
                    <a:pt x="51506" y="12087"/>
                    <a:pt x="48051" y="8711"/>
                  </a:cubicBezTo>
                  <a:cubicBezTo>
                    <a:pt x="47008" y="7703"/>
                    <a:pt x="45895" y="7350"/>
                    <a:pt x="44846" y="7350"/>
                  </a:cubicBezTo>
                  <a:cubicBezTo>
                    <a:pt x="42446" y="7350"/>
                    <a:pt x="40385" y="9203"/>
                    <a:pt x="40283" y="9296"/>
                  </a:cubicBezTo>
                  <a:lnTo>
                    <a:pt x="40283" y="9296"/>
                  </a:lnTo>
                  <a:cubicBezTo>
                    <a:pt x="40425" y="9166"/>
                    <a:pt x="44297" y="5576"/>
                    <a:pt x="42948" y="3726"/>
                  </a:cubicBezTo>
                  <a:cubicBezTo>
                    <a:pt x="42507" y="3151"/>
                    <a:pt x="41617" y="2911"/>
                    <a:pt x="40543" y="2911"/>
                  </a:cubicBezTo>
                  <a:cubicBezTo>
                    <a:pt x="38173" y="2911"/>
                    <a:pt x="34914" y="4078"/>
                    <a:pt x="33644" y="5375"/>
                  </a:cubicBezTo>
                  <a:cubicBezTo>
                    <a:pt x="33644" y="5344"/>
                    <a:pt x="32134" y="0"/>
                    <a:pt x="248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9"/>
            <p:cNvSpPr/>
            <p:nvPr/>
          </p:nvSpPr>
          <p:spPr>
            <a:xfrm>
              <a:off x="2641278" y="1131893"/>
              <a:ext cx="1739093" cy="2295833"/>
            </a:xfrm>
            <a:custGeom>
              <a:avLst/>
              <a:gdLst/>
              <a:ahLst/>
              <a:cxnLst/>
              <a:rect l="l" t="t" r="r" b="b"/>
              <a:pathLst>
                <a:path w="36549" h="48247" extrusionOk="0">
                  <a:moveTo>
                    <a:pt x="18255" y="0"/>
                  </a:moveTo>
                  <a:cubicBezTo>
                    <a:pt x="11739" y="0"/>
                    <a:pt x="6478" y="3415"/>
                    <a:pt x="6478" y="7577"/>
                  </a:cubicBezTo>
                  <a:cubicBezTo>
                    <a:pt x="6478" y="8008"/>
                    <a:pt x="6517" y="8401"/>
                    <a:pt x="6635" y="8794"/>
                  </a:cubicBezTo>
                  <a:cubicBezTo>
                    <a:pt x="4437" y="9893"/>
                    <a:pt x="3024" y="11620"/>
                    <a:pt x="3024" y="13504"/>
                  </a:cubicBezTo>
                  <a:cubicBezTo>
                    <a:pt x="3024" y="14996"/>
                    <a:pt x="3887" y="16370"/>
                    <a:pt x="5261" y="17391"/>
                  </a:cubicBezTo>
                  <a:cubicBezTo>
                    <a:pt x="3063" y="18490"/>
                    <a:pt x="1610" y="20217"/>
                    <a:pt x="1610" y="22141"/>
                  </a:cubicBezTo>
                  <a:cubicBezTo>
                    <a:pt x="1610" y="23868"/>
                    <a:pt x="2749" y="25399"/>
                    <a:pt x="4555" y="26459"/>
                  </a:cubicBezTo>
                  <a:cubicBezTo>
                    <a:pt x="2631" y="27558"/>
                    <a:pt x="1414" y="29168"/>
                    <a:pt x="1414" y="30934"/>
                  </a:cubicBezTo>
                  <a:cubicBezTo>
                    <a:pt x="1414" y="32426"/>
                    <a:pt x="2239" y="33800"/>
                    <a:pt x="3652" y="34820"/>
                  </a:cubicBezTo>
                  <a:cubicBezTo>
                    <a:pt x="1414" y="35920"/>
                    <a:pt x="1" y="37647"/>
                    <a:pt x="1" y="39570"/>
                  </a:cubicBezTo>
                  <a:cubicBezTo>
                    <a:pt x="1" y="42829"/>
                    <a:pt x="4123" y="45498"/>
                    <a:pt x="9226" y="45498"/>
                  </a:cubicBezTo>
                  <a:cubicBezTo>
                    <a:pt x="9501" y="45498"/>
                    <a:pt x="9815" y="45498"/>
                    <a:pt x="10129" y="45459"/>
                  </a:cubicBezTo>
                  <a:cubicBezTo>
                    <a:pt x="11621" y="47108"/>
                    <a:pt x="14683" y="48246"/>
                    <a:pt x="18255" y="48246"/>
                  </a:cubicBezTo>
                  <a:cubicBezTo>
                    <a:pt x="21827" y="48246"/>
                    <a:pt x="24929" y="47108"/>
                    <a:pt x="26420" y="45459"/>
                  </a:cubicBezTo>
                  <a:cubicBezTo>
                    <a:pt x="26695" y="45459"/>
                    <a:pt x="27009" y="45498"/>
                    <a:pt x="27323" y="45498"/>
                  </a:cubicBezTo>
                  <a:cubicBezTo>
                    <a:pt x="32387" y="45498"/>
                    <a:pt x="36548" y="42829"/>
                    <a:pt x="36548" y="39570"/>
                  </a:cubicBezTo>
                  <a:cubicBezTo>
                    <a:pt x="36509" y="37647"/>
                    <a:pt x="35096" y="35920"/>
                    <a:pt x="32858" y="34820"/>
                  </a:cubicBezTo>
                  <a:cubicBezTo>
                    <a:pt x="34272" y="33800"/>
                    <a:pt x="35096" y="32426"/>
                    <a:pt x="35096" y="30934"/>
                  </a:cubicBezTo>
                  <a:cubicBezTo>
                    <a:pt x="35096" y="29168"/>
                    <a:pt x="33879" y="27558"/>
                    <a:pt x="31955" y="26459"/>
                  </a:cubicBezTo>
                  <a:cubicBezTo>
                    <a:pt x="33761" y="25399"/>
                    <a:pt x="34900" y="23868"/>
                    <a:pt x="34900" y="22141"/>
                  </a:cubicBezTo>
                  <a:cubicBezTo>
                    <a:pt x="34900" y="20217"/>
                    <a:pt x="33447" y="18490"/>
                    <a:pt x="31249" y="17391"/>
                  </a:cubicBezTo>
                  <a:cubicBezTo>
                    <a:pt x="32623" y="16370"/>
                    <a:pt x="33486" y="14996"/>
                    <a:pt x="33486" y="13504"/>
                  </a:cubicBezTo>
                  <a:cubicBezTo>
                    <a:pt x="33486" y="11620"/>
                    <a:pt x="32073" y="9893"/>
                    <a:pt x="29875" y="8794"/>
                  </a:cubicBezTo>
                  <a:cubicBezTo>
                    <a:pt x="29993" y="8401"/>
                    <a:pt x="30032" y="8008"/>
                    <a:pt x="30032" y="7577"/>
                  </a:cubicBezTo>
                  <a:cubicBezTo>
                    <a:pt x="30032" y="3415"/>
                    <a:pt x="24772" y="0"/>
                    <a:pt x="18255" y="0"/>
                  </a:cubicBezTo>
                  <a:close/>
                </a:path>
              </a:pathLst>
            </a:custGeom>
            <a:solidFill>
              <a:srgbClr val="82A6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9"/>
            <p:cNvSpPr/>
            <p:nvPr/>
          </p:nvSpPr>
          <p:spPr>
            <a:xfrm>
              <a:off x="3414646" y="3326715"/>
              <a:ext cx="188665" cy="971400"/>
            </a:xfrm>
            <a:custGeom>
              <a:avLst/>
              <a:gdLst/>
              <a:ahLst/>
              <a:cxnLst/>
              <a:rect l="l" t="t" r="r" b="b"/>
              <a:pathLst>
                <a:path w="3965" h="20414" extrusionOk="0">
                  <a:moveTo>
                    <a:pt x="0" y="0"/>
                  </a:moveTo>
                  <a:lnTo>
                    <a:pt x="0" y="20414"/>
                  </a:lnTo>
                  <a:lnTo>
                    <a:pt x="3965" y="20414"/>
                  </a:lnTo>
                  <a:lnTo>
                    <a:pt x="3965" y="0"/>
                  </a:lnTo>
                  <a:close/>
                </a:path>
              </a:pathLst>
            </a:custGeom>
            <a:solidFill>
              <a:srgbClr val="708C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9"/>
            <p:cNvSpPr/>
            <p:nvPr/>
          </p:nvSpPr>
          <p:spPr>
            <a:xfrm>
              <a:off x="3452950" y="1660018"/>
              <a:ext cx="2372226" cy="2634448"/>
            </a:xfrm>
            <a:custGeom>
              <a:avLst/>
              <a:gdLst/>
              <a:ahLst/>
              <a:cxnLst/>
              <a:rect l="l" t="t" r="r" b="b"/>
              <a:pathLst>
                <a:path w="49855" h="55363" extrusionOk="0">
                  <a:moveTo>
                    <a:pt x="22979" y="0"/>
                  </a:moveTo>
                  <a:cubicBezTo>
                    <a:pt x="21167" y="0"/>
                    <a:pt x="18970" y="358"/>
                    <a:pt x="16311" y="1267"/>
                  </a:cubicBezTo>
                  <a:cubicBezTo>
                    <a:pt x="7949" y="4093"/>
                    <a:pt x="5790" y="10571"/>
                    <a:pt x="11796" y="11199"/>
                  </a:cubicBezTo>
                  <a:cubicBezTo>
                    <a:pt x="11796" y="11199"/>
                    <a:pt x="2375" y="12298"/>
                    <a:pt x="2375" y="18500"/>
                  </a:cubicBezTo>
                  <a:cubicBezTo>
                    <a:pt x="2375" y="21544"/>
                    <a:pt x="4379" y="22319"/>
                    <a:pt x="6420" y="22319"/>
                  </a:cubicBezTo>
                  <a:cubicBezTo>
                    <a:pt x="8029" y="22319"/>
                    <a:pt x="9662" y="21837"/>
                    <a:pt x="10354" y="21605"/>
                  </a:cubicBezTo>
                  <a:lnTo>
                    <a:pt x="10354" y="21605"/>
                  </a:lnTo>
                  <a:cubicBezTo>
                    <a:pt x="8506" y="22289"/>
                    <a:pt x="1" y="25840"/>
                    <a:pt x="4495" y="31808"/>
                  </a:cubicBezTo>
                  <a:cubicBezTo>
                    <a:pt x="4495" y="31808"/>
                    <a:pt x="6651" y="33537"/>
                    <a:pt x="9332" y="33537"/>
                  </a:cubicBezTo>
                  <a:cubicBezTo>
                    <a:pt x="10869" y="33537"/>
                    <a:pt x="12578" y="32968"/>
                    <a:pt x="14152" y="31180"/>
                  </a:cubicBezTo>
                  <a:lnTo>
                    <a:pt x="14152" y="31180"/>
                  </a:lnTo>
                  <a:cubicBezTo>
                    <a:pt x="14151" y="31181"/>
                    <a:pt x="11247" y="34792"/>
                    <a:pt x="14466" y="36323"/>
                  </a:cubicBezTo>
                  <a:cubicBezTo>
                    <a:pt x="14949" y="36547"/>
                    <a:pt x="15420" y="36639"/>
                    <a:pt x="15880" y="36639"/>
                  </a:cubicBezTo>
                  <a:cubicBezTo>
                    <a:pt x="18026" y="36639"/>
                    <a:pt x="19922" y="34633"/>
                    <a:pt x="21568" y="34633"/>
                  </a:cubicBezTo>
                  <a:cubicBezTo>
                    <a:pt x="21921" y="34633"/>
                    <a:pt x="22262" y="34725"/>
                    <a:pt x="22592" y="34949"/>
                  </a:cubicBezTo>
                  <a:cubicBezTo>
                    <a:pt x="22592" y="34949"/>
                    <a:pt x="26871" y="40170"/>
                    <a:pt x="24319" y="55362"/>
                  </a:cubicBezTo>
                  <a:lnTo>
                    <a:pt x="29069" y="55362"/>
                  </a:lnTo>
                  <a:cubicBezTo>
                    <a:pt x="29069" y="55362"/>
                    <a:pt x="25183" y="37854"/>
                    <a:pt x="31307" y="34085"/>
                  </a:cubicBezTo>
                  <a:cubicBezTo>
                    <a:pt x="31307" y="34085"/>
                    <a:pt x="31834" y="33771"/>
                    <a:pt x="32605" y="33771"/>
                  </a:cubicBezTo>
                  <a:cubicBezTo>
                    <a:pt x="33351" y="33771"/>
                    <a:pt x="34325" y="34065"/>
                    <a:pt x="35271" y="35224"/>
                  </a:cubicBezTo>
                  <a:cubicBezTo>
                    <a:pt x="35792" y="35861"/>
                    <a:pt x="36708" y="36162"/>
                    <a:pt x="37761" y="36162"/>
                  </a:cubicBezTo>
                  <a:cubicBezTo>
                    <a:pt x="40597" y="36162"/>
                    <a:pt x="44433" y="33980"/>
                    <a:pt x="44261" y="30317"/>
                  </a:cubicBezTo>
                  <a:cubicBezTo>
                    <a:pt x="44149" y="27477"/>
                    <a:pt x="42879" y="26866"/>
                    <a:pt x="41806" y="26866"/>
                  </a:cubicBezTo>
                  <a:cubicBezTo>
                    <a:pt x="41725" y="26866"/>
                    <a:pt x="41646" y="26869"/>
                    <a:pt x="41568" y="26876"/>
                  </a:cubicBezTo>
                  <a:lnTo>
                    <a:pt x="41568" y="26876"/>
                  </a:lnTo>
                  <a:cubicBezTo>
                    <a:pt x="44176" y="26065"/>
                    <a:pt x="49855" y="23654"/>
                    <a:pt x="49521" y="18108"/>
                  </a:cubicBezTo>
                  <a:cubicBezTo>
                    <a:pt x="49304" y="14486"/>
                    <a:pt x="46911" y="13588"/>
                    <a:pt x="44592" y="13588"/>
                  </a:cubicBezTo>
                  <a:cubicBezTo>
                    <a:pt x="42310" y="13588"/>
                    <a:pt x="40100" y="14457"/>
                    <a:pt x="40100" y="14457"/>
                  </a:cubicBezTo>
                  <a:cubicBezTo>
                    <a:pt x="40100" y="14457"/>
                    <a:pt x="47598" y="11159"/>
                    <a:pt x="44379" y="8058"/>
                  </a:cubicBezTo>
                  <a:cubicBezTo>
                    <a:pt x="43412" y="7127"/>
                    <a:pt x="42381" y="6801"/>
                    <a:pt x="41412" y="6801"/>
                  </a:cubicBezTo>
                  <a:cubicBezTo>
                    <a:pt x="39173" y="6801"/>
                    <a:pt x="37264" y="8542"/>
                    <a:pt x="37235" y="8568"/>
                  </a:cubicBezTo>
                  <a:lnTo>
                    <a:pt x="37235" y="8568"/>
                  </a:lnTo>
                  <a:cubicBezTo>
                    <a:pt x="37275" y="8531"/>
                    <a:pt x="40956" y="5144"/>
                    <a:pt x="39668" y="3426"/>
                  </a:cubicBezTo>
                  <a:cubicBezTo>
                    <a:pt x="39279" y="2903"/>
                    <a:pt x="38471" y="2685"/>
                    <a:pt x="37491" y="2685"/>
                  </a:cubicBezTo>
                  <a:cubicBezTo>
                    <a:pt x="35310" y="2685"/>
                    <a:pt x="32275" y="3765"/>
                    <a:pt x="31110" y="4957"/>
                  </a:cubicBezTo>
                  <a:cubicBezTo>
                    <a:pt x="31110" y="4926"/>
                    <a:pt x="29698" y="0"/>
                    <a:pt x="229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9"/>
            <p:cNvSpPr/>
            <p:nvPr/>
          </p:nvSpPr>
          <p:spPr>
            <a:xfrm>
              <a:off x="5183548" y="3625585"/>
              <a:ext cx="194327" cy="691220"/>
            </a:xfrm>
            <a:custGeom>
              <a:avLst/>
              <a:gdLst/>
              <a:ahLst/>
              <a:cxnLst/>
              <a:rect l="l" t="t" r="r" b="b"/>
              <a:pathLst>
                <a:path w="4084" h="14526" extrusionOk="0">
                  <a:moveTo>
                    <a:pt x="1" y="0"/>
                  </a:moveTo>
                  <a:lnTo>
                    <a:pt x="1" y="14525"/>
                  </a:lnTo>
                  <a:lnTo>
                    <a:pt x="4083" y="14525"/>
                  </a:lnTo>
                  <a:lnTo>
                    <a:pt x="4083" y="0"/>
                  </a:lnTo>
                  <a:close/>
                </a:path>
              </a:pathLst>
            </a:custGeom>
            <a:solidFill>
              <a:srgbClr val="82A6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9"/>
            <p:cNvSpPr/>
            <p:nvPr/>
          </p:nvSpPr>
          <p:spPr>
            <a:xfrm>
              <a:off x="4341136" y="1752044"/>
              <a:ext cx="1881031" cy="2138517"/>
            </a:xfrm>
            <a:custGeom>
              <a:avLst/>
              <a:gdLst/>
              <a:ahLst/>
              <a:cxnLst/>
              <a:rect l="l" t="t" r="r" b="b"/>
              <a:pathLst>
                <a:path w="39532" h="44941" extrusionOk="0">
                  <a:moveTo>
                    <a:pt x="19510" y="0"/>
                  </a:moveTo>
                  <a:cubicBezTo>
                    <a:pt x="19510" y="13975"/>
                    <a:pt x="10560" y="20178"/>
                    <a:pt x="4201" y="21356"/>
                  </a:cubicBezTo>
                  <a:cubicBezTo>
                    <a:pt x="4874" y="21560"/>
                    <a:pt x="5558" y="21647"/>
                    <a:pt x="6235" y="21647"/>
                  </a:cubicBezTo>
                  <a:cubicBezTo>
                    <a:pt x="9974" y="21647"/>
                    <a:pt x="13465" y="19000"/>
                    <a:pt x="13465" y="19000"/>
                  </a:cubicBezTo>
                  <a:lnTo>
                    <a:pt x="13465" y="19040"/>
                  </a:lnTo>
                  <a:cubicBezTo>
                    <a:pt x="11110" y="22102"/>
                    <a:pt x="7694" y="24182"/>
                    <a:pt x="3886" y="24810"/>
                  </a:cubicBezTo>
                  <a:cubicBezTo>
                    <a:pt x="3886" y="24810"/>
                    <a:pt x="5143" y="25553"/>
                    <a:pt x="7418" y="25553"/>
                  </a:cubicBezTo>
                  <a:cubicBezTo>
                    <a:pt x="8409" y="25553"/>
                    <a:pt x="9594" y="25412"/>
                    <a:pt x="10953" y="25006"/>
                  </a:cubicBezTo>
                  <a:lnTo>
                    <a:pt x="10953" y="25006"/>
                  </a:lnTo>
                  <a:cubicBezTo>
                    <a:pt x="8676" y="28343"/>
                    <a:pt x="5574" y="30973"/>
                    <a:pt x="1924" y="32661"/>
                  </a:cubicBezTo>
                  <a:cubicBezTo>
                    <a:pt x="1962" y="32700"/>
                    <a:pt x="2102" y="32717"/>
                    <a:pt x="2320" y="32717"/>
                  </a:cubicBezTo>
                  <a:cubicBezTo>
                    <a:pt x="3668" y="32717"/>
                    <a:pt x="8017" y="32042"/>
                    <a:pt x="10010" y="31366"/>
                  </a:cubicBezTo>
                  <a:lnTo>
                    <a:pt x="10010" y="31366"/>
                  </a:lnTo>
                  <a:cubicBezTo>
                    <a:pt x="8597" y="34232"/>
                    <a:pt x="5260" y="39178"/>
                    <a:pt x="0" y="39845"/>
                  </a:cubicBezTo>
                  <a:cubicBezTo>
                    <a:pt x="0" y="39845"/>
                    <a:pt x="1511" y="40159"/>
                    <a:pt x="3602" y="40159"/>
                  </a:cubicBezTo>
                  <a:cubicBezTo>
                    <a:pt x="5692" y="40159"/>
                    <a:pt x="8362" y="39845"/>
                    <a:pt x="10678" y="38589"/>
                  </a:cubicBezTo>
                  <a:lnTo>
                    <a:pt x="10678" y="38589"/>
                  </a:lnTo>
                  <a:cubicBezTo>
                    <a:pt x="10364" y="39374"/>
                    <a:pt x="7262" y="43889"/>
                    <a:pt x="4201" y="44831"/>
                  </a:cubicBezTo>
                  <a:cubicBezTo>
                    <a:pt x="5130" y="44881"/>
                    <a:pt x="6003" y="44904"/>
                    <a:pt x="6824" y="44904"/>
                  </a:cubicBezTo>
                  <a:cubicBezTo>
                    <a:pt x="18314" y="44904"/>
                    <a:pt x="19510" y="40356"/>
                    <a:pt x="19510" y="40356"/>
                  </a:cubicBezTo>
                  <a:cubicBezTo>
                    <a:pt x="19510" y="40356"/>
                    <a:pt x="20298" y="44941"/>
                    <a:pt x="32995" y="44941"/>
                  </a:cubicBezTo>
                  <a:cubicBezTo>
                    <a:pt x="33590" y="44941"/>
                    <a:pt x="34211" y="44930"/>
                    <a:pt x="34860" y="44909"/>
                  </a:cubicBezTo>
                  <a:cubicBezTo>
                    <a:pt x="34860" y="44909"/>
                    <a:pt x="27990" y="41141"/>
                    <a:pt x="27990" y="38864"/>
                  </a:cubicBezTo>
                  <a:lnTo>
                    <a:pt x="27990" y="38864"/>
                  </a:lnTo>
                  <a:cubicBezTo>
                    <a:pt x="30500" y="40438"/>
                    <a:pt x="33243" y="40849"/>
                    <a:pt x="35425" y="40849"/>
                  </a:cubicBezTo>
                  <a:cubicBezTo>
                    <a:pt x="37815" y="40849"/>
                    <a:pt x="39531" y="40356"/>
                    <a:pt x="39531" y="40356"/>
                  </a:cubicBezTo>
                  <a:cubicBezTo>
                    <a:pt x="34271" y="39649"/>
                    <a:pt x="30463" y="34389"/>
                    <a:pt x="29050" y="31523"/>
                  </a:cubicBezTo>
                  <a:lnTo>
                    <a:pt x="29050" y="31523"/>
                  </a:lnTo>
                  <a:cubicBezTo>
                    <a:pt x="30795" y="32125"/>
                    <a:pt x="34616" y="33142"/>
                    <a:pt x="36305" y="33142"/>
                  </a:cubicBezTo>
                  <a:cubicBezTo>
                    <a:pt x="36820" y="33142"/>
                    <a:pt x="37136" y="33048"/>
                    <a:pt x="37136" y="32818"/>
                  </a:cubicBezTo>
                  <a:cubicBezTo>
                    <a:pt x="32190" y="30188"/>
                    <a:pt x="29364" y="27283"/>
                    <a:pt x="27754" y="24849"/>
                  </a:cubicBezTo>
                  <a:lnTo>
                    <a:pt x="27754" y="24849"/>
                  </a:lnTo>
                  <a:cubicBezTo>
                    <a:pt x="29390" y="25399"/>
                    <a:pt x="30794" y="25582"/>
                    <a:pt x="31940" y="25582"/>
                  </a:cubicBezTo>
                  <a:cubicBezTo>
                    <a:pt x="34231" y="25582"/>
                    <a:pt x="35488" y="24849"/>
                    <a:pt x="35488" y="24849"/>
                  </a:cubicBezTo>
                  <a:cubicBezTo>
                    <a:pt x="32151" y="24261"/>
                    <a:pt x="29128" y="22612"/>
                    <a:pt x="26812" y="20139"/>
                  </a:cubicBezTo>
                  <a:lnTo>
                    <a:pt x="26812" y="20139"/>
                  </a:lnTo>
                  <a:cubicBezTo>
                    <a:pt x="28739" y="21492"/>
                    <a:pt x="30806" y="21838"/>
                    <a:pt x="32363" y="21838"/>
                  </a:cubicBezTo>
                  <a:cubicBezTo>
                    <a:pt x="33787" y="21838"/>
                    <a:pt x="34785" y="21548"/>
                    <a:pt x="34860" y="21473"/>
                  </a:cubicBezTo>
                  <a:cubicBezTo>
                    <a:pt x="30698" y="21473"/>
                    <a:pt x="19510" y="14093"/>
                    <a:pt x="19510" y="79"/>
                  </a:cubicBezTo>
                  <a:lnTo>
                    <a:pt x="195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9"/>
            <p:cNvSpPr/>
            <p:nvPr/>
          </p:nvSpPr>
          <p:spPr>
            <a:xfrm>
              <a:off x="1834363" y="3511623"/>
              <a:ext cx="222305" cy="784629"/>
            </a:xfrm>
            <a:custGeom>
              <a:avLst/>
              <a:gdLst/>
              <a:ahLst/>
              <a:cxnLst/>
              <a:rect l="l" t="t" r="r" b="b"/>
              <a:pathLst>
                <a:path w="4672" h="16489" extrusionOk="0">
                  <a:moveTo>
                    <a:pt x="0" y="1"/>
                  </a:moveTo>
                  <a:lnTo>
                    <a:pt x="0" y="16488"/>
                  </a:lnTo>
                  <a:lnTo>
                    <a:pt x="4672" y="16488"/>
                  </a:lnTo>
                  <a:lnTo>
                    <a:pt x="46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9"/>
            <p:cNvSpPr/>
            <p:nvPr/>
          </p:nvSpPr>
          <p:spPr>
            <a:xfrm>
              <a:off x="876087" y="1329886"/>
              <a:ext cx="2140689" cy="2485793"/>
            </a:xfrm>
            <a:custGeom>
              <a:avLst/>
              <a:gdLst/>
              <a:ahLst/>
              <a:cxnLst/>
              <a:rect l="l" t="t" r="r" b="b"/>
              <a:pathLst>
                <a:path w="44989" h="52239" extrusionOk="0">
                  <a:moveTo>
                    <a:pt x="22220" y="0"/>
                  </a:moveTo>
                  <a:cubicBezTo>
                    <a:pt x="22220" y="15938"/>
                    <a:pt x="12053" y="24025"/>
                    <a:pt x="4751" y="25399"/>
                  </a:cubicBezTo>
                  <a:cubicBezTo>
                    <a:pt x="5509" y="25624"/>
                    <a:pt x="6279" y="25720"/>
                    <a:pt x="7040" y="25720"/>
                  </a:cubicBezTo>
                  <a:cubicBezTo>
                    <a:pt x="11330" y="25720"/>
                    <a:pt x="15350" y="22690"/>
                    <a:pt x="15350" y="22690"/>
                  </a:cubicBezTo>
                  <a:lnTo>
                    <a:pt x="15350" y="22730"/>
                  </a:lnTo>
                  <a:cubicBezTo>
                    <a:pt x="12681" y="26223"/>
                    <a:pt x="8755" y="28579"/>
                    <a:pt x="4398" y="29325"/>
                  </a:cubicBezTo>
                  <a:cubicBezTo>
                    <a:pt x="4398" y="29325"/>
                    <a:pt x="5834" y="30167"/>
                    <a:pt x="8438" y="30167"/>
                  </a:cubicBezTo>
                  <a:cubicBezTo>
                    <a:pt x="9563" y="30167"/>
                    <a:pt x="10906" y="30010"/>
                    <a:pt x="12445" y="29560"/>
                  </a:cubicBezTo>
                  <a:lnTo>
                    <a:pt x="12445" y="29560"/>
                  </a:lnTo>
                  <a:cubicBezTo>
                    <a:pt x="9893" y="33329"/>
                    <a:pt x="6321" y="36312"/>
                    <a:pt x="2199" y="38275"/>
                  </a:cubicBezTo>
                  <a:cubicBezTo>
                    <a:pt x="2233" y="38309"/>
                    <a:pt x="2361" y="38325"/>
                    <a:pt x="2562" y="38325"/>
                  </a:cubicBezTo>
                  <a:cubicBezTo>
                    <a:pt x="3980" y="38325"/>
                    <a:pt x="9082" y="37535"/>
                    <a:pt x="11385" y="36744"/>
                  </a:cubicBezTo>
                  <a:lnTo>
                    <a:pt x="11385" y="36744"/>
                  </a:lnTo>
                  <a:cubicBezTo>
                    <a:pt x="9815" y="40042"/>
                    <a:pt x="5968" y="45655"/>
                    <a:pt x="1" y="46440"/>
                  </a:cubicBezTo>
                  <a:cubicBezTo>
                    <a:pt x="1" y="46440"/>
                    <a:pt x="1672" y="46784"/>
                    <a:pt x="3996" y="46784"/>
                  </a:cubicBezTo>
                  <a:cubicBezTo>
                    <a:pt x="6385" y="46784"/>
                    <a:pt x="9465" y="46421"/>
                    <a:pt x="12131" y="44949"/>
                  </a:cubicBezTo>
                  <a:lnTo>
                    <a:pt x="12131" y="44949"/>
                  </a:lnTo>
                  <a:cubicBezTo>
                    <a:pt x="11817" y="45852"/>
                    <a:pt x="8284" y="51033"/>
                    <a:pt x="4790" y="52093"/>
                  </a:cubicBezTo>
                  <a:cubicBezTo>
                    <a:pt x="5860" y="52152"/>
                    <a:pt x="6866" y="52179"/>
                    <a:pt x="7810" y="52179"/>
                  </a:cubicBezTo>
                  <a:cubicBezTo>
                    <a:pt x="20860" y="52179"/>
                    <a:pt x="22259" y="46990"/>
                    <a:pt x="22259" y="46990"/>
                  </a:cubicBezTo>
                  <a:cubicBezTo>
                    <a:pt x="22259" y="46990"/>
                    <a:pt x="23164" y="52239"/>
                    <a:pt x="37835" y="52239"/>
                  </a:cubicBezTo>
                  <a:cubicBezTo>
                    <a:pt x="38442" y="52239"/>
                    <a:pt x="39073" y="52230"/>
                    <a:pt x="39728" y="52211"/>
                  </a:cubicBezTo>
                  <a:cubicBezTo>
                    <a:pt x="39728" y="52211"/>
                    <a:pt x="31916" y="47893"/>
                    <a:pt x="31916" y="45302"/>
                  </a:cubicBezTo>
                  <a:lnTo>
                    <a:pt x="31916" y="45302"/>
                  </a:lnTo>
                  <a:cubicBezTo>
                    <a:pt x="34712" y="47054"/>
                    <a:pt x="37799" y="47514"/>
                    <a:pt x="40271" y="47514"/>
                  </a:cubicBezTo>
                  <a:cubicBezTo>
                    <a:pt x="43006" y="47514"/>
                    <a:pt x="44988" y="46951"/>
                    <a:pt x="44988" y="46951"/>
                  </a:cubicBezTo>
                  <a:cubicBezTo>
                    <a:pt x="38982" y="46166"/>
                    <a:pt x="34664" y="40159"/>
                    <a:pt x="33055" y="36901"/>
                  </a:cubicBezTo>
                  <a:lnTo>
                    <a:pt x="33055" y="36901"/>
                  </a:lnTo>
                  <a:cubicBezTo>
                    <a:pt x="35053" y="37567"/>
                    <a:pt x="39435" y="38748"/>
                    <a:pt x="41334" y="38748"/>
                  </a:cubicBezTo>
                  <a:cubicBezTo>
                    <a:pt x="41896" y="38748"/>
                    <a:pt x="42241" y="38644"/>
                    <a:pt x="42241" y="38393"/>
                  </a:cubicBezTo>
                  <a:cubicBezTo>
                    <a:pt x="36627" y="35370"/>
                    <a:pt x="33408" y="32073"/>
                    <a:pt x="31563" y="29325"/>
                  </a:cubicBezTo>
                  <a:lnTo>
                    <a:pt x="31563" y="29325"/>
                  </a:lnTo>
                  <a:cubicBezTo>
                    <a:pt x="33421" y="29953"/>
                    <a:pt x="35022" y="30162"/>
                    <a:pt x="36330" y="30162"/>
                  </a:cubicBezTo>
                  <a:cubicBezTo>
                    <a:pt x="38947" y="30162"/>
                    <a:pt x="40395" y="29325"/>
                    <a:pt x="40395" y="29325"/>
                  </a:cubicBezTo>
                  <a:cubicBezTo>
                    <a:pt x="36627" y="28697"/>
                    <a:pt x="33172" y="26812"/>
                    <a:pt x="30542" y="23986"/>
                  </a:cubicBezTo>
                  <a:lnTo>
                    <a:pt x="30542" y="23986"/>
                  </a:lnTo>
                  <a:cubicBezTo>
                    <a:pt x="32739" y="25526"/>
                    <a:pt x="35097" y="25917"/>
                    <a:pt x="36870" y="25917"/>
                  </a:cubicBezTo>
                  <a:cubicBezTo>
                    <a:pt x="38485" y="25917"/>
                    <a:pt x="39614" y="25592"/>
                    <a:pt x="39689" y="25517"/>
                  </a:cubicBezTo>
                  <a:cubicBezTo>
                    <a:pt x="34939" y="25517"/>
                    <a:pt x="22220" y="16056"/>
                    <a:pt x="22220" y="118"/>
                  </a:cubicBezTo>
                  <a:lnTo>
                    <a:pt x="22220" y="0"/>
                  </a:lnTo>
                  <a:close/>
                </a:path>
              </a:pathLst>
            </a:custGeom>
            <a:solidFill>
              <a:srgbClr val="82A6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9"/>
            <p:cNvSpPr/>
            <p:nvPr/>
          </p:nvSpPr>
          <p:spPr>
            <a:xfrm>
              <a:off x="1801721" y="1864246"/>
              <a:ext cx="2187177" cy="2430214"/>
            </a:xfrm>
            <a:custGeom>
              <a:avLst/>
              <a:gdLst/>
              <a:ahLst/>
              <a:cxnLst/>
              <a:rect l="l" t="t" r="r" b="b"/>
              <a:pathLst>
                <a:path w="45966" h="51071" extrusionOk="0">
                  <a:moveTo>
                    <a:pt x="21184" y="0"/>
                  </a:moveTo>
                  <a:cubicBezTo>
                    <a:pt x="19510" y="0"/>
                    <a:pt x="17477" y="332"/>
                    <a:pt x="15015" y="1175"/>
                  </a:cubicBezTo>
                  <a:cubicBezTo>
                    <a:pt x="7321" y="3805"/>
                    <a:pt x="5319" y="9772"/>
                    <a:pt x="10854" y="10361"/>
                  </a:cubicBezTo>
                  <a:cubicBezTo>
                    <a:pt x="10854" y="10361"/>
                    <a:pt x="2178" y="11343"/>
                    <a:pt x="2178" y="17074"/>
                  </a:cubicBezTo>
                  <a:cubicBezTo>
                    <a:pt x="2178" y="19911"/>
                    <a:pt x="4038" y="20632"/>
                    <a:pt x="5929" y="20632"/>
                  </a:cubicBezTo>
                  <a:cubicBezTo>
                    <a:pt x="7411" y="20632"/>
                    <a:pt x="8913" y="20189"/>
                    <a:pt x="9552" y="19975"/>
                  </a:cubicBezTo>
                  <a:lnTo>
                    <a:pt x="9552" y="19975"/>
                  </a:lnTo>
                  <a:cubicBezTo>
                    <a:pt x="7841" y="20609"/>
                    <a:pt x="0" y="23887"/>
                    <a:pt x="4141" y="29361"/>
                  </a:cubicBezTo>
                  <a:cubicBezTo>
                    <a:pt x="4141" y="29361"/>
                    <a:pt x="6135" y="30944"/>
                    <a:pt x="8606" y="30944"/>
                  </a:cubicBezTo>
                  <a:cubicBezTo>
                    <a:pt x="10026" y="30944"/>
                    <a:pt x="11605" y="30421"/>
                    <a:pt x="13052" y="28772"/>
                  </a:cubicBezTo>
                  <a:lnTo>
                    <a:pt x="13052" y="28772"/>
                  </a:lnTo>
                  <a:cubicBezTo>
                    <a:pt x="13051" y="28773"/>
                    <a:pt x="10383" y="32109"/>
                    <a:pt x="13327" y="33483"/>
                  </a:cubicBezTo>
                  <a:cubicBezTo>
                    <a:pt x="13783" y="33699"/>
                    <a:pt x="14228" y="33788"/>
                    <a:pt x="14662" y="33788"/>
                  </a:cubicBezTo>
                  <a:cubicBezTo>
                    <a:pt x="16633" y="33788"/>
                    <a:pt x="18378" y="31962"/>
                    <a:pt x="19895" y="31962"/>
                  </a:cubicBezTo>
                  <a:cubicBezTo>
                    <a:pt x="20229" y="31962"/>
                    <a:pt x="20552" y="32050"/>
                    <a:pt x="20864" y="32266"/>
                  </a:cubicBezTo>
                  <a:cubicBezTo>
                    <a:pt x="20864" y="32266"/>
                    <a:pt x="24790" y="37056"/>
                    <a:pt x="22434" y="51070"/>
                  </a:cubicBezTo>
                  <a:lnTo>
                    <a:pt x="26792" y="51070"/>
                  </a:lnTo>
                  <a:cubicBezTo>
                    <a:pt x="26792" y="51070"/>
                    <a:pt x="23219" y="34936"/>
                    <a:pt x="28833" y="31442"/>
                  </a:cubicBezTo>
                  <a:cubicBezTo>
                    <a:pt x="28833" y="31442"/>
                    <a:pt x="29313" y="31162"/>
                    <a:pt x="30020" y="31162"/>
                  </a:cubicBezTo>
                  <a:cubicBezTo>
                    <a:pt x="30714" y="31162"/>
                    <a:pt x="31628" y="31432"/>
                    <a:pt x="32523" y="32502"/>
                  </a:cubicBezTo>
                  <a:cubicBezTo>
                    <a:pt x="33003" y="33099"/>
                    <a:pt x="33849" y="33381"/>
                    <a:pt x="34822" y="33381"/>
                  </a:cubicBezTo>
                  <a:cubicBezTo>
                    <a:pt x="37428" y="33381"/>
                    <a:pt x="40949" y="31361"/>
                    <a:pt x="40806" y="27987"/>
                  </a:cubicBezTo>
                  <a:cubicBezTo>
                    <a:pt x="40695" y="25353"/>
                    <a:pt x="39548" y="24778"/>
                    <a:pt x="38569" y="24778"/>
                  </a:cubicBezTo>
                  <a:cubicBezTo>
                    <a:pt x="38510" y="24778"/>
                    <a:pt x="38451" y="24780"/>
                    <a:pt x="38393" y="24784"/>
                  </a:cubicBezTo>
                  <a:lnTo>
                    <a:pt x="38393" y="24784"/>
                  </a:lnTo>
                  <a:cubicBezTo>
                    <a:pt x="40825" y="24010"/>
                    <a:pt x="45965" y="21767"/>
                    <a:pt x="45635" y="16721"/>
                  </a:cubicBezTo>
                  <a:cubicBezTo>
                    <a:pt x="45437" y="13374"/>
                    <a:pt x="43230" y="12545"/>
                    <a:pt x="41093" y="12545"/>
                  </a:cubicBezTo>
                  <a:cubicBezTo>
                    <a:pt x="38993" y="12545"/>
                    <a:pt x="36959" y="13345"/>
                    <a:pt x="36959" y="13345"/>
                  </a:cubicBezTo>
                  <a:cubicBezTo>
                    <a:pt x="36959" y="13345"/>
                    <a:pt x="43868" y="10283"/>
                    <a:pt x="40924" y="7417"/>
                  </a:cubicBezTo>
                  <a:cubicBezTo>
                    <a:pt x="40028" y="6556"/>
                    <a:pt x="39071" y="6255"/>
                    <a:pt x="38171" y="6255"/>
                  </a:cubicBezTo>
                  <a:cubicBezTo>
                    <a:pt x="36095" y="6255"/>
                    <a:pt x="34322" y="7859"/>
                    <a:pt x="34290" y="7888"/>
                  </a:cubicBezTo>
                  <a:lnTo>
                    <a:pt x="34290" y="7888"/>
                  </a:lnTo>
                  <a:cubicBezTo>
                    <a:pt x="34334" y="7848"/>
                    <a:pt x="37737" y="4737"/>
                    <a:pt x="36566" y="3138"/>
                  </a:cubicBezTo>
                  <a:cubicBezTo>
                    <a:pt x="36200" y="2649"/>
                    <a:pt x="35449" y="2446"/>
                    <a:pt x="34541" y="2446"/>
                  </a:cubicBezTo>
                  <a:cubicBezTo>
                    <a:pt x="32530" y="2446"/>
                    <a:pt x="29746" y="3443"/>
                    <a:pt x="28637" y="4551"/>
                  </a:cubicBezTo>
                  <a:lnTo>
                    <a:pt x="28637" y="4551"/>
                  </a:lnTo>
                  <a:cubicBezTo>
                    <a:pt x="28654" y="4504"/>
                    <a:pt x="27352" y="0"/>
                    <a:pt x="21184" y="0"/>
                  </a:cubicBezTo>
                  <a:close/>
                </a:path>
              </a:pathLst>
            </a:custGeom>
            <a:solidFill>
              <a:srgbClr val="9ABC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9"/>
            <p:cNvSpPr/>
            <p:nvPr/>
          </p:nvSpPr>
          <p:spPr>
            <a:xfrm>
              <a:off x="155060" y="1438233"/>
              <a:ext cx="1572840" cy="2071661"/>
            </a:xfrm>
            <a:custGeom>
              <a:avLst/>
              <a:gdLst/>
              <a:ahLst/>
              <a:cxnLst/>
              <a:rect l="l" t="t" r="r" b="b"/>
              <a:pathLst>
                <a:path w="33055" h="43536" extrusionOk="0">
                  <a:moveTo>
                    <a:pt x="16528" y="0"/>
                  </a:moveTo>
                  <a:cubicBezTo>
                    <a:pt x="10639" y="0"/>
                    <a:pt x="5889" y="3062"/>
                    <a:pt x="5889" y="6831"/>
                  </a:cubicBezTo>
                  <a:cubicBezTo>
                    <a:pt x="5889" y="7223"/>
                    <a:pt x="5929" y="7577"/>
                    <a:pt x="6046" y="7930"/>
                  </a:cubicBezTo>
                  <a:cubicBezTo>
                    <a:pt x="4084" y="8911"/>
                    <a:pt x="2749" y="10442"/>
                    <a:pt x="2749" y="12209"/>
                  </a:cubicBezTo>
                  <a:cubicBezTo>
                    <a:pt x="2749" y="13544"/>
                    <a:pt x="3534" y="14761"/>
                    <a:pt x="4790" y="15703"/>
                  </a:cubicBezTo>
                  <a:cubicBezTo>
                    <a:pt x="2788" y="16684"/>
                    <a:pt x="1493" y="18215"/>
                    <a:pt x="1493" y="19982"/>
                  </a:cubicBezTo>
                  <a:cubicBezTo>
                    <a:pt x="1493" y="21513"/>
                    <a:pt x="2513" y="22926"/>
                    <a:pt x="4123" y="23907"/>
                  </a:cubicBezTo>
                  <a:cubicBezTo>
                    <a:pt x="2396" y="24889"/>
                    <a:pt x="1296" y="26341"/>
                    <a:pt x="1296" y="27951"/>
                  </a:cubicBezTo>
                  <a:cubicBezTo>
                    <a:pt x="1296" y="29285"/>
                    <a:pt x="2042" y="30502"/>
                    <a:pt x="3338" y="31444"/>
                  </a:cubicBezTo>
                  <a:cubicBezTo>
                    <a:pt x="1296" y="32426"/>
                    <a:pt x="1" y="33957"/>
                    <a:pt x="1" y="35723"/>
                  </a:cubicBezTo>
                  <a:cubicBezTo>
                    <a:pt x="1" y="38668"/>
                    <a:pt x="3730" y="41062"/>
                    <a:pt x="8363" y="41062"/>
                  </a:cubicBezTo>
                  <a:cubicBezTo>
                    <a:pt x="8637" y="41062"/>
                    <a:pt x="8912" y="41062"/>
                    <a:pt x="9148" y="41023"/>
                  </a:cubicBezTo>
                  <a:cubicBezTo>
                    <a:pt x="10522" y="42515"/>
                    <a:pt x="13309" y="43535"/>
                    <a:pt x="16528" y="43535"/>
                  </a:cubicBezTo>
                  <a:cubicBezTo>
                    <a:pt x="19747" y="43535"/>
                    <a:pt x="22534" y="42515"/>
                    <a:pt x="23869" y="41023"/>
                  </a:cubicBezTo>
                  <a:cubicBezTo>
                    <a:pt x="24144" y="41023"/>
                    <a:pt x="24418" y="41062"/>
                    <a:pt x="24693" y="41062"/>
                  </a:cubicBezTo>
                  <a:cubicBezTo>
                    <a:pt x="29286" y="41062"/>
                    <a:pt x="33055" y="38668"/>
                    <a:pt x="33055" y="35723"/>
                  </a:cubicBezTo>
                  <a:cubicBezTo>
                    <a:pt x="33015" y="33957"/>
                    <a:pt x="31720" y="32426"/>
                    <a:pt x="29718" y="31444"/>
                  </a:cubicBezTo>
                  <a:cubicBezTo>
                    <a:pt x="30974" y="30502"/>
                    <a:pt x="31720" y="29246"/>
                    <a:pt x="31720" y="27911"/>
                  </a:cubicBezTo>
                  <a:cubicBezTo>
                    <a:pt x="31720" y="26302"/>
                    <a:pt x="30621" y="24889"/>
                    <a:pt x="28894" y="23907"/>
                  </a:cubicBezTo>
                  <a:cubicBezTo>
                    <a:pt x="30503" y="22926"/>
                    <a:pt x="31524" y="21513"/>
                    <a:pt x="31524" y="19982"/>
                  </a:cubicBezTo>
                  <a:cubicBezTo>
                    <a:pt x="31524" y="18215"/>
                    <a:pt x="30228" y="16684"/>
                    <a:pt x="28226" y="15703"/>
                  </a:cubicBezTo>
                  <a:cubicBezTo>
                    <a:pt x="29482" y="14761"/>
                    <a:pt x="30268" y="13544"/>
                    <a:pt x="30268" y="12170"/>
                  </a:cubicBezTo>
                  <a:cubicBezTo>
                    <a:pt x="30268" y="10442"/>
                    <a:pt x="28972" y="8911"/>
                    <a:pt x="27009" y="7930"/>
                  </a:cubicBezTo>
                  <a:cubicBezTo>
                    <a:pt x="27088" y="7577"/>
                    <a:pt x="27127" y="7184"/>
                    <a:pt x="27127" y="6831"/>
                  </a:cubicBezTo>
                  <a:cubicBezTo>
                    <a:pt x="27127" y="3062"/>
                    <a:pt x="22377" y="0"/>
                    <a:pt x="165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9"/>
            <p:cNvSpPr/>
            <p:nvPr/>
          </p:nvSpPr>
          <p:spPr>
            <a:xfrm>
              <a:off x="855579" y="3418218"/>
              <a:ext cx="170012" cy="878038"/>
            </a:xfrm>
            <a:custGeom>
              <a:avLst/>
              <a:gdLst/>
              <a:ahLst/>
              <a:cxnLst/>
              <a:rect l="l" t="t" r="r" b="b"/>
              <a:pathLst>
                <a:path w="3573" h="18452" extrusionOk="0">
                  <a:moveTo>
                    <a:pt x="0" y="1"/>
                  </a:moveTo>
                  <a:lnTo>
                    <a:pt x="0" y="18451"/>
                  </a:lnTo>
                  <a:lnTo>
                    <a:pt x="3572" y="18451"/>
                  </a:lnTo>
                  <a:lnTo>
                    <a:pt x="3572" y="1"/>
                  </a:lnTo>
                  <a:close/>
                </a:path>
              </a:pathLst>
            </a:custGeom>
            <a:solidFill>
              <a:srgbClr val="9ABC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6" name="Google Shape;286;p9"/>
          <p:cNvSpPr txBox="1">
            <a:spLocks noGrp="1"/>
          </p:cNvSpPr>
          <p:nvPr>
            <p:ph type="title"/>
          </p:nvPr>
        </p:nvSpPr>
        <p:spPr>
          <a:xfrm>
            <a:off x="4772082" y="1215250"/>
            <a:ext cx="2573100" cy="14211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600"/>
              <a:buNone/>
              <a:defRPr sz="5940">
                <a:solidFill>
                  <a:srgbClr val="FFFFFF"/>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87" name="Google Shape;287;p9"/>
          <p:cNvSpPr txBox="1">
            <a:spLocks noGrp="1"/>
          </p:cNvSpPr>
          <p:nvPr>
            <p:ph type="title" idx="2" hasCustomPrompt="1"/>
          </p:nvPr>
        </p:nvSpPr>
        <p:spPr>
          <a:xfrm>
            <a:off x="1415232" y="1861200"/>
            <a:ext cx="1895400" cy="14211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6000"/>
              <a:buNone/>
              <a:defRPr sz="9000">
                <a:solidFill>
                  <a:srgbClr val="FFFFFF"/>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88" name="Google Shape;288;p9"/>
          <p:cNvSpPr txBox="1">
            <a:spLocks noGrp="1"/>
          </p:cNvSpPr>
          <p:nvPr>
            <p:ph type="subTitle" idx="1"/>
          </p:nvPr>
        </p:nvSpPr>
        <p:spPr>
          <a:xfrm>
            <a:off x="4629882" y="3501850"/>
            <a:ext cx="2857500" cy="6891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1800"/>
              <a:buNone/>
              <a:defRPr sz="1800">
                <a:solidFill>
                  <a:srgbClr val="FFFFFF"/>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91"/>
        <p:cNvGrpSpPr/>
        <p:nvPr/>
      </p:nvGrpSpPr>
      <p:grpSpPr>
        <a:xfrm>
          <a:off x="0" y="0"/>
          <a:ext cx="0" cy="0"/>
          <a:chOff x="0" y="0"/>
          <a:chExt cx="0" cy="0"/>
        </a:xfrm>
      </p:grpSpPr>
      <p:sp>
        <p:nvSpPr>
          <p:cNvPr id="292" name="Google Shape;292;p11"/>
          <p:cNvSpPr txBox="1">
            <a:spLocks noGrp="1"/>
          </p:cNvSpPr>
          <p:nvPr>
            <p:ph type="title" hasCustomPrompt="1"/>
          </p:nvPr>
        </p:nvSpPr>
        <p:spPr>
          <a:xfrm>
            <a:off x="2805000" y="1258525"/>
            <a:ext cx="56259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5000">
                <a:solidFill>
                  <a:schemeClr val="accent4"/>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93" name="Google Shape;293;p11"/>
          <p:cNvSpPr txBox="1">
            <a:spLocks noGrp="1"/>
          </p:cNvSpPr>
          <p:nvPr>
            <p:ph type="subTitle" idx="1"/>
          </p:nvPr>
        </p:nvSpPr>
        <p:spPr>
          <a:xfrm>
            <a:off x="3394200" y="3107875"/>
            <a:ext cx="4447500" cy="12351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294" name="Google Shape;294;p11"/>
          <p:cNvSpPr/>
          <p:nvPr/>
        </p:nvSpPr>
        <p:spPr>
          <a:xfrm>
            <a:off x="4360604" y="-327472"/>
            <a:ext cx="1488078" cy="709201"/>
          </a:xfrm>
          <a:custGeom>
            <a:avLst/>
            <a:gdLst/>
            <a:ahLst/>
            <a:cxnLst/>
            <a:rect l="l" t="t" r="r" b="b"/>
            <a:pathLst>
              <a:path w="35175" h="16763" extrusionOk="0">
                <a:moveTo>
                  <a:pt x="18530" y="0"/>
                </a:moveTo>
                <a:cubicBezTo>
                  <a:pt x="12680" y="0"/>
                  <a:pt x="7930" y="2866"/>
                  <a:pt x="7930" y="6438"/>
                </a:cubicBezTo>
                <a:lnTo>
                  <a:pt x="7930" y="6713"/>
                </a:lnTo>
                <a:cubicBezTo>
                  <a:pt x="3337" y="7341"/>
                  <a:pt x="1" y="9265"/>
                  <a:pt x="1" y="11502"/>
                </a:cubicBezTo>
                <a:cubicBezTo>
                  <a:pt x="1" y="14289"/>
                  <a:pt x="5025" y="16527"/>
                  <a:pt x="11228" y="16527"/>
                </a:cubicBezTo>
                <a:cubicBezTo>
                  <a:pt x="11403" y="16532"/>
                  <a:pt x="11578" y="16534"/>
                  <a:pt x="11753" y="16534"/>
                </a:cubicBezTo>
                <a:cubicBezTo>
                  <a:pt x="14360" y="16534"/>
                  <a:pt x="16924" y="15989"/>
                  <a:pt x="19315" y="14996"/>
                </a:cubicBezTo>
                <a:cubicBezTo>
                  <a:pt x="20846" y="16056"/>
                  <a:pt x="23515" y="16762"/>
                  <a:pt x="26538" y="16762"/>
                </a:cubicBezTo>
                <a:cubicBezTo>
                  <a:pt x="31288" y="16762"/>
                  <a:pt x="35174" y="14996"/>
                  <a:pt x="35174" y="12837"/>
                </a:cubicBezTo>
                <a:cubicBezTo>
                  <a:pt x="35174" y="10913"/>
                  <a:pt x="32230" y="9304"/>
                  <a:pt x="28265" y="8950"/>
                </a:cubicBezTo>
                <a:cubicBezTo>
                  <a:pt x="28815" y="8205"/>
                  <a:pt x="29129" y="7341"/>
                  <a:pt x="29129" y="6438"/>
                </a:cubicBezTo>
                <a:cubicBezTo>
                  <a:pt x="29129" y="2866"/>
                  <a:pt x="24379" y="0"/>
                  <a:pt x="185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1"/>
          <p:cNvSpPr/>
          <p:nvPr/>
        </p:nvSpPr>
        <p:spPr>
          <a:xfrm>
            <a:off x="7929627" y="478083"/>
            <a:ext cx="1488078" cy="709201"/>
          </a:xfrm>
          <a:custGeom>
            <a:avLst/>
            <a:gdLst/>
            <a:ahLst/>
            <a:cxnLst/>
            <a:rect l="l" t="t" r="r" b="b"/>
            <a:pathLst>
              <a:path w="35175" h="16763" extrusionOk="0">
                <a:moveTo>
                  <a:pt x="18530" y="0"/>
                </a:moveTo>
                <a:cubicBezTo>
                  <a:pt x="12681" y="0"/>
                  <a:pt x="7931" y="2866"/>
                  <a:pt x="7931" y="6399"/>
                </a:cubicBezTo>
                <a:lnTo>
                  <a:pt x="7931" y="6713"/>
                </a:lnTo>
                <a:cubicBezTo>
                  <a:pt x="3338" y="7341"/>
                  <a:pt x="1" y="9225"/>
                  <a:pt x="1" y="11502"/>
                </a:cubicBezTo>
                <a:cubicBezTo>
                  <a:pt x="1" y="14289"/>
                  <a:pt x="5026" y="16527"/>
                  <a:pt x="11228" y="16527"/>
                </a:cubicBezTo>
                <a:cubicBezTo>
                  <a:pt x="11328" y="16528"/>
                  <a:pt x="11427" y="16529"/>
                  <a:pt x="11527" y="16529"/>
                </a:cubicBezTo>
                <a:cubicBezTo>
                  <a:pt x="14211" y="16529"/>
                  <a:pt x="16854" y="16018"/>
                  <a:pt x="19315" y="14996"/>
                </a:cubicBezTo>
                <a:cubicBezTo>
                  <a:pt x="20846" y="16056"/>
                  <a:pt x="23515" y="16762"/>
                  <a:pt x="26499" y="16762"/>
                </a:cubicBezTo>
                <a:cubicBezTo>
                  <a:pt x="31288" y="16762"/>
                  <a:pt x="35174" y="14996"/>
                  <a:pt x="35174" y="12837"/>
                </a:cubicBezTo>
                <a:cubicBezTo>
                  <a:pt x="35174" y="10913"/>
                  <a:pt x="32230" y="9304"/>
                  <a:pt x="28265" y="8950"/>
                </a:cubicBezTo>
                <a:cubicBezTo>
                  <a:pt x="28815" y="8205"/>
                  <a:pt x="29129" y="7341"/>
                  <a:pt x="29129" y="6399"/>
                </a:cubicBezTo>
                <a:cubicBezTo>
                  <a:pt x="29129" y="2866"/>
                  <a:pt x="24379" y="0"/>
                  <a:pt x="185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1"/>
          <p:cNvSpPr/>
          <p:nvPr/>
        </p:nvSpPr>
        <p:spPr>
          <a:xfrm>
            <a:off x="452929" y="17801"/>
            <a:ext cx="1140966" cy="493390"/>
          </a:xfrm>
          <a:custGeom>
            <a:avLst/>
            <a:gdLst/>
            <a:ahLst/>
            <a:cxnLst/>
            <a:rect l="l" t="t" r="r" b="b"/>
            <a:pathLst>
              <a:path w="26970" h="11662" extrusionOk="0">
                <a:moveTo>
                  <a:pt x="10639" y="0"/>
                </a:moveTo>
                <a:cubicBezTo>
                  <a:pt x="7655" y="0"/>
                  <a:pt x="5221" y="1257"/>
                  <a:pt x="5221" y="2827"/>
                </a:cubicBezTo>
                <a:cubicBezTo>
                  <a:pt x="5221" y="2905"/>
                  <a:pt x="5221" y="2945"/>
                  <a:pt x="5221" y="3023"/>
                </a:cubicBezTo>
                <a:cubicBezTo>
                  <a:pt x="2199" y="3573"/>
                  <a:pt x="0" y="5222"/>
                  <a:pt x="0" y="7224"/>
                </a:cubicBezTo>
                <a:cubicBezTo>
                  <a:pt x="0" y="9697"/>
                  <a:pt x="3259" y="11660"/>
                  <a:pt x="7263" y="11660"/>
                </a:cubicBezTo>
                <a:cubicBezTo>
                  <a:pt x="7328" y="11661"/>
                  <a:pt x="7394" y="11662"/>
                  <a:pt x="7460" y="11662"/>
                </a:cubicBezTo>
                <a:cubicBezTo>
                  <a:pt x="9354" y="11662"/>
                  <a:pt x="11204" y="11115"/>
                  <a:pt x="12798" y="10129"/>
                </a:cubicBezTo>
                <a:cubicBezTo>
                  <a:pt x="14172" y="11031"/>
                  <a:pt x="16527" y="11660"/>
                  <a:pt x="19236" y="11660"/>
                </a:cubicBezTo>
                <a:cubicBezTo>
                  <a:pt x="23476" y="11660"/>
                  <a:pt x="26930" y="10089"/>
                  <a:pt x="26930" y="8205"/>
                </a:cubicBezTo>
                <a:cubicBezTo>
                  <a:pt x="26969" y="6831"/>
                  <a:pt x="25242" y="5653"/>
                  <a:pt x="22730" y="5104"/>
                </a:cubicBezTo>
                <a:cubicBezTo>
                  <a:pt x="22730" y="4986"/>
                  <a:pt x="22769" y="4907"/>
                  <a:pt x="22769" y="4790"/>
                </a:cubicBezTo>
                <a:cubicBezTo>
                  <a:pt x="22769" y="3455"/>
                  <a:pt x="20257" y="2395"/>
                  <a:pt x="17155" y="2395"/>
                </a:cubicBezTo>
                <a:cubicBezTo>
                  <a:pt x="16763" y="2395"/>
                  <a:pt x="16409" y="2395"/>
                  <a:pt x="16056" y="2434"/>
                </a:cubicBezTo>
                <a:cubicBezTo>
                  <a:pt x="15664" y="1060"/>
                  <a:pt x="13426" y="0"/>
                  <a:pt x="106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297"/>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321"/>
        <p:cNvGrpSpPr/>
        <p:nvPr/>
      </p:nvGrpSpPr>
      <p:grpSpPr>
        <a:xfrm>
          <a:off x="0" y="0"/>
          <a:ext cx="0" cy="0"/>
          <a:chOff x="0" y="0"/>
          <a:chExt cx="0" cy="0"/>
        </a:xfrm>
      </p:grpSpPr>
      <p:grpSp>
        <p:nvGrpSpPr>
          <p:cNvPr id="322" name="Google Shape;322;p14"/>
          <p:cNvGrpSpPr/>
          <p:nvPr/>
        </p:nvGrpSpPr>
        <p:grpSpPr>
          <a:xfrm>
            <a:off x="17934" y="1600838"/>
            <a:ext cx="1401294" cy="1941805"/>
            <a:chOff x="1002412" y="3043930"/>
            <a:chExt cx="1598009" cy="2214397"/>
          </a:xfrm>
        </p:grpSpPr>
        <p:sp>
          <p:nvSpPr>
            <p:cNvPr id="323" name="Google Shape;323;p14"/>
            <p:cNvSpPr/>
            <p:nvPr/>
          </p:nvSpPr>
          <p:spPr>
            <a:xfrm>
              <a:off x="1717766" y="4672597"/>
              <a:ext cx="165949" cy="585731"/>
            </a:xfrm>
            <a:custGeom>
              <a:avLst/>
              <a:gdLst/>
              <a:ahLst/>
              <a:cxnLst/>
              <a:rect l="l" t="t" r="r" b="b"/>
              <a:pathLst>
                <a:path w="4672" h="16489" extrusionOk="0">
                  <a:moveTo>
                    <a:pt x="0" y="1"/>
                  </a:moveTo>
                  <a:lnTo>
                    <a:pt x="0" y="16488"/>
                  </a:lnTo>
                  <a:lnTo>
                    <a:pt x="4672" y="16488"/>
                  </a:lnTo>
                  <a:lnTo>
                    <a:pt x="46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4"/>
            <p:cNvSpPr/>
            <p:nvPr/>
          </p:nvSpPr>
          <p:spPr>
            <a:xfrm>
              <a:off x="1002412" y="3043930"/>
              <a:ext cx="1598009" cy="1855660"/>
            </a:xfrm>
            <a:custGeom>
              <a:avLst/>
              <a:gdLst/>
              <a:ahLst/>
              <a:cxnLst/>
              <a:rect l="l" t="t" r="r" b="b"/>
              <a:pathLst>
                <a:path w="44989" h="52239" extrusionOk="0">
                  <a:moveTo>
                    <a:pt x="22220" y="0"/>
                  </a:moveTo>
                  <a:cubicBezTo>
                    <a:pt x="22220" y="15938"/>
                    <a:pt x="12053" y="24025"/>
                    <a:pt x="4751" y="25399"/>
                  </a:cubicBezTo>
                  <a:cubicBezTo>
                    <a:pt x="5509" y="25624"/>
                    <a:pt x="6279" y="25720"/>
                    <a:pt x="7040" y="25720"/>
                  </a:cubicBezTo>
                  <a:cubicBezTo>
                    <a:pt x="11330" y="25720"/>
                    <a:pt x="15350" y="22690"/>
                    <a:pt x="15350" y="22690"/>
                  </a:cubicBezTo>
                  <a:lnTo>
                    <a:pt x="15350" y="22730"/>
                  </a:lnTo>
                  <a:cubicBezTo>
                    <a:pt x="12681" y="26223"/>
                    <a:pt x="8755" y="28579"/>
                    <a:pt x="4398" y="29325"/>
                  </a:cubicBezTo>
                  <a:cubicBezTo>
                    <a:pt x="4398" y="29325"/>
                    <a:pt x="5834" y="30167"/>
                    <a:pt x="8438" y="30167"/>
                  </a:cubicBezTo>
                  <a:cubicBezTo>
                    <a:pt x="9563" y="30167"/>
                    <a:pt x="10906" y="30010"/>
                    <a:pt x="12445" y="29560"/>
                  </a:cubicBezTo>
                  <a:lnTo>
                    <a:pt x="12445" y="29560"/>
                  </a:lnTo>
                  <a:cubicBezTo>
                    <a:pt x="9893" y="33329"/>
                    <a:pt x="6321" y="36312"/>
                    <a:pt x="2199" y="38275"/>
                  </a:cubicBezTo>
                  <a:cubicBezTo>
                    <a:pt x="2233" y="38309"/>
                    <a:pt x="2361" y="38325"/>
                    <a:pt x="2562" y="38325"/>
                  </a:cubicBezTo>
                  <a:cubicBezTo>
                    <a:pt x="3980" y="38325"/>
                    <a:pt x="9082" y="37535"/>
                    <a:pt x="11385" y="36744"/>
                  </a:cubicBezTo>
                  <a:lnTo>
                    <a:pt x="11385" y="36744"/>
                  </a:lnTo>
                  <a:cubicBezTo>
                    <a:pt x="9815" y="40042"/>
                    <a:pt x="5968" y="45655"/>
                    <a:pt x="1" y="46440"/>
                  </a:cubicBezTo>
                  <a:cubicBezTo>
                    <a:pt x="1" y="46440"/>
                    <a:pt x="1672" y="46784"/>
                    <a:pt x="3996" y="46784"/>
                  </a:cubicBezTo>
                  <a:cubicBezTo>
                    <a:pt x="6385" y="46784"/>
                    <a:pt x="9465" y="46421"/>
                    <a:pt x="12131" y="44949"/>
                  </a:cubicBezTo>
                  <a:lnTo>
                    <a:pt x="12131" y="44949"/>
                  </a:lnTo>
                  <a:cubicBezTo>
                    <a:pt x="11817" y="45852"/>
                    <a:pt x="8284" y="51033"/>
                    <a:pt x="4790" y="52093"/>
                  </a:cubicBezTo>
                  <a:cubicBezTo>
                    <a:pt x="5860" y="52152"/>
                    <a:pt x="6866" y="52179"/>
                    <a:pt x="7810" y="52179"/>
                  </a:cubicBezTo>
                  <a:cubicBezTo>
                    <a:pt x="20860" y="52179"/>
                    <a:pt x="22259" y="46990"/>
                    <a:pt x="22259" y="46990"/>
                  </a:cubicBezTo>
                  <a:cubicBezTo>
                    <a:pt x="22259" y="46990"/>
                    <a:pt x="23164" y="52239"/>
                    <a:pt x="37835" y="52239"/>
                  </a:cubicBezTo>
                  <a:cubicBezTo>
                    <a:pt x="38442" y="52239"/>
                    <a:pt x="39073" y="52230"/>
                    <a:pt x="39728" y="52211"/>
                  </a:cubicBezTo>
                  <a:cubicBezTo>
                    <a:pt x="39728" y="52211"/>
                    <a:pt x="31916" y="47893"/>
                    <a:pt x="31916" y="45302"/>
                  </a:cubicBezTo>
                  <a:lnTo>
                    <a:pt x="31916" y="45302"/>
                  </a:lnTo>
                  <a:cubicBezTo>
                    <a:pt x="34712" y="47054"/>
                    <a:pt x="37799" y="47514"/>
                    <a:pt x="40271" y="47514"/>
                  </a:cubicBezTo>
                  <a:cubicBezTo>
                    <a:pt x="43006" y="47514"/>
                    <a:pt x="44988" y="46951"/>
                    <a:pt x="44988" y="46951"/>
                  </a:cubicBezTo>
                  <a:cubicBezTo>
                    <a:pt x="38982" y="46166"/>
                    <a:pt x="34664" y="40159"/>
                    <a:pt x="33055" y="36901"/>
                  </a:cubicBezTo>
                  <a:lnTo>
                    <a:pt x="33055" y="36901"/>
                  </a:lnTo>
                  <a:cubicBezTo>
                    <a:pt x="35053" y="37567"/>
                    <a:pt x="39435" y="38748"/>
                    <a:pt x="41334" y="38748"/>
                  </a:cubicBezTo>
                  <a:cubicBezTo>
                    <a:pt x="41896" y="38748"/>
                    <a:pt x="42241" y="38644"/>
                    <a:pt x="42241" y="38393"/>
                  </a:cubicBezTo>
                  <a:cubicBezTo>
                    <a:pt x="36627" y="35370"/>
                    <a:pt x="33408" y="32073"/>
                    <a:pt x="31563" y="29325"/>
                  </a:cubicBezTo>
                  <a:lnTo>
                    <a:pt x="31563" y="29325"/>
                  </a:lnTo>
                  <a:cubicBezTo>
                    <a:pt x="33421" y="29953"/>
                    <a:pt x="35022" y="30162"/>
                    <a:pt x="36330" y="30162"/>
                  </a:cubicBezTo>
                  <a:cubicBezTo>
                    <a:pt x="38947" y="30162"/>
                    <a:pt x="40395" y="29325"/>
                    <a:pt x="40395" y="29325"/>
                  </a:cubicBezTo>
                  <a:cubicBezTo>
                    <a:pt x="36627" y="28697"/>
                    <a:pt x="33172" y="26812"/>
                    <a:pt x="30542" y="23986"/>
                  </a:cubicBezTo>
                  <a:lnTo>
                    <a:pt x="30542" y="23986"/>
                  </a:lnTo>
                  <a:cubicBezTo>
                    <a:pt x="32739" y="25526"/>
                    <a:pt x="35097" y="25917"/>
                    <a:pt x="36870" y="25917"/>
                  </a:cubicBezTo>
                  <a:cubicBezTo>
                    <a:pt x="38485" y="25917"/>
                    <a:pt x="39614" y="25592"/>
                    <a:pt x="39689" y="25517"/>
                  </a:cubicBezTo>
                  <a:cubicBezTo>
                    <a:pt x="34939" y="25517"/>
                    <a:pt x="22220" y="16056"/>
                    <a:pt x="22220" y="118"/>
                  </a:cubicBezTo>
                  <a:lnTo>
                    <a:pt x="22220" y="0"/>
                  </a:lnTo>
                  <a:close/>
                </a:path>
              </a:pathLst>
            </a:custGeom>
            <a:solidFill>
              <a:srgbClr val="82A6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5" name="Google Shape;325;p14"/>
          <p:cNvSpPr/>
          <p:nvPr/>
        </p:nvSpPr>
        <p:spPr>
          <a:xfrm>
            <a:off x="7905275" y="267336"/>
            <a:ext cx="1317304" cy="627816"/>
          </a:xfrm>
          <a:custGeom>
            <a:avLst/>
            <a:gdLst/>
            <a:ahLst/>
            <a:cxnLst/>
            <a:rect l="l" t="t" r="r" b="b"/>
            <a:pathLst>
              <a:path w="35175" h="16763" extrusionOk="0">
                <a:moveTo>
                  <a:pt x="18530" y="0"/>
                </a:moveTo>
                <a:cubicBezTo>
                  <a:pt x="12681" y="0"/>
                  <a:pt x="7931" y="2866"/>
                  <a:pt x="7931" y="6399"/>
                </a:cubicBezTo>
                <a:lnTo>
                  <a:pt x="7931" y="6713"/>
                </a:lnTo>
                <a:cubicBezTo>
                  <a:pt x="3338" y="7341"/>
                  <a:pt x="1" y="9225"/>
                  <a:pt x="1" y="11502"/>
                </a:cubicBezTo>
                <a:cubicBezTo>
                  <a:pt x="1" y="14289"/>
                  <a:pt x="5026" y="16527"/>
                  <a:pt x="11228" y="16527"/>
                </a:cubicBezTo>
                <a:cubicBezTo>
                  <a:pt x="11328" y="16528"/>
                  <a:pt x="11427" y="16529"/>
                  <a:pt x="11527" y="16529"/>
                </a:cubicBezTo>
                <a:cubicBezTo>
                  <a:pt x="14211" y="16529"/>
                  <a:pt x="16854" y="16018"/>
                  <a:pt x="19315" y="14996"/>
                </a:cubicBezTo>
                <a:cubicBezTo>
                  <a:pt x="20846" y="16056"/>
                  <a:pt x="23515" y="16762"/>
                  <a:pt x="26499" y="16762"/>
                </a:cubicBezTo>
                <a:cubicBezTo>
                  <a:pt x="31288" y="16762"/>
                  <a:pt x="35174" y="14996"/>
                  <a:pt x="35174" y="12837"/>
                </a:cubicBezTo>
                <a:cubicBezTo>
                  <a:pt x="35174" y="10913"/>
                  <a:pt x="32230" y="9304"/>
                  <a:pt x="28265" y="8950"/>
                </a:cubicBezTo>
                <a:cubicBezTo>
                  <a:pt x="28815" y="8205"/>
                  <a:pt x="29129" y="7341"/>
                  <a:pt x="29129" y="6399"/>
                </a:cubicBezTo>
                <a:cubicBezTo>
                  <a:pt x="29129" y="2866"/>
                  <a:pt x="24379" y="0"/>
                  <a:pt x="185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4"/>
          <p:cNvSpPr/>
          <p:nvPr/>
        </p:nvSpPr>
        <p:spPr>
          <a:xfrm>
            <a:off x="2337233" y="-103289"/>
            <a:ext cx="1453312" cy="627789"/>
          </a:xfrm>
          <a:custGeom>
            <a:avLst/>
            <a:gdLst/>
            <a:ahLst/>
            <a:cxnLst/>
            <a:rect l="l" t="t" r="r" b="b"/>
            <a:pathLst>
              <a:path w="30543" h="13193" extrusionOk="0">
                <a:moveTo>
                  <a:pt x="18490" y="1"/>
                </a:moveTo>
                <a:cubicBezTo>
                  <a:pt x="15389" y="1"/>
                  <a:pt x="12838" y="1179"/>
                  <a:pt x="12406" y="2749"/>
                </a:cubicBezTo>
                <a:cubicBezTo>
                  <a:pt x="12013" y="2710"/>
                  <a:pt x="11581" y="2710"/>
                  <a:pt x="11150" y="2710"/>
                </a:cubicBezTo>
                <a:cubicBezTo>
                  <a:pt x="7616" y="2710"/>
                  <a:pt x="4790" y="3927"/>
                  <a:pt x="4790" y="5418"/>
                </a:cubicBezTo>
                <a:cubicBezTo>
                  <a:pt x="4790" y="5536"/>
                  <a:pt x="4790" y="5654"/>
                  <a:pt x="4829" y="5772"/>
                </a:cubicBezTo>
                <a:cubicBezTo>
                  <a:pt x="1964" y="6400"/>
                  <a:pt x="1" y="7734"/>
                  <a:pt x="1" y="9265"/>
                </a:cubicBezTo>
                <a:cubicBezTo>
                  <a:pt x="1" y="11425"/>
                  <a:pt x="3926" y="13191"/>
                  <a:pt x="8755" y="13191"/>
                </a:cubicBezTo>
                <a:cubicBezTo>
                  <a:pt x="11817" y="13191"/>
                  <a:pt x="14486" y="12484"/>
                  <a:pt x="16057" y="11425"/>
                </a:cubicBezTo>
                <a:cubicBezTo>
                  <a:pt x="17844" y="12603"/>
                  <a:pt x="19963" y="13193"/>
                  <a:pt x="22092" y="13193"/>
                </a:cubicBezTo>
                <a:cubicBezTo>
                  <a:pt x="22161" y="13193"/>
                  <a:pt x="22230" y="13192"/>
                  <a:pt x="22298" y="13191"/>
                </a:cubicBezTo>
                <a:cubicBezTo>
                  <a:pt x="26852" y="13191"/>
                  <a:pt x="30542" y="10953"/>
                  <a:pt x="30542" y="8206"/>
                </a:cubicBezTo>
                <a:cubicBezTo>
                  <a:pt x="30542" y="5929"/>
                  <a:pt x="28108" y="4005"/>
                  <a:pt x="24654" y="3416"/>
                </a:cubicBezTo>
                <a:cubicBezTo>
                  <a:pt x="24654" y="3338"/>
                  <a:pt x="24654" y="3259"/>
                  <a:pt x="24654" y="3220"/>
                </a:cubicBezTo>
                <a:cubicBezTo>
                  <a:pt x="24654" y="1414"/>
                  <a:pt x="21906" y="1"/>
                  <a:pt x="184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7" name="Google Shape;327;p14"/>
          <p:cNvGrpSpPr/>
          <p:nvPr/>
        </p:nvGrpSpPr>
        <p:grpSpPr>
          <a:xfrm>
            <a:off x="-685800" y="3484600"/>
            <a:ext cx="10505943" cy="1643918"/>
            <a:chOff x="-1204233" y="3679133"/>
            <a:chExt cx="11612626" cy="1817086"/>
          </a:xfrm>
        </p:grpSpPr>
        <p:sp>
          <p:nvSpPr>
            <p:cNvPr id="328" name="Google Shape;328;p14"/>
            <p:cNvSpPr/>
            <p:nvPr/>
          </p:nvSpPr>
          <p:spPr>
            <a:xfrm>
              <a:off x="-1204233" y="4152100"/>
              <a:ext cx="11612626" cy="1344120"/>
            </a:xfrm>
            <a:custGeom>
              <a:avLst/>
              <a:gdLst/>
              <a:ahLst/>
              <a:cxnLst/>
              <a:rect l="l" t="t" r="r" b="b"/>
              <a:pathLst>
                <a:path w="238538" h="28155" extrusionOk="0">
                  <a:moveTo>
                    <a:pt x="14311" y="1"/>
                  </a:moveTo>
                  <a:cubicBezTo>
                    <a:pt x="12876" y="1"/>
                    <a:pt x="8473" y="4137"/>
                    <a:pt x="8473" y="5271"/>
                  </a:cubicBezTo>
                  <a:lnTo>
                    <a:pt x="1235" y="21883"/>
                  </a:lnTo>
                  <a:cubicBezTo>
                    <a:pt x="668" y="23217"/>
                    <a:pt x="0" y="28154"/>
                    <a:pt x="3837" y="28154"/>
                  </a:cubicBezTo>
                  <a:lnTo>
                    <a:pt x="235035" y="28154"/>
                  </a:lnTo>
                  <a:cubicBezTo>
                    <a:pt x="238538" y="28154"/>
                    <a:pt x="238404" y="23184"/>
                    <a:pt x="237671" y="21983"/>
                  </a:cubicBezTo>
                  <a:lnTo>
                    <a:pt x="228898" y="2302"/>
                  </a:lnTo>
                  <a:cubicBezTo>
                    <a:pt x="228898" y="1135"/>
                    <a:pt x="225996" y="1"/>
                    <a:pt x="22456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4"/>
            <p:cNvSpPr/>
            <p:nvPr/>
          </p:nvSpPr>
          <p:spPr>
            <a:xfrm>
              <a:off x="-1144157" y="3679133"/>
              <a:ext cx="11510344" cy="1618004"/>
            </a:xfrm>
            <a:custGeom>
              <a:avLst/>
              <a:gdLst/>
              <a:ahLst/>
              <a:cxnLst/>
              <a:rect l="l" t="t" r="r" b="b"/>
              <a:pathLst>
                <a:path w="236437" h="33892" extrusionOk="0">
                  <a:moveTo>
                    <a:pt x="13110" y="1"/>
                  </a:moveTo>
                  <a:cubicBezTo>
                    <a:pt x="11676" y="5738"/>
                    <a:pt x="10475" y="6672"/>
                    <a:pt x="10475" y="7840"/>
                  </a:cubicBezTo>
                  <a:lnTo>
                    <a:pt x="1" y="31823"/>
                  </a:lnTo>
                  <a:cubicBezTo>
                    <a:pt x="1" y="32958"/>
                    <a:pt x="1168" y="33892"/>
                    <a:pt x="2603" y="33892"/>
                  </a:cubicBezTo>
                  <a:lnTo>
                    <a:pt x="233801" y="33892"/>
                  </a:lnTo>
                  <a:cubicBezTo>
                    <a:pt x="235236" y="33892"/>
                    <a:pt x="236437" y="32958"/>
                    <a:pt x="236437" y="31823"/>
                  </a:cubicBezTo>
                  <a:lnTo>
                    <a:pt x="225929" y="7840"/>
                  </a:lnTo>
                  <a:cubicBezTo>
                    <a:pt x="225929" y="6672"/>
                    <a:pt x="224762" y="5738"/>
                    <a:pt x="22332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0" name="Google Shape;330;p14"/>
          <p:cNvGrpSpPr/>
          <p:nvPr/>
        </p:nvGrpSpPr>
        <p:grpSpPr>
          <a:xfrm>
            <a:off x="517656" y="351425"/>
            <a:ext cx="8337288" cy="4245025"/>
            <a:chOff x="702250" y="237125"/>
            <a:chExt cx="8337288" cy="4245025"/>
          </a:xfrm>
        </p:grpSpPr>
        <p:sp>
          <p:nvSpPr>
            <p:cNvPr id="331" name="Google Shape;331;p14"/>
            <p:cNvSpPr/>
            <p:nvPr/>
          </p:nvSpPr>
          <p:spPr>
            <a:xfrm>
              <a:off x="1098475" y="680400"/>
              <a:ext cx="6821592" cy="3492300"/>
            </a:xfrm>
            <a:custGeom>
              <a:avLst/>
              <a:gdLst/>
              <a:ahLst/>
              <a:cxnLst/>
              <a:rect l="l" t="t" r="r" b="b"/>
              <a:pathLst>
                <a:path w="146339" h="80859" extrusionOk="0">
                  <a:moveTo>
                    <a:pt x="0" y="1"/>
                  </a:moveTo>
                  <a:lnTo>
                    <a:pt x="0" y="80859"/>
                  </a:lnTo>
                  <a:lnTo>
                    <a:pt x="146338" y="80859"/>
                  </a:lnTo>
                  <a:lnTo>
                    <a:pt x="1463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4"/>
            <p:cNvSpPr/>
            <p:nvPr/>
          </p:nvSpPr>
          <p:spPr>
            <a:xfrm>
              <a:off x="3514550" y="4084725"/>
              <a:ext cx="4358488" cy="82200"/>
            </a:xfrm>
            <a:custGeom>
              <a:avLst/>
              <a:gdLst/>
              <a:ahLst/>
              <a:cxnLst/>
              <a:rect l="l" t="t" r="r" b="b"/>
              <a:pathLst>
                <a:path w="89231" h="1903" extrusionOk="0">
                  <a:moveTo>
                    <a:pt x="0" y="1"/>
                  </a:moveTo>
                  <a:lnTo>
                    <a:pt x="0" y="1902"/>
                  </a:lnTo>
                  <a:lnTo>
                    <a:pt x="89231" y="1902"/>
                  </a:lnTo>
                  <a:lnTo>
                    <a:pt x="89231" y="1"/>
                  </a:lnTo>
                  <a:close/>
                </a:path>
              </a:pathLst>
            </a:custGeom>
            <a:solidFill>
              <a:srgbClr val="3B3B3B">
                <a:alpha val="66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4"/>
            <p:cNvSpPr/>
            <p:nvPr/>
          </p:nvSpPr>
          <p:spPr>
            <a:xfrm>
              <a:off x="1122971" y="3978136"/>
              <a:ext cx="2348370" cy="188783"/>
            </a:xfrm>
            <a:custGeom>
              <a:avLst/>
              <a:gdLst/>
              <a:ahLst/>
              <a:cxnLst/>
              <a:rect l="l" t="t" r="r" b="b"/>
              <a:pathLst>
                <a:path w="54373" h="4371" extrusionOk="0">
                  <a:moveTo>
                    <a:pt x="0" y="0"/>
                  </a:moveTo>
                  <a:lnTo>
                    <a:pt x="0" y="4370"/>
                  </a:lnTo>
                  <a:lnTo>
                    <a:pt x="54372" y="4370"/>
                  </a:lnTo>
                  <a:lnTo>
                    <a:pt x="54372" y="0"/>
                  </a:lnTo>
                  <a:close/>
                </a:path>
              </a:pathLst>
            </a:custGeom>
            <a:solidFill>
              <a:srgbClr val="3B3B3B">
                <a:alpha val="664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4"/>
            <p:cNvSpPr/>
            <p:nvPr/>
          </p:nvSpPr>
          <p:spPr>
            <a:xfrm>
              <a:off x="1122971" y="3757765"/>
              <a:ext cx="2348370" cy="51914"/>
            </a:xfrm>
            <a:custGeom>
              <a:avLst/>
              <a:gdLst/>
              <a:ahLst/>
              <a:cxnLst/>
              <a:rect l="l" t="t" r="r" b="b"/>
              <a:pathLst>
                <a:path w="54373" h="1202" extrusionOk="0">
                  <a:moveTo>
                    <a:pt x="0" y="1"/>
                  </a:moveTo>
                  <a:lnTo>
                    <a:pt x="0" y="1202"/>
                  </a:lnTo>
                  <a:lnTo>
                    <a:pt x="54372" y="1202"/>
                  </a:lnTo>
                  <a:lnTo>
                    <a:pt x="5437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4"/>
            <p:cNvSpPr/>
            <p:nvPr/>
          </p:nvSpPr>
          <p:spPr>
            <a:xfrm>
              <a:off x="1122971" y="959935"/>
              <a:ext cx="2348370" cy="51914"/>
            </a:xfrm>
            <a:custGeom>
              <a:avLst/>
              <a:gdLst/>
              <a:ahLst/>
              <a:cxnLst/>
              <a:rect l="l" t="t" r="r" b="b"/>
              <a:pathLst>
                <a:path w="54373" h="1202" extrusionOk="0">
                  <a:moveTo>
                    <a:pt x="0" y="0"/>
                  </a:moveTo>
                  <a:lnTo>
                    <a:pt x="0" y="1201"/>
                  </a:lnTo>
                  <a:lnTo>
                    <a:pt x="54372" y="1201"/>
                  </a:lnTo>
                  <a:lnTo>
                    <a:pt x="5437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4"/>
            <p:cNvSpPr/>
            <p:nvPr/>
          </p:nvSpPr>
          <p:spPr>
            <a:xfrm>
              <a:off x="1264350" y="892547"/>
              <a:ext cx="2070289" cy="2978182"/>
            </a:xfrm>
            <a:custGeom>
              <a:avLst/>
              <a:gdLst/>
              <a:ahLst/>
              <a:cxnLst/>
              <a:rect l="l" t="t" r="r" b="b"/>
              <a:pathLst>
                <a:path w="49369" h="71019" extrusionOk="0">
                  <a:moveTo>
                    <a:pt x="0" y="1"/>
                  </a:moveTo>
                  <a:lnTo>
                    <a:pt x="0" y="71018"/>
                  </a:lnTo>
                  <a:lnTo>
                    <a:pt x="49369" y="71018"/>
                  </a:lnTo>
                  <a:lnTo>
                    <a:pt x="493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4"/>
            <p:cNvSpPr/>
            <p:nvPr/>
          </p:nvSpPr>
          <p:spPr>
            <a:xfrm>
              <a:off x="1423790" y="1054838"/>
              <a:ext cx="1751415" cy="2655031"/>
            </a:xfrm>
            <a:custGeom>
              <a:avLst/>
              <a:gdLst/>
              <a:ahLst/>
              <a:cxnLst/>
              <a:rect l="l" t="t" r="r" b="b"/>
              <a:pathLst>
                <a:path w="41765" h="63313" extrusionOk="0">
                  <a:moveTo>
                    <a:pt x="1" y="0"/>
                  </a:moveTo>
                  <a:lnTo>
                    <a:pt x="1" y="63312"/>
                  </a:lnTo>
                  <a:lnTo>
                    <a:pt x="41764" y="63312"/>
                  </a:lnTo>
                  <a:lnTo>
                    <a:pt x="4176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4"/>
            <p:cNvSpPr/>
            <p:nvPr/>
          </p:nvSpPr>
          <p:spPr>
            <a:xfrm>
              <a:off x="1030760" y="696258"/>
              <a:ext cx="135444" cy="3614787"/>
            </a:xfrm>
            <a:custGeom>
              <a:avLst/>
              <a:gdLst/>
              <a:ahLst/>
              <a:cxnLst/>
              <a:rect l="l" t="t" r="r" b="b"/>
              <a:pathLst>
                <a:path w="3136" h="83695" extrusionOk="0">
                  <a:moveTo>
                    <a:pt x="0" y="1"/>
                  </a:moveTo>
                  <a:lnTo>
                    <a:pt x="0" y="83694"/>
                  </a:lnTo>
                  <a:lnTo>
                    <a:pt x="3136" y="83694"/>
                  </a:lnTo>
                  <a:lnTo>
                    <a:pt x="313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4"/>
            <p:cNvSpPr/>
            <p:nvPr/>
          </p:nvSpPr>
          <p:spPr>
            <a:xfrm>
              <a:off x="7044286" y="3392484"/>
              <a:ext cx="82147" cy="211804"/>
            </a:xfrm>
            <a:custGeom>
              <a:avLst/>
              <a:gdLst/>
              <a:ahLst/>
              <a:cxnLst/>
              <a:rect l="l" t="t" r="r" b="b"/>
              <a:pathLst>
                <a:path w="1902" h="4904" extrusionOk="0">
                  <a:moveTo>
                    <a:pt x="0" y="0"/>
                  </a:moveTo>
                  <a:lnTo>
                    <a:pt x="0" y="4904"/>
                  </a:lnTo>
                  <a:lnTo>
                    <a:pt x="1902" y="4904"/>
                  </a:lnTo>
                  <a:lnTo>
                    <a:pt x="190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4"/>
            <p:cNvSpPr/>
            <p:nvPr/>
          </p:nvSpPr>
          <p:spPr>
            <a:xfrm>
              <a:off x="6243234" y="3392484"/>
              <a:ext cx="82147" cy="211804"/>
            </a:xfrm>
            <a:custGeom>
              <a:avLst/>
              <a:gdLst/>
              <a:ahLst/>
              <a:cxnLst/>
              <a:rect l="l" t="t" r="r" b="b"/>
              <a:pathLst>
                <a:path w="1902" h="4904" extrusionOk="0">
                  <a:moveTo>
                    <a:pt x="1" y="0"/>
                  </a:moveTo>
                  <a:lnTo>
                    <a:pt x="1" y="4904"/>
                  </a:lnTo>
                  <a:lnTo>
                    <a:pt x="1902" y="4904"/>
                  </a:lnTo>
                  <a:lnTo>
                    <a:pt x="190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4"/>
            <p:cNvSpPr/>
            <p:nvPr/>
          </p:nvSpPr>
          <p:spPr>
            <a:xfrm>
              <a:off x="5442225" y="3392484"/>
              <a:ext cx="82147" cy="211804"/>
            </a:xfrm>
            <a:custGeom>
              <a:avLst/>
              <a:gdLst/>
              <a:ahLst/>
              <a:cxnLst/>
              <a:rect l="l" t="t" r="r" b="b"/>
              <a:pathLst>
                <a:path w="1902" h="4904" extrusionOk="0">
                  <a:moveTo>
                    <a:pt x="0" y="0"/>
                  </a:moveTo>
                  <a:lnTo>
                    <a:pt x="0" y="4904"/>
                  </a:lnTo>
                  <a:lnTo>
                    <a:pt x="1901" y="4904"/>
                  </a:lnTo>
                  <a:lnTo>
                    <a:pt x="190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4"/>
            <p:cNvSpPr/>
            <p:nvPr/>
          </p:nvSpPr>
          <p:spPr>
            <a:xfrm>
              <a:off x="3422340" y="696258"/>
              <a:ext cx="135444" cy="3614787"/>
            </a:xfrm>
            <a:custGeom>
              <a:avLst/>
              <a:gdLst/>
              <a:ahLst/>
              <a:cxnLst/>
              <a:rect l="l" t="t" r="r" b="b"/>
              <a:pathLst>
                <a:path w="3136" h="83695" extrusionOk="0">
                  <a:moveTo>
                    <a:pt x="0" y="1"/>
                  </a:moveTo>
                  <a:lnTo>
                    <a:pt x="0" y="83694"/>
                  </a:lnTo>
                  <a:lnTo>
                    <a:pt x="3136" y="83694"/>
                  </a:lnTo>
                  <a:lnTo>
                    <a:pt x="313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4"/>
            <p:cNvSpPr/>
            <p:nvPr/>
          </p:nvSpPr>
          <p:spPr>
            <a:xfrm>
              <a:off x="7873025" y="696250"/>
              <a:ext cx="135471" cy="3614787"/>
            </a:xfrm>
            <a:custGeom>
              <a:avLst/>
              <a:gdLst/>
              <a:ahLst/>
              <a:cxnLst/>
              <a:rect l="l" t="t" r="r" b="b"/>
              <a:pathLst>
                <a:path w="3137" h="83695" extrusionOk="0">
                  <a:moveTo>
                    <a:pt x="0" y="1"/>
                  </a:moveTo>
                  <a:lnTo>
                    <a:pt x="0" y="83694"/>
                  </a:lnTo>
                  <a:lnTo>
                    <a:pt x="3136" y="83694"/>
                  </a:lnTo>
                  <a:lnTo>
                    <a:pt x="313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4"/>
            <p:cNvSpPr/>
            <p:nvPr/>
          </p:nvSpPr>
          <p:spPr>
            <a:xfrm>
              <a:off x="5267865" y="3611459"/>
              <a:ext cx="2001165" cy="256505"/>
            </a:xfrm>
            <a:custGeom>
              <a:avLst/>
              <a:gdLst/>
              <a:ahLst/>
              <a:cxnLst/>
              <a:rect l="l" t="t" r="r" b="b"/>
              <a:pathLst>
                <a:path w="46334" h="5939" extrusionOk="0">
                  <a:moveTo>
                    <a:pt x="2269" y="1"/>
                  </a:moveTo>
                  <a:cubicBezTo>
                    <a:pt x="1002" y="1"/>
                    <a:pt x="1" y="568"/>
                    <a:pt x="1" y="1302"/>
                  </a:cubicBezTo>
                  <a:lnTo>
                    <a:pt x="1" y="4637"/>
                  </a:lnTo>
                  <a:cubicBezTo>
                    <a:pt x="1" y="5371"/>
                    <a:pt x="1002" y="5938"/>
                    <a:pt x="2269" y="5938"/>
                  </a:cubicBezTo>
                  <a:lnTo>
                    <a:pt x="44099" y="5938"/>
                  </a:lnTo>
                  <a:cubicBezTo>
                    <a:pt x="45333" y="5938"/>
                    <a:pt x="46334" y="5371"/>
                    <a:pt x="46334" y="4637"/>
                  </a:cubicBezTo>
                  <a:lnTo>
                    <a:pt x="46334" y="1302"/>
                  </a:lnTo>
                  <a:cubicBezTo>
                    <a:pt x="46334" y="568"/>
                    <a:pt x="45333" y="1"/>
                    <a:pt x="440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4"/>
            <p:cNvSpPr/>
            <p:nvPr/>
          </p:nvSpPr>
          <p:spPr>
            <a:xfrm>
              <a:off x="5267865" y="3494759"/>
              <a:ext cx="2001165" cy="257931"/>
            </a:xfrm>
            <a:custGeom>
              <a:avLst/>
              <a:gdLst/>
              <a:ahLst/>
              <a:cxnLst/>
              <a:rect l="l" t="t" r="r" b="b"/>
              <a:pathLst>
                <a:path w="46334" h="5972" extrusionOk="0">
                  <a:moveTo>
                    <a:pt x="2269" y="1"/>
                  </a:moveTo>
                  <a:cubicBezTo>
                    <a:pt x="1002" y="1"/>
                    <a:pt x="1" y="601"/>
                    <a:pt x="1" y="1335"/>
                  </a:cubicBezTo>
                  <a:lnTo>
                    <a:pt x="1" y="4671"/>
                  </a:lnTo>
                  <a:cubicBezTo>
                    <a:pt x="1" y="5371"/>
                    <a:pt x="1002" y="5972"/>
                    <a:pt x="2269" y="5972"/>
                  </a:cubicBezTo>
                  <a:lnTo>
                    <a:pt x="44099" y="5972"/>
                  </a:lnTo>
                  <a:cubicBezTo>
                    <a:pt x="45333" y="5972"/>
                    <a:pt x="46334" y="5371"/>
                    <a:pt x="46334" y="4671"/>
                  </a:cubicBezTo>
                  <a:lnTo>
                    <a:pt x="46334" y="1335"/>
                  </a:lnTo>
                  <a:cubicBezTo>
                    <a:pt x="46334" y="601"/>
                    <a:pt x="45333" y="1"/>
                    <a:pt x="4409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4"/>
            <p:cNvSpPr/>
            <p:nvPr/>
          </p:nvSpPr>
          <p:spPr>
            <a:xfrm>
              <a:off x="5325524" y="3671969"/>
              <a:ext cx="1887360" cy="30319"/>
            </a:xfrm>
            <a:custGeom>
              <a:avLst/>
              <a:gdLst/>
              <a:ahLst/>
              <a:cxnLst/>
              <a:rect l="l" t="t" r="r" b="b"/>
              <a:pathLst>
                <a:path w="43699" h="702" extrusionOk="0">
                  <a:moveTo>
                    <a:pt x="367" y="1"/>
                  </a:moveTo>
                  <a:cubicBezTo>
                    <a:pt x="167" y="1"/>
                    <a:pt x="0" y="67"/>
                    <a:pt x="0" y="167"/>
                  </a:cubicBezTo>
                  <a:lnTo>
                    <a:pt x="0" y="534"/>
                  </a:lnTo>
                  <a:cubicBezTo>
                    <a:pt x="0" y="601"/>
                    <a:pt x="167" y="701"/>
                    <a:pt x="367" y="701"/>
                  </a:cubicBezTo>
                  <a:lnTo>
                    <a:pt x="43331" y="701"/>
                  </a:lnTo>
                  <a:cubicBezTo>
                    <a:pt x="43531" y="701"/>
                    <a:pt x="43698" y="601"/>
                    <a:pt x="43698" y="534"/>
                  </a:cubicBezTo>
                  <a:lnTo>
                    <a:pt x="43698" y="167"/>
                  </a:lnTo>
                  <a:cubicBezTo>
                    <a:pt x="43698" y="67"/>
                    <a:pt x="43531" y="1"/>
                    <a:pt x="433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4"/>
            <p:cNvSpPr/>
            <p:nvPr/>
          </p:nvSpPr>
          <p:spPr>
            <a:xfrm>
              <a:off x="5325524" y="3604246"/>
              <a:ext cx="1887360" cy="30319"/>
            </a:xfrm>
            <a:custGeom>
              <a:avLst/>
              <a:gdLst/>
              <a:ahLst/>
              <a:cxnLst/>
              <a:rect l="l" t="t" r="r" b="b"/>
              <a:pathLst>
                <a:path w="43699" h="702" extrusionOk="0">
                  <a:moveTo>
                    <a:pt x="367" y="1"/>
                  </a:moveTo>
                  <a:cubicBezTo>
                    <a:pt x="167" y="1"/>
                    <a:pt x="0" y="68"/>
                    <a:pt x="0" y="168"/>
                  </a:cubicBezTo>
                  <a:lnTo>
                    <a:pt x="0" y="535"/>
                  </a:lnTo>
                  <a:cubicBezTo>
                    <a:pt x="0" y="635"/>
                    <a:pt x="167" y="701"/>
                    <a:pt x="367" y="701"/>
                  </a:cubicBezTo>
                  <a:lnTo>
                    <a:pt x="43331" y="701"/>
                  </a:lnTo>
                  <a:cubicBezTo>
                    <a:pt x="43531" y="701"/>
                    <a:pt x="43698" y="635"/>
                    <a:pt x="43698" y="535"/>
                  </a:cubicBezTo>
                  <a:lnTo>
                    <a:pt x="43698" y="168"/>
                  </a:lnTo>
                  <a:cubicBezTo>
                    <a:pt x="43698" y="68"/>
                    <a:pt x="43531" y="1"/>
                    <a:pt x="433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4"/>
            <p:cNvSpPr/>
            <p:nvPr/>
          </p:nvSpPr>
          <p:spPr>
            <a:xfrm>
              <a:off x="5325524" y="3536567"/>
              <a:ext cx="1887360" cy="30276"/>
            </a:xfrm>
            <a:custGeom>
              <a:avLst/>
              <a:gdLst/>
              <a:ahLst/>
              <a:cxnLst/>
              <a:rect l="l" t="t" r="r" b="b"/>
              <a:pathLst>
                <a:path w="43699" h="701" extrusionOk="0">
                  <a:moveTo>
                    <a:pt x="367" y="0"/>
                  </a:moveTo>
                  <a:cubicBezTo>
                    <a:pt x="167" y="0"/>
                    <a:pt x="0" y="67"/>
                    <a:pt x="0" y="167"/>
                  </a:cubicBezTo>
                  <a:lnTo>
                    <a:pt x="0" y="534"/>
                  </a:lnTo>
                  <a:cubicBezTo>
                    <a:pt x="0" y="634"/>
                    <a:pt x="167" y="701"/>
                    <a:pt x="367" y="701"/>
                  </a:cubicBezTo>
                  <a:lnTo>
                    <a:pt x="43331" y="701"/>
                  </a:lnTo>
                  <a:cubicBezTo>
                    <a:pt x="43531" y="701"/>
                    <a:pt x="43698" y="634"/>
                    <a:pt x="43698" y="534"/>
                  </a:cubicBezTo>
                  <a:lnTo>
                    <a:pt x="43698" y="167"/>
                  </a:lnTo>
                  <a:cubicBezTo>
                    <a:pt x="43698" y="67"/>
                    <a:pt x="43531" y="0"/>
                    <a:pt x="433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4"/>
            <p:cNvSpPr/>
            <p:nvPr/>
          </p:nvSpPr>
          <p:spPr>
            <a:xfrm>
              <a:off x="3497224" y="3334875"/>
              <a:ext cx="4408113" cy="115274"/>
            </a:xfrm>
            <a:custGeom>
              <a:avLst/>
              <a:gdLst/>
              <a:ahLst/>
              <a:cxnLst/>
              <a:rect l="l" t="t" r="r" b="b"/>
              <a:pathLst>
                <a:path w="90800" h="2669" extrusionOk="0">
                  <a:moveTo>
                    <a:pt x="835" y="0"/>
                  </a:moveTo>
                  <a:cubicBezTo>
                    <a:pt x="368" y="0"/>
                    <a:pt x="1" y="600"/>
                    <a:pt x="1" y="1334"/>
                  </a:cubicBezTo>
                  <a:cubicBezTo>
                    <a:pt x="1" y="2068"/>
                    <a:pt x="368" y="2669"/>
                    <a:pt x="835" y="2669"/>
                  </a:cubicBezTo>
                  <a:lnTo>
                    <a:pt x="89932" y="2669"/>
                  </a:lnTo>
                  <a:cubicBezTo>
                    <a:pt x="90399" y="2669"/>
                    <a:pt x="90799" y="2068"/>
                    <a:pt x="90799" y="1334"/>
                  </a:cubicBezTo>
                  <a:cubicBezTo>
                    <a:pt x="90799" y="600"/>
                    <a:pt x="90399" y="0"/>
                    <a:pt x="899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4"/>
            <p:cNvSpPr/>
            <p:nvPr/>
          </p:nvSpPr>
          <p:spPr>
            <a:xfrm>
              <a:off x="837699" y="281371"/>
              <a:ext cx="6961494" cy="338566"/>
            </a:xfrm>
            <a:custGeom>
              <a:avLst/>
              <a:gdLst/>
              <a:ahLst/>
              <a:cxnLst/>
              <a:rect l="l" t="t" r="r" b="b"/>
              <a:pathLst>
                <a:path w="161183" h="7839" extrusionOk="0">
                  <a:moveTo>
                    <a:pt x="0" y="0"/>
                  </a:moveTo>
                  <a:lnTo>
                    <a:pt x="4470" y="7839"/>
                  </a:lnTo>
                  <a:lnTo>
                    <a:pt x="152376" y="7839"/>
                  </a:lnTo>
                  <a:lnTo>
                    <a:pt x="161182" y="0"/>
                  </a:lnTo>
                  <a:close/>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4"/>
            <p:cNvSpPr/>
            <p:nvPr/>
          </p:nvSpPr>
          <p:spPr>
            <a:xfrm>
              <a:off x="977475" y="554075"/>
              <a:ext cx="7090239" cy="144125"/>
            </a:xfrm>
            <a:custGeom>
              <a:avLst/>
              <a:gdLst/>
              <a:ahLst/>
              <a:cxnLst/>
              <a:rect l="l" t="t" r="r" b="b"/>
              <a:pathLst>
                <a:path w="151809" h="3337" extrusionOk="0">
                  <a:moveTo>
                    <a:pt x="1067" y="0"/>
                  </a:moveTo>
                  <a:cubicBezTo>
                    <a:pt x="467" y="0"/>
                    <a:pt x="0" y="734"/>
                    <a:pt x="0" y="1668"/>
                  </a:cubicBezTo>
                  <a:cubicBezTo>
                    <a:pt x="0" y="2569"/>
                    <a:pt x="467" y="3336"/>
                    <a:pt x="1067" y="3336"/>
                  </a:cubicBezTo>
                  <a:lnTo>
                    <a:pt x="150741" y="3336"/>
                  </a:lnTo>
                  <a:cubicBezTo>
                    <a:pt x="151342" y="3336"/>
                    <a:pt x="151809" y="2569"/>
                    <a:pt x="151809" y="1668"/>
                  </a:cubicBezTo>
                  <a:cubicBezTo>
                    <a:pt x="151809" y="734"/>
                    <a:pt x="151342" y="0"/>
                    <a:pt x="1507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4"/>
            <p:cNvSpPr/>
            <p:nvPr/>
          </p:nvSpPr>
          <p:spPr>
            <a:xfrm>
              <a:off x="741168" y="257282"/>
              <a:ext cx="357354" cy="367417"/>
            </a:xfrm>
            <a:custGeom>
              <a:avLst/>
              <a:gdLst/>
              <a:ahLst/>
              <a:cxnLst/>
              <a:rect l="l" t="t" r="r" b="b"/>
              <a:pathLst>
                <a:path w="8274" h="8507" extrusionOk="0">
                  <a:moveTo>
                    <a:pt x="0" y="1"/>
                  </a:moveTo>
                  <a:lnTo>
                    <a:pt x="6705" y="8507"/>
                  </a:lnTo>
                  <a:lnTo>
                    <a:pt x="8273" y="8507"/>
                  </a:lnTo>
                  <a:lnTo>
                    <a:pt x="17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4"/>
            <p:cNvSpPr/>
            <p:nvPr/>
          </p:nvSpPr>
          <p:spPr>
            <a:xfrm>
              <a:off x="1923980" y="257282"/>
              <a:ext cx="233442" cy="367417"/>
            </a:xfrm>
            <a:custGeom>
              <a:avLst/>
              <a:gdLst/>
              <a:ahLst/>
              <a:cxnLst/>
              <a:rect l="l" t="t" r="r" b="b"/>
              <a:pathLst>
                <a:path w="5405" h="8507" extrusionOk="0">
                  <a:moveTo>
                    <a:pt x="1" y="1"/>
                  </a:moveTo>
                  <a:lnTo>
                    <a:pt x="3837" y="8507"/>
                  </a:lnTo>
                  <a:lnTo>
                    <a:pt x="5405" y="8507"/>
                  </a:lnTo>
                  <a:lnTo>
                    <a:pt x="17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4"/>
            <p:cNvSpPr/>
            <p:nvPr/>
          </p:nvSpPr>
          <p:spPr>
            <a:xfrm>
              <a:off x="3105366" y="257282"/>
              <a:ext cx="110998" cy="367417"/>
            </a:xfrm>
            <a:custGeom>
              <a:avLst/>
              <a:gdLst/>
              <a:ahLst/>
              <a:cxnLst/>
              <a:rect l="l" t="t" r="r" b="b"/>
              <a:pathLst>
                <a:path w="2570" h="8507" extrusionOk="0">
                  <a:moveTo>
                    <a:pt x="1" y="1"/>
                  </a:moveTo>
                  <a:lnTo>
                    <a:pt x="1001" y="8507"/>
                  </a:lnTo>
                  <a:lnTo>
                    <a:pt x="2569" y="8507"/>
                  </a:lnTo>
                  <a:lnTo>
                    <a:pt x="17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4"/>
            <p:cNvSpPr/>
            <p:nvPr/>
          </p:nvSpPr>
          <p:spPr>
            <a:xfrm>
              <a:off x="4207498" y="257282"/>
              <a:ext cx="155657" cy="367417"/>
            </a:xfrm>
            <a:custGeom>
              <a:avLst/>
              <a:gdLst/>
              <a:ahLst/>
              <a:cxnLst/>
              <a:rect l="l" t="t" r="r" b="b"/>
              <a:pathLst>
                <a:path w="3604" h="8507" extrusionOk="0">
                  <a:moveTo>
                    <a:pt x="1836" y="1"/>
                  </a:moveTo>
                  <a:lnTo>
                    <a:pt x="1" y="8507"/>
                  </a:lnTo>
                  <a:lnTo>
                    <a:pt x="1569" y="8507"/>
                  </a:lnTo>
                  <a:lnTo>
                    <a:pt x="360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4"/>
            <p:cNvSpPr/>
            <p:nvPr/>
          </p:nvSpPr>
          <p:spPr>
            <a:xfrm>
              <a:off x="5266440" y="257282"/>
              <a:ext cx="278100" cy="367417"/>
            </a:xfrm>
            <a:custGeom>
              <a:avLst/>
              <a:gdLst/>
              <a:ahLst/>
              <a:cxnLst/>
              <a:rect l="l" t="t" r="r" b="b"/>
              <a:pathLst>
                <a:path w="6439" h="8507" extrusionOk="0">
                  <a:moveTo>
                    <a:pt x="4704" y="1"/>
                  </a:moveTo>
                  <a:lnTo>
                    <a:pt x="0" y="8507"/>
                  </a:lnTo>
                  <a:lnTo>
                    <a:pt x="1568" y="8507"/>
                  </a:lnTo>
                  <a:lnTo>
                    <a:pt x="643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4"/>
            <p:cNvSpPr/>
            <p:nvPr/>
          </p:nvSpPr>
          <p:spPr>
            <a:xfrm>
              <a:off x="6477739" y="257282"/>
              <a:ext cx="402013" cy="367417"/>
            </a:xfrm>
            <a:custGeom>
              <a:avLst/>
              <a:gdLst/>
              <a:ahLst/>
              <a:cxnLst/>
              <a:rect l="l" t="t" r="r" b="b"/>
              <a:pathLst>
                <a:path w="9308" h="8507" extrusionOk="0">
                  <a:moveTo>
                    <a:pt x="7540" y="1"/>
                  </a:moveTo>
                  <a:lnTo>
                    <a:pt x="1" y="8507"/>
                  </a:lnTo>
                  <a:lnTo>
                    <a:pt x="1569" y="8507"/>
                  </a:lnTo>
                  <a:lnTo>
                    <a:pt x="930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4"/>
            <p:cNvSpPr/>
            <p:nvPr/>
          </p:nvSpPr>
          <p:spPr>
            <a:xfrm>
              <a:off x="7612880" y="257282"/>
              <a:ext cx="524456" cy="367417"/>
            </a:xfrm>
            <a:custGeom>
              <a:avLst/>
              <a:gdLst/>
              <a:ahLst/>
              <a:cxnLst/>
              <a:rect l="l" t="t" r="r" b="b"/>
              <a:pathLst>
                <a:path w="12143" h="8507" extrusionOk="0">
                  <a:moveTo>
                    <a:pt x="10408" y="1"/>
                  </a:moveTo>
                  <a:lnTo>
                    <a:pt x="1" y="8507"/>
                  </a:lnTo>
                  <a:lnTo>
                    <a:pt x="1568" y="8507"/>
                  </a:lnTo>
                  <a:lnTo>
                    <a:pt x="1214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4"/>
            <p:cNvSpPr/>
            <p:nvPr/>
          </p:nvSpPr>
          <p:spPr>
            <a:xfrm>
              <a:off x="702250" y="237125"/>
              <a:ext cx="7526705" cy="98024"/>
            </a:xfrm>
            <a:custGeom>
              <a:avLst/>
              <a:gdLst/>
              <a:ahLst/>
              <a:cxnLst/>
              <a:rect l="l" t="t" r="r" b="b"/>
              <a:pathLst>
                <a:path w="167288" h="2270" extrusionOk="0">
                  <a:moveTo>
                    <a:pt x="735" y="1"/>
                  </a:moveTo>
                  <a:cubicBezTo>
                    <a:pt x="334" y="1"/>
                    <a:pt x="1" y="501"/>
                    <a:pt x="1" y="1135"/>
                  </a:cubicBezTo>
                  <a:cubicBezTo>
                    <a:pt x="1" y="1769"/>
                    <a:pt x="334" y="2269"/>
                    <a:pt x="735" y="2269"/>
                  </a:cubicBezTo>
                  <a:lnTo>
                    <a:pt x="166553" y="2269"/>
                  </a:lnTo>
                  <a:cubicBezTo>
                    <a:pt x="166954" y="2269"/>
                    <a:pt x="167287" y="1769"/>
                    <a:pt x="167287" y="1135"/>
                  </a:cubicBezTo>
                  <a:cubicBezTo>
                    <a:pt x="167287" y="501"/>
                    <a:pt x="166920" y="1"/>
                    <a:pt x="1665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4"/>
            <p:cNvSpPr/>
            <p:nvPr/>
          </p:nvSpPr>
          <p:spPr>
            <a:xfrm>
              <a:off x="8630358" y="1301077"/>
              <a:ext cx="82147" cy="3181073"/>
            </a:xfrm>
            <a:custGeom>
              <a:avLst/>
              <a:gdLst/>
              <a:ahLst/>
              <a:cxnLst/>
              <a:rect l="l" t="t" r="r" b="b"/>
              <a:pathLst>
                <a:path w="1902" h="73653" extrusionOk="0">
                  <a:moveTo>
                    <a:pt x="1" y="0"/>
                  </a:moveTo>
                  <a:lnTo>
                    <a:pt x="1" y="73219"/>
                  </a:lnTo>
                  <a:cubicBezTo>
                    <a:pt x="1" y="73453"/>
                    <a:pt x="401" y="73653"/>
                    <a:pt x="935" y="73653"/>
                  </a:cubicBezTo>
                  <a:cubicBezTo>
                    <a:pt x="1468" y="73653"/>
                    <a:pt x="1902" y="73453"/>
                    <a:pt x="1902" y="73219"/>
                  </a:cubicBezTo>
                  <a:lnTo>
                    <a:pt x="190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4"/>
            <p:cNvSpPr/>
            <p:nvPr/>
          </p:nvSpPr>
          <p:spPr>
            <a:xfrm>
              <a:off x="8337916" y="989847"/>
              <a:ext cx="701622" cy="704558"/>
            </a:xfrm>
            <a:custGeom>
              <a:avLst/>
              <a:gdLst/>
              <a:ahLst/>
              <a:cxnLst/>
              <a:rect l="l" t="t" r="r" b="b"/>
              <a:pathLst>
                <a:path w="16245" h="16313" extrusionOk="0">
                  <a:moveTo>
                    <a:pt x="1101" y="1"/>
                  </a:moveTo>
                  <a:cubicBezTo>
                    <a:pt x="500" y="1"/>
                    <a:pt x="0" y="501"/>
                    <a:pt x="0" y="1135"/>
                  </a:cubicBezTo>
                  <a:lnTo>
                    <a:pt x="0" y="15178"/>
                  </a:lnTo>
                  <a:cubicBezTo>
                    <a:pt x="0" y="15812"/>
                    <a:pt x="500" y="16313"/>
                    <a:pt x="1101" y="16313"/>
                  </a:cubicBezTo>
                  <a:lnTo>
                    <a:pt x="15111" y="16313"/>
                  </a:lnTo>
                  <a:cubicBezTo>
                    <a:pt x="15745" y="16313"/>
                    <a:pt x="16245" y="15812"/>
                    <a:pt x="16245" y="15178"/>
                  </a:cubicBezTo>
                  <a:lnTo>
                    <a:pt x="16245" y="1135"/>
                  </a:lnTo>
                  <a:cubicBezTo>
                    <a:pt x="16245" y="501"/>
                    <a:pt x="15745" y="1"/>
                    <a:pt x="1511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4"/>
            <p:cNvSpPr/>
            <p:nvPr/>
          </p:nvSpPr>
          <p:spPr>
            <a:xfrm>
              <a:off x="8371043" y="1023017"/>
              <a:ext cx="635368" cy="638262"/>
            </a:xfrm>
            <a:custGeom>
              <a:avLst/>
              <a:gdLst/>
              <a:ahLst/>
              <a:cxnLst/>
              <a:rect l="l" t="t" r="r" b="b"/>
              <a:pathLst>
                <a:path w="14711" h="14778" extrusionOk="0">
                  <a:moveTo>
                    <a:pt x="1001" y="0"/>
                  </a:moveTo>
                  <a:cubicBezTo>
                    <a:pt x="467" y="0"/>
                    <a:pt x="0" y="467"/>
                    <a:pt x="0" y="1034"/>
                  </a:cubicBezTo>
                  <a:lnTo>
                    <a:pt x="0" y="13743"/>
                  </a:lnTo>
                  <a:cubicBezTo>
                    <a:pt x="0" y="14310"/>
                    <a:pt x="467" y="14777"/>
                    <a:pt x="1001" y="14777"/>
                  </a:cubicBezTo>
                  <a:lnTo>
                    <a:pt x="13710" y="14777"/>
                  </a:lnTo>
                  <a:cubicBezTo>
                    <a:pt x="14244" y="14777"/>
                    <a:pt x="14711" y="14310"/>
                    <a:pt x="14711" y="13743"/>
                  </a:cubicBezTo>
                  <a:lnTo>
                    <a:pt x="14711" y="1034"/>
                  </a:lnTo>
                  <a:cubicBezTo>
                    <a:pt x="14711" y="467"/>
                    <a:pt x="14244" y="0"/>
                    <a:pt x="137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4"/>
            <p:cNvSpPr/>
            <p:nvPr/>
          </p:nvSpPr>
          <p:spPr>
            <a:xfrm>
              <a:off x="8494913" y="1093590"/>
              <a:ext cx="391949" cy="497074"/>
            </a:xfrm>
            <a:custGeom>
              <a:avLst/>
              <a:gdLst/>
              <a:ahLst/>
              <a:cxnLst/>
              <a:rect l="l" t="t" r="r" b="b"/>
              <a:pathLst>
                <a:path w="9075" h="11509" extrusionOk="0">
                  <a:moveTo>
                    <a:pt x="6039" y="768"/>
                  </a:moveTo>
                  <a:lnTo>
                    <a:pt x="6039" y="1535"/>
                  </a:lnTo>
                  <a:lnTo>
                    <a:pt x="2970" y="1535"/>
                  </a:lnTo>
                  <a:lnTo>
                    <a:pt x="2970" y="768"/>
                  </a:lnTo>
                  <a:close/>
                  <a:moveTo>
                    <a:pt x="8307" y="2302"/>
                  </a:moveTo>
                  <a:lnTo>
                    <a:pt x="8307" y="6906"/>
                  </a:lnTo>
                  <a:lnTo>
                    <a:pt x="668" y="6906"/>
                  </a:lnTo>
                  <a:lnTo>
                    <a:pt x="668" y="2302"/>
                  </a:lnTo>
                  <a:close/>
                  <a:moveTo>
                    <a:pt x="1402" y="7673"/>
                  </a:moveTo>
                  <a:cubicBezTo>
                    <a:pt x="1502" y="7673"/>
                    <a:pt x="1635" y="7673"/>
                    <a:pt x="1736" y="7740"/>
                  </a:cubicBezTo>
                  <a:cubicBezTo>
                    <a:pt x="1969" y="7806"/>
                    <a:pt x="2169" y="8006"/>
                    <a:pt x="2236" y="8240"/>
                  </a:cubicBezTo>
                  <a:lnTo>
                    <a:pt x="2236" y="8307"/>
                  </a:lnTo>
                  <a:cubicBezTo>
                    <a:pt x="2236" y="8407"/>
                    <a:pt x="2236" y="8507"/>
                    <a:pt x="2236" y="8607"/>
                  </a:cubicBezTo>
                  <a:lnTo>
                    <a:pt x="2203" y="8640"/>
                  </a:lnTo>
                  <a:cubicBezTo>
                    <a:pt x="2136" y="8874"/>
                    <a:pt x="2002" y="9040"/>
                    <a:pt x="1769" y="9141"/>
                  </a:cubicBezTo>
                  <a:cubicBezTo>
                    <a:pt x="1669" y="9174"/>
                    <a:pt x="1569" y="9191"/>
                    <a:pt x="1469" y="9191"/>
                  </a:cubicBezTo>
                  <a:cubicBezTo>
                    <a:pt x="1369" y="9191"/>
                    <a:pt x="1269" y="9174"/>
                    <a:pt x="1168" y="9141"/>
                  </a:cubicBezTo>
                  <a:cubicBezTo>
                    <a:pt x="935" y="9040"/>
                    <a:pt x="768" y="8874"/>
                    <a:pt x="701" y="8640"/>
                  </a:cubicBezTo>
                  <a:cubicBezTo>
                    <a:pt x="701" y="8607"/>
                    <a:pt x="701" y="8540"/>
                    <a:pt x="701" y="8507"/>
                  </a:cubicBezTo>
                  <a:cubicBezTo>
                    <a:pt x="668" y="8440"/>
                    <a:pt x="668" y="8373"/>
                    <a:pt x="701" y="8307"/>
                  </a:cubicBezTo>
                  <a:lnTo>
                    <a:pt x="701" y="8240"/>
                  </a:lnTo>
                  <a:cubicBezTo>
                    <a:pt x="735" y="8040"/>
                    <a:pt x="868" y="7873"/>
                    <a:pt x="1068" y="7773"/>
                  </a:cubicBezTo>
                  <a:cubicBezTo>
                    <a:pt x="1168" y="7706"/>
                    <a:pt x="1269" y="7673"/>
                    <a:pt x="1402" y="7673"/>
                  </a:cubicBezTo>
                  <a:close/>
                  <a:moveTo>
                    <a:pt x="7573" y="7673"/>
                  </a:moveTo>
                  <a:cubicBezTo>
                    <a:pt x="7673" y="7673"/>
                    <a:pt x="7773" y="7673"/>
                    <a:pt x="7873" y="7706"/>
                  </a:cubicBezTo>
                  <a:cubicBezTo>
                    <a:pt x="8107" y="7806"/>
                    <a:pt x="8274" y="8006"/>
                    <a:pt x="8340" y="8240"/>
                  </a:cubicBezTo>
                  <a:lnTo>
                    <a:pt x="8340" y="8307"/>
                  </a:lnTo>
                  <a:cubicBezTo>
                    <a:pt x="8340" y="8373"/>
                    <a:pt x="8340" y="8440"/>
                    <a:pt x="8340" y="8507"/>
                  </a:cubicBezTo>
                  <a:cubicBezTo>
                    <a:pt x="8307" y="8573"/>
                    <a:pt x="8307" y="8607"/>
                    <a:pt x="8307" y="8640"/>
                  </a:cubicBezTo>
                  <a:cubicBezTo>
                    <a:pt x="8240" y="8840"/>
                    <a:pt x="8107" y="9040"/>
                    <a:pt x="7907" y="9141"/>
                  </a:cubicBezTo>
                  <a:cubicBezTo>
                    <a:pt x="7809" y="9180"/>
                    <a:pt x="7700" y="9196"/>
                    <a:pt x="7586" y="9196"/>
                  </a:cubicBezTo>
                  <a:cubicBezTo>
                    <a:pt x="7505" y="9196"/>
                    <a:pt x="7422" y="9188"/>
                    <a:pt x="7340" y="9174"/>
                  </a:cubicBezTo>
                  <a:lnTo>
                    <a:pt x="7273" y="9141"/>
                  </a:lnTo>
                  <a:cubicBezTo>
                    <a:pt x="7139" y="9074"/>
                    <a:pt x="7039" y="9007"/>
                    <a:pt x="6973" y="8907"/>
                  </a:cubicBezTo>
                  <a:cubicBezTo>
                    <a:pt x="6906" y="8807"/>
                    <a:pt x="6839" y="8674"/>
                    <a:pt x="6806" y="8573"/>
                  </a:cubicBezTo>
                  <a:cubicBezTo>
                    <a:pt x="6806" y="8473"/>
                    <a:pt x="6806" y="8373"/>
                    <a:pt x="6806" y="8307"/>
                  </a:cubicBezTo>
                  <a:lnTo>
                    <a:pt x="6806" y="8240"/>
                  </a:lnTo>
                  <a:cubicBezTo>
                    <a:pt x="6873" y="8040"/>
                    <a:pt x="7006" y="7873"/>
                    <a:pt x="7173" y="7773"/>
                  </a:cubicBezTo>
                  <a:cubicBezTo>
                    <a:pt x="7306" y="7706"/>
                    <a:pt x="7440" y="7673"/>
                    <a:pt x="7573" y="7673"/>
                  </a:cubicBezTo>
                  <a:close/>
                  <a:moveTo>
                    <a:pt x="2203" y="1"/>
                  </a:moveTo>
                  <a:cubicBezTo>
                    <a:pt x="2002" y="1"/>
                    <a:pt x="1769" y="34"/>
                    <a:pt x="1569" y="101"/>
                  </a:cubicBezTo>
                  <a:lnTo>
                    <a:pt x="1602" y="101"/>
                  </a:lnTo>
                  <a:cubicBezTo>
                    <a:pt x="1535" y="134"/>
                    <a:pt x="1435" y="167"/>
                    <a:pt x="1335" y="201"/>
                  </a:cubicBezTo>
                  <a:cubicBezTo>
                    <a:pt x="1302" y="234"/>
                    <a:pt x="1235" y="268"/>
                    <a:pt x="1168" y="301"/>
                  </a:cubicBezTo>
                  <a:cubicBezTo>
                    <a:pt x="1102" y="368"/>
                    <a:pt x="1035" y="368"/>
                    <a:pt x="968" y="434"/>
                  </a:cubicBezTo>
                  <a:cubicBezTo>
                    <a:pt x="735" y="601"/>
                    <a:pt x="535" y="835"/>
                    <a:pt x="368" y="1068"/>
                  </a:cubicBezTo>
                  <a:cubicBezTo>
                    <a:pt x="301" y="1168"/>
                    <a:pt x="268" y="1268"/>
                    <a:pt x="201" y="1368"/>
                  </a:cubicBezTo>
                  <a:cubicBezTo>
                    <a:pt x="168" y="1435"/>
                    <a:pt x="168" y="1502"/>
                    <a:pt x="134" y="1568"/>
                  </a:cubicBezTo>
                  <a:cubicBezTo>
                    <a:pt x="68" y="1735"/>
                    <a:pt x="34" y="1935"/>
                    <a:pt x="1" y="2102"/>
                  </a:cubicBezTo>
                  <a:lnTo>
                    <a:pt x="1" y="3136"/>
                  </a:lnTo>
                  <a:lnTo>
                    <a:pt x="1" y="9174"/>
                  </a:lnTo>
                  <a:cubicBezTo>
                    <a:pt x="1" y="9241"/>
                    <a:pt x="1" y="9307"/>
                    <a:pt x="1" y="9374"/>
                  </a:cubicBezTo>
                  <a:lnTo>
                    <a:pt x="1" y="9441"/>
                  </a:lnTo>
                  <a:cubicBezTo>
                    <a:pt x="34" y="9507"/>
                    <a:pt x="68" y="9541"/>
                    <a:pt x="101" y="9608"/>
                  </a:cubicBezTo>
                  <a:cubicBezTo>
                    <a:pt x="168" y="9741"/>
                    <a:pt x="301" y="9841"/>
                    <a:pt x="435" y="9908"/>
                  </a:cubicBezTo>
                  <a:cubicBezTo>
                    <a:pt x="535" y="9941"/>
                    <a:pt x="635" y="9974"/>
                    <a:pt x="735" y="9974"/>
                  </a:cubicBezTo>
                  <a:lnTo>
                    <a:pt x="735" y="10775"/>
                  </a:lnTo>
                  <a:cubicBezTo>
                    <a:pt x="735" y="10808"/>
                    <a:pt x="735" y="10842"/>
                    <a:pt x="735" y="10875"/>
                  </a:cubicBezTo>
                  <a:lnTo>
                    <a:pt x="735" y="10942"/>
                  </a:lnTo>
                  <a:cubicBezTo>
                    <a:pt x="768" y="11009"/>
                    <a:pt x="802" y="11075"/>
                    <a:pt x="802" y="11142"/>
                  </a:cubicBezTo>
                  <a:cubicBezTo>
                    <a:pt x="935" y="11342"/>
                    <a:pt x="1168" y="11476"/>
                    <a:pt x="1402" y="11509"/>
                  </a:cubicBezTo>
                  <a:lnTo>
                    <a:pt x="2069" y="11509"/>
                  </a:lnTo>
                  <a:cubicBezTo>
                    <a:pt x="2236" y="11509"/>
                    <a:pt x="2403" y="11476"/>
                    <a:pt x="2536" y="11442"/>
                  </a:cubicBezTo>
                  <a:cubicBezTo>
                    <a:pt x="2636" y="11409"/>
                    <a:pt x="2703" y="11342"/>
                    <a:pt x="2770" y="11275"/>
                  </a:cubicBezTo>
                  <a:cubicBezTo>
                    <a:pt x="2870" y="11175"/>
                    <a:pt x="2936" y="11075"/>
                    <a:pt x="2970" y="10942"/>
                  </a:cubicBezTo>
                  <a:cubicBezTo>
                    <a:pt x="2970" y="10908"/>
                    <a:pt x="2970" y="10875"/>
                    <a:pt x="2970" y="10842"/>
                  </a:cubicBezTo>
                  <a:lnTo>
                    <a:pt x="2970" y="9974"/>
                  </a:lnTo>
                  <a:lnTo>
                    <a:pt x="6039" y="9974"/>
                  </a:lnTo>
                  <a:lnTo>
                    <a:pt x="6039" y="10708"/>
                  </a:lnTo>
                  <a:cubicBezTo>
                    <a:pt x="6039" y="10775"/>
                    <a:pt x="6072" y="10842"/>
                    <a:pt x="6072" y="10908"/>
                  </a:cubicBezTo>
                  <a:cubicBezTo>
                    <a:pt x="6072" y="10975"/>
                    <a:pt x="6105" y="11075"/>
                    <a:pt x="6139" y="11142"/>
                  </a:cubicBezTo>
                  <a:lnTo>
                    <a:pt x="6205" y="11175"/>
                  </a:lnTo>
                  <a:lnTo>
                    <a:pt x="6272" y="11275"/>
                  </a:lnTo>
                  <a:cubicBezTo>
                    <a:pt x="6372" y="11375"/>
                    <a:pt x="6539" y="11442"/>
                    <a:pt x="6672" y="11476"/>
                  </a:cubicBezTo>
                  <a:lnTo>
                    <a:pt x="7406" y="11476"/>
                  </a:lnTo>
                  <a:cubicBezTo>
                    <a:pt x="7451" y="11484"/>
                    <a:pt x="7496" y="11489"/>
                    <a:pt x="7540" y="11489"/>
                  </a:cubicBezTo>
                  <a:cubicBezTo>
                    <a:pt x="7662" y="11489"/>
                    <a:pt x="7785" y="11458"/>
                    <a:pt x="7907" y="11409"/>
                  </a:cubicBezTo>
                  <a:cubicBezTo>
                    <a:pt x="7973" y="11375"/>
                    <a:pt x="8040" y="11342"/>
                    <a:pt x="8073" y="11309"/>
                  </a:cubicBezTo>
                  <a:cubicBezTo>
                    <a:pt x="8240" y="11175"/>
                    <a:pt x="8307" y="10975"/>
                    <a:pt x="8340" y="10775"/>
                  </a:cubicBezTo>
                  <a:lnTo>
                    <a:pt x="8340" y="9941"/>
                  </a:lnTo>
                  <a:cubicBezTo>
                    <a:pt x="8607" y="9941"/>
                    <a:pt x="8841" y="9808"/>
                    <a:pt x="9007" y="9574"/>
                  </a:cubicBezTo>
                  <a:cubicBezTo>
                    <a:pt x="9041" y="9507"/>
                    <a:pt x="9041" y="9441"/>
                    <a:pt x="9074" y="9407"/>
                  </a:cubicBezTo>
                  <a:lnTo>
                    <a:pt x="9074" y="9341"/>
                  </a:lnTo>
                  <a:lnTo>
                    <a:pt x="9074" y="8607"/>
                  </a:lnTo>
                  <a:lnTo>
                    <a:pt x="9074" y="2302"/>
                  </a:lnTo>
                  <a:cubicBezTo>
                    <a:pt x="9074" y="2169"/>
                    <a:pt x="9074" y="2035"/>
                    <a:pt x="9041" y="1902"/>
                  </a:cubicBezTo>
                  <a:cubicBezTo>
                    <a:pt x="9007" y="1769"/>
                    <a:pt x="8974" y="1669"/>
                    <a:pt x="8941" y="1535"/>
                  </a:cubicBezTo>
                  <a:cubicBezTo>
                    <a:pt x="8907" y="1468"/>
                    <a:pt x="8907" y="1368"/>
                    <a:pt x="8841" y="1302"/>
                  </a:cubicBezTo>
                  <a:cubicBezTo>
                    <a:pt x="8807" y="1235"/>
                    <a:pt x="8774" y="1135"/>
                    <a:pt x="8707" y="1068"/>
                  </a:cubicBezTo>
                  <a:lnTo>
                    <a:pt x="8607" y="935"/>
                  </a:lnTo>
                  <a:cubicBezTo>
                    <a:pt x="8374" y="634"/>
                    <a:pt x="8073" y="401"/>
                    <a:pt x="7740" y="234"/>
                  </a:cubicBezTo>
                  <a:cubicBezTo>
                    <a:pt x="7640" y="167"/>
                    <a:pt x="7506" y="134"/>
                    <a:pt x="7406" y="101"/>
                  </a:cubicBezTo>
                  <a:cubicBezTo>
                    <a:pt x="7206" y="34"/>
                    <a:pt x="7006" y="1"/>
                    <a:pt x="67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4"/>
            <p:cNvSpPr/>
            <p:nvPr/>
          </p:nvSpPr>
          <p:spPr>
            <a:xfrm>
              <a:off x="8424340" y="1226142"/>
              <a:ext cx="33170" cy="99467"/>
            </a:xfrm>
            <a:custGeom>
              <a:avLst/>
              <a:gdLst/>
              <a:ahLst/>
              <a:cxnLst/>
              <a:rect l="l" t="t" r="r" b="b"/>
              <a:pathLst>
                <a:path w="768" h="2303" extrusionOk="0">
                  <a:moveTo>
                    <a:pt x="367" y="1"/>
                  </a:moveTo>
                  <a:cubicBezTo>
                    <a:pt x="167" y="1"/>
                    <a:pt x="34" y="134"/>
                    <a:pt x="0" y="334"/>
                  </a:cubicBezTo>
                  <a:lnTo>
                    <a:pt x="34" y="267"/>
                  </a:lnTo>
                  <a:lnTo>
                    <a:pt x="34" y="1935"/>
                  </a:lnTo>
                  <a:cubicBezTo>
                    <a:pt x="34" y="2135"/>
                    <a:pt x="167" y="2269"/>
                    <a:pt x="367" y="2302"/>
                  </a:cubicBezTo>
                  <a:lnTo>
                    <a:pt x="768" y="2302"/>
                  </a:lnTo>
                  <a:lnTo>
                    <a:pt x="76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4"/>
            <p:cNvSpPr/>
            <p:nvPr/>
          </p:nvSpPr>
          <p:spPr>
            <a:xfrm>
              <a:off x="8919949" y="1226142"/>
              <a:ext cx="33170" cy="99467"/>
            </a:xfrm>
            <a:custGeom>
              <a:avLst/>
              <a:gdLst/>
              <a:ahLst/>
              <a:cxnLst/>
              <a:rect l="l" t="t" r="r" b="b"/>
              <a:pathLst>
                <a:path w="768" h="2303" extrusionOk="0">
                  <a:moveTo>
                    <a:pt x="0" y="1"/>
                  </a:moveTo>
                  <a:cubicBezTo>
                    <a:pt x="0" y="768"/>
                    <a:pt x="0" y="1535"/>
                    <a:pt x="0" y="2302"/>
                  </a:cubicBezTo>
                  <a:lnTo>
                    <a:pt x="367" y="2302"/>
                  </a:lnTo>
                  <a:cubicBezTo>
                    <a:pt x="467" y="2302"/>
                    <a:pt x="567" y="2269"/>
                    <a:pt x="634" y="2202"/>
                  </a:cubicBezTo>
                  <a:cubicBezTo>
                    <a:pt x="701" y="2135"/>
                    <a:pt x="768" y="2035"/>
                    <a:pt x="768" y="1935"/>
                  </a:cubicBezTo>
                  <a:lnTo>
                    <a:pt x="768" y="367"/>
                  </a:lnTo>
                  <a:cubicBezTo>
                    <a:pt x="768" y="167"/>
                    <a:pt x="601" y="1"/>
                    <a:pt x="40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6" name="Google Shape;366;p14"/>
          <p:cNvSpPr txBox="1">
            <a:spLocks noGrp="1"/>
          </p:cNvSpPr>
          <p:nvPr>
            <p:ph type="title"/>
          </p:nvPr>
        </p:nvSpPr>
        <p:spPr>
          <a:xfrm>
            <a:off x="3787106" y="2738800"/>
            <a:ext cx="3439200" cy="531900"/>
          </a:xfrm>
          <a:prstGeom prst="rect">
            <a:avLst/>
          </a:prstGeom>
        </p:spPr>
        <p:txBody>
          <a:bodyPr spcFirstLastPara="1" wrap="square" lIns="91425" tIns="91425" rIns="91425" bIns="91425" anchor="ctr" anchorCtr="0">
            <a:normAutofit/>
          </a:bodyPr>
          <a:lstStyle>
            <a:lvl1pPr lvl="0" algn="r" rtl="0">
              <a:spcBef>
                <a:spcPts val="0"/>
              </a:spcBef>
              <a:spcAft>
                <a:spcPts val="0"/>
              </a:spcAft>
              <a:buSzPts val="1800"/>
              <a:buNone/>
              <a:defRPr sz="2000">
                <a:solidFill>
                  <a:srgbClr val="FFFFFF"/>
                </a:solidFill>
              </a:defRPr>
            </a:lvl1pPr>
            <a:lvl2pPr lvl="1" algn="ctr" rtl="0">
              <a:spcBef>
                <a:spcPts val="0"/>
              </a:spcBef>
              <a:spcAft>
                <a:spcPts val="0"/>
              </a:spcAft>
              <a:buClr>
                <a:schemeClr val="accent6"/>
              </a:buClr>
              <a:buSzPts val="1800"/>
              <a:buNone/>
              <a:defRPr sz="1800">
                <a:solidFill>
                  <a:schemeClr val="accent6"/>
                </a:solidFill>
              </a:defRPr>
            </a:lvl2pPr>
            <a:lvl3pPr lvl="2" algn="ctr" rtl="0">
              <a:spcBef>
                <a:spcPts val="0"/>
              </a:spcBef>
              <a:spcAft>
                <a:spcPts val="0"/>
              </a:spcAft>
              <a:buClr>
                <a:schemeClr val="accent6"/>
              </a:buClr>
              <a:buSzPts val="1800"/>
              <a:buNone/>
              <a:defRPr sz="1800">
                <a:solidFill>
                  <a:schemeClr val="accent6"/>
                </a:solidFill>
              </a:defRPr>
            </a:lvl3pPr>
            <a:lvl4pPr lvl="3" algn="ctr" rtl="0">
              <a:spcBef>
                <a:spcPts val="0"/>
              </a:spcBef>
              <a:spcAft>
                <a:spcPts val="0"/>
              </a:spcAft>
              <a:buClr>
                <a:schemeClr val="accent6"/>
              </a:buClr>
              <a:buSzPts val="1800"/>
              <a:buNone/>
              <a:defRPr sz="1800">
                <a:solidFill>
                  <a:schemeClr val="accent6"/>
                </a:solidFill>
              </a:defRPr>
            </a:lvl4pPr>
            <a:lvl5pPr lvl="4" algn="ctr" rtl="0">
              <a:spcBef>
                <a:spcPts val="0"/>
              </a:spcBef>
              <a:spcAft>
                <a:spcPts val="0"/>
              </a:spcAft>
              <a:buClr>
                <a:schemeClr val="accent6"/>
              </a:buClr>
              <a:buSzPts val="1800"/>
              <a:buNone/>
              <a:defRPr sz="1800">
                <a:solidFill>
                  <a:schemeClr val="accent6"/>
                </a:solidFill>
              </a:defRPr>
            </a:lvl5pPr>
            <a:lvl6pPr lvl="5" algn="ctr" rtl="0">
              <a:spcBef>
                <a:spcPts val="0"/>
              </a:spcBef>
              <a:spcAft>
                <a:spcPts val="0"/>
              </a:spcAft>
              <a:buClr>
                <a:schemeClr val="accent6"/>
              </a:buClr>
              <a:buSzPts val="1800"/>
              <a:buNone/>
              <a:defRPr sz="1800">
                <a:solidFill>
                  <a:schemeClr val="accent6"/>
                </a:solidFill>
              </a:defRPr>
            </a:lvl6pPr>
            <a:lvl7pPr lvl="6" algn="ctr" rtl="0">
              <a:spcBef>
                <a:spcPts val="0"/>
              </a:spcBef>
              <a:spcAft>
                <a:spcPts val="0"/>
              </a:spcAft>
              <a:buClr>
                <a:schemeClr val="accent6"/>
              </a:buClr>
              <a:buSzPts val="1800"/>
              <a:buNone/>
              <a:defRPr sz="1800">
                <a:solidFill>
                  <a:schemeClr val="accent6"/>
                </a:solidFill>
              </a:defRPr>
            </a:lvl7pPr>
            <a:lvl8pPr lvl="7" algn="ctr" rtl="0">
              <a:spcBef>
                <a:spcPts val="0"/>
              </a:spcBef>
              <a:spcAft>
                <a:spcPts val="0"/>
              </a:spcAft>
              <a:buClr>
                <a:schemeClr val="accent6"/>
              </a:buClr>
              <a:buSzPts val="1800"/>
              <a:buNone/>
              <a:defRPr sz="1800">
                <a:solidFill>
                  <a:schemeClr val="accent6"/>
                </a:solidFill>
              </a:defRPr>
            </a:lvl8pPr>
            <a:lvl9pPr lvl="8" algn="ctr" rtl="0">
              <a:spcBef>
                <a:spcPts val="0"/>
              </a:spcBef>
              <a:spcAft>
                <a:spcPts val="0"/>
              </a:spcAft>
              <a:buClr>
                <a:schemeClr val="accent6"/>
              </a:buClr>
              <a:buSzPts val="1800"/>
              <a:buNone/>
              <a:defRPr sz="1800">
                <a:solidFill>
                  <a:schemeClr val="accent6"/>
                </a:solidFill>
              </a:defRPr>
            </a:lvl9pPr>
          </a:lstStyle>
          <a:p>
            <a:endParaRPr/>
          </a:p>
        </p:txBody>
      </p:sp>
      <p:sp>
        <p:nvSpPr>
          <p:cNvPr id="367" name="Google Shape;367;p14"/>
          <p:cNvSpPr txBox="1">
            <a:spLocks noGrp="1"/>
          </p:cNvSpPr>
          <p:nvPr>
            <p:ph type="subTitle" idx="1"/>
          </p:nvPr>
        </p:nvSpPr>
        <p:spPr>
          <a:xfrm>
            <a:off x="3663806" y="1064200"/>
            <a:ext cx="3562500" cy="1670100"/>
          </a:xfrm>
          <a:prstGeom prst="rect">
            <a:avLst/>
          </a:prstGeom>
        </p:spPr>
        <p:txBody>
          <a:bodyPr spcFirstLastPara="1" wrap="square" lIns="91425" tIns="91425" rIns="91425" bIns="91425" anchor="ctr" anchorCtr="0">
            <a:normAutofit/>
          </a:bodyPr>
          <a:lstStyle>
            <a:lvl1pPr lvl="0" algn="ctr" rtl="0">
              <a:lnSpc>
                <a:spcPct val="100000"/>
              </a:lnSpc>
              <a:spcBef>
                <a:spcPts val="0"/>
              </a:spcBef>
              <a:spcAft>
                <a:spcPts val="0"/>
              </a:spcAft>
              <a:buSzPts val="3000"/>
              <a:buNone/>
              <a:defRPr sz="2200">
                <a:solidFill>
                  <a:srgbClr val="FFFFFF"/>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Numbers and text">
  <p:cSld name="CUSTOM_7">
    <p:spTree>
      <p:nvGrpSpPr>
        <p:cNvPr id="1" name="Shape 368"/>
        <p:cNvGrpSpPr/>
        <p:nvPr/>
      </p:nvGrpSpPr>
      <p:grpSpPr>
        <a:xfrm>
          <a:off x="0" y="0"/>
          <a:ext cx="0" cy="0"/>
          <a:chOff x="0" y="0"/>
          <a:chExt cx="0" cy="0"/>
        </a:xfrm>
      </p:grpSpPr>
      <p:sp>
        <p:nvSpPr>
          <p:cNvPr id="369" name="Google Shape;369;p15"/>
          <p:cNvSpPr txBox="1">
            <a:spLocks noGrp="1"/>
          </p:cNvSpPr>
          <p:nvPr>
            <p:ph type="title"/>
          </p:nvPr>
        </p:nvSpPr>
        <p:spPr>
          <a:xfrm>
            <a:off x="3563400" y="3391738"/>
            <a:ext cx="2017200" cy="572700"/>
          </a:xfrm>
          <a:prstGeom prst="rect">
            <a:avLst/>
          </a:prstGeom>
        </p:spPr>
        <p:txBody>
          <a:bodyPr spcFirstLastPara="1" wrap="square" lIns="91425" tIns="91425" rIns="91425" bIns="91425" anchor="t" anchorCtr="0">
            <a:normAutofit/>
          </a:bodyPr>
          <a:lstStyle>
            <a:lvl1pPr lvl="0" algn="ctr" rtl="0">
              <a:spcBef>
                <a:spcPts val="0"/>
              </a:spcBef>
              <a:spcAft>
                <a:spcPts val="0"/>
              </a:spcAft>
              <a:buSzPts val="2400"/>
              <a:buNone/>
              <a:defRPr>
                <a:solidFill>
                  <a:schemeClr val="lt1"/>
                </a:solidFill>
              </a:defRPr>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70" name="Google Shape;370;p15"/>
          <p:cNvSpPr txBox="1">
            <a:spLocks noGrp="1"/>
          </p:cNvSpPr>
          <p:nvPr>
            <p:ph type="subTitle" idx="1"/>
          </p:nvPr>
        </p:nvSpPr>
        <p:spPr>
          <a:xfrm>
            <a:off x="3511050" y="3831000"/>
            <a:ext cx="2121900" cy="6969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14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71" name="Google Shape;371;p15"/>
          <p:cNvSpPr txBox="1">
            <a:spLocks noGrp="1"/>
          </p:cNvSpPr>
          <p:nvPr>
            <p:ph type="title" idx="2" hasCustomPrompt="1"/>
          </p:nvPr>
        </p:nvSpPr>
        <p:spPr>
          <a:xfrm>
            <a:off x="3938700" y="1859100"/>
            <a:ext cx="1266600" cy="7251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chemeClr val="accent2"/>
              </a:buClr>
              <a:buSzPts val="3000"/>
              <a:buNone/>
              <a:defRPr sz="3500" b="1"/>
            </a:lvl1pPr>
            <a:lvl2pPr lvl="1" algn="ctr" rtl="0">
              <a:spcBef>
                <a:spcPts val="0"/>
              </a:spcBef>
              <a:spcAft>
                <a:spcPts val="0"/>
              </a:spcAft>
              <a:buClr>
                <a:schemeClr val="accent2"/>
              </a:buClr>
              <a:buSzPts val="3000"/>
              <a:buFont typeface="Euphoria Script"/>
              <a:buNone/>
              <a:defRPr sz="3000" b="1">
                <a:solidFill>
                  <a:schemeClr val="accent2"/>
                </a:solidFill>
                <a:latin typeface="Euphoria Script"/>
                <a:ea typeface="Euphoria Script"/>
                <a:cs typeface="Euphoria Script"/>
                <a:sym typeface="Euphoria Script"/>
              </a:defRPr>
            </a:lvl2pPr>
            <a:lvl3pPr lvl="2" algn="ctr" rtl="0">
              <a:spcBef>
                <a:spcPts val="0"/>
              </a:spcBef>
              <a:spcAft>
                <a:spcPts val="0"/>
              </a:spcAft>
              <a:buClr>
                <a:schemeClr val="accent2"/>
              </a:buClr>
              <a:buSzPts val="3000"/>
              <a:buFont typeface="Euphoria Script"/>
              <a:buNone/>
              <a:defRPr sz="3000" b="1">
                <a:solidFill>
                  <a:schemeClr val="accent2"/>
                </a:solidFill>
                <a:latin typeface="Euphoria Script"/>
                <a:ea typeface="Euphoria Script"/>
                <a:cs typeface="Euphoria Script"/>
                <a:sym typeface="Euphoria Script"/>
              </a:defRPr>
            </a:lvl3pPr>
            <a:lvl4pPr lvl="3" algn="ctr" rtl="0">
              <a:spcBef>
                <a:spcPts val="0"/>
              </a:spcBef>
              <a:spcAft>
                <a:spcPts val="0"/>
              </a:spcAft>
              <a:buClr>
                <a:schemeClr val="accent2"/>
              </a:buClr>
              <a:buSzPts val="3000"/>
              <a:buFont typeface="Euphoria Script"/>
              <a:buNone/>
              <a:defRPr sz="3000" b="1">
                <a:solidFill>
                  <a:schemeClr val="accent2"/>
                </a:solidFill>
                <a:latin typeface="Euphoria Script"/>
                <a:ea typeface="Euphoria Script"/>
                <a:cs typeface="Euphoria Script"/>
                <a:sym typeface="Euphoria Script"/>
              </a:defRPr>
            </a:lvl4pPr>
            <a:lvl5pPr lvl="4" algn="ctr" rtl="0">
              <a:spcBef>
                <a:spcPts val="0"/>
              </a:spcBef>
              <a:spcAft>
                <a:spcPts val="0"/>
              </a:spcAft>
              <a:buClr>
                <a:schemeClr val="accent2"/>
              </a:buClr>
              <a:buSzPts val="3000"/>
              <a:buFont typeface="Euphoria Script"/>
              <a:buNone/>
              <a:defRPr sz="3000" b="1">
                <a:solidFill>
                  <a:schemeClr val="accent2"/>
                </a:solidFill>
                <a:latin typeface="Euphoria Script"/>
                <a:ea typeface="Euphoria Script"/>
                <a:cs typeface="Euphoria Script"/>
                <a:sym typeface="Euphoria Script"/>
              </a:defRPr>
            </a:lvl5pPr>
            <a:lvl6pPr lvl="5" algn="ctr" rtl="0">
              <a:spcBef>
                <a:spcPts val="0"/>
              </a:spcBef>
              <a:spcAft>
                <a:spcPts val="0"/>
              </a:spcAft>
              <a:buClr>
                <a:schemeClr val="accent2"/>
              </a:buClr>
              <a:buSzPts val="3000"/>
              <a:buFont typeface="Euphoria Script"/>
              <a:buNone/>
              <a:defRPr sz="3000" b="1">
                <a:solidFill>
                  <a:schemeClr val="accent2"/>
                </a:solidFill>
                <a:latin typeface="Euphoria Script"/>
                <a:ea typeface="Euphoria Script"/>
                <a:cs typeface="Euphoria Script"/>
                <a:sym typeface="Euphoria Script"/>
              </a:defRPr>
            </a:lvl6pPr>
            <a:lvl7pPr lvl="6" algn="ctr" rtl="0">
              <a:spcBef>
                <a:spcPts val="0"/>
              </a:spcBef>
              <a:spcAft>
                <a:spcPts val="0"/>
              </a:spcAft>
              <a:buClr>
                <a:schemeClr val="accent2"/>
              </a:buClr>
              <a:buSzPts val="3000"/>
              <a:buFont typeface="Euphoria Script"/>
              <a:buNone/>
              <a:defRPr sz="3000" b="1">
                <a:solidFill>
                  <a:schemeClr val="accent2"/>
                </a:solidFill>
                <a:latin typeface="Euphoria Script"/>
                <a:ea typeface="Euphoria Script"/>
                <a:cs typeface="Euphoria Script"/>
                <a:sym typeface="Euphoria Script"/>
              </a:defRPr>
            </a:lvl7pPr>
            <a:lvl8pPr lvl="7" algn="ctr" rtl="0">
              <a:spcBef>
                <a:spcPts val="0"/>
              </a:spcBef>
              <a:spcAft>
                <a:spcPts val="0"/>
              </a:spcAft>
              <a:buClr>
                <a:schemeClr val="accent2"/>
              </a:buClr>
              <a:buSzPts val="3000"/>
              <a:buFont typeface="Euphoria Script"/>
              <a:buNone/>
              <a:defRPr sz="3000" b="1">
                <a:solidFill>
                  <a:schemeClr val="accent2"/>
                </a:solidFill>
                <a:latin typeface="Euphoria Script"/>
                <a:ea typeface="Euphoria Script"/>
                <a:cs typeface="Euphoria Script"/>
                <a:sym typeface="Euphoria Script"/>
              </a:defRPr>
            </a:lvl8pPr>
            <a:lvl9pPr lvl="8" algn="ctr" rtl="0">
              <a:spcBef>
                <a:spcPts val="0"/>
              </a:spcBef>
              <a:spcAft>
                <a:spcPts val="0"/>
              </a:spcAft>
              <a:buClr>
                <a:schemeClr val="accent2"/>
              </a:buClr>
              <a:buSzPts val="3000"/>
              <a:buFont typeface="Euphoria Script"/>
              <a:buNone/>
              <a:defRPr sz="3000" b="1">
                <a:solidFill>
                  <a:schemeClr val="accent2"/>
                </a:solidFill>
                <a:latin typeface="Euphoria Script"/>
                <a:ea typeface="Euphoria Script"/>
                <a:cs typeface="Euphoria Script"/>
                <a:sym typeface="Euphoria Script"/>
              </a:defRPr>
            </a:lvl9pPr>
          </a:lstStyle>
          <a:p>
            <a:r>
              <a:t>xx%</a:t>
            </a:r>
          </a:p>
        </p:txBody>
      </p:sp>
      <p:sp>
        <p:nvSpPr>
          <p:cNvPr id="372" name="Google Shape;372;p15"/>
          <p:cNvSpPr txBox="1">
            <a:spLocks noGrp="1"/>
          </p:cNvSpPr>
          <p:nvPr>
            <p:ph type="title" idx="3"/>
          </p:nvPr>
        </p:nvSpPr>
        <p:spPr>
          <a:xfrm>
            <a:off x="1028200" y="3391738"/>
            <a:ext cx="2017200" cy="572700"/>
          </a:xfrm>
          <a:prstGeom prst="rect">
            <a:avLst/>
          </a:prstGeom>
        </p:spPr>
        <p:txBody>
          <a:bodyPr spcFirstLastPara="1" wrap="square" lIns="91425" tIns="91425" rIns="91425" bIns="91425" anchor="t" anchorCtr="0">
            <a:normAutofit/>
          </a:bodyPr>
          <a:lstStyle>
            <a:lvl1pPr lvl="0" algn="ctr" rtl="0">
              <a:spcBef>
                <a:spcPts val="0"/>
              </a:spcBef>
              <a:spcAft>
                <a:spcPts val="0"/>
              </a:spcAft>
              <a:buSzPts val="2400"/>
              <a:buNone/>
              <a:defRPr>
                <a:solidFill>
                  <a:schemeClr val="accent4"/>
                </a:solidFill>
              </a:defRPr>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73" name="Google Shape;373;p15"/>
          <p:cNvSpPr txBox="1">
            <a:spLocks noGrp="1"/>
          </p:cNvSpPr>
          <p:nvPr>
            <p:ph type="subTitle" idx="4"/>
          </p:nvPr>
        </p:nvSpPr>
        <p:spPr>
          <a:xfrm>
            <a:off x="975850" y="3831000"/>
            <a:ext cx="2121900" cy="6969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14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74" name="Google Shape;374;p15"/>
          <p:cNvSpPr txBox="1">
            <a:spLocks noGrp="1"/>
          </p:cNvSpPr>
          <p:nvPr>
            <p:ph type="title" idx="5" hasCustomPrompt="1"/>
          </p:nvPr>
        </p:nvSpPr>
        <p:spPr>
          <a:xfrm>
            <a:off x="1403500" y="1859100"/>
            <a:ext cx="1266600" cy="7251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chemeClr val="accent2"/>
              </a:buClr>
              <a:buSzPts val="3000"/>
              <a:buNone/>
              <a:defRPr sz="3500" b="1"/>
            </a:lvl1pPr>
            <a:lvl2pPr lvl="1" algn="ctr" rtl="0">
              <a:spcBef>
                <a:spcPts val="0"/>
              </a:spcBef>
              <a:spcAft>
                <a:spcPts val="0"/>
              </a:spcAft>
              <a:buClr>
                <a:schemeClr val="accent2"/>
              </a:buClr>
              <a:buSzPts val="3000"/>
              <a:buFont typeface="Euphoria Script"/>
              <a:buNone/>
              <a:defRPr sz="3000" b="1">
                <a:solidFill>
                  <a:schemeClr val="accent2"/>
                </a:solidFill>
                <a:latin typeface="Euphoria Script"/>
                <a:ea typeface="Euphoria Script"/>
                <a:cs typeface="Euphoria Script"/>
                <a:sym typeface="Euphoria Script"/>
              </a:defRPr>
            </a:lvl2pPr>
            <a:lvl3pPr lvl="2" algn="ctr" rtl="0">
              <a:spcBef>
                <a:spcPts val="0"/>
              </a:spcBef>
              <a:spcAft>
                <a:spcPts val="0"/>
              </a:spcAft>
              <a:buClr>
                <a:schemeClr val="accent2"/>
              </a:buClr>
              <a:buSzPts val="3000"/>
              <a:buFont typeface="Euphoria Script"/>
              <a:buNone/>
              <a:defRPr sz="3000" b="1">
                <a:solidFill>
                  <a:schemeClr val="accent2"/>
                </a:solidFill>
                <a:latin typeface="Euphoria Script"/>
                <a:ea typeface="Euphoria Script"/>
                <a:cs typeface="Euphoria Script"/>
                <a:sym typeface="Euphoria Script"/>
              </a:defRPr>
            </a:lvl3pPr>
            <a:lvl4pPr lvl="3" algn="ctr" rtl="0">
              <a:spcBef>
                <a:spcPts val="0"/>
              </a:spcBef>
              <a:spcAft>
                <a:spcPts val="0"/>
              </a:spcAft>
              <a:buClr>
                <a:schemeClr val="accent2"/>
              </a:buClr>
              <a:buSzPts val="3000"/>
              <a:buFont typeface="Euphoria Script"/>
              <a:buNone/>
              <a:defRPr sz="3000" b="1">
                <a:solidFill>
                  <a:schemeClr val="accent2"/>
                </a:solidFill>
                <a:latin typeface="Euphoria Script"/>
                <a:ea typeface="Euphoria Script"/>
                <a:cs typeface="Euphoria Script"/>
                <a:sym typeface="Euphoria Script"/>
              </a:defRPr>
            </a:lvl4pPr>
            <a:lvl5pPr lvl="4" algn="ctr" rtl="0">
              <a:spcBef>
                <a:spcPts val="0"/>
              </a:spcBef>
              <a:spcAft>
                <a:spcPts val="0"/>
              </a:spcAft>
              <a:buClr>
                <a:schemeClr val="accent2"/>
              </a:buClr>
              <a:buSzPts val="3000"/>
              <a:buFont typeface="Euphoria Script"/>
              <a:buNone/>
              <a:defRPr sz="3000" b="1">
                <a:solidFill>
                  <a:schemeClr val="accent2"/>
                </a:solidFill>
                <a:latin typeface="Euphoria Script"/>
                <a:ea typeface="Euphoria Script"/>
                <a:cs typeface="Euphoria Script"/>
                <a:sym typeface="Euphoria Script"/>
              </a:defRPr>
            </a:lvl5pPr>
            <a:lvl6pPr lvl="5" algn="ctr" rtl="0">
              <a:spcBef>
                <a:spcPts val="0"/>
              </a:spcBef>
              <a:spcAft>
                <a:spcPts val="0"/>
              </a:spcAft>
              <a:buClr>
                <a:schemeClr val="accent2"/>
              </a:buClr>
              <a:buSzPts val="3000"/>
              <a:buFont typeface="Euphoria Script"/>
              <a:buNone/>
              <a:defRPr sz="3000" b="1">
                <a:solidFill>
                  <a:schemeClr val="accent2"/>
                </a:solidFill>
                <a:latin typeface="Euphoria Script"/>
                <a:ea typeface="Euphoria Script"/>
                <a:cs typeface="Euphoria Script"/>
                <a:sym typeface="Euphoria Script"/>
              </a:defRPr>
            </a:lvl6pPr>
            <a:lvl7pPr lvl="6" algn="ctr" rtl="0">
              <a:spcBef>
                <a:spcPts val="0"/>
              </a:spcBef>
              <a:spcAft>
                <a:spcPts val="0"/>
              </a:spcAft>
              <a:buClr>
                <a:schemeClr val="accent2"/>
              </a:buClr>
              <a:buSzPts val="3000"/>
              <a:buFont typeface="Euphoria Script"/>
              <a:buNone/>
              <a:defRPr sz="3000" b="1">
                <a:solidFill>
                  <a:schemeClr val="accent2"/>
                </a:solidFill>
                <a:latin typeface="Euphoria Script"/>
                <a:ea typeface="Euphoria Script"/>
                <a:cs typeface="Euphoria Script"/>
                <a:sym typeface="Euphoria Script"/>
              </a:defRPr>
            </a:lvl7pPr>
            <a:lvl8pPr lvl="7" algn="ctr" rtl="0">
              <a:spcBef>
                <a:spcPts val="0"/>
              </a:spcBef>
              <a:spcAft>
                <a:spcPts val="0"/>
              </a:spcAft>
              <a:buClr>
                <a:schemeClr val="accent2"/>
              </a:buClr>
              <a:buSzPts val="3000"/>
              <a:buFont typeface="Euphoria Script"/>
              <a:buNone/>
              <a:defRPr sz="3000" b="1">
                <a:solidFill>
                  <a:schemeClr val="accent2"/>
                </a:solidFill>
                <a:latin typeface="Euphoria Script"/>
                <a:ea typeface="Euphoria Script"/>
                <a:cs typeface="Euphoria Script"/>
                <a:sym typeface="Euphoria Script"/>
              </a:defRPr>
            </a:lvl8pPr>
            <a:lvl9pPr lvl="8" algn="ctr" rtl="0">
              <a:spcBef>
                <a:spcPts val="0"/>
              </a:spcBef>
              <a:spcAft>
                <a:spcPts val="0"/>
              </a:spcAft>
              <a:buClr>
                <a:schemeClr val="accent2"/>
              </a:buClr>
              <a:buSzPts val="3000"/>
              <a:buFont typeface="Euphoria Script"/>
              <a:buNone/>
              <a:defRPr sz="3000" b="1">
                <a:solidFill>
                  <a:schemeClr val="accent2"/>
                </a:solidFill>
                <a:latin typeface="Euphoria Script"/>
                <a:ea typeface="Euphoria Script"/>
                <a:cs typeface="Euphoria Script"/>
                <a:sym typeface="Euphoria Script"/>
              </a:defRPr>
            </a:lvl9pPr>
          </a:lstStyle>
          <a:p>
            <a:r>
              <a:t>xx%</a:t>
            </a:r>
          </a:p>
        </p:txBody>
      </p:sp>
      <p:sp>
        <p:nvSpPr>
          <p:cNvPr id="375" name="Google Shape;375;p15"/>
          <p:cNvSpPr txBox="1">
            <a:spLocks noGrp="1"/>
          </p:cNvSpPr>
          <p:nvPr>
            <p:ph type="title" idx="6"/>
          </p:nvPr>
        </p:nvSpPr>
        <p:spPr>
          <a:xfrm>
            <a:off x="6098600" y="3391738"/>
            <a:ext cx="2017200" cy="572700"/>
          </a:xfrm>
          <a:prstGeom prst="rect">
            <a:avLst/>
          </a:prstGeom>
        </p:spPr>
        <p:txBody>
          <a:bodyPr spcFirstLastPara="1" wrap="square" lIns="91425" tIns="91425" rIns="91425" bIns="91425" anchor="t" anchorCtr="0">
            <a:normAutofit/>
          </a:bodyPr>
          <a:lstStyle>
            <a:lvl1pPr lvl="0" algn="ctr" rtl="0">
              <a:spcBef>
                <a:spcPts val="0"/>
              </a:spcBef>
              <a:spcAft>
                <a:spcPts val="0"/>
              </a:spcAft>
              <a:buSzPts val="2400"/>
              <a:buNone/>
              <a:defRPr>
                <a:solidFill>
                  <a:schemeClr val="accent3"/>
                </a:solidFill>
              </a:defRPr>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376" name="Google Shape;376;p15"/>
          <p:cNvSpPr txBox="1">
            <a:spLocks noGrp="1"/>
          </p:cNvSpPr>
          <p:nvPr>
            <p:ph type="subTitle" idx="7"/>
          </p:nvPr>
        </p:nvSpPr>
        <p:spPr>
          <a:xfrm>
            <a:off x="6046250" y="3831000"/>
            <a:ext cx="2121900" cy="6969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14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77" name="Google Shape;377;p15"/>
          <p:cNvSpPr txBox="1">
            <a:spLocks noGrp="1"/>
          </p:cNvSpPr>
          <p:nvPr>
            <p:ph type="title" idx="8" hasCustomPrompt="1"/>
          </p:nvPr>
        </p:nvSpPr>
        <p:spPr>
          <a:xfrm>
            <a:off x="6473900" y="1859100"/>
            <a:ext cx="1266600" cy="7251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chemeClr val="accent2"/>
              </a:buClr>
              <a:buSzPts val="3000"/>
              <a:buNone/>
              <a:defRPr sz="3500" b="1"/>
            </a:lvl1pPr>
            <a:lvl2pPr lvl="1" algn="ctr" rtl="0">
              <a:spcBef>
                <a:spcPts val="0"/>
              </a:spcBef>
              <a:spcAft>
                <a:spcPts val="0"/>
              </a:spcAft>
              <a:buClr>
                <a:schemeClr val="accent2"/>
              </a:buClr>
              <a:buSzPts val="3000"/>
              <a:buFont typeface="Euphoria Script"/>
              <a:buNone/>
              <a:defRPr sz="3000" b="1">
                <a:solidFill>
                  <a:schemeClr val="accent2"/>
                </a:solidFill>
                <a:latin typeface="Euphoria Script"/>
                <a:ea typeface="Euphoria Script"/>
                <a:cs typeface="Euphoria Script"/>
                <a:sym typeface="Euphoria Script"/>
              </a:defRPr>
            </a:lvl2pPr>
            <a:lvl3pPr lvl="2" algn="ctr" rtl="0">
              <a:spcBef>
                <a:spcPts val="0"/>
              </a:spcBef>
              <a:spcAft>
                <a:spcPts val="0"/>
              </a:spcAft>
              <a:buClr>
                <a:schemeClr val="accent2"/>
              </a:buClr>
              <a:buSzPts val="3000"/>
              <a:buFont typeface="Euphoria Script"/>
              <a:buNone/>
              <a:defRPr sz="3000" b="1">
                <a:solidFill>
                  <a:schemeClr val="accent2"/>
                </a:solidFill>
                <a:latin typeface="Euphoria Script"/>
                <a:ea typeface="Euphoria Script"/>
                <a:cs typeface="Euphoria Script"/>
                <a:sym typeface="Euphoria Script"/>
              </a:defRPr>
            </a:lvl3pPr>
            <a:lvl4pPr lvl="3" algn="ctr" rtl="0">
              <a:spcBef>
                <a:spcPts val="0"/>
              </a:spcBef>
              <a:spcAft>
                <a:spcPts val="0"/>
              </a:spcAft>
              <a:buClr>
                <a:schemeClr val="accent2"/>
              </a:buClr>
              <a:buSzPts val="3000"/>
              <a:buFont typeface="Euphoria Script"/>
              <a:buNone/>
              <a:defRPr sz="3000" b="1">
                <a:solidFill>
                  <a:schemeClr val="accent2"/>
                </a:solidFill>
                <a:latin typeface="Euphoria Script"/>
                <a:ea typeface="Euphoria Script"/>
                <a:cs typeface="Euphoria Script"/>
                <a:sym typeface="Euphoria Script"/>
              </a:defRPr>
            </a:lvl4pPr>
            <a:lvl5pPr lvl="4" algn="ctr" rtl="0">
              <a:spcBef>
                <a:spcPts val="0"/>
              </a:spcBef>
              <a:spcAft>
                <a:spcPts val="0"/>
              </a:spcAft>
              <a:buClr>
                <a:schemeClr val="accent2"/>
              </a:buClr>
              <a:buSzPts val="3000"/>
              <a:buFont typeface="Euphoria Script"/>
              <a:buNone/>
              <a:defRPr sz="3000" b="1">
                <a:solidFill>
                  <a:schemeClr val="accent2"/>
                </a:solidFill>
                <a:latin typeface="Euphoria Script"/>
                <a:ea typeface="Euphoria Script"/>
                <a:cs typeface="Euphoria Script"/>
                <a:sym typeface="Euphoria Script"/>
              </a:defRPr>
            </a:lvl5pPr>
            <a:lvl6pPr lvl="5" algn="ctr" rtl="0">
              <a:spcBef>
                <a:spcPts val="0"/>
              </a:spcBef>
              <a:spcAft>
                <a:spcPts val="0"/>
              </a:spcAft>
              <a:buClr>
                <a:schemeClr val="accent2"/>
              </a:buClr>
              <a:buSzPts val="3000"/>
              <a:buFont typeface="Euphoria Script"/>
              <a:buNone/>
              <a:defRPr sz="3000" b="1">
                <a:solidFill>
                  <a:schemeClr val="accent2"/>
                </a:solidFill>
                <a:latin typeface="Euphoria Script"/>
                <a:ea typeface="Euphoria Script"/>
                <a:cs typeface="Euphoria Script"/>
                <a:sym typeface="Euphoria Script"/>
              </a:defRPr>
            </a:lvl6pPr>
            <a:lvl7pPr lvl="6" algn="ctr" rtl="0">
              <a:spcBef>
                <a:spcPts val="0"/>
              </a:spcBef>
              <a:spcAft>
                <a:spcPts val="0"/>
              </a:spcAft>
              <a:buClr>
                <a:schemeClr val="accent2"/>
              </a:buClr>
              <a:buSzPts val="3000"/>
              <a:buFont typeface="Euphoria Script"/>
              <a:buNone/>
              <a:defRPr sz="3000" b="1">
                <a:solidFill>
                  <a:schemeClr val="accent2"/>
                </a:solidFill>
                <a:latin typeface="Euphoria Script"/>
                <a:ea typeface="Euphoria Script"/>
                <a:cs typeface="Euphoria Script"/>
                <a:sym typeface="Euphoria Script"/>
              </a:defRPr>
            </a:lvl7pPr>
            <a:lvl8pPr lvl="7" algn="ctr" rtl="0">
              <a:spcBef>
                <a:spcPts val="0"/>
              </a:spcBef>
              <a:spcAft>
                <a:spcPts val="0"/>
              </a:spcAft>
              <a:buClr>
                <a:schemeClr val="accent2"/>
              </a:buClr>
              <a:buSzPts val="3000"/>
              <a:buFont typeface="Euphoria Script"/>
              <a:buNone/>
              <a:defRPr sz="3000" b="1">
                <a:solidFill>
                  <a:schemeClr val="accent2"/>
                </a:solidFill>
                <a:latin typeface="Euphoria Script"/>
                <a:ea typeface="Euphoria Script"/>
                <a:cs typeface="Euphoria Script"/>
                <a:sym typeface="Euphoria Script"/>
              </a:defRPr>
            </a:lvl8pPr>
            <a:lvl9pPr lvl="8" algn="ctr" rtl="0">
              <a:spcBef>
                <a:spcPts val="0"/>
              </a:spcBef>
              <a:spcAft>
                <a:spcPts val="0"/>
              </a:spcAft>
              <a:buClr>
                <a:schemeClr val="accent2"/>
              </a:buClr>
              <a:buSzPts val="3000"/>
              <a:buFont typeface="Euphoria Script"/>
              <a:buNone/>
              <a:defRPr sz="3000" b="1">
                <a:solidFill>
                  <a:schemeClr val="accent2"/>
                </a:solidFill>
                <a:latin typeface="Euphoria Script"/>
                <a:ea typeface="Euphoria Script"/>
                <a:cs typeface="Euphoria Script"/>
                <a:sym typeface="Euphoria Script"/>
              </a:defRPr>
            </a:lvl9pPr>
          </a:lstStyle>
          <a:p>
            <a:r>
              <a:t>xx%</a:t>
            </a:r>
          </a:p>
        </p:txBody>
      </p:sp>
      <p:sp>
        <p:nvSpPr>
          <p:cNvPr id="378" name="Google Shape;378;p15"/>
          <p:cNvSpPr txBox="1">
            <a:spLocks noGrp="1"/>
          </p:cNvSpPr>
          <p:nvPr>
            <p:ph type="title" idx="9"/>
          </p:nvPr>
        </p:nvSpPr>
        <p:spPr>
          <a:xfrm>
            <a:off x="713225" y="330725"/>
            <a:ext cx="7717800" cy="713400"/>
          </a:xfrm>
          <a:prstGeom prst="rect">
            <a:avLst/>
          </a:prstGeom>
        </p:spPr>
        <p:txBody>
          <a:bodyPr spcFirstLastPara="1" wrap="square" lIns="91425" tIns="91425" rIns="91425" bIns="91425" anchor="t" anchorCtr="0">
            <a:normAutofit/>
          </a:bodyPr>
          <a:lstStyle>
            <a:lvl1pPr lvl="0" algn="ctr" rtl="0">
              <a:spcBef>
                <a:spcPts val="0"/>
              </a:spcBef>
              <a:spcAft>
                <a:spcPts val="0"/>
              </a:spcAft>
              <a:buSzPts val="2800"/>
              <a:buNone/>
              <a:defRPr sz="3800">
                <a:solidFill>
                  <a:srgbClr val="3B3B3B"/>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379" name="Google Shape;379;p15"/>
          <p:cNvGrpSpPr/>
          <p:nvPr/>
        </p:nvGrpSpPr>
        <p:grpSpPr>
          <a:xfrm>
            <a:off x="-376905" y="-443761"/>
            <a:ext cx="10637921" cy="1974753"/>
            <a:chOff x="-376905" y="-824761"/>
            <a:chExt cx="10637921" cy="1974753"/>
          </a:xfrm>
        </p:grpSpPr>
        <p:sp>
          <p:nvSpPr>
            <p:cNvPr id="380" name="Google Shape;380;p15"/>
            <p:cNvSpPr/>
            <p:nvPr/>
          </p:nvSpPr>
          <p:spPr>
            <a:xfrm>
              <a:off x="8587302" y="352325"/>
              <a:ext cx="1673714" cy="797667"/>
            </a:xfrm>
            <a:custGeom>
              <a:avLst/>
              <a:gdLst/>
              <a:ahLst/>
              <a:cxnLst/>
              <a:rect l="l" t="t" r="r" b="b"/>
              <a:pathLst>
                <a:path w="35175" h="16763" extrusionOk="0">
                  <a:moveTo>
                    <a:pt x="18530" y="0"/>
                  </a:moveTo>
                  <a:cubicBezTo>
                    <a:pt x="12681" y="0"/>
                    <a:pt x="7931" y="2866"/>
                    <a:pt x="7931" y="6399"/>
                  </a:cubicBezTo>
                  <a:lnTo>
                    <a:pt x="7931" y="6713"/>
                  </a:lnTo>
                  <a:cubicBezTo>
                    <a:pt x="3338" y="7341"/>
                    <a:pt x="1" y="9225"/>
                    <a:pt x="1" y="11502"/>
                  </a:cubicBezTo>
                  <a:cubicBezTo>
                    <a:pt x="1" y="14289"/>
                    <a:pt x="5026" y="16527"/>
                    <a:pt x="11228" y="16527"/>
                  </a:cubicBezTo>
                  <a:cubicBezTo>
                    <a:pt x="11328" y="16528"/>
                    <a:pt x="11427" y="16529"/>
                    <a:pt x="11527" y="16529"/>
                  </a:cubicBezTo>
                  <a:cubicBezTo>
                    <a:pt x="14211" y="16529"/>
                    <a:pt x="16854" y="16018"/>
                    <a:pt x="19315" y="14996"/>
                  </a:cubicBezTo>
                  <a:cubicBezTo>
                    <a:pt x="20846" y="16056"/>
                    <a:pt x="23515" y="16762"/>
                    <a:pt x="26499" y="16762"/>
                  </a:cubicBezTo>
                  <a:cubicBezTo>
                    <a:pt x="31288" y="16762"/>
                    <a:pt x="35174" y="14996"/>
                    <a:pt x="35174" y="12837"/>
                  </a:cubicBezTo>
                  <a:cubicBezTo>
                    <a:pt x="35174" y="10913"/>
                    <a:pt x="32230" y="9304"/>
                    <a:pt x="28265" y="8950"/>
                  </a:cubicBezTo>
                  <a:cubicBezTo>
                    <a:pt x="28815" y="8205"/>
                    <a:pt x="29129" y="7341"/>
                    <a:pt x="29129" y="6399"/>
                  </a:cubicBezTo>
                  <a:cubicBezTo>
                    <a:pt x="29129" y="2866"/>
                    <a:pt x="24379" y="0"/>
                    <a:pt x="185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5"/>
            <p:cNvSpPr/>
            <p:nvPr/>
          </p:nvSpPr>
          <p:spPr>
            <a:xfrm>
              <a:off x="7619796" y="-50265"/>
              <a:ext cx="1283300" cy="554936"/>
            </a:xfrm>
            <a:custGeom>
              <a:avLst/>
              <a:gdLst/>
              <a:ahLst/>
              <a:cxnLst/>
              <a:rect l="l" t="t" r="r" b="b"/>
              <a:pathLst>
                <a:path w="26970" h="11662" extrusionOk="0">
                  <a:moveTo>
                    <a:pt x="10639" y="0"/>
                  </a:moveTo>
                  <a:cubicBezTo>
                    <a:pt x="7655" y="0"/>
                    <a:pt x="5221" y="1257"/>
                    <a:pt x="5221" y="2827"/>
                  </a:cubicBezTo>
                  <a:cubicBezTo>
                    <a:pt x="5221" y="2905"/>
                    <a:pt x="5221" y="2945"/>
                    <a:pt x="5221" y="3023"/>
                  </a:cubicBezTo>
                  <a:cubicBezTo>
                    <a:pt x="2199" y="3573"/>
                    <a:pt x="0" y="5222"/>
                    <a:pt x="0" y="7224"/>
                  </a:cubicBezTo>
                  <a:cubicBezTo>
                    <a:pt x="0" y="9697"/>
                    <a:pt x="3259" y="11660"/>
                    <a:pt x="7263" y="11660"/>
                  </a:cubicBezTo>
                  <a:cubicBezTo>
                    <a:pt x="7328" y="11661"/>
                    <a:pt x="7394" y="11662"/>
                    <a:pt x="7460" y="11662"/>
                  </a:cubicBezTo>
                  <a:cubicBezTo>
                    <a:pt x="9354" y="11662"/>
                    <a:pt x="11204" y="11115"/>
                    <a:pt x="12798" y="10129"/>
                  </a:cubicBezTo>
                  <a:cubicBezTo>
                    <a:pt x="14172" y="11031"/>
                    <a:pt x="16527" y="11660"/>
                    <a:pt x="19236" y="11660"/>
                  </a:cubicBezTo>
                  <a:cubicBezTo>
                    <a:pt x="23476" y="11660"/>
                    <a:pt x="26930" y="10089"/>
                    <a:pt x="26930" y="8205"/>
                  </a:cubicBezTo>
                  <a:cubicBezTo>
                    <a:pt x="26969" y="6831"/>
                    <a:pt x="25242" y="5653"/>
                    <a:pt x="22730" y="5104"/>
                  </a:cubicBezTo>
                  <a:cubicBezTo>
                    <a:pt x="22730" y="4986"/>
                    <a:pt x="22769" y="4907"/>
                    <a:pt x="22769" y="4790"/>
                  </a:cubicBezTo>
                  <a:cubicBezTo>
                    <a:pt x="22769" y="3455"/>
                    <a:pt x="20257" y="2395"/>
                    <a:pt x="17155" y="2395"/>
                  </a:cubicBezTo>
                  <a:cubicBezTo>
                    <a:pt x="16763" y="2395"/>
                    <a:pt x="16409" y="2395"/>
                    <a:pt x="16056" y="2434"/>
                  </a:cubicBezTo>
                  <a:cubicBezTo>
                    <a:pt x="15664" y="1060"/>
                    <a:pt x="13426" y="0"/>
                    <a:pt x="106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5"/>
            <p:cNvSpPr/>
            <p:nvPr/>
          </p:nvSpPr>
          <p:spPr>
            <a:xfrm>
              <a:off x="589079" y="-824761"/>
              <a:ext cx="1316941" cy="568022"/>
            </a:xfrm>
            <a:custGeom>
              <a:avLst/>
              <a:gdLst/>
              <a:ahLst/>
              <a:cxnLst/>
              <a:rect l="l" t="t" r="r" b="b"/>
              <a:pathLst>
                <a:path w="27677" h="11937" extrusionOk="0">
                  <a:moveTo>
                    <a:pt x="10953" y="1"/>
                  </a:moveTo>
                  <a:cubicBezTo>
                    <a:pt x="7852" y="1"/>
                    <a:pt x="5379" y="1296"/>
                    <a:pt x="5379" y="2906"/>
                  </a:cubicBezTo>
                  <a:cubicBezTo>
                    <a:pt x="5379" y="2984"/>
                    <a:pt x="5379" y="3024"/>
                    <a:pt x="5379" y="3102"/>
                  </a:cubicBezTo>
                  <a:cubicBezTo>
                    <a:pt x="2278" y="3652"/>
                    <a:pt x="1" y="5379"/>
                    <a:pt x="1" y="7420"/>
                  </a:cubicBezTo>
                  <a:cubicBezTo>
                    <a:pt x="1" y="9933"/>
                    <a:pt x="3338" y="11935"/>
                    <a:pt x="7499" y="11935"/>
                  </a:cubicBezTo>
                  <a:cubicBezTo>
                    <a:pt x="7566" y="11936"/>
                    <a:pt x="7633" y="11937"/>
                    <a:pt x="7699" y="11937"/>
                  </a:cubicBezTo>
                  <a:cubicBezTo>
                    <a:pt x="9632" y="11937"/>
                    <a:pt x="11520" y="11389"/>
                    <a:pt x="13152" y="10365"/>
                  </a:cubicBezTo>
                  <a:cubicBezTo>
                    <a:pt x="14565" y="11307"/>
                    <a:pt x="16999" y="11935"/>
                    <a:pt x="19747" y="11935"/>
                  </a:cubicBezTo>
                  <a:cubicBezTo>
                    <a:pt x="24104" y="11935"/>
                    <a:pt x="27677" y="10365"/>
                    <a:pt x="27677" y="8402"/>
                  </a:cubicBezTo>
                  <a:cubicBezTo>
                    <a:pt x="27677" y="6988"/>
                    <a:pt x="25910" y="5811"/>
                    <a:pt x="23319" y="5222"/>
                  </a:cubicBezTo>
                  <a:cubicBezTo>
                    <a:pt x="23358" y="5143"/>
                    <a:pt x="23358" y="5026"/>
                    <a:pt x="23358" y="4908"/>
                  </a:cubicBezTo>
                  <a:cubicBezTo>
                    <a:pt x="23358" y="3573"/>
                    <a:pt x="20767" y="2474"/>
                    <a:pt x="17588" y="2474"/>
                  </a:cubicBezTo>
                  <a:cubicBezTo>
                    <a:pt x="17195" y="2474"/>
                    <a:pt x="16842" y="2474"/>
                    <a:pt x="16449" y="2513"/>
                  </a:cubicBezTo>
                  <a:cubicBezTo>
                    <a:pt x="16096" y="1100"/>
                    <a:pt x="13780" y="1"/>
                    <a:pt x="109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5"/>
            <p:cNvSpPr/>
            <p:nvPr/>
          </p:nvSpPr>
          <p:spPr>
            <a:xfrm>
              <a:off x="-376905" y="352336"/>
              <a:ext cx="1453312" cy="627789"/>
            </a:xfrm>
            <a:custGeom>
              <a:avLst/>
              <a:gdLst/>
              <a:ahLst/>
              <a:cxnLst/>
              <a:rect l="l" t="t" r="r" b="b"/>
              <a:pathLst>
                <a:path w="30543" h="13193" extrusionOk="0">
                  <a:moveTo>
                    <a:pt x="18490" y="1"/>
                  </a:moveTo>
                  <a:cubicBezTo>
                    <a:pt x="15389" y="1"/>
                    <a:pt x="12838" y="1179"/>
                    <a:pt x="12406" y="2749"/>
                  </a:cubicBezTo>
                  <a:cubicBezTo>
                    <a:pt x="12013" y="2710"/>
                    <a:pt x="11581" y="2710"/>
                    <a:pt x="11150" y="2710"/>
                  </a:cubicBezTo>
                  <a:cubicBezTo>
                    <a:pt x="7616" y="2710"/>
                    <a:pt x="4790" y="3927"/>
                    <a:pt x="4790" y="5418"/>
                  </a:cubicBezTo>
                  <a:cubicBezTo>
                    <a:pt x="4790" y="5536"/>
                    <a:pt x="4790" y="5654"/>
                    <a:pt x="4829" y="5772"/>
                  </a:cubicBezTo>
                  <a:cubicBezTo>
                    <a:pt x="1964" y="6400"/>
                    <a:pt x="1" y="7734"/>
                    <a:pt x="1" y="9265"/>
                  </a:cubicBezTo>
                  <a:cubicBezTo>
                    <a:pt x="1" y="11425"/>
                    <a:pt x="3926" y="13191"/>
                    <a:pt x="8755" y="13191"/>
                  </a:cubicBezTo>
                  <a:cubicBezTo>
                    <a:pt x="11817" y="13191"/>
                    <a:pt x="14486" y="12484"/>
                    <a:pt x="16057" y="11425"/>
                  </a:cubicBezTo>
                  <a:cubicBezTo>
                    <a:pt x="17844" y="12603"/>
                    <a:pt x="19963" y="13193"/>
                    <a:pt x="22092" y="13193"/>
                  </a:cubicBezTo>
                  <a:cubicBezTo>
                    <a:pt x="22161" y="13193"/>
                    <a:pt x="22230" y="13192"/>
                    <a:pt x="22298" y="13191"/>
                  </a:cubicBezTo>
                  <a:cubicBezTo>
                    <a:pt x="26852" y="13191"/>
                    <a:pt x="30542" y="10953"/>
                    <a:pt x="30542" y="8206"/>
                  </a:cubicBezTo>
                  <a:cubicBezTo>
                    <a:pt x="30542" y="5929"/>
                    <a:pt x="28108" y="4005"/>
                    <a:pt x="24654" y="3416"/>
                  </a:cubicBezTo>
                  <a:cubicBezTo>
                    <a:pt x="24654" y="3338"/>
                    <a:pt x="24654" y="3259"/>
                    <a:pt x="24654" y="3220"/>
                  </a:cubicBezTo>
                  <a:cubicBezTo>
                    <a:pt x="24654" y="1414"/>
                    <a:pt x="21906" y="1"/>
                    <a:pt x="184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Numbers and text 1">
  <p:cSld name="CUSTOM_8">
    <p:spTree>
      <p:nvGrpSpPr>
        <p:cNvPr id="1" name="Shape 384"/>
        <p:cNvGrpSpPr/>
        <p:nvPr/>
      </p:nvGrpSpPr>
      <p:grpSpPr>
        <a:xfrm>
          <a:off x="0" y="0"/>
          <a:ext cx="0" cy="0"/>
          <a:chOff x="0" y="0"/>
          <a:chExt cx="0" cy="0"/>
        </a:xfrm>
      </p:grpSpPr>
      <p:grpSp>
        <p:nvGrpSpPr>
          <p:cNvPr id="385" name="Google Shape;385;p16"/>
          <p:cNvGrpSpPr/>
          <p:nvPr/>
        </p:nvGrpSpPr>
        <p:grpSpPr>
          <a:xfrm>
            <a:off x="-951950" y="-443761"/>
            <a:ext cx="11212966" cy="5986651"/>
            <a:chOff x="-951950" y="-824761"/>
            <a:chExt cx="11212966" cy="5986651"/>
          </a:xfrm>
        </p:grpSpPr>
        <p:sp>
          <p:nvSpPr>
            <p:cNvPr id="386" name="Google Shape;386;p16"/>
            <p:cNvSpPr/>
            <p:nvPr/>
          </p:nvSpPr>
          <p:spPr>
            <a:xfrm>
              <a:off x="-179259" y="4165417"/>
              <a:ext cx="9944790" cy="825695"/>
            </a:xfrm>
            <a:custGeom>
              <a:avLst/>
              <a:gdLst/>
              <a:ahLst/>
              <a:cxnLst/>
              <a:rect l="l" t="t" r="r" b="b"/>
              <a:pathLst>
                <a:path w="209001" h="17352" extrusionOk="0">
                  <a:moveTo>
                    <a:pt x="0" y="0"/>
                  </a:moveTo>
                  <a:lnTo>
                    <a:pt x="0" y="17352"/>
                  </a:lnTo>
                  <a:lnTo>
                    <a:pt x="209000" y="17352"/>
                  </a:lnTo>
                  <a:lnTo>
                    <a:pt x="20900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6"/>
            <p:cNvSpPr/>
            <p:nvPr/>
          </p:nvSpPr>
          <p:spPr>
            <a:xfrm>
              <a:off x="-179250" y="4444489"/>
              <a:ext cx="9944790" cy="717401"/>
            </a:xfrm>
            <a:custGeom>
              <a:avLst/>
              <a:gdLst/>
              <a:ahLst/>
              <a:cxnLst/>
              <a:rect l="l" t="t" r="r" b="b"/>
              <a:pathLst>
                <a:path w="209001" h="11307" extrusionOk="0">
                  <a:moveTo>
                    <a:pt x="0" y="1"/>
                  </a:moveTo>
                  <a:lnTo>
                    <a:pt x="0" y="11307"/>
                  </a:lnTo>
                  <a:lnTo>
                    <a:pt x="209000" y="11307"/>
                  </a:lnTo>
                  <a:lnTo>
                    <a:pt x="20900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6"/>
            <p:cNvSpPr/>
            <p:nvPr/>
          </p:nvSpPr>
          <p:spPr>
            <a:xfrm>
              <a:off x="8587302" y="352325"/>
              <a:ext cx="1673714" cy="797667"/>
            </a:xfrm>
            <a:custGeom>
              <a:avLst/>
              <a:gdLst/>
              <a:ahLst/>
              <a:cxnLst/>
              <a:rect l="l" t="t" r="r" b="b"/>
              <a:pathLst>
                <a:path w="35175" h="16763" extrusionOk="0">
                  <a:moveTo>
                    <a:pt x="18530" y="0"/>
                  </a:moveTo>
                  <a:cubicBezTo>
                    <a:pt x="12681" y="0"/>
                    <a:pt x="7931" y="2866"/>
                    <a:pt x="7931" y="6399"/>
                  </a:cubicBezTo>
                  <a:lnTo>
                    <a:pt x="7931" y="6713"/>
                  </a:lnTo>
                  <a:cubicBezTo>
                    <a:pt x="3338" y="7341"/>
                    <a:pt x="1" y="9225"/>
                    <a:pt x="1" y="11502"/>
                  </a:cubicBezTo>
                  <a:cubicBezTo>
                    <a:pt x="1" y="14289"/>
                    <a:pt x="5026" y="16527"/>
                    <a:pt x="11228" y="16527"/>
                  </a:cubicBezTo>
                  <a:cubicBezTo>
                    <a:pt x="11328" y="16528"/>
                    <a:pt x="11427" y="16529"/>
                    <a:pt x="11527" y="16529"/>
                  </a:cubicBezTo>
                  <a:cubicBezTo>
                    <a:pt x="14211" y="16529"/>
                    <a:pt x="16854" y="16018"/>
                    <a:pt x="19315" y="14996"/>
                  </a:cubicBezTo>
                  <a:cubicBezTo>
                    <a:pt x="20846" y="16056"/>
                    <a:pt x="23515" y="16762"/>
                    <a:pt x="26499" y="16762"/>
                  </a:cubicBezTo>
                  <a:cubicBezTo>
                    <a:pt x="31288" y="16762"/>
                    <a:pt x="35174" y="14996"/>
                    <a:pt x="35174" y="12837"/>
                  </a:cubicBezTo>
                  <a:cubicBezTo>
                    <a:pt x="35174" y="10913"/>
                    <a:pt x="32230" y="9304"/>
                    <a:pt x="28265" y="8950"/>
                  </a:cubicBezTo>
                  <a:cubicBezTo>
                    <a:pt x="28815" y="8205"/>
                    <a:pt x="29129" y="7341"/>
                    <a:pt x="29129" y="6399"/>
                  </a:cubicBezTo>
                  <a:cubicBezTo>
                    <a:pt x="29129" y="2866"/>
                    <a:pt x="24379" y="0"/>
                    <a:pt x="185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6"/>
            <p:cNvSpPr/>
            <p:nvPr/>
          </p:nvSpPr>
          <p:spPr>
            <a:xfrm>
              <a:off x="6924471" y="920560"/>
              <a:ext cx="1283300" cy="554936"/>
            </a:xfrm>
            <a:custGeom>
              <a:avLst/>
              <a:gdLst/>
              <a:ahLst/>
              <a:cxnLst/>
              <a:rect l="l" t="t" r="r" b="b"/>
              <a:pathLst>
                <a:path w="26970" h="11662" extrusionOk="0">
                  <a:moveTo>
                    <a:pt x="10639" y="0"/>
                  </a:moveTo>
                  <a:cubicBezTo>
                    <a:pt x="7655" y="0"/>
                    <a:pt x="5221" y="1257"/>
                    <a:pt x="5221" y="2827"/>
                  </a:cubicBezTo>
                  <a:cubicBezTo>
                    <a:pt x="5221" y="2905"/>
                    <a:pt x="5221" y="2945"/>
                    <a:pt x="5221" y="3023"/>
                  </a:cubicBezTo>
                  <a:cubicBezTo>
                    <a:pt x="2199" y="3573"/>
                    <a:pt x="0" y="5222"/>
                    <a:pt x="0" y="7224"/>
                  </a:cubicBezTo>
                  <a:cubicBezTo>
                    <a:pt x="0" y="9697"/>
                    <a:pt x="3259" y="11660"/>
                    <a:pt x="7263" y="11660"/>
                  </a:cubicBezTo>
                  <a:cubicBezTo>
                    <a:pt x="7328" y="11661"/>
                    <a:pt x="7394" y="11662"/>
                    <a:pt x="7460" y="11662"/>
                  </a:cubicBezTo>
                  <a:cubicBezTo>
                    <a:pt x="9354" y="11662"/>
                    <a:pt x="11204" y="11115"/>
                    <a:pt x="12798" y="10129"/>
                  </a:cubicBezTo>
                  <a:cubicBezTo>
                    <a:pt x="14172" y="11031"/>
                    <a:pt x="16527" y="11660"/>
                    <a:pt x="19236" y="11660"/>
                  </a:cubicBezTo>
                  <a:cubicBezTo>
                    <a:pt x="23476" y="11660"/>
                    <a:pt x="26930" y="10089"/>
                    <a:pt x="26930" y="8205"/>
                  </a:cubicBezTo>
                  <a:cubicBezTo>
                    <a:pt x="26969" y="6831"/>
                    <a:pt x="25242" y="5653"/>
                    <a:pt x="22730" y="5104"/>
                  </a:cubicBezTo>
                  <a:cubicBezTo>
                    <a:pt x="22730" y="4986"/>
                    <a:pt x="22769" y="4907"/>
                    <a:pt x="22769" y="4790"/>
                  </a:cubicBezTo>
                  <a:cubicBezTo>
                    <a:pt x="22769" y="3455"/>
                    <a:pt x="20257" y="2395"/>
                    <a:pt x="17155" y="2395"/>
                  </a:cubicBezTo>
                  <a:cubicBezTo>
                    <a:pt x="16763" y="2395"/>
                    <a:pt x="16409" y="2395"/>
                    <a:pt x="16056" y="2434"/>
                  </a:cubicBezTo>
                  <a:cubicBezTo>
                    <a:pt x="15664" y="1060"/>
                    <a:pt x="13426" y="0"/>
                    <a:pt x="106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6"/>
            <p:cNvSpPr/>
            <p:nvPr/>
          </p:nvSpPr>
          <p:spPr>
            <a:xfrm>
              <a:off x="589079" y="-824761"/>
              <a:ext cx="1316941" cy="568022"/>
            </a:xfrm>
            <a:custGeom>
              <a:avLst/>
              <a:gdLst/>
              <a:ahLst/>
              <a:cxnLst/>
              <a:rect l="l" t="t" r="r" b="b"/>
              <a:pathLst>
                <a:path w="27677" h="11937" extrusionOk="0">
                  <a:moveTo>
                    <a:pt x="10953" y="1"/>
                  </a:moveTo>
                  <a:cubicBezTo>
                    <a:pt x="7852" y="1"/>
                    <a:pt x="5379" y="1296"/>
                    <a:pt x="5379" y="2906"/>
                  </a:cubicBezTo>
                  <a:cubicBezTo>
                    <a:pt x="5379" y="2984"/>
                    <a:pt x="5379" y="3024"/>
                    <a:pt x="5379" y="3102"/>
                  </a:cubicBezTo>
                  <a:cubicBezTo>
                    <a:pt x="2278" y="3652"/>
                    <a:pt x="1" y="5379"/>
                    <a:pt x="1" y="7420"/>
                  </a:cubicBezTo>
                  <a:cubicBezTo>
                    <a:pt x="1" y="9933"/>
                    <a:pt x="3338" y="11935"/>
                    <a:pt x="7499" y="11935"/>
                  </a:cubicBezTo>
                  <a:cubicBezTo>
                    <a:pt x="7566" y="11936"/>
                    <a:pt x="7633" y="11937"/>
                    <a:pt x="7699" y="11937"/>
                  </a:cubicBezTo>
                  <a:cubicBezTo>
                    <a:pt x="9632" y="11937"/>
                    <a:pt x="11520" y="11389"/>
                    <a:pt x="13152" y="10365"/>
                  </a:cubicBezTo>
                  <a:cubicBezTo>
                    <a:pt x="14565" y="11307"/>
                    <a:pt x="16999" y="11935"/>
                    <a:pt x="19747" y="11935"/>
                  </a:cubicBezTo>
                  <a:cubicBezTo>
                    <a:pt x="24104" y="11935"/>
                    <a:pt x="27677" y="10365"/>
                    <a:pt x="27677" y="8402"/>
                  </a:cubicBezTo>
                  <a:cubicBezTo>
                    <a:pt x="27677" y="6988"/>
                    <a:pt x="25910" y="5811"/>
                    <a:pt x="23319" y="5222"/>
                  </a:cubicBezTo>
                  <a:cubicBezTo>
                    <a:pt x="23358" y="5143"/>
                    <a:pt x="23358" y="5026"/>
                    <a:pt x="23358" y="4908"/>
                  </a:cubicBezTo>
                  <a:cubicBezTo>
                    <a:pt x="23358" y="3573"/>
                    <a:pt x="20767" y="2474"/>
                    <a:pt x="17588" y="2474"/>
                  </a:cubicBezTo>
                  <a:cubicBezTo>
                    <a:pt x="17195" y="2474"/>
                    <a:pt x="16842" y="2474"/>
                    <a:pt x="16449" y="2513"/>
                  </a:cubicBezTo>
                  <a:cubicBezTo>
                    <a:pt x="16096" y="1100"/>
                    <a:pt x="13780" y="1"/>
                    <a:pt x="109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6"/>
            <p:cNvSpPr/>
            <p:nvPr/>
          </p:nvSpPr>
          <p:spPr>
            <a:xfrm>
              <a:off x="-376905" y="352336"/>
              <a:ext cx="1453312" cy="627789"/>
            </a:xfrm>
            <a:custGeom>
              <a:avLst/>
              <a:gdLst/>
              <a:ahLst/>
              <a:cxnLst/>
              <a:rect l="l" t="t" r="r" b="b"/>
              <a:pathLst>
                <a:path w="30543" h="13193" extrusionOk="0">
                  <a:moveTo>
                    <a:pt x="18490" y="1"/>
                  </a:moveTo>
                  <a:cubicBezTo>
                    <a:pt x="15389" y="1"/>
                    <a:pt x="12838" y="1179"/>
                    <a:pt x="12406" y="2749"/>
                  </a:cubicBezTo>
                  <a:cubicBezTo>
                    <a:pt x="12013" y="2710"/>
                    <a:pt x="11581" y="2710"/>
                    <a:pt x="11150" y="2710"/>
                  </a:cubicBezTo>
                  <a:cubicBezTo>
                    <a:pt x="7616" y="2710"/>
                    <a:pt x="4790" y="3927"/>
                    <a:pt x="4790" y="5418"/>
                  </a:cubicBezTo>
                  <a:cubicBezTo>
                    <a:pt x="4790" y="5536"/>
                    <a:pt x="4790" y="5654"/>
                    <a:pt x="4829" y="5772"/>
                  </a:cubicBezTo>
                  <a:cubicBezTo>
                    <a:pt x="1964" y="6400"/>
                    <a:pt x="1" y="7734"/>
                    <a:pt x="1" y="9265"/>
                  </a:cubicBezTo>
                  <a:cubicBezTo>
                    <a:pt x="1" y="11425"/>
                    <a:pt x="3926" y="13191"/>
                    <a:pt x="8755" y="13191"/>
                  </a:cubicBezTo>
                  <a:cubicBezTo>
                    <a:pt x="11817" y="13191"/>
                    <a:pt x="14486" y="12484"/>
                    <a:pt x="16057" y="11425"/>
                  </a:cubicBezTo>
                  <a:cubicBezTo>
                    <a:pt x="17844" y="12603"/>
                    <a:pt x="19963" y="13193"/>
                    <a:pt x="22092" y="13193"/>
                  </a:cubicBezTo>
                  <a:cubicBezTo>
                    <a:pt x="22161" y="13193"/>
                    <a:pt x="22230" y="13192"/>
                    <a:pt x="22298" y="13191"/>
                  </a:cubicBezTo>
                  <a:cubicBezTo>
                    <a:pt x="26852" y="13191"/>
                    <a:pt x="30542" y="10953"/>
                    <a:pt x="30542" y="8206"/>
                  </a:cubicBezTo>
                  <a:cubicBezTo>
                    <a:pt x="30542" y="5929"/>
                    <a:pt x="28108" y="4005"/>
                    <a:pt x="24654" y="3416"/>
                  </a:cubicBezTo>
                  <a:cubicBezTo>
                    <a:pt x="24654" y="3338"/>
                    <a:pt x="24654" y="3259"/>
                    <a:pt x="24654" y="3220"/>
                  </a:cubicBezTo>
                  <a:cubicBezTo>
                    <a:pt x="24654" y="1414"/>
                    <a:pt x="21906" y="1"/>
                    <a:pt x="184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6"/>
            <p:cNvSpPr/>
            <p:nvPr/>
          </p:nvSpPr>
          <p:spPr>
            <a:xfrm>
              <a:off x="-951950" y="1440279"/>
              <a:ext cx="2567552" cy="2854196"/>
            </a:xfrm>
            <a:custGeom>
              <a:avLst/>
              <a:gdLst/>
              <a:ahLst/>
              <a:cxnLst/>
              <a:rect l="l" t="t" r="r" b="b"/>
              <a:pathLst>
                <a:path w="53960" h="59981" extrusionOk="0">
                  <a:moveTo>
                    <a:pt x="24850" y="0"/>
                  </a:moveTo>
                  <a:cubicBezTo>
                    <a:pt x="22889" y="0"/>
                    <a:pt x="20509" y="388"/>
                    <a:pt x="17628" y="1370"/>
                  </a:cubicBezTo>
                  <a:cubicBezTo>
                    <a:pt x="8560" y="4472"/>
                    <a:pt x="6244" y="11459"/>
                    <a:pt x="12760" y="12166"/>
                  </a:cubicBezTo>
                  <a:cubicBezTo>
                    <a:pt x="12760" y="12166"/>
                    <a:pt x="2514" y="13344"/>
                    <a:pt x="2514" y="20056"/>
                  </a:cubicBezTo>
                  <a:cubicBezTo>
                    <a:pt x="2514" y="23375"/>
                    <a:pt x="4704" y="24218"/>
                    <a:pt x="6932" y="24218"/>
                  </a:cubicBezTo>
                  <a:cubicBezTo>
                    <a:pt x="8673" y="24218"/>
                    <a:pt x="10438" y="23703"/>
                    <a:pt x="11196" y="23450"/>
                  </a:cubicBezTo>
                  <a:lnTo>
                    <a:pt x="11196" y="23450"/>
                  </a:lnTo>
                  <a:cubicBezTo>
                    <a:pt x="9167" y="24198"/>
                    <a:pt x="0" y="28018"/>
                    <a:pt x="4870" y="34463"/>
                  </a:cubicBezTo>
                  <a:cubicBezTo>
                    <a:pt x="4870" y="34463"/>
                    <a:pt x="7192" y="36328"/>
                    <a:pt x="10083" y="36328"/>
                  </a:cubicBezTo>
                  <a:cubicBezTo>
                    <a:pt x="11749" y="36328"/>
                    <a:pt x="13604" y="35709"/>
                    <a:pt x="15312" y="33757"/>
                  </a:cubicBezTo>
                  <a:lnTo>
                    <a:pt x="15312" y="33757"/>
                  </a:lnTo>
                  <a:cubicBezTo>
                    <a:pt x="15311" y="33757"/>
                    <a:pt x="12171" y="37683"/>
                    <a:pt x="15665" y="39331"/>
                  </a:cubicBezTo>
                  <a:cubicBezTo>
                    <a:pt x="16190" y="39582"/>
                    <a:pt x="16704" y="39684"/>
                    <a:pt x="17206" y="39684"/>
                  </a:cubicBezTo>
                  <a:cubicBezTo>
                    <a:pt x="19510" y="39684"/>
                    <a:pt x="21576" y="37525"/>
                    <a:pt x="23366" y="37525"/>
                  </a:cubicBezTo>
                  <a:cubicBezTo>
                    <a:pt x="23757" y="37525"/>
                    <a:pt x="24134" y="37628"/>
                    <a:pt x="24498" y="37879"/>
                  </a:cubicBezTo>
                  <a:cubicBezTo>
                    <a:pt x="24498" y="37879"/>
                    <a:pt x="29130" y="43492"/>
                    <a:pt x="26343" y="59980"/>
                  </a:cubicBezTo>
                  <a:lnTo>
                    <a:pt x="31446" y="59980"/>
                  </a:lnTo>
                  <a:cubicBezTo>
                    <a:pt x="31446" y="59980"/>
                    <a:pt x="27246" y="40980"/>
                    <a:pt x="33880" y="36897"/>
                  </a:cubicBezTo>
                  <a:cubicBezTo>
                    <a:pt x="33880" y="36897"/>
                    <a:pt x="34448" y="36568"/>
                    <a:pt x="35278" y="36568"/>
                  </a:cubicBezTo>
                  <a:cubicBezTo>
                    <a:pt x="36095" y="36568"/>
                    <a:pt x="37166" y="36887"/>
                    <a:pt x="38198" y="38154"/>
                  </a:cubicBezTo>
                  <a:cubicBezTo>
                    <a:pt x="38764" y="38848"/>
                    <a:pt x="39760" y="39176"/>
                    <a:pt x="40905" y="39176"/>
                  </a:cubicBezTo>
                  <a:cubicBezTo>
                    <a:pt x="43970" y="39176"/>
                    <a:pt x="48105" y="36826"/>
                    <a:pt x="47934" y="32854"/>
                  </a:cubicBezTo>
                  <a:cubicBezTo>
                    <a:pt x="47799" y="29765"/>
                    <a:pt x="46414" y="29101"/>
                    <a:pt x="45248" y="29101"/>
                  </a:cubicBezTo>
                  <a:cubicBezTo>
                    <a:pt x="45160" y="29101"/>
                    <a:pt x="45073" y="29105"/>
                    <a:pt x="44989" y="29111"/>
                  </a:cubicBezTo>
                  <a:lnTo>
                    <a:pt x="44989" y="29111"/>
                  </a:lnTo>
                  <a:cubicBezTo>
                    <a:pt x="47808" y="28235"/>
                    <a:pt x="53959" y="25627"/>
                    <a:pt x="53626" y="19625"/>
                  </a:cubicBezTo>
                  <a:cubicBezTo>
                    <a:pt x="53389" y="15718"/>
                    <a:pt x="50803" y="14747"/>
                    <a:pt x="48288" y="14747"/>
                  </a:cubicBezTo>
                  <a:cubicBezTo>
                    <a:pt x="45799" y="14747"/>
                    <a:pt x="43380" y="15699"/>
                    <a:pt x="43380" y="15699"/>
                  </a:cubicBezTo>
                  <a:cubicBezTo>
                    <a:pt x="43380" y="15699"/>
                    <a:pt x="51506" y="12087"/>
                    <a:pt x="48051" y="8711"/>
                  </a:cubicBezTo>
                  <a:cubicBezTo>
                    <a:pt x="47008" y="7703"/>
                    <a:pt x="45895" y="7350"/>
                    <a:pt x="44846" y="7350"/>
                  </a:cubicBezTo>
                  <a:cubicBezTo>
                    <a:pt x="42446" y="7350"/>
                    <a:pt x="40385" y="9203"/>
                    <a:pt x="40283" y="9296"/>
                  </a:cubicBezTo>
                  <a:lnTo>
                    <a:pt x="40283" y="9296"/>
                  </a:lnTo>
                  <a:cubicBezTo>
                    <a:pt x="40425" y="9166"/>
                    <a:pt x="44297" y="5576"/>
                    <a:pt x="42948" y="3726"/>
                  </a:cubicBezTo>
                  <a:cubicBezTo>
                    <a:pt x="42507" y="3151"/>
                    <a:pt x="41617" y="2911"/>
                    <a:pt x="40543" y="2911"/>
                  </a:cubicBezTo>
                  <a:cubicBezTo>
                    <a:pt x="38173" y="2911"/>
                    <a:pt x="34914" y="4078"/>
                    <a:pt x="33644" y="5375"/>
                  </a:cubicBezTo>
                  <a:cubicBezTo>
                    <a:pt x="33644" y="5344"/>
                    <a:pt x="32134" y="0"/>
                    <a:pt x="248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6"/>
            <p:cNvSpPr/>
            <p:nvPr/>
          </p:nvSpPr>
          <p:spPr>
            <a:xfrm>
              <a:off x="7570792" y="3578859"/>
              <a:ext cx="203606" cy="717391"/>
            </a:xfrm>
            <a:custGeom>
              <a:avLst/>
              <a:gdLst/>
              <a:ahLst/>
              <a:cxnLst/>
              <a:rect l="l" t="t" r="r" b="b"/>
              <a:pathLst>
                <a:path w="4279" h="15076" extrusionOk="0">
                  <a:moveTo>
                    <a:pt x="0" y="1"/>
                  </a:moveTo>
                  <a:lnTo>
                    <a:pt x="0" y="15075"/>
                  </a:lnTo>
                  <a:lnTo>
                    <a:pt x="4279" y="15075"/>
                  </a:lnTo>
                  <a:lnTo>
                    <a:pt x="4279" y="1"/>
                  </a:lnTo>
                  <a:close/>
                </a:path>
              </a:pathLst>
            </a:custGeom>
            <a:solidFill>
              <a:srgbClr val="82A6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6"/>
            <p:cNvSpPr/>
            <p:nvPr/>
          </p:nvSpPr>
          <p:spPr>
            <a:xfrm>
              <a:off x="6696595" y="1587644"/>
              <a:ext cx="1951977" cy="2269233"/>
            </a:xfrm>
            <a:custGeom>
              <a:avLst/>
              <a:gdLst/>
              <a:ahLst/>
              <a:cxnLst/>
              <a:rect l="l" t="t" r="r" b="b"/>
              <a:pathLst>
                <a:path w="41023" h="47688" extrusionOk="0">
                  <a:moveTo>
                    <a:pt x="20256" y="1"/>
                  </a:moveTo>
                  <a:cubicBezTo>
                    <a:pt x="20256" y="14565"/>
                    <a:pt x="10953" y="21945"/>
                    <a:pt x="4318" y="23162"/>
                  </a:cubicBezTo>
                  <a:cubicBezTo>
                    <a:pt x="5031" y="23381"/>
                    <a:pt x="5755" y="23474"/>
                    <a:pt x="6470" y="23474"/>
                  </a:cubicBezTo>
                  <a:cubicBezTo>
                    <a:pt x="10361" y="23474"/>
                    <a:pt x="13975" y="20728"/>
                    <a:pt x="13975" y="20728"/>
                  </a:cubicBezTo>
                  <a:lnTo>
                    <a:pt x="13975" y="20767"/>
                  </a:lnTo>
                  <a:cubicBezTo>
                    <a:pt x="11541" y="23947"/>
                    <a:pt x="7969" y="26106"/>
                    <a:pt x="4004" y="26773"/>
                  </a:cubicBezTo>
                  <a:cubicBezTo>
                    <a:pt x="4004" y="26773"/>
                    <a:pt x="5296" y="27533"/>
                    <a:pt x="7655" y="27533"/>
                  </a:cubicBezTo>
                  <a:cubicBezTo>
                    <a:pt x="8687" y="27533"/>
                    <a:pt x="9923" y="27388"/>
                    <a:pt x="11345" y="26970"/>
                  </a:cubicBezTo>
                  <a:lnTo>
                    <a:pt x="11345" y="26970"/>
                  </a:lnTo>
                  <a:cubicBezTo>
                    <a:pt x="8990" y="30424"/>
                    <a:pt x="5771" y="33172"/>
                    <a:pt x="2002" y="34939"/>
                  </a:cubicBezTo>
                  <a:cubicBezTo>
                    <a:pt x="2039" y="34976"/>
                    <a:pt x="2174" y="34993"/>
                    <a:pt x="2385" y="34993"/>
                  </a:cubicBezTo>
                  <a:cubicBezTo>
                    <a:pt x="3752" y="34993"/>
                    <a:pt x="8324" y="34279"/>
                    <a:pt x="10364" y="33565"/>
                  </a:cubicBezTo>
                  <a:lnTo>
                    <a:pt x="10364" y="33565"/>
                  </a:lnTo>
                  <a:cubicBezTo>
                    <a:pt x="8951" y="36548"/>
                    <a:pt x="5457" y="41691"/>
                    <a:pt x="0" y="42397"/>
                  </a:cubicBezTo>
                  <a:cubicBezTo>
                    <a:pt x="0" y="42397"/>
                    <a:pt x="1522" y="42702"/>
                    <a:pt x="3640" y="42702"/>
                  </a:cubicBezTo>
                  <a:cubicBezTo>
                    <a:pt x="5823" y="42702"/>
                    <a:pt x="8639" y="42378"/>
                    <a:pt x="11070" y="41063"/>
                  </a:cubicBezTo>
                  <a:lnTo>
                    <a:pt x="11070" y="41063"/>
                  </a:lnTo>
                  <a:cubicBezTo>
                    <a:pt x="10756" y="41887"/>
                    <a:pt x="7537" y="46598"/>
                    <a:pt x="4358" y="47540"/>
                  </a:cubicBezTo>
                  <a:cubicBezTo>
                    <a:pt x="5334" y="47593"/>
                    <a:pt x="6250" y="47618"/>
                    <a:pt x="7111" y="47618"/>
                  </a:cubicBezTo>
                  <a:cubicBezTo>
                    <a:pt x="18993" y="47618"/>
                    <a:pt x="20256" y="42908"/>
                    <a:pt x="20256" y="42908"/>
                  </a:cubicBezTo>
                  <a:cubicBezTo>
                    <a:pt x="20256" y="42908"/>
                    <a:pt x="21083" y="47688"/>
                    <a:pt x="34325" y="47688"/>
                  </a:cubicBezTo>
                  <a:cubicBezTo>
                    <a:pt x="34923" y="47688"/>
                    <a:pt x="35545" y="47678"/>
                    <a:pt x="36194" y="47658"/>
                  </a:cubicBezTo>
                  <a:cubicBezTo>
                    <a:pt x="36194" y="47658"/>
                    <a:pt x="29089" y="43732"/>
                    <a:pt x="29089" y="41377"/>
                  </a:cubicBezTo>
                  <a:lnTo>
                    <a:pt x="29089" y="41377"/>
                  </a:lnTo>
                  <a:cubicBezTo>
                    <a:pt x="31633" y="42944"/>
                    <a:pt x="34419" y="43359"/>
                    <a:pt x="36660" y="43359"/>
                  </a:cubicBezTo>
                  <a:cubicBezTo>
                    <a:pt x="39190" y="43359"/>
                    <a:pt x="41023" y="42829"/>
                    <a:pt x="41023" y="42829"/>
                  </a:cubicBezTo>
                  <a:cubicBezTo>
                    <a:pt x="35566" y="42123"/>
                    <a:pt x="31601" y="36666"/>
                    <a:pt x="30149" y="33643"/>
                  </a:cubicBezTo>
                  <a:lnTo>
                    <a:pt x="30149" y="33643"/>
                  </a:lnTo>
                  <a:cubicBezTo>
                    <a:pt x="31989" y="34277"/>
                    <a:pt x="35963" y="35351"/>
                    <a:pt x="37704" y="35351"/>
                  </a:cubicBezTo>
                  <a:cubicBezTo>
                    <a:pt x="38228" y="35351"/>
                    <a:pt x="38550" y="35254"/>
                    <a:pt x="38550" y="35017"/>
                  </a:cubicBezTo>
                  <a:cubicBezTo>
                    <a:pt x="33407" y="32269"/>
                    <a:pt x="30463" y="29286"/>
                    <a:pt x="28814" y="26734"/>
                  </a:cubicBezTo>
                  <a:lnTo>
                    <a:pt x="28814" y="26734"/>
                  </a:lnTo>
                  <a:cubicBezTo>
                    <a:pt x="30502" y="27310"/>
                    <a:pt x="31955" y="27502"/>
                    <a:pt x="33141" y="27502"/>
                  </a:cubicBezTo>
                  <a:cubicBezTo>
                    <a:pt x="35514" y="27502"/>
                    <a:pt x="36822" y="26734"/>
                    <a:pt x="36822" y="26734"/>
                  </a:cubicBezTo>
                  <a:cubicBezTo>
                    <a:pt x="33407" y="26145"/>
                    <a:pt x="30227" y="24457"/>
                    <a:pt x="27833" y="21906"/>
                  </a:cubicBezTo>
                  <a:lnTo>
                    <a:pt x="27833" y="21906"/>
                  </a:lnTo>
                  <a:cubicBezTo>
                    <a:pt x="29824" y="23308"/>
                    <a:pt x="31952" y="23669"/>
                    <a:pt x="33564" y="23669"/>
                  </a:cubicBezTo>
                  <a:cubicBezTo>
                    <a:pt x="35066" y="23669"/>
                    <a:pt x="36119" y="23355"/>
                    <a:pt x="36194" y="23280"/>
                  </a:cubicBezTo>
                  <a:cubicBezTo>
                    <a:pt x="31837" y="23280"/>
                    <a:pt x="20256" y="14643"/>
                    <a:pt x="20256" y="118"/>
                  </a:cubicBezTo>
                  <a:lnTo>
                    <a:pt x="202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6"/>
            <p:cNvSpPr/>
            <p:nvPr/>
          </p:nvSpPr>
          <p:spPr>
            <a:xfrm>
              <a:off x="8679926" y="3369683"/>
              <a:ext cx="179386" cy="924719"/>
            </a:xfrm>
            <a:custGeom>
              <a:avLst/>
              <a:gdLst/>
              <a:ahLst/>
              <a:cxnLst/>
              <a:rect l="l" t="t" r="r" b="b"/>
              <a:pathLst>
                <a:path w="3770" h="19433" extrusionOk="0">
                  <a:moveTo>
                    <a:pt x="1" y="0"/>
                  </a:moveTo>
                  <a:lnTo>
                    <a:pt x="1" y="19432"/>
                  </a:lnTo>
                  <a:lnTo>
                    <a:pt x="3769" y="19432"/>
                  </a:lnTo>
                  <a:lnTo>
                    <a:pt x="3769" y="0"/>
                  </a:lnTo>
                  <a:close/>
                </a:path>
              </a:pathLst>
            </a:custGeom>
            <a:solidFill>
              <a:srgbClr val="9ABC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6"/>
            <p:cNvSpPr/>
            <p:nvPr/>
          </p:nvSpPr>
          <p:spPr>
            <a:xfrm>
              <a:off x="7943958" y="1285063"/>
              <a:ext cx="1653159" cy="2181867"/>
            </a:xfrm>
            <a:custGeom>
              <a:avLst/>
              <a:gdLst/>
              <a:ahLst/>
              <a:cxnLst/>
              <a:rect l="l" t="t" r="r" b="b"/>
              <a:pathLst>
                <a:path w="34743" h="45852" extrusionOk="0">
                  <a:moveTo>
                    <a:pt x="17352" y="0"/>
                  </a:moveTo>
                  <a:cubicBezTo>
                    <a:pt x="11189" y="0"/>
                    <a:pt x="6164" y="3258"/>
                    <a:pt x="6164" y="7223"/>
                  </a:cubicBezTo>
                  <a:cubicBezTo>
                    <a:pt x="6164" y="7616"/>
                    <a:pt x="6242" y="8008"/>
                    <a:pt x="6321" y="8362"/>
                  </a:cubicBezTo>
                  <a:cubicBezTo>
                    <a:pt x="4240" y="9422"/>
                    <a:pt x="2906" y="11031"/>
                    <a:pt x="2906" y="12876"/>
                  </a:cubicBezTo>
                  <a:cubicBezTo>
                    <a:pt x="2906" y="14250"/>
                    <a:pt x="3691" y="15546"/>
                    <a:pt x="5026" y="16527"/>
                  </a:cubicBezTo>
                  <a:cubicBezTo>
                    <a:pt x="2906" y="17587"/>
                    <a:pt x="1532" y="19196"/>
                    <a:pt x="1532" y="21042"/>
                  </a:cubicBezTo>
                  <a:cubicBezTo>
                    <a:pt x="1532" y="22690"/>
                    <a:pt x="2631" y="24143"/>
                    <a:pt x="4319" y="25163"/>
                  </a:cubicBezTo>
                  <a:cubicBezTo>
                    <a:pt x="2474" y="26223"/>
                    <a:pt x="1335" y="27715"/>
                    <a:pt x="1335" y="29403"/>
                  </a:cubicBezTo>
                  <a:cubicBezTo>
                    <a:pt x="1335" y="30816"/>
                    <a:pt x="2121" y="32112"/>
                    <a:pt x="3455" y="33093"/>
                  </a:cubicBezTo>
                  <a:cubicBezTo>
                    <a:pt x="1335" y="34153"/>
                    <a:pt x="1" y="35763"/>
                    <a:pt x="1" y="37608"/>
                  </a:cubicBezTo>
                  <a:cubicBezTo>
                    <a:pt x="1" y="40709"/>
                    <a:pt x="3926" y="43261"/>
                    <a:pt x="8755" y="43261"/>
                  </a:cubicBezTo>
                  <a:cubicBezTo>
                    <a:pt x="9030" y="43261"/>
                    <a:pt x="9344" y="43261"/>
                    <a:pt x="9619" y="43221"/>
                  </a:cubicBezTo>
                  <a:cubicBezTo>
                    <a:pt x="11032" y="44792"/>
                    <a:pt x="13976" y="45851"/>
                    <a:pt x="17352" y="45851"/>
                  </a:cubicBezTo>
                  <a:cubicBezTo>
                    <a:pt x="20728" y="45851"/>
                    <a:pt x="23672" y="44792"/>
                    <a:pt x="25085" y="43221"/>
                  </a:cubicBezTo>
                  <a:cubicBezTo>
                    <a:pt x="25399" y="43221"/>
                    <a:pt x="25674" y="43261"/>
                    <a:pt x="25949" y="43261"/>
                  </a:cubicBezTo>
                  <a:cubicBezTo>
                    <a:pt x="30817" y="43261"/>
                    <a:pt x="34742" y="40709"/>
                    <a:pt x="34742" y="37608"/>
                  </a:cubicBezTo>
                  <a:cubicBezTo>
                    <a:pt x="34742" y="35763"/>
                    <a:pt x="33368" y="34153"/>
                    <a:pt x="31249" y="33093"/>
                  </a:cubicBezTo>
                  <a:cubicBezTo>
                    <a:pt x="32583" y="32112"/>
                    <a:pt x="33368" y="30816"/>
                    <a:pt x="33368" y="29403"/>
                  </a:cubicBezTo>
                  <a:cubicBezTo>
                    <a:pt x="33368" y="27715"/>
                    <a:pt x="32230" y="26184"/>
                    <a:pt x="30385" y="25163"/>
                  </a:cubicBezTo>
                  <a:cubicBezTo>
                    <a:pt x="32112" y="24143"/>
                    <a:pt x="33172" y="22651"/>
                    <a:pt x="33172" y="21042"/>
                  </a:cubicBezTo>
                  <a:cubicBezTo>
                    <a:pt x="33172" y="19196"/>
                    <a:pt x="31798" y="17587"/>
                    <a:pt x="29678" y="16527"/>
                  </a:cubicBezTo>
                  <a:cubicBezTo>
                    <a:pt x="31013" y="15546"/>
                    <a:pt x="31838" y="14250"/>
                    <a:pt x="31838" y="12837"/>
                  </a:cubicBezTo>
                  <a:cubicBezTo>
                    <a:pt x="31838" y="11031"/>
                    <a:pt x="30464" y="9422"/>
                    <a:pt x="28383" y="8362"/>
                  </a:cubicBezTo>
                  <a:cubicBezTo>
                    <a:pt x="28501" y="8008"/>
                    <a:pt x="28540" y="7616"/>
                    <a:pt x="28540" y="7223"/>
                  </a:cubicBezTo>
                  <a:cubicBezTo>
                    <a:pt x="28540" y="3219"/>
                    <a:pt x="23515" y="0"/>
                    <a:pt x="173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6"/>
            <p:cNvSpPr/>
            <p:nvPr/>
          </p:nvSpPr>
          <p:spPr>
            <a:xfrm>
              <a:off x="383660" y="1438233"/>
              <a:ext cx="1572840" cy="2071661"/>
            </a:xfrm>
            <a:custGeom>
              <a:avLst/>
              <a:gdLst/>
              <a:ahLst/>
              <a:cxnLst/>
              <a:rect l="l" t="t" r="r" b="b"/>
              <a:pathLst>
                <a:path w="33055" h="43536" extrusionOk="0">
                  <a:moveTo>
                    <a:pt x="16528" y="0"/>
                  </a:moveTo>
                  <a:cubicBezTo>
                    <a:pt x="10639" y="0"/>
                    <a:pt x="5889" y="3062"/>
                    <a:pt x="5889" y="6831"/>
                  </a:cubicBezTo>
                  <a:cubicBezTo>
                    <a:pt x="5889" y="7223"/>
                    <a:pt x="5929" y="7577"/>
                    <a:pt x="6046" y="7930"/>
                  </a:cubicBezTo>
                  <a:cubicBezTo>
                    <a:pt x="4084" y="8911"/>
                    <a:pt x="2749" y="10442"/>
                    <a:pt x="2749" y="12209"/>
                  </a:cubicBezTo>
                  <a:cubicBezTo>
                    <a:pt x="2749" y="13544"/>
                    <a:pt x="3534" y="14761"/>
                    <a:pt x="4790" y="15703"/>
                  </a:cubicBezTo>
                  <a:cubicBezTo>
                    <a:pt x="2788" y="16684"/>
                    <a:pt x="1493" y="18215"/>
                    <a:pt x="1493" y="19982"/>
                  </a:cubicBezTo>
                  <a:cubicBezTo>
                    <a:pt x="1493" y="21513"/>
                    <a:pt x="2513" y="22926"/>
                    <a:pt x="4123" y="23907"/>
                  </a:cubicBezTo>
                  <a:cubicBezTo>
                    <a:pt x="2396" y="24889"/>
                    <a:pt x="1296" y="26341"/>
                    <a:pt x="1296" y="27951"/>
                  </a:cubicBezTo>
                  <a:cubicBezTo>
                    <a:pt x="1296" y="29285"/>
                    <a:pt x="2042" y="30502"/>
                    <a:pt x="3338" y="31444"/>
                  </a:cubicBezTo>
                  <a:cubicBezTo>
                    <a:pt x="1296" y="32426"/>
                    <a:pt x="1" y="33957"/>
                    <a:pt x="1" y="35723"/>
                  </a:cubicBezTo>
                  <a:cubicBezTo>
                    <a:pt x="1" y="38668"/>
                    <a:pt x="3730" y="41062"/>
                    <a:pt x="8363" y="41062"/>
                  </a:cubicBezTo>
                  <a:cubicBezTo>
                    <a:pt x="8637" y="41062"/>
                    <a:pt x="8912" y="41062"/>
                    <a:pt x="9148" y="41023"/>
                  </a:cubicBezTo>
                  <a:cubicBezTo>
                    <a:pt x="10522" y="42515"/>
                    <a:pt x="13309" y="43535"/>
                    <a:pt x="16528" y="43535"/>
                  </a:cubicBezTo>
                  <a:cubicBezTo>
                    <a:pt x="19747" y="43535"/>
                    <a:pt x="22534" y="42515"/>
                    <a:pt x="23869" y="41023"/>
                  </a:cubicBezTo>
                  <a:cubicBezTo>
                    <a:pt x="24144" y="41023"/>
                    <a:pt x="24418" y="41062"/>
                    <a:pt x="24693" y="41062"/>
                  </a:cubicBezTo>
                  <a:cubicBezTo>
                    <a:pt x="29286" y="41062"/>
                    <a:pt x="33055" y="38668"/>
                    <a:pt x="33055" y="35723"/>
                  </a:cubicBezTo>
                  <a:cubicBezTo>
                    <a:pt x="33015" y="33957"/>
                    <a:pt x="31720" y="32426"/>
                    <a:pt x="29718" y="31444"/>
                  </a:cubicBezTo>
                  <a:cubicBezTo>
                    <a:pt x="30974" y="30502"/>
                    <a:pt x="31720" y="29246"/>
                    <a:pt x="31720" y="27911"/>
                  </a:cubicBezTo>
                  <a:cubicBezTo>
                    <a:pt x="31720" y="26302"/>
                    <a:pt x="30621" y="24889"/>
                    <a:pt x="28894" y="23907"/>
                  </a:cubicBezTo>
                  <a:cubicBezTo>
                    <a:pt x="30503" y="22926"/>
                    <a:pt x="31524" y="21513"/>
                    <a:pt x="31524" y="19982"/>
                  </a:cubicBezTo>
                  <a:cubicBezTo>
                    <a:pt x="31524" y="18215"/>
                    <a:pt x="30228" y="16684"/>
                    <a:pt x="28226" y="15703"/>
                  </a:cubicBezTo>
                  <a:cubicBezTo>
                    <a:pt x="29482" y="14761"/>
                    <a:pt x="30268" y="13544"/>
                    <a:pt x="30268" y="12170"/>
                  </a:cubicBezTo>
                  <a:cubicBezTo>
                    <a:pt x="30268" y="10442"/>
                    <a:pt x="28972" y="8911"/>
                    <a:pt x="27009" y="7930"/>
                  </a:cubicBezTo>
                  <a:cubicBezTo>
                    <a:pt x="27088" y="7577"/>
                    <a:pt x="27127" y="7184"/>
                    <a:pt x="27127" y="6831"/>
                  </a:cubicBezTo>
                  <a:cubicBezTo>
                    <a:pt x="27127" y="3062"/>
                    <a:pt x="22377" y="0"/>
                    <a:pt x="165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6"/>
            <p:cNvSpPr/>
            <p:nvPr/>
          </p:nvSpPr>
          <p:spPr>
            <a:xfrm>
              <a:off x="855579" y="3418218"/>
              <a:ext cx="170012" cy="878038"/>
            </a:xfrm>
            <a:custGeom>
              <a:avLst/>
              <a:gdLst/>
              <a:ahLst/>
              <a:cxnLst/>
              <a:rect l="l" t="t" r="r" b="b"/>
              <a:pathLst>
                <a:path w="3573" h="18452" extrusionOk="0">
                  <a:moveTo>
                    <a:pt x="0" y="1"/>
                  </a:moveTo>
                  <a:lnTo>
                    <a:pt x="0" y="18451"/>
                  </a:lnTo>
                  <a:lnTo>
                    <a:pt x="3572" y="18451"/>
                  </a:lnTo>
                  <a:lnTo>
                    <a:pt x="3572" y="1"/>
                  </a:lnTo>
                  <a:close/>
                </a:path>
              </a:pathLst>
            </a:custGeom>
            <a:solidFill>
              <a:srgbClr val="9ABC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6"/>
            <p:cNvSpPr/>
            <p:nvPr/>
          </p:nvSpPr>
          <p:spPr>
            <a:xfrm>
              <a:off x="-179259" y="4378351"/>
              <a:ext cx="9944790" cy="74756"/>
            </a:xfrm>
            <a:custGeom>
              <a:avLst/>
              <a:gdLst/>
              <a:ahLst/>
              <a:cxnLst/>
              <a:rect l="l" t="t" r="r" b="b"/>
              <a:pathLst>
                <a:path w="209001" h="1571" extrusionOk="0">
                  <a:moveTo>
                    <a:pt x="0" y="1"/>
                  </a:moveTo>
                  <a:lnTo>
                    <a:pt x="209000" y="1"/>
                  </a:lnTo>
                  <a:lnTo>
                    <a:pt x="209000" y="1571"/>
                  </a:lnTo>
                  <a:lnTo>
                    <a:pt x="0" y="157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6"/>
            <p:cNvSpPr/>
            <p:nvPr/>
          </p:nvSpPr>
          <p:spPr>
            <a:xfrm>
              <a:off x="-179259" y="4798245"/>
              <a:ext cx="9944790" cy="48"/>
            </a:xfrm>
            <a:custGeom>
              <a:avLst/>
              <a:gdLst/>
              <a:ahLst/>
              <a:cxnLst/>
              <a:rect l="l" t="t" r="r" b="b"/>
              <a:pathLst>
                <a:path w="209001" h="1" fill="none" extrusionOk="0">
                  <a:moveTo>
                    <a:pt x="0" y="1"/>
                  </a:moveTo>
                  <a:lnTo>
                    <a:pt x="209000" y="1"/>
                  </a:lnTo>
                </a:path>
              </a:pathLst>
            </a:custGeom>
            <a:noFill/>
            <a:ln w="43175" cap="rnd" cmpd="sng">
              <a:solidFill>
                <a:srgbClr val="FFFFFF"/>
              </a:solidFill>
              <a:prstDash val="solid"/>
              <a:miter lim="3925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1" name="Google Shape;401;p16"/>
          <p:cNvSpPr txBox="1">
            <a:spLocks noGrp="1"/>
          </p:cNvSpPr>
          <p:nvPr>
            <p:ph type="title" hasCustomPrompt="1"/>
          </p:nvPr>
        </p:nvSpPr>
        <p:spPr>
          <a:xfrm>
            <a:off x="2533050" y="692850"/>
            <a:ext cx="4077900" cy="7251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5000"/>
              <a:buNone/>
              <a:defRPr sz="6000">
                <a:solidFill>
                  <a:schemeClr val="accent4"/>
                </a:solidFill>
              </a:defRPr>
            </a:lvl1pPr>
            <a:lvl2pPr lvl="1" algn="ctr" rtl="0">
              <a:spcBef>
                <a:spcPts val="0"/>
              </a:spcBef>
              <a:spcAft>
                <a:spcPts val="0"/>
              </a:spcAft>
              <a:buSzPts val="5000"/>
              <a:buNone/>
              <a:defRPr sz="5000"/>
            </a:lvl2pPr>
            <a:lvl3pPr lvl="2" algn="ctr" rtl="0">
              <a:spcBef>
                <a:spcPts val="0"/>
              </a:spcBef>
              <a:spcAft>
                <a:spcPts val="0"/>
              </a:spcAft>
              <a:buSzPts val="5000"/>
              <a:buNone/>
              <a:defRPr sz="5000"/>
            </a:lvl3pPr>
            <a:lvl4pPr lvl="3" algn="ctr" rtl="0">
              <a:spcBef>
                <a:spcPts val="0"/>
              </a:spcBef>
              <a:spcAft>
                <a:spcPts val="0"/>
              </a:spcAft>
              <a:buSzPts val="5000"/>
              <a:buNone/>
              <a:defRPr sz="5000"/>
            </a:lvl4pPr>
            <a:lvl5pPr lvl="4" algn="ctr" rtl="0">
              <a:spcBef>
                <a:spcPts val="0"/>
              </a:spcBef>
              <a:spcAft>
                <a:spcPts val="0"/>
              </a:spcAft>
              <a:buSzPts val="5000"/>
              <a:buNone/>
              <a:defRPr sz="5000"/>
            </a:lvl5pPr>
            <a:lvl6pPr lvl="5" algn="ctr" rtl="0">
              <a:spcBef>
                <a:spcPts val="0"/>
              </a:spcBef>
              <a:spcAft>
                <a:spcPts val="0"/>
              </a:spcAft>
              <a:buSzPts val="5000"/>
              <a:buNone/>
              <a:defRPr sz="5000"/>
            </a:lvl6pPr>
            <a:lvl7pPr lvl="6" algn="ctr" rtl="0">
              <a:spcBef>
                <a:spcPts val="0"/>
              </a:spcBef>
              <a:spcAft>
                <a:spcPts val="0"/>
              </a:spcAft>
              <a:buSzPts val="5000"/>
              <a:buNone/>
              <a:defRPr sz="5000"/>
            </a:lvl7pPr>
            <a:lvl8pPr lvl="7" algn="ctr" rtl="0">
              <a:spcBef>
                <a:spcPts val="0"/>
              </a:spcBef>
              <a:spcAft>
                <a:spcPts val="0"/>
              </a:spcAft>
              <a:buSzPts val="5000"/>
              <a:buNone/>
              <a:defRPr sz="5000"/>
            </a:lvl8pPr>
            <a:lvl9pPr lvl="8" algn="ctr" rtl="0">
              <a:spcBef>
                <a:spcPts val="0"/>
              </a:spcBef>
              <a:spcAft>
                <a:spcPts val="0"/>
              </a:spcAft>
              <a:buSzPts val="5000"/>
              <a:buNone/>
              <a:defRPr sz="5000"/>
            </a:lvl9pPr>
          </a:lstStyle>
          <a:p>
            <a:r>
              <a:t>xx%</a:t>
            </a:r>
          </a:p>
        </p:txBody>
      </p:sp>
      <p:sp>
        <p:nvSpPr>
          <p:cNvPr id="402" name="Google Shape;402;p16"/>
          <p:cNvSpPr txBox="1">
            <a:spLocks noGrp="1"/>
          </p:cNvSpPr>
          <p:nvPr>
            <p:ph type="subTitle" idx="1"/>
          </p:nvPr>
        </p:nvSpPr>
        <p:spPr>
          <a:xfrm>
            <a:off x="2857200" y="1359925"/>
            <a:ext cx="3429600" cy="6759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14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03" name="Google Shape;403;p16"/>
          <p:cNvSpPr txBox="1">
            <a:spLocks noGrp="1"/>
          </p:cNvSpPr>
          <p:nvPr>
            <p:ph type="title" idx="2" hasCustomPrompt="1"/>
          </p:nvPr>
        </p:nvSpPr>
        <p:spPr>
          <a:xfrm>
            <a:off x="2533050" y="2388175"/>
            <a:ext cx="4077900" cy="7251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5000"/>
              <a:buNone/>
              <a:defRPr sz="6000">
                <a:solidFill>
                  <a:schemeClr val="lt1"/>
                </a:solidFill>
              </a:defRPr>
            </a:lvl1pPr>
            <a:lvl2pPr lvl="1" algn="ctr" rtl="0">
              <a:spcBef>
                <a:spcPts val="0"/>
              </a:spcBef>
              <a:spcAft>
                <a:spcPts val="0"/>
              </a:spcAft>
              <a:buSzPts val="5000"/>
              <a:buNone/>
              <a:defRPr sz="5000"/>
            </a:lvl2pPr>
            <a:lvl3pPr lvl="2" algn="ctr" rtl="0">
              <a:spcBef>
                <a:spcPts val="0"/>
              </a:spcBef>
              <a:spcAft>
                <a:spcPts val="0"/>
              </a:spcAft>
              <a:buSzPts val="5000"/>
              <a:buNone/>
              <a:defRPr sz="5000"/>
            </a:lvl3pPr>
            <a:lvl4pPr lvl="3" algn="ctr" rtl="0">
              <a:spcBef>
                <a:spcPts val="0"/>
              </a:spcBef>
              <a:spcAft>
                <a:spcPts val="0"/>
              </a:spcAft>
              <a:buSzPts val="5000"/>
              <a:buNone/>
              <a:defRPr sz="5000"/>
            </a:lvl4pPr>
            <a:lvl5pPr lvl="4" algn="ctr" rtl="0">
              <a:spcBef>
                <a:spcPts val="0"/>
              </a:spcBef>
              <a:spcAft>
                <a:spcPts val="0"/>
              </a:spcAft>
              <a:buSzPts val="5000"/>
              <a:buNone/>
              <a:defRPr sz="5000"/>
            </a:lvl5pPr>
            <a:lvl6pPr lvl="5" algn="ctr" rtl="0">
              <a:spcBef>
                <a:spcPts val="0"/>
              </a:spcBef>
              <a:spcAft>
                <a:spcPts val="0"/>
              </a:spcAft>
              <a:buSzPts val="5000"/>
              <a:buNone/>
              <a:defRPr sz="5000"/>
            </a:lvl6pPr>
            <a:lvl7pPr lvl="6" algn="ctr" rtl="0">
              <a:spcBef>
                <a:spcPts val="0"/>
              </a:spcBef>
              <a:spcAft>
                <a:spcPts val="0"/>
              </a:spcAft>
              <a:buSzPts val="5000"/>
              <a:buNone/>
              <a:defRPr sz="5000"/>
            </a:lvl7pPr>
            <a:lvl8pPr lvl="7" algn="ctr" rtl="0">
              <a:spcBef>
                <a:spcPts val="0"/>
              </a:spcBef>
              <a:spcAft>
                <a:spcPts val="0"/>
              </a:spcAft>
              <a:buSzPts val="5000"/>
              <a:buNone/>
              <a:defRPr sz="5000"/>
            </a:lvl8pPr>
            <a:lvl9pPr lvl="8" algn="ctr" rtl="0">
              <a:spcBef>
                <a:spcPts val="0"/>
              </a:spcBef>
              <a:spcAft>
                <a:spcPts val="0"/>
              </a:spcAft>
              <a:buSzPts val="5000"/>
              <a:buNone/>
              <a:defRPr sz="5000"/>
            </a:lvl9pPr>
          </a:lstStyle>
          <a:p>
            <a:r>
              <a:t>xx%</a:t>
            </a:r>
          </a:p>
        </p:txBody>
      </p:sp>
      <p:sp>
        <p:nvSpPr>
          <p:cNvPr id="404" name="Google Shape;404;p16"/>
          <p:cNvSpPr txBox="1">
            <a:spLocks noGrp="1"/>
          </p:cNvSpPr>
          <p:nvPr>
            <p:ph type="subTitle" idx="3"/>
          </p:nvPr>
        </p:nvSpPr>
        <p:spPr>
          <a:xfrm>
            <a:off x="2857200" y="3055875"/>
            <a:ext cx="3429600" cy="6114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1400"/>
              <a:buNone/>
              <a:defRPr sz="16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1">
  <p:cSld name="CUSTOM_15">
    <p:spTree>
      <p:nvGrpSpPr>
        <p:cNvPr id="1" name="Shape 405"/>
        <p:cNvGrpSpPr/>
        <p:nvPr/>
      </p:nvGrpSpPr>
      <p:grpSpPr>
        <a:xfrm>
          <a:off x="0" y="0"/>
          <a:ext cx="0" cy="0"/>
          <a:chOff x="0" y="0"/>
          <a:chExt cx="0" cy="0"/>
        </a:xfrm>
      </p:grpSpPr>
      <p:sp>
        <p:nvSpPr>
          <p:cNvPr id="406" name="Google Shape;406;p17"/>
          <p:cNvSpPr txBox="1">
            <a:spLocks noGrp="1"/>
          </p:cNvSpPr>
          <p:nvPr>
            <p:ph type="title"/>
          </p:nvPr>
        </p:nvSpPr>
        <p:spPr>
          <a:xfrm>
            <a:off x="713225" y="330725"/>
            <a:ext cx="7717800" cy="713400"/>
          </a:xfrm>
          <a:prstGeom prst="rect">
            <a:avLst/>
          </a:prstGeom>
        </p:spPr>
        <p:txBody>
          <a:bodyPr spcFirstLastPara="1" wrap="square" lIns="91425" tIns="91425" rIns="91425" bIns="91425" anchor="t" anchorCtr="0">
            <a:normAutofit/>
          </a:bodyPr>
          <a:lstStyle>
            <a:lvl1pPr lvl="0" algn="ctr" rtl="0">
              <a:spcBef>
                <a:spcPts val="0"/>
              </a:spcBef>
              <a:spcAft>
                <a:spcPts val="0"/>
              </a:spcAft>
              <a:buSzPts val="2800"/>
              <a:buNone/>
              <a:defRPr sz="3800">
                <a:solidFill>
                  <a:srgbClr val="3B3B3B"/>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407" name="Google Shape;407;p17"/>
          <p:cNvGrpSpPr/>
          <p:nvPr/>
        </p:nvGrpSpPr>
        <p:grpSpPr>
          <a:xfrm>
            <a:off x="-376905" y="246450"/>
            <a:ext cx="10342646" cy="1274430"/>
            <a:chOff x="-376905" y="246450"/>
            <a:chExt cx="10342646" cy="1274430"/>
          </a:xfrm>
        </p:grpSpPr>
        <p:sp>
          <p:nvSpPr>
            <p:cNvPr id="408" name="Google Shape;408;p17"/>
            <p:cNvSpPr/>
            <p:nvPr/>
          </p:nvSpPr>
          <p:spPr>
            <a:xfrm>
              <a:off x="8292027" y="246450"/>
              <a:ext cx="1673714" cy="797667"/>
            </a:xfrm>
            <a:custGeom>
              <a:avLst/>
              <a:gdLst/>
              <a:ahLst/>
              <a:cxnLst/>
              <a:rect l="l" t="t" r="r" b="b"/>
              <a:pathLst>
                <a:path w="35175" h="16763" extrusionOk="0">
                  <a:moveTo>
                    <a:pt x="18530" y="0"/>
                  </a:moveTo>
                  <a:cubicBezTo>
                    <a:pt x="12681" y="0"/>
                    <a:pt x="7931" y="2866"/>
                    <a:pt x="7931" y="6399"/>
                  </a:cubicBezTo>
                  <a:lnTo>
                    <a:pt x="7931" y="6713"/>
                  </a:lnTo>
                  <a:cubicBezTo>
                    <a:pt x="3338" y="7341"/>
                    <a:pt x="1" y="9225"/>
                    <a:pt x="1" y="11502"/>
                  </a:cubicBezTo>
                  <a:cubicBezTo>
                    <a:pt x="1" y="14289"/>
                    <a:pt x="5026" y="16527"/>
                    <a:pt x="11228" y="16527"/>
                  </a:cubicBezTo>
                  <a:cubicBezTo>
                    <a:pt x="11328" y="16528"/>
                    <a:pt x="11427" y="16529"/>
                    <a:pt x="11527" y="16529"/>
                  </a:cubicBezTo>
                  <a:cubicBezTo>
                    <a:pt x="14211" y="16529"/>
                    <a:pt x="16854" y="16018"/>
                    <a:pt x="19315" y="14996"/>
                  </a:cubicBezTo>
                  <a:cubicBezTo>
                    <a:pt x="20846" y="16056"/>
                    <a:pt x="23515" y="16762"/>
                    <a:pt x="26499" y="16762"/>
                  </a:cubicBezTo>
                  <a:cubicBezTo>
                    <a:pt x="31288" y="16762"/>
                    <a:pt x="35174" y="14996"/>
                    <a:pt x="35174" y="12837"/>
                  </a:cubicBezTo>
                  <a:cubicBezTo>
                    <a:pt x="35174" y="10913"/>
                    <a:pt x="32230" y="9304"/>
                    <a:pt x="28265" y="8950"/>
                  </a:cubicBezTo>
                  <a:cubicBezTo>
                    <a:pt x="28815" y="8205"/>
                    <a:pt x="29129" y="7341"/>
                    <a:pt x="29129" y="6399"/>
                  </a:cubicBezTo>
                  <a:cubicBezTo>
                    <a:pt x="29129" y="2866"/>
                    <a:pt x="24379" y="0"/>
                    <a:pt x="185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7"/>
            <p:cNvSpPr/>
            <p:nvPr/>
          </p:nvSpPr>
          <p:spPr>
            <a:xfrm>
              <a:off x="7740424" y="1149999"/>
              <a:ext cx="857646" cy="370881"/>
            </a:xfrm>
            <a:custGeom>
              <a:avLst/>
              <a:gdLst/>
              <a:ahLst/>
              <a:cxnLst/>
              <a:rect l="l" t="t" r="r" b="b"/>
              <a:pathLst>
                <a:path w="26970" h="11662" extrusionOk="0">
                  <a:moveTo>
                    <a:pt x="10639" y="0"/>
                  </a:moveTo>
                  <a:cubicBezTo>
                    <a:pt x="7655" y="0"/>
                    <a:pt x="5221" y="1257"/>
                    <a:pt x="5221" y="2827"/>
                  </a:cubicBezTo>
                  <a:cubicBezTo>
                    <a:pt x="5221" y="2905"/>
                    <a:pt x="5221" y="2945"/>
                    <a:pt x="5221" y="3023"/>
                  </a:cubicBezTo>
                  <a:cubicBezTo>
                    <a:pt x="2199" y="3573"/>
                    <a:pt x="0" y="5222"/>
                    <a:pt x="0" y="7224"/>
                  </a:cubicBezTo>
                  <a:cubicBezTo>
                    <a:pt x="0" y="9697"/>
                    <a:pt x="3259" y="11660"/>
                    <a:pt x="7263" y="11660"/>
                  </a:cubicBezTo>
                  <a:cubicBezTo>
                    <a:pt x="7328" y="11661"/>
                    <a:pt x="7394" y="11662"/>
                    <a:pt x="7460" y="11662"/>
                  </a:cubicBezTo>
                  <a:cubicBezTo>
                    <a:pt x="9354" y="11662"/>
                    <a:pt x="11204" y="11115"/>
                    <a:pt x="12798" y="10129"/>
                  </a:cubicBezTo>
                  <a:cubicBezTo>
                    <a:pt x="14172" y="11031"/>
                    <a:pt x="16527" y="11660"/>
                    <a:pt x="19236" y="11660"/>
                  </a:cubicBezTo>
                  <a:cubicBezTo>
                    <a:pt x="23476" y="11660"/>
                    <a:pt x="26930" y="10089"/>
                    <a:pt x="26930" y="8205"/>
                  </a:cubicBezTo>
                  <a:cubicBezTo>
                    <a:pt x="26969" y="6831"/>
                    <a:pt x="25242" y="5653"/>
                    <a:pt x="22730" y="5104"/>
                  </a:cubicBezTo>
                  <a:cubicBezTo>
                    <a:pt x="22730" y="4986"/>
                    <a:pt x="22769" y="4907"/>
                    <a:pt x="22769" y="4790"/>
                  </a:cubicBezTo>
                  <a:cubicBezTo>
                    <a:pt x="22769" y="3455"/>
                    <a:pt x="20257" y="2395"/>
                    <a:pt x="17155" y="2395"/>
                  </a:cubicBezTo>
                  <a:cubicBezTo>
                    <a:pt x="16763" y="2395"/>
                    <a:pt x="16409" y="2395"/>
                    <a:pt x="16056" y="2434"/>
                  </a:cubicBezTo>
                  <a:cubicBezTo>
                    <a:pt x="15664" y="1060"/>
                    <a:pt x="13426" y="0"/>
                    <a:pt x="106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7"/>
            <p:cNvSpPr/>
            <p:nvPr/>
          </p:nvSpPr>
          <p:spPr>
            <a:xfrm>
              <a:off x="-376905" y="352336"/>
              <a:ext cx="1453312" cy="627789"/>
            </a:xfrm>
            <a:custGeom>
              <a:avLst/>
              <a:gdLst/>
              <a:ahLst/>
              <a:cxnLst/>
              <a:rect l="l" t="t" r="r" b="b"/>
              <a:pathLst>
                <a:path w="30543" h="13193" extrusionOk="0">
                  <a:moveTo>
                    <a:pt x="18490" y="1"/>
                  </a:moveTo>
                  <a:cubicBezTo>
                    <a:pt x="15389" y="1"/>
                    <a:pt x="12838" y="1179"/>
                    <a:pt x="12406" y="2749"/>
                  </a:cubicBezTo>
                  <a:cubicBezTo>
                    <a:pt x="12013" y="2710"/>
                    <a:pt x="11581" y="2710"/>
                    <a:pt x="11150" y="2710"/>
                  </a:cubicBezTo>
                  <a:cubicBezTo>
                    <a:pt x="7616" y="2710"/>
                    <a:pt x="4790" y="3927"/>
                    <a:pt x="4790" y="5418"/>
                  </a:cubicBezTo>
                  <a:cubicBezTo>
                    <a:pt x="4790" y="5536"/>
                    <a:pt x="4790" y="5654"/>
                    <a:pt x="4829" y="5772"/>
                  </a:cubicBezTo>
                  <a:cubicBezTo>
                    <a:pt x="1964" y="6400"/>
                    <a:pt x="1" y="7734"/>
                    <a:pt x="1" y="9265"/>
                  </a:cubicBezTo>
                  <a:cubicBezTo>
                    <a:pt x="1" y="11425"/>
                    <a:pt x="3926" y="13191"/>
                    <a:pt x="8755" y="13191"/>
                  </a:cubicBezTo>
                  <a:cubicBezTo>
                    <a:pt x="11817" y="13191"/>
                    <a:pt x="14486" y="12484"/>
                    <a:pt x="16057" y="11425"/>
                  </a:cubicBezTo>
                  <a:cubicBezTo>
                    <a:pt x="17844" y="12603"/>
                    <a:pt x="19963" y="13193"/>
                    <a:pt x="22092" y="13193"/>
                  </a:cubicBezTo>
                  <a:cubicBezTo>
                    <a:pt x="22161" y="13193"/>
                    <a:pt x="22230" y="13192"/>
                    <a:pt x="22298" y="13191"/>
                  </a:cubicBezTo>
                  <a:cubicBezTo>
                    <a:pt x="26852" y="13191"/>
                    <a:pt x="30542" y="10953"/>
                    <a:pt x="30542" y="8206"/>
                  </a:cubicBezTo>
                  <a:cubicBezTo>
                    <a:pt x="30542" y="5929"/>
                    <a:pt x="28108" y="4005"/>
                    <a:pt x="24654" y="3416"/>
                  </a:cubicBezTo>
                  <a:cubicBezTo>
                    <a:pt x="24654" y="3338"/>
                    <a:pt x="24654" y="3259"/>
                    <a:pt x="24654" y="3220"/>
                  </a:cubicBezTo>
                  <a:cubicBezTo>
                    <a:pt x="24654" y="1414"/>
                    <a:pt x="21906" y="1"/>
                    <a:pt x="184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 name="Google Shape;411;p17"/>
          <p:cNvGrpSpPr/>
          <p:nvPr/>
        </p:nvGrpSpPr>
        <p:grpSpPr>
          <a:xfrm>
            <a:off x="-179259" y="4453048"/>
            <a:ext cx="9944799" cy="717401"/>
            <a:chOff x="-179259" y="4453048"/>
            <a:chExt cx="9944799" cy="717401"/>
          </a:xfrm>
        </p:grpSpPr>
        <p:sp>
          <p:nvSpPr>
            <p:cNvPr id="412" name="Google Shape;412;p17"/>
            <p:cNvSpPr/>
            <p:nvPr/>
          </p:nvSpPr>
          <p:spPr>
            <a:xfrm>
              <a:off x="-179259" y="4798245"/>
              <a:ext cx="9944790" cy="48"/>
            </a:xfrm>
            <a:custGeom>
              <a:avLst/>
              <a:gdLst/>
              <a:ahLst/>
              <a:cxnLst/>
              <a:rect l="l" t="t" r="r" b="b"/>
              <a:pathLst>
                <a:path w="209001" h="1" fill="none" extrusionOk="0">
                  <a:moveTo>
                    <a:pt x="0" y="1"/>
                  </a:moveTo>
                  <a:lnTo>
                    <a:pt x="209000" y="1"/>
                  </a:lnTo>
                </a:path>
              </a:pathLst>
            </a:custGeom>
            <a:noFill/>
            <a:ln w="43175" cap="rnd" cmpd="sng">
              <a:solidFill>
                <a:srgbClr val="FFFFFF"/>
              </a:solidFill>
              <a:prstDash val="solid"/>
              <a:miter lim="3925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3" name="Google Shape;413;p17"/>
            <p:cNvGrpSpPr/>
            <p:nvPr/>
          </p:nvGrpSpPr>
          <p:grpSpPr>
            <a:xfrm>
              <a:off x="-179259" y="4453048"/>
              <a:ext cx="9944799" cy="717401"/>
              <a:chOff x="-179259" y="4453048"/>
              <a:chExt cx="9944799" cy="717401"/>
            </a:xfrm>
          </p:grpSpPr>
          <p:sp>
            <p:nvSpPr>
              <p:cNvPr id="414" name="Google Shape;414;p17"/>
              <p:cNvSpPr/>
              <p:nvPr/>
            </p:nvSpPr>
            <p:spPr>
              <a:xfrm>
                <a:off x="-179250" y="4453048"/>
                <a:ext cx="9944790" cy="717401"/>
              </a:xfrm>
              <a:custGeom>
                <a:avLst/>
                <a:gdLst/>
                <a:ahLst/>
                <a:cxnLst/>
                <a:rect l="l" t="t" r="r" b="b"/>
                <a:pathLst>
                  <a:path w="209001" h="11307" extrusionOk="0">
                    <a:moveTo>
                      <a:pt x="0" y="1"/>
                    </a:moveTo>
                    <a:lnTo>
                      <a:pt x="0" y="11307"/>
                    </a:lnTo>
                    <a:lnTo>
                      <a:pt x="209000" y="11307"/>
                    </a:lnTo>
                    <a:lnTo>
                      <a:pt x="20900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7"/>
              <p:cNvSpPr/>
              <p:nvPr/>
            </p:nvSpPr>
            <p:spPr>
              <a:xfrm>
                <a:off x="-179259" y="4798245"/>
                <a:ext cx="9944790" cy="48"/>
              </a:xfrm>
              <a:custGeom>
                <a:avLst/>
                <a:gdLst/>
                <a:ahLst/>
                <a:cxnLst/>
                <a:rect l="l" t="t" r="r" b="b"/>
                <a:pathLst>
                  <a:path w="209001" h="1" fill="none" extrusionOk="0">
                    <a:moveTo>
                      <a:pt x="0" y="1"/>
                    </a:moveTo>
                    <a:lnTo>
                      <a:pt x="209000" y="1"/>
                    </a:lnTo>
                  </a:path>
                </a:pathLst>
              </a:custGeom>
              <a:noFill/>
              <a:ln w="43175" cap="rnd" cmpd="sng">
                <a:solidFill>
                  <a:srgbClr val="FFFFFF"/>
                </a:solidFill>
                <a:prstDash val="solid"/>
                <a:miter lim="3925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2">
  <p:cSld name="CUSTOM_16">
    <p:spTree>
      <p:nvGrpSpPr>
        <p:cNvPr id="1" name="Shape 416"/>
        <p:cNvGrpSpPr/>
        <p:nvPr/>
      </p:nvGrpSpPr>
      <p:grpSpPr>
        <a:xfrm>
          <a:off x="0" y="0"/>
          <a:ext cx="0" cy="0"/>
          <a:chOff x="0" y="0"/>
          <a:chExt cx="0" cy="0"/>
        </a:xfrm>
      </p:grpSpPr>
      <p:sp>
        <p:nvSpPr>
          <p:cNvPr id="417" name="Google Shape;417;p18"/>
          <p:cNvSpPr txBox="1">
            <a:spLocks noGrp="1"/>
          </p:cNvSpPr>
          <p:nvPr>
            <p:ph type="title"/>
          </p:nvPr>
        </p:nvSpPr>
        <p:spPr>
          <a:xfrm>
            <a:off x="713225" y="330725"/>
            <a:ext cx="7717800" cy="713400"/>
          </a:xfrm>
          <a:prstGeom prst="rect">
            <a:avLst/>
          </a:prstGeom>
        </p:spPr>
        <p:txBody>
          <a:bodyPr spcFirstLastPara="1" wrap="square" lIns="91425" tIns="91425" rIns="91425" bIns="91425" anchor="t" anchorCtr="0">
            <a:normAutofit/>
          </a:bodyPr>
          <a:lstStyle>
            <a:lvl1pPr lvl="0" algn="ctr" rtl="0">
              <a:spcBef>
                <a:spcPts val="0"/>
              </a:spcBef>
              <a:spcAft>
                <a:spcPts val="0"/>
              </a:spcAft>
              <a:buSzPts val="2800"/>
              <a:buNone/>
              <a:defRPr sz="3800">
                <a:solidFill>
                  <a:srgbClr val="3B3B3B"/>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418" name="Google Shape;418;p18"/>
          <p:cNvGrpSpPr/>
          <p:nvPr/>
        </p:nvGrpSpPr>
        <p:grpSpPr>
          <a:xfrm flipH="1">
            <a:off x="-529305" y="-1"/>
            <a:ext cx="10342646" cy="1044118"/>
            <a:chOff x="-376905" y="-1"/>
            <a:chExt cx="10342646" cy="1044118"/>
          </a:xfrm>
        </p:grpSpPr>
        <p:sp>
          <p:nvSpPr>
            <p:cNvPr id="419" name="Google Shape;419;p18"/>
            <p:cNvSpPr/>
            <p:nvPr/>
          </p:nvSpPr>
          <p:spPr>
            <a:xfrm>
              <a:off x="8292027" y="246450"/>
              <a:ext cx="1673714" cy="797667"/>
            </a:xfrm>
            <a:custGeom>
              <a:avLst/>
              <a:gdLst/>
              <a:ahLst/>
              <a:cxnLst/>
              <a:rect l="l" t="t" r="r" b="b"/>
              <a:pathLst>
                <a:path w="35175" h="16763" extrusionOk="0">
                  <a:moveTo>
                    <a:pt x="18530" y="0"/>
                  </a:moveTo>
                  <a:cubicBezTo>
                    <a:pt x="12681" y="0"/>
                    <a:pt x="7931" y="2866"/>
                    <a:pt x="7931" y="6399"/>
                  </a:cubicBezTo>
                  <a:lnTo>
                    <a:pt x="7931" y="6713"/>
                  </a:lnTo>
                  <a:cubicBezTo>
                    <a:pt x="3338" y="7341"/>
                    <a:pt x="1" y="9225"/>
                    <a:pt x="1" y="11502"/>
                  </a:cubicBezTo>
                  <a:cubicBezTo>
                    <a:pt x="1" y="14289"/>
                    <a:pt x="5026" y="16527"/>
                    <a:pt x="11228" y="16527"/>
                  </a:cubicBezTo>
                  <a:cubicBezTo>
                    <a:pt x="11328" y="16528"/>
                    <a:pt x="11427" y="16529"/>
                    <a:pt x="11527" y="16529"/>
                  </a:cubicBezTo>
                  <a:cubicBezTo>
                    <a:pt x="14211" y="16529"/>
                    <a:pt x="16854" y="16018"/>
                    <a:pt x="19315" y="14996"/>
                  </a:cubicBezTo>
                  <a:cubicBezTo>
                    <a:pt x="20846" y="16056"/>
                    <a:pt x="23515" y="16762"/>
                    <a:pt x="26499" y="16762"/>
                  </a:cubicBezTo>
                  <a:cubicBezTo>
                    <a:pt x="31288" y="16762"/>
                    <a:pt x="35174" y="14996"/>
                    <a:pt x="35174" y="12837"/>
                  </a:cubicBezTo>
                  <a:cubicBezTo>
                    <a:pt x="35174" y="10913"/>
                    <a:pt x="32230" y="9304"/>
                    <a:pt x="28265" y="8950"/>
                  </a:cubicBezTo>
                  <a:cubicBezTo>
                    <a:pt x="28815" y="8205"/>
                    <a:pt x="29129" y="7341"/>
                    <a:pt x="29129" y="6399"/>
                  </a:cubicBezTo>
                  <a:cubicBezTo>
                    <a:pt x="29129" y="2866"/>
                    <a:pt x="24379" y="0"/>
                    <a:pt x="185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8"/>
            <p:cNvSpPr/>
            <p:nvPr/>
          </p:nvSpPr>
          <p:spPr>
            <a:xfrm>
              <a:off x="6997474" y="-1"/>
              <a:ext cx="857646" cy="370881"/>
            </a:xfrm>
            <a:custGeom>
              <a:avLst/>
              <a:gdLst/>
              <a:ahLst/>
              <a:cxnLst/>
              <a:rect l="l" t="t" r="r" b="b"/>
              <a:pathLst>
                <a:path w="26970" h="11662" extrusionOk="0">
                  <a:moveTo>
                    <a:pt x="10639" y="0"/>
                  </a:moveTo>
                  <a:cubicBezTo>
                    <a:pt x="7655" y="0"/>
                    <a:pt x="5221" y="1257"/>
                    <a:pt x="5221" y="2827"/>
                  </a:cubicBezTo>
                  <a:cubicBezTo>
                    <a:pt x="5221" y="2905"/>
                    <a:pt x="5221" y="2945"/>
                    <a:pt x="5221" y="3023"/>
                  </a:cubicBezTo>
                  <a:cubicBezTo>
                    <a:pt x="2199" y="3573"/>
                    <a:pt x="0" y="5222"/>
                    <a:pt x="0" y="7224"/>
                  </a:cubicBezTo>
                  <a:cubicBezTo>
                    <a:pt x="0" y="9697"/>
                    <a:pt x="3259" y="11660"/>
                    <a:pt x="7263" y="11660"/>
                  </a:cubicBezTo>
                  <a:cubicBezTo>
                    <a:pt x="7328" y="11661"/>
                    <a:pt x="7394" y="11662"/>
                    <a:pt x="7460" y="11662"/>
                  </a:cubicBezTo>
                  <a:cubicBezTo>
                    <a:pt x="9354" y="11662"/>
                    <a:pt x="11204" y="11115"/>
                    <a:pt x="12798" y="10129"/>
                  </a:cubicBezTo>
                  <a:cubicBezTo>
                    <a:pt x="14172" y="11031"/>
                    <a:pt x="16527" y="11660"/>
                    <a:pt x="19236" y="11660"/>
                  </a:cubicBezTo>
                  <a:cubicBezTo>
                    <a:pt x="23476" y="11660"/>
                    <a:pt x="26930" y="10089"/>
                    <a:pt x="26930" y="8205"/>
                  </a:cubicBezTo>
                  <a:cubicBezTo>
                    <a:pt x="26969" y="6831"/>
                    <a:pt x="25242" y="5653"/>
                    <a:pt x="22730" y="5104"/>
                  </a:cubicBezTo>
                  <a:cubicBezTo>
                    <a:pt x="22730" y="4986"/>
                    <a:pt x="22769" y="4907"/>
                    <a:pt x="22769" y="4790"/>
                  </a:cubicBezTo>
                  <a:cubicBezTo>
                    <a:pt x="22769" y="3455"/>
                    <a:pt x="20257" y="2395"/>
                    <a:pt x="17155" y="2395"/>
                  </a:cubicBezTo>
                  <a:cubicBezTo>
                    <a:pt x="16763" y="2395"/>
                    <a:pt x="16409" y="2395"/>
                    <a:pt x="16056" y="2434"/>
                  </a:cubicBezTo>
                  <a:cubicBezTo>
                    <a:pt x="15664" y="1060"/>
                    <a:pt x="13426" y="0"/>
                    <a:pt x="106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8"/>
            <p:cNvSpPr/>
            <p:nvPr/>
          </p:nvSpPr>
          <p:spPr>
            <a:xfrm>
              <a:off x="-376905" y="352336"/>
              <a:ext cx="1453312" cy="627789"/>
            </a:xfrm>
            <a:custGeom>
              <a:avLst/>
              <a:gdLst/>
              <a:ahLst/>
              <a:cxnLst/>
              <a:rect l="l" t="t" r="r" b="b"/>
              <a:pathLst>
                <a:path w="30543" h="13193" extrusionOk="0">
                  <a:moveTo>
                    <a:pt x="18490" y="1"/>
                  </a:moveTo>
                  <a:cubicBezTo>
                    <a:pt x="15389" y="1"/>
                    <a:pt x="12838" y="1179"/>
                    <a:pt x="12406" y="2749"/>
                  </a:cubicBezTo>
                  <a:cubicBezTo>
                    <a:pt x="12013" y="2710"/>
                    <a:pt x="11581" y="2710"/>
                    <a:pt x="11150" y="2710"/>
                  </a:cubicBezTo>
                  <a:cubicBezTo>
                    <a:pt x="7616" y="2710"/>
                    <a:pt x="4790" y="3927"/>
                    <a:pt x="4790" y="5418"/>
                  </a:cubicBezTo>
                  <a:cubicBezTo>
                    <a:pt x="4790" y="5536"/>
                    <a:pt x="4790" y="5654"/>
                    <a:pt x="4829" y="5772"/>
                  </a:cubicBezTo>
                  <a:cubicBezTo>
                    <a:pt x="1964" y="6400"/>
                    <a:pt x="1" y="7734"/>
                    <a:pt x="1" y="9265"/>
                  </a:cubicBezTo>
                  <a:cubicBezTo>
                    <a:pt x="1" y="11425"/>
                    <a:pt x="3926" y="13191"/>
                    <a:pt x="8755" y="13191"/>
                  </a:cubicBezTo>
                  <a:cubicBezTo>
                    <a:pt x="11817" y="13191"/>
                    <a:pt x="14486" y="12484"/>
                    <a:pt x="16057" y="11425"/>
                  </a:cubicBezTo>
                  <a:cubicBezTo>
                    <a:pt x="17844" y="12603"/>
                    <a:pt x="19963" y="13193"/>
                    <a:pt x="22092" y="13193"/>
                  </a:cubicBezTo>
                  <a:cubicBezTo>
                    <a:pt x="22161" y="13193"/>
                    <a:pt x="22230" y="13192"/>
                    <a:pt x="22298" y="13191"/>
                  </a:cubicBezTo>
                  <a:cubicBezTo>
                    <a:pt x="26852" y="13191"/>
                    <a:pt x="30542" y="10953"/>
                    <a:pt x="30542" y="8206"/>
                  </a:cubicBezTo>
                  <a:cubicBezTo>
                    <a:pt x="30542" y="5929"/>
                    <a:pt x="28108" y="4005"/>
                    <a:pt x="24654" y="3416"/>
                  </a:cubicBezTo>
                  <a:cubicBezTo>
                    <a:pt x="24654" y="3338"/>
                    <a:pt x="24654" y="3259"/>
                    <a:pt x="24654" y="3220"/>
                  </a:cubicBezTo>
                  <a:cubicBezTo>
                    <a:pt x="24654" y="1414"/>
                    <a:pt x="21906" y="1"/>
                    <a:pt x="184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3">
  <p:cSld name="CUSTOM_17">
    <p:spTree>
      <p:nvGrpSpPr>
        <p:cNvPr id="1" name="Shape 422"/>
        <p:cNvGrpSpPr/>
        <p:nvPr/>
      </p:nvGrpSpPr>
      <p:grpSpPr>
        <a:xfrm>
          <a:off x="0" y="0"/>
          <a:ext cx="0" cy="0"/>
          <a:chOff x="0" y="0"/>
          <a:chExt cx="0" cy="0"/>
        </a:xfrm>
      </p:grpSpPr>
      <p:sp>
        <p:nvSpPr>
          <p:cNvPr id="423" name="Google Shape;423;p19"/>
          <p:cNvSpPr txBox="1">
            <a:spLocks noGrp="1"/>
          </p:cNvSpPr>
          <p:nvPr>
            <p:ph type="title"/>
          </p:nvPr>
        </p:nvSpPr>
        <p:spPr>
          <a:xfrm>
            <a:off x="713225" y="330725"/>
            <a:ext cx="7717800" cy="713400"/>
          </a:xfrm>
          <a:prstGeom prst="rect">
            <a:avLst/>
          </a:prstGeom>
        </p:spPr>
        <p:txBody>
          <a:bodyPr spcFirstLastPara="1" wrap="square" lIns="91425" tIns="91425" rIns="91425" bIns="91425" anchor="t" anchorCtr="0">
            <a:normAutofit/>
          </a:bodyPr>
          <a:lstStyle>
            <a:lvl1pPr lvl="0" algn="ctr" rtl="0">
              <a:spcBef>
                <a:spcPts val="0"/>
              </a:spcBef>
              <a:spcAft>
                <a:spcPts val="0"/>
              </a:spcAft>
              <a:buSzPts val="2800"/>
              <a:buNone/>
              <a:defRPr sz="3800">
                <a:solidFill>
                  <a:srgbClr val="3B3B3B"/>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424" name="Google Shape;424;p19"/>
          <p:cNvGrpSpPr/>
          <p:nvPr/>
        </p:nvGrpSpPr>
        <p:grpSpPr>
          <a:xfrm flipH="1">
            <a:off x="-834105" y="246450"/>
            <a:ext cx="10342646" cy="797667"/>
            <a:chOff x="-376905" y="246450"/>
            <a:chExt cx="10342646" cy="797667"/>
          </a:xfrm>
        </p:grpSpPr>
        <p:sp>
          <p:nvSpPr>
            <p:cNvPr id="425" name="Google Shape;425;p19"/>
            <p:cNvSpPr/>
            <p:nvPr/>
          </p:nvSpPr>
          <p:spPr>
            <a:xfrm>
              <a:off x="8292027" y="246450"/>
              <a:ext cx="1673714" cy="797667"/>
            </a:xfrm>
            <a:custGeom>
              <a:avLst/>
              <a:gdLst/>
              <a:ahLst/>
              <a:cxnLst/>
              <a:rect l="l" t="t" r="r" b="b"/>
              <a:pathLst>
                <a:path w="35175" h="16763" extrusionOk="0">
                  <a:moveTo>
                    <a:pt x="18530" y="0"/>
                  </a:moveTo>
                  <a:cubicBezTo>
                    <a:pt x="12681" y="0"/>
                    <a:pt x="7931" y="2866"/>
                    <a:pt x="7931" y="6399"/>
                  </a:cubicBezTo>
                  <a:lnTo>
                    <a:pt x="7931" y="6713"/>
                  </a:lnTo>
                  <a:cubicBezTo>
                    <a:pt x="3338" y="7341"/>
                    <a:pt x="1" y="9225"/>
                    <a:pt x="1" y="11502"/>
                  </a:cubicBezTo>
                  <a:cubicBezTo>
                    <a:pt x="1" y="14289"/>
                    <a:pt x="5026" y="16527"/>
                    <a:pt x="11228" y="16527"/>
                  </a:cubicBezTo>
                  <a:cubicBezTo>
                    <a:pt x="11328" y="16528"/>
                    <a:pt x="11427" y="16529"/>
                    <a:pt x="11527" y="16529"/>
                  </a:cubicBezTo>
                  <a:cubicBezTo>
                    <a:pt x="14211" y="16529"/>
                    <a:pt x="16854" y="16018"/>
                    <a:pt x="19315" y="14996"/>
                  </a:cubicBezTo>
                  <a:cubicBezTo>
                    <a:pt x="20846" y="16056"/>
                    <a:pt x="23515" y="16762"/>
                    <a:pt x="26499" y="16762"/>
                  </a:cubicBezTo>
                  <a:cubicBezTo>
                    <a:pt x="31288" y="16762"/>
                    <a:pt x="35174" y="14996"/>
                    <a:pt x="35174" y="12837"/>
                  </a:cubicBezTo>
                  <a:cubicBezTo>
                    <a:pt x="35174" y="10913"/>
                    <a:pt x="32230" y="9304"/>
                    <a:pt x="28265" y="8950"/>
                  </a:cubicBezTo>
                  <a:cubicBezTo>
                    <a:pt x="28815" y="8205"/>
                    <a:pt x="29129" y="7341"/>
                    <a:pt x="29129" y="6399"/>
                  </a:cubicBezTo>
                  <a:cubicBezTo>
                    <a:pt x="29129" y="2866"/>
                    <a:pt x="24379" y="0"/>
                    <a:pt x="185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9"/>
            <p:cNvSpPr/>
            <p:nvPr/>
          </p:nvSpPr>
          <p:spPr>
            <a:xfrm>
              <a:off x="-376905" y="352336"/>
              <a:ext cx="1453312" cy="627789"/>
            </a:xfrm>
            <a:custGeom>
              <a:avLst/>
              <a:gdLst/>
              <a:ahLst/>
              <a:cxnLst/>
              <a:rect l="l" t="t" r="r" b="b"/>
              <a:pathLst>
                <a:path w="30543" h="13193" extrusionOk="0">
                  <a:moveTo>
                    <a:pt x="18490" y="1"/>
                  </a:moveTo>
                  <a:cubicBezTo>
                    <a:pt x="15389" y="1"/>
                    <a:pt x="12838" y="1179"/>
                    <a:pt x="12406" y="2749"/>
                  </a:cubicBezTo>
                  <a:cubicBezTo>
                    <a:pt x="12013" y="2710"/>
                    <a:pt x="11581" y="2710"/>
                    <a:pt x="11150" y="2710"/>
                  </a:cubicBezTo>
                  <a:cubicBezTo>
                    <a:pt x="7616" y="2710"/>
                    <a:pt x="4790" y="3927"/>
                    <a:pt x="4790" y="5418"/>
                  </a:cubicBezTo>
                  <a:cubicBezTo>
                    <a:pt x="4790" y="5536"/>
                    <a:pt x="4790" y="5654"/>
                    <a:pt x="4829" y="5772"/>
                  </a:cubicBezTo>
                  <a:cubicBezTo>
                    <a:pt x="1964" y="6400"/>
                    <a:pt x="1" y="7734"/>
                    <a:pt x="1" y="9265"/>
                  </a:cubicBezTo>
                  <a:cubicBezTo>
                    <a:pt x="1" y="11425"/>
                    <a:pt x="3926" y="13191"/>
                    <a:pt x="8755" y="13191"/>
                  </a:cubicBezTo>
                  <a:cubicBezTo>
                    <a:pt x="11817" y="13191"/>
                    <a:pt x="14486" y="12484"/>
                    <a:pt x="16057" y="11425"/>
                  </a:cubicBezTo>
                  <a:cubicBezTo>
                    <a:pt x="17844" y="12603"/>
                    <a:pt x="19963" y="13193"/>
                    <a:pt x="22092" y="13193"/>
                  </a:cubicBezTo>
                  <a:cubicBezTo>
                    <a:pt x="22161" y="13193"/>
                    <a:pt x="22230" y="13192"/>
                    <a:pt x="22298" y="13191"/>
                  </a:cubicBezTo>
                  <a:cubicBezTo>
                    <a:pt x="26852" y="13191"/>
                    <a:pt x="30542" y="10953"/>
                    <a:pt x="30542" y="8206"/>
                  </a:cubicBezTo>
                  <a:cubicBezTo>
                    <a:pt x="30542" y="5929"/>
                    <a:pt x="28108" y="4005"/>
                    <a:pt x="24654" y="3416"/>
                  </a:cubicBezTo>
                  <a:cubicBezTo>
                    <a:pt x="24654" y="3338"/>
                    <a:pt x="24654" y="3259"/>
                    <a:pt x="24654" y="3220"/>
                  </a:cubicBezTo>
                  <a:cubicBezTo>
                    <a:pt x="24654" y="1414"/>
                    <a:pt x="21906" y="1"/>
                    <a:pt x="184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2" userDrawn="1">
  <p:cSld name="CUSTOM_9">
    <p:spTree>
      <p:nvGrpSpPr>
        <p:cNvPr id="1" name="Shape 475"/>
        <p:cNvGrpSpPr/>
        <p:nvPr/>
      </p:nvGrpSpPr>
      <p:grpSpPr>
        <a:xfrm>
          <a:off x="0" y="0"/>
          <a:ext cx="0" cy="0"/>
          <a:chOff x="0" y="0"/>
          <a:chExt cx="0" cy="0"/>
        </a:xfrm>
      </p:grpSpPr>
      <p:grpSp>
        <p:nvGrpSpPr>
          <p:cNvPr id="476" name="Google Shape;476;p24"/>
          <p:cNvGrpSpPr/>
          <p:nvPr/>
        </p:nvGrpSpPr>
        <p:grpSpPr>
          <a:xfrm>
            <a:off x="-200010" y="209220"/>
            <a:ext cx="9971987" cy="4952175"/>
            <a:chOff x="-376905" y="-120993"/>
            <a:chExt cx="10637921" cy="5282883"/>
          </a:xfrm>
        </p:grpSpPr>
        <p:sp>
          <p:nvSpPr>
            <p:cNvPr id="477" name="Google Shape;477;p24"/>
            <p:cNvSpPr/>
            <p:nvPr/>
          </p:nvSpPr>
          <p:spPr>
            <a:xfrm>
              <a:off x="-179259" y="4165417"/>
              <a:ext cx="9944790" cy="825695"/>
            </a:xfrm>
            <a:custGeom>
              <a:avLst/>
              <a:gdLst/>
              <a:ahLst/>
              <a:cxnLst/>
              <a:rect l="l" t="t" r="r" b="b"/>
              <a:pathLst>
                <a:path w="209001" h="17352" extrusionOk="0">
                  <a:moveTo>
                    <a:pt x="0" y="0"/>
                  </a:moveTo>
                  <a:lnTo>
                    <a:pt x="0" y="17352"/>
                  </a:lnTo>
                  <a:lnTo>
                    <a:pt x="209000" y="17352"/>
                  </a:lnTo>
                  <a:lnTo>
                    <a:pt x="20900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4"/>
            <p:cNvSpPr/>
            <p:nvPr/>
          </p:nvSpPr>
          <p:spPr>
            <a:xfrm>
              <a:off x="-179250" y="4444489"/>
              <a:ext cx="9944790" cy="717401"/>
            </a:xfrm>
            <a:custGeom>
              <a:avLst/>
              <a:gdLst/>
              <a:ahLst/>
              <a:cxnLst/>
              <a:rect l="l" t="t" r="r" b="b"/>
              <a:pathLst>
                <a:path w="209001" h="11307" extrusionOk="0">
                  <a:moveTo>
                    <a:pt x="0" y="1"/>
                  </a:moveTo>
                  <a:lnTo>
                    <a:pt x="0" y="11307"/>
                  </a:lnTo>
                  <a:lnTo>
                    <a:pt x="209000" y="11307"/>
                  </a:lnTo>
                  <a:lnTo>
                    <a:pt x="20900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4"/>
            <p:cNvSpPr/>
            <p:nvPr/>
          </p:nvSpPr>
          <p:spPr>
            <a:xfrm>
              <a:off x="8587302" y="27170"/>
              <a:ext cx="1673714" cy="797667"/>
            </a:xfrm>
            <a:custGeom>
              <a:avLst/>
              <a:gdLst/>
              <a:ahLst/>
              <a:cxnLst/>
              <a:rect l="l" t="t" r="r" b="b"/>
              <a:pathLst>
                <a:path w="35175" h="16763" extrusionOk="0">
                  <a:moveTo>
                    <a:pt x="18530" y="0"/>
                  </a:moveTo>
                  <a:cubicBezTo>
                    <a:pt x="12681" y="0"/>
                    <a:pt x="7931" y="2866"/>
                    <a:pt x="7931" y="6399"/>
                  </a:cubicBezTo>
                  <a:lnTo>
                    <a:pt x="7931" y="6713"/>
                  </a:lnTo>
                  <a:cubicBezTo>
                    <a:pt x="3338" y="7341"/>
                    <a:pt x="1" y="9225"/>
                    <a:pt x="1" y="11502"/>
                  </a:cubicBezTo>
                  <a:cubicBezTo>
                    <a:pt x="1" y="14289"/>
                    <a:pt x="5026" y="16527"/>
                    <a:pt x="11228" y="16527"/>
                  </a:cubicBezTo>
                  <a:cubicBezTo>
                    <a:pt x="11328" y="16528"/>
                    <a:pt x="11427" y="16529"/>
                    <a:pt x="11527" y="16529"/>
                  </a:cubicBezTo>
                  <a:cubicBezTo>
                    <a:pt x="14211" y="16529"/>
                    <a:pt x="16854" y="16018"/>
                    <a:pt x="19315" y="14996"/>
                  </a:cubicBezTo>
                  <a:cubicBezTo>
                    <a:pt x="20846" y="16056"/>
                    <a:pt x="23515" y="16762"/>
                    <a:pt x="26499" y="16762"/>
                  </a:cubicBezTo>
                  <a:cubicBezTo>
                    <a:pt x="31288" y="16762"/>
                    <a:pt x="35174" y="14996"/>
                    <a:pt x="35174" y="12837"/>
                  </a:cubicBezTo>
                  <a:cubicBezTo>
                    <a:pt x="35174" y="10913"/>
                    <a:pt x="32230" y="9304"/>
                    <a:pt x="28265" y="8950"/>
                  </a:cubicBezTo>
                  <a:cubicBezTo>
                    <a:pt x="28815" y="8205"/>
                    <a:pt x="29129" y="7341"/>
                    <a:pt x="29129" y="6399"/>
                  </a:cubicBezTo>
                  <a:cubicBezTo>
                    <a:pt x="29129" y="2866"/>
                    <a:pt x="24379" y="0"/>
                    <a:pt x="185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4"/>
            <p:cNvSpPr/>
            <p:nvPr/>
          </p:nvSpPr>
          <p:spPr>
            <a:xfrm>
              <a:off x="4514840" y="-120993"/>
              <a:ext cx="1673714" cy="797667"/>
            </a:xfrm>
            <a:custGeom>
              <a:avLst/>
              <a:gdLst/>
              <a:ahLst/>
              <a:cxnLst/>
              <a:rect l="l" t="t" r="r" b="b"/>
              <a:pathLst>
                <a:path w="35175" h="16763" extrusionOk="0">
                  <a:moveTo>
                    <a:pt x="16645" y="0"/>
                  </a:moveTo>
                  <a:cubicBezTo>
                    <a:pt x="10796" y="0"/>
                    <a:pt x="6046" y="2866"/>
                    <a:pt x="6046" y="6399"/>
                  </a:cubicBezTo>
                  <a:cubicBezTo>
                    <a:pt x="6046" y="7341"/>
                    <a:pt x="6360" y="8205"/>
                    <a:pt x="6910" y="8951"/>
                  </a:cubicBezTo>
                  <a:cubicBezTo>
                    <a:pt x="2984" y="9304"/>
                    <a:pt x="0" y="10913"/>
                    <a:pt x="40" y="12837"/>
                  </a:cubicBezTo>
                  <a:cubicBezTo>
                    <a:pt x="40" y="14996"/>
                    <a:pt x="3887" y="16763"/>
                    <a:pt x="8676" y="16763"/>
                  </a:cubicBezTo>
                  <a:cubicBezTo>
                    <a:pt x="11660" y="16763"/>
                    <a:pt x="14329" y="16056"/>
                    <a:pt x="15860" y="14996"/>
                  </a:cubicBezTo>
                  <a:cubicBezTo>
                    <a:pt x="18321" y="16018"/>
                    <a:pt x="20964" y="16529"/>
                    <a:pt x="23648" y="16529"/>
                  </a:cubicBezTo>
                  <a:cubicBezTo>
                    <a:pt x="23748" y="16529"/>
                    <a:pt x="23847" y="16528"/>
                    <a:pt x="23947" y="16527"/>
                  </a:cubicBezTo>
                  <a:cubicBezTo>
                    <a:pt x="30149" y="16527"/>
                    <a:pt x="35174" y="14289"/>
                    <a:pt x="35174" y="11502"/>
                  </a:cubicBezTo>
                  <a:cubicBezTo>
                    <a:pt x="35174" y="9225"/>
                    <a:pt x="31837" y="7341"/>
                    <a:pt x="27244" y="6713"/>
                  </a:cubicBezTo>
                  <a:lnTo>
                    <a:pt x="27244" y="6399"/>
                  </a:lnTo>
                  <a:cubicBezTo>
                    <a:pt x="27244" y="2866"/>
                    <a:pt x="22534" y="0"/>
                    <a:pt x="166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4"/>
            <p:cNvSpPr/>
            <p:nvPr/>
          </p:nvSpPr>
          <p:spPr>
            <a:xfrm>
              <a:off x="6924471" y="920560"/>
              <a:ext cx="1283300" cy="554936"/>
            </a:xfrm>
            <a:custGeom>
              <a:avLst/>
              <a:gdLst/>
              <a:ahLst/>
              <a:cxnLst/>
              <a:rect l="l" t="t" r="r" b="b"/>
              <a:pathLst>
                <a:path w="26970" h="11662" extrusionOk="0">
                  <a:moveTo>
                    <a:pt x="10639" y="0"/>
                  </a:moveTo>
                  <a:cubicBezTo>
                    <a:pt x="7655" y="0"/>
                    <a:pt x="5221" y="1257"/>
                    <a:pt x="5221" y="2827"/>
                  </a:cubicBezTo>
                  <a:cubicBezTo>
                    <a:pt x="5221" y="2905"/>
                    <a:pt x="5221" y="2945"/>
                    <a:pt x="5221" y="3023"/>
                  </a:cubicBezTo>
                  <a:cubicBezTo>
                    <a:pt x="2199" y="3573"/>
                    <a:pt x="0" y="5222"/>
                    <a:pt x="0" y="7224"/>
                  </a:cubicBezTo>
                  <a:cubicBezTo>
                    <a:pt x="0" y="9697"/>
                    <a:pt x="3259" y="11660"/>
                    <a:pt x="7263" y="11660"/>
                  </a:cubicBezTo>
                  <a:cubicBezTo>
                    <a:pt x="7328" y="11661"/>
                    <a:pt x="7394" y="11662"/>
                    <a:pt x="7460" y="11662"/>
                  </a:cubicBezTo>
                  <a:cubicBezTo>
                    <a:pt x="9354" y="11662"/>
                    <a:pt x="11204" y="11115"/>
                    <a:pt x="12798" y="10129"/>
                  </a:cubicBezTo>
                  <a:cubicBezTo>
                    <a:pt x="14172" y="11031"/>
                    <a:pt x="16527" y="11660"/>
                    <a:pt x="19236" y="11660"/>
                  </a:cubicBezTo>
                  <a:cubicBezTo>
                    <a:pt x="23476" y="11660"/>
                    <a:pt x="26930" y="10089"/>
                    <a:pt x="26930" y="8205"/>
                  </a:cubicBezTo>
                  <a:cubicBezTo>
                    <a:pt x="26969" y="6831"/>
                    <a:pt x="25242" y="5653"/>
                    <a:pt x="22730" y="5104"/>
                  </a:cubicBezTo>
                  <a:cubicBezTo>
                    <a:pt x="22730" y="4986"/>
                    <a:pt x="22769" y="4907"/>
                    <a:pt x="22769" y="4790"/>
                  </a:cubicBezTo>
                  <a:cubicBezTo>
                    <a:pt x="22769" y="3455"/>
                    <a:pt x="20257" y="2395"/>
                    <a:pt x="17155" y="2395"/>
                  </a:cubicBezTo>
                  <a:cubicBezTo>
                    <a:pt x="16763" y="2395"/>
                    <a:pt x="16409" y="2395"/>
                    <a:pt x="16056" y="2434"/>
                  </a:cubicBezTo>
                  <a:cubicBezTo>
                    <a:pt x="15664" y="1060"/>
                    <a:pt x="13426" y="0"/>
                    <a:pt x="106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4"/>
            <p:cNvSpPr/>
            <p:nvPr/>
          </p:nvSpPr>
          <p:spPr>
            <a:xfrm>
              <a:off x="-376905" y="758779"/>
              <a:ext cx="1453312" cy="627789"/>
            </a:xfrm>
            <a:custGeom>
              <a:avLst/>
              <a:gdLst/>
              <a:ahLst/>
              <a:cxnLst/>
              <a:rect l="l" t="t" r="r" b="b"/>
              <a:pathLst>
                <a:path w="30543" h="13193" extrusionOk="0">
                  <a:moveTo>
                    <a:pt x="18490" y="1"/>
                  </a:moveTo>
                  <a:cubicBezTo>
                    <a:pt x="15389" y="1"/>
                    <a:pt x="12838" y="1179"/>
                    <a:pt x="12406" y="2749"/>
                  </a:cubicBezTo>
                  <a:cubicBezTo>
                    <a:pt x="12013" y="2710"/>
                    <a:pt x="11581" y="2710"/>
                    <a:pt x="11150" y="2710"/>
                  </a:cubicBezTo>
                  <a:cubicBezTo>
                    <a:pt x="7616" y="2710"/>
                    <a:pt x="4790" y="3927"/>
                    <a:pt x="4790" y="5418"/>
                  </a:cubicBezTo>
                  <a:cubicBezTo>
                    <a:pt x="4790" y="5536"/>
                    <a:pt x="4790" y="5654"/>
                    <a:pt x="4829" y="5772"/>
                  </a:cubicBezTo>
                  <a:cubicBezTo>
                    <a:pt x="1964" y="6400"/>
                    <a:pt x="1" y="7734"/>
                    <a:pt x="1" y="9265"/>
                  </a:cubicBezTo>
                  <a:cubicBezTo>
                    <a:pt x="1" y="11425"/>
                    <a:pt x="3926" y="13191"/>
                    <a:pt x="8755" y="13191"/>
                  </a:cubicBezTo>
                  <a:cubicBezTo>
                    <a:pt x="11817" y="13191"/>
                    <a:pt x="14486" y="12484"/>
                    <a:pt x="16057" y="11425"/>
                  </a:cubicBezTo>
                  <a:cubicBezTo>
                    <a:pt x="17844" y="12603"/>
                    <a:pt x="19963" y="13193"/>
                    <a:pt x="22092" y="13193"/>
                  </a:cubicBezTo>
                  <a:cubicBezTo>
                    <a:pt x="22161" y="13193"/>
                    <a:pt x="22230" y="13192"/>
                    <a:pt x="22298" y="13191"/>
                  </a:cubicBezTo>
                  <a:cubicBezTo>
                    <a:pt x="26852" y="13191"/>
                    <a:pt x="30542" y="10953"/>
                    <a:pt x="30542" y="8206"/>
                  </a:cubicBezTo>
                  <a:cubicBezTo>
                    <a:pt x="30542" y="5929"/>
                    <a:pt x="28108" y="4005"/>
                    <a:pt x="24654" y="3416"/>
                  </a:cubicBezTo>
                  <a:cubicBezTo>
                    <a:pt x="24654" y="3338"/>
                    <a:pt x="24654" y="3259"/>
                    <a:pt x="24654" y="3220"/>
                  </a:cubicBezTo>
                  <a:cubicBezTo>
                    <a:pt x="24654" y="1414"/>
                    <a:pt x="21906" y="1"/>
                    <a:pt x="184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4"/>
            <p:cNvSpPr/>
            <p:nvPr/>
          </p:nvSpPr>
          <p:spPr>
            <a:xfrm>
              <a:off x="5256778" y="1440279"/>
              <a:ext cx="2570740" cy="2854196"/>
            </a:xfrm>
            <a:custGeom>
              <a:avLst/>
              <a:gdLst/>
              <a:ahLst/>
              <a:cxnLst/>
              <a:rect l="l" t="t" r="r" b="b"/>
              <a:pathLst>
                <a:path w="54027" h="59981" extrusionOk="0">
                  <a:moveTo>
                    <a:pt x="24883" y="0"/>
                  </a:moveTo>
                  <a:cubicBezTo>
                    <a:pt x="22921" y="0"/>
                    <a:pt x="20541" y="387"/>
                    <a:pt x="17658" y="1370"/>
                  </a:cubicBezTo>
                  <a:cubicBezTo>
                    <a:pt x="8590" y="4472"/>
                    <a:pt x="6274" y="11459"/>
                    <a:pt x="12751" y="12166"/>
                  </a:cubicBezTo>
                  <a:cubicBezTo>
                    <a:pt x="12751" y="12166"/>
                    <a:pt x="2544" y="13344"/>
                    <a:pt x="2544" y="20056"/>
                  </a:cubicBezTo>
                  <a:cubicBezTo>
                    <a:pt x="2544" y="23375"/>
                    <a:pt x="4734" y="24218"/>
                    <a:pt x="6962" y="24218"/>
                  </a:cubicBezTo>
                  <a:cubicBezTo>
                    <a:pt x="8693" y="24218"/>
                    <a:pt x="10448" y="23708"/>
                    <a:pt x="11213" y="23455"/>
                  </a:cubicBezTo>
                  <a:lnTo>
                    <a:pt x="11213" y="23455"/>
                  </a:lnTo>
                  <a:cubicBezTo>
                    <a:pt x="9153" y="24213"/>
                    <a:pt x="1" y="28030"/>
                    <a:pt x="4860" y="34463"/>
                  </a:cubicBezTo>
                  <a:cubicBezTo>
                    <a:pt x="4860" y="34463"/>
                    <a:pt x="7199" y="36328"/>
                    <a:pt x="10101" y="36328"/>
                  </a:cubicBezTo>
                  <a:cubicBezTo>
                    <a:pt x="11774" y="36328"/>
                    <a:pt x="13634" y="35709"/>
                    <a:pt x="15342" y="33757"/>
                  </a:cubicBezTo>
                  <a:lnTo>
                    <a:pt x="15342" y="33757"/>
                  </a:lnTo>
                  <a:cubicBezTo>
                    <a:pt x="15341" y="33758"/>
                    <a:pt x="12202" y="37683"/>
                    <a:pt x="15656" y="39331"/>
                  </a:cubicBezTo>
                  <a:cubicBezTo>
                    <a:pt x="16187" y="39582"/>
                    <a:pt x="16706" y="39684"/>
                    <a:pt x="17212" y="39684"/>
                  </a:cubicBezTo>
                  <a:cubicBezTo>
                    <a:pt x="19535" y="39684"/>
                    <a:pt x="21601" y="37525"/>
                    <a:pt x="23372" y="37525"/>
                  </a:cubicBezTo>
                  <a:cubicBezTo>
                    <a:pt x="23758" y="37525"/>
                    <a:pt x="24131" y="37628"/>
                    <a:pt x="24488" y="37879"/>
                  </a:cubicBezTo>
                  <a:cubicBezTo>
                    <a:pt x="24488" y="37879"/>
                    <a:pt x="29160" y="43492"/>
                    <a:pt x="26373" y="59980"/>
                  </a:cubicBezTo>
                  <a:lnTo>
                    <a:pt x="31476" y="59980"/>
                  </a:lnTo>
                  <a:cubicBezTo>
                    <a:pt x="31476" y="59980"/>
                    <a:pt x="27315" y="40980"/>
                    <a:pt x="33949" y="36897"/>
                  </a:cubicBezTo>
                  <a:cubicBezTo>
                    <a:pt x="33949" y="36897"/>
                    <a:pt x="34507" y="36568"/>
                    <a:pt x="35327" y="36568"/>
                  </a:cubicBezTo>
                  <a:cubicBezTo>
                    <a:pt x="36134" y="36568"/>
                    <a:pt x="37196" y="36887"/>
                    <a:pt x="38228" y="38154"/>
                  </a:cubicBezTo>
                  <a:cubicBezTo>
                    <a:pt x="38790" y="38843"/>
                    <a:pt x="39777" y="39169"/>
                    <a:pt x="40914" y="39169"/>
                  </a:cubicBezTo>
                  <a:cubicBezTo>
                    <a:pt x="43983" y="39169"/>
                    <a:pt x="48146" y="36796"/>
                    <a:pt x="48003" y="32815"/>
                  </a:cubicBezTo>
                  <a:cubicBezTo>
                    <a:pt x="47869" y="29719"/>
                    <a:pt x="46497" y="29049"/>
                    <a:pt x="45335" y="29049"/>
                  </a:cubicBezTo>
                  <a:cubicBezTo>
                    <a:pt x="45257" y="29049"/>
                    <a:pt x="45180" y="29052"/>
                    <a:pt x="45104" y="29058"/>
                  </a:cubicBezTo>
                  <a:lnTo>
                    <a:pt x="45104" y="29058"/>
                  </a:lnTo>
                  <a:cubicBezTo>
                    <a:pt x="47944" y="28167"/>
                    <a:pt x="54027" y="25555"/>
                    <a:pt x="53695" y="19585"/>
                  </a:cubicBezTo>
                  <a:cubicBezTo>
                    <a:pt x="53458" y="15679"/>
                    <a:pt x="50872" y="14708"/>
                    <a:pt x="48357" y="14708"/>
                  </a:cubicBezTo>
                  <a:cubicBezTo>
                    <a:pt x="45868" y="14708"/>
                    <a:pt x="43449" y="15660"/>
                    <a:pt x="43449" y="15660"/>
                  </a:cubicBezTo>
                  <a:cubicBezTo>
                    <a:pt x="43449" y="15660"/>
                    <a:pt x="51575" y="12048"/>
                    <a:pt x="48121" y="8672"/>
                  </a:cubicBezTo>
                  <a:cubicBezTo>
                    <a:pt x="47079" y="7677"/>
                    <a:pt x="45967" y="7328"/>
                    <a:pt x="44919" y="7328"/>
                  </a:cubicBezTo>
                  <a:cubicBezTo>
                    <a:pt x="42477" y="7328"/>
                    <a:pt x="40385" y="9227"/>
                    <a:pt x="40348" y="9260"/>
                  </a:cubicBezTo>
                  <a:lnTo>
                    <a:pt x="40348" y="9260"/>
                  </a:lnTo>
                  <a:cubicBezTo>
                    <a:pt x="40399" y="9214"/>
                    <a:pt x="44382" y="5559"/>
                    <a:pt x="42978" y="3687"/>
                  </a:cubicBezTo>
                  <a:cubicBezTo>
                    <a:pt x="42550" y="3111"/>
                    <a:pt x="41667" y="2872"/>
                    <a:pt x="40600" y="2872"/>
                  </a:cubicBezTo>
                  <a:cubicBezTo>
                    <a:pt x="38243" y="2872"/>
                    <a:pt x="34983" y="4038"/>
                    <a:pt x="33714" y="5335"/>
                  </a:cubicBezTo>
                  <a:cubicBezTo>
                    <a:pt x="33683" y="5335"/>
                    <a:pt x="32166" y="0"/>
                    <a:pt x="248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4"/>
            <p:cNvSpPr/>
            <p:nvPr/>
          </p:nvSpPr>
          <p:spPr>
            <a:xfrm>
              <a:off x="7570792" y="3578859"/>
              <a:ext cx="203606" cy="717391"/>
            </a:xfrm>
            <a:custGeom>
              <a:avLst/>
              <a:gdLst/>
              <a:ahLst/>
              <a:cxnLst/>
              <a:rect l="l" t="t" r="r" b="b"/>
              <a:pathLst>
                <a:path w="4279" h="15076" extrusionOk="0">
                  <a:moveTo>
                    <a:pt x="0" y="1"/>
                  </a:moveTo>
                  <a:lnTo>
                    <a:pt x="0" y="15075"/>
                  </a:lnTo>
                  <a:lnTo>
                    <a:pt x="4279" y="15075"/>
                  </a:lnTo>
                  <a:lnTo>
                    <a:pt x="4279" y="1"/>
                  </a:lnTo>
                  <a:close/>
                </a:path>
              </a:pathLst>
            </a:custGeom>
            <a:solidFill>
              <a:srgbClr val="82A6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4"/>
            <p:cNvSpPr/>
            <p:nvPr/>
          </p:nvSpPr>
          <p:spPr>
            <a:xfrm>
              <a:off x="6696595" y="1587644"/>
              <a:ext cx="1951977" cy="2269233"/>
            </a:xfrm>
            <a:custGeom>
              <a:avLst/>
              <a:gdLst/>
              <a:ahLst/>
              <a:cxnLst/>
              <a:rect l="l" t="t" r="r" b="b"/>
              <a:pathLst>
                <a:path w="41023" h="47688" extrusionOk="0">
                  <a:moveTo>
                    <a:pt x="20256" y="1"/>
                  </a:moveTo>
                  <a:cubicBezTo>
                    <a:pt x="20256" y="14565"/>
                    <a:pt x="10953" y="21945"/>
                    <a:pt x="4318" y="23162"/>
                  </a:cubicBezTo>
                  <a:cubicBezTo>
                    <a:pt x="5031" y="23381"/>
                    <a:pt x="5755" y="23474"/>
                    <a:pt x="6470" y="23474"/>
                  </a:cubicBezTo>
                  <a:cubicBezTo>
                    <a:pt x="10361" y="23474"/>
                    <a:pt x="13975" y="20728"/>
                    <a:pt x="13975" y="20728"/>
                  </a:cubicBezTo>
                  <a:lnTo>
                    <a:pt x="13975" y="20767"/>
                  </a:lnTo>
                  <a:cubicBezTo>
                    <a:pt x="11541" y="23947"/>
                    <a:pt x="7969" y="26106"/>
                    <a:pt x="4004" y="26773"/>
                  </a:cubicBezTo>
                  <a:cubicBezTo>
                    <a:pt x="4004" y="26773"/>
                    <a:pt x="5296" y="27533"/>
                    <a:pt x="7655" y="27533"/>
                  </a:cubicBezTo>
                  <a:cubicBezTo>
                    <a:pt x="8687" y="27533"/>
                    <a:pt x="9923" y="27388"/>
                    <a:pt x="11345" y="26970"/>
                  </a:cubicBezTo>
                  <a:lnTo>
                    <a:pt x="11345" y="26970"/>
                  </a:lnTo>
                  <a:cubicBezTo>
                    <a:pt x="8990" y="30424"/>
                    <a:pt x="5771" y="33172"/>
                    <a:pt x="2002" y="34939"/>
                  </a:cubicBezTo>
                  <a:cubicBezTo>
                    <a:pt x="2039" y="34976"/>
                    <a:pt x="2174" y="34993"/>
                    <a:pt x="2385" y="34993"/>
                  </a:cubicBezTo>
                  <a:cubicBezTo>
                    <a:pt x="3752" y="34993"/>
                    <a:pt x="8324" y="34279"/>
                    <a:pt x="10364" y="33565"/>
                  </a:cubicBezTo>
                  <a:lnTo>
                    <a:pt x="10364" y="33565"/>
                  </a:lnTo>
                  <a:cubicBezTo>
                    <a:pt x="8951" y="36548"/>
                    <a:pt x="5457" y="41691"/>
                    <a:pt x="0" y="42397"/>
                  </a:cubicBezTo>
                  <a:cubicBezTo>
                    <a:pt x="0" y="42397"/>
                    <a:pt x="1522" y="42702"/>
                    <a:pt x="3640" y="42702"/>
                  </a:cubicBezTo>
                  <a:cubicBezTo>
                    <a:pt x="5823" y="42702"/>
                    <a:pt x="8639" y="42378"/>
                    <a:pt x="11070" y="41063"/>
                  </a:cubicBezTo>
                  <a:lnTo>
                    <a:pt x="11070" y="41063"/>
                  </a:lnTo>
                  <a:cubicBezTo>
                    <a:pt x="10756" y="41887"/>
                    <a:pt x="7537" y="46598"/>
                    <a:pt x="4358" y="47540"/>
                  </a:cubicBezTo>
                  <a:cubicBezTo>
                    <a:pt x="5334" y="47593"/>
                    <a:pt x="6250" y="47618"/>
                    <a:pt x="7111" y="47618"/>
                  </a:cubicBezTo>
                  <a:cubicBezTo>
                    <a:pt x="18993" y="47618"/>
                    <a:pt x="20256" y="42908"/>
                    <a:pt x="20256" y="42908"/>
                  </a:cubicBezTo>
                  <a:cubicBezTo>
                    <a:pt x="20256" y="42908"/>
                    <a:pt x="21083" y="47688"/>
                    <a:pt x="34325" y="47688"/>
                  </a:cubicBezTo>
                  <a:cubicBezTo>
                    <a:pt x="34923" y="47688"/>
                    <a:pt x="35545" y="47678"/>
                    <a:pt x="36194" y="47658"/>
                  </a:cubicBezTo>
                  <a:cubicBezTo>
                    <a:pt x="36194" y="47658"/>
                    <a:pt x="29089" y="43732"/>
                    <a:pt x="29089" y="41377"/>
                  </a:cubicBezTo>
                  <a:lnTo>
                    <a:pt x="29089" y="41377"/>
                  </a:lnTo>
                  <a:cubicBezTo>
                    <a:pt x="31633" y="42944"/>
                    <a:pt x="34419" y="43359"/>
                    <a:pt x="36660" y="43359"/>
                  </a:cubicBezTo>
                  <a:cubicBezTo>
                    <a:pt x="39190" y="43359"/>
                    <a:pt x="41023" y="42829"/>
                    <a:pt x="41023" y="42829"/>
                  </a:cubicBezTo>
                  <a:cubicBezTo>
                    <a:pt x="35566" y="42123"/>
                    <a:pt x="31601" y="36666"/>
                    <a:pt x="30149" y="33643"/>
                  </a:cubicBezTo>
                  <a:lnTo>
                    <a:pt x="30149" y="33643"/>
                  </a:lnTo>
                  <a:cubicBezTo>
                    <a:pt x="31989" y="34277"/>
                    <a:pt x="35963" y="35351"/>
                    <a:pt x="37704" y="35351"/>
                  </a:cubicBezTo>
                  <a:cubicBezTo>
                    <a:pt x="38228" y="35351"/>
                    <a:pt x="38550" y="35254"/>
                    <a:pt x="38550" y="35017"/>
                  </a:cubicBezTo>
                  <a:cubicBezTo>
                    <a:pt x="33407" y="32269"/>
                    <a:pt x="30463" y="29286"/>
                    <a:pt x="28814" y="26734"/>
                  </a:cubicBezTo>
                  <a:lnTo>
                    <a:pt x="28814" y="26734"/>
                  </a:lnTo>
                  <a:cubicBezTo>
                    <a:pt x="30502" y="27310"/>
                    <a:pt x="31955" y="27502"/>
                    <a:pt x="33141" y="27502"/>
                  </a:cubicBezTo>
                  <a:cubicBezTo>
                    <a:pt x="35514" y="27502"/>
                    <a:pt x="36822" y="26734"/>
                    <a:pt x="36822" y="26734"/>
                  </a:cubicBezTo>
                  <a:cubicBezTo>
                    <a:pt x="33407" y="26145"/>
                    <a:pt x="30227" y="24457"/>
                    <a:pt x="27833" y="21906"/>
                  </a:cubicBezTo>
                  <a:lnTo>
                    <a:pt x="27833" y="21906"/>
                  </a:lnTo>
                  <a:cubicBezTo>
                    <a:pt x="29824" y="23308"/>
                    <a:pt x="31952" y="23669"/>
                    <a:pt x="33564" y="23669"/>
                  </a:cubicBezTo>
                  <a:cubicBezTo>
                    <a:pt x="35066" y="23669"/>
                    <a:pt x="36119" y="23355"/>
                    <a:pt x="36194" y="23280"/>
                  </a:cubicBezTo>
                  <a:cubicBezTo>
                    <a:pt x="31837" y="23280"/>
                    <a:pt x="20256" y="14643"/>
                    <a:pt x="20256" y="118"/>
                  </a:cubicBezTo>
                  <a:lnTo>
                    <a:pt x="202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4"/>
            <p:cNvSpPr/>
            <p:nvPr/>
          </p:nvSpPr>
          <p:spPr>
            <a:xfrm>
              <a:off x="8679926" y="3369683"/>
              <a:ext cx="179386" cy="924719"/>
            </a:xfrm>
            <a:custGeom>
              <a:avLst/>
              <a:gdLst/>
              <a:ahLst/>
              <a:cxnLst/>
              <a:rect l="l" t="t" r="r" b="b"/>
              <a:pathLst>
                <a:path w="3770" h="19433" extrusionOk="0">
                  <a:moveTo>
                    <a:pt x="1" y="0"/>
                  </a:moveTo>
                  <a:lnTo>
                    <a:pt x="1" y="19432"/>
                  </a:lnTo>
                  <a:lnTo>
                    <a:pt x="3769" y="19432"/>
                  </a:lnTo>
                  <a:lnTo>
                    <a:pt x="3769" y="0"/>
                  </a:lnTo>
                  <a:close/>
                </a:path>
              </a:pathLst>
            </a:custGeom>
            <a:solidFill>
              <a:srgbClr val="9ABC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4"/>
            <p:cNvSpPr/>
            <p:nvPr/>
          </p:nvSpPr>
          <p:spPr>
            <a:xfrm>
              <a:off x="7943958" y="1285063"/>
              <a:ext cx="1653159" cy="2181867"/>
            </a:xfrm>
            <a:custGeom>
              <a:avLst/>
              <a:gdLst/>
              <a:ahLst/>
              <a:cxnLst/>
              <a:rect l="l" t="t" r="r" b="b"/>
              <a:pathLst>
                <a:path w="34743" h="45852" extrusionOk="0">
                  <a:moveTo>
                    <a:pt x="17352" y="0"/>
                  </a:moveTo>
                  <a:cubicBezTo>
                    <a:pt x="11189" y="0"/>
                    <a:pt x="6164" y="3258"/>
                    <a:pt x="6164" y="7223"/>
                  </a:cubicBezTo>
                  <a:cubicBezTo>
                    <a:pt x="6164" y="7616"/>
                    <a:pt x="6242" y="8008"/>
                    <a:pt x="6321" y="8362"/>
                  </a:cubicBezTo>
                  <a:cubicBezTo>
                    <a:pt x="4240" y="9422"/>
                    <a:pt x="2906" y="11031"/>
                    <a:pt x="2906" y="12876"/>
                  </a:cubicBezTo>
                  <a:cubicBezTo>
                    <a:pt x="2906" y="14250"/>
                    <a:pt x="3691" y="15546"/>
                    <a:pt x="5026" y="16527"/>
                  </a:cubicBezTo>
                  <a:cubicBezTo>
                    <a:pt x="2906" y="17587"/>
                    <a:pt x="1532" y="19196"/>
                    <a:pt x="1532" y="21042"/>
                  </a:cubicBezTo>
                  <a:cubicBezTo>
                    <a:pt x="1532" y="22690"/>
                    <a:pt x="2631" y="24143"/>
                    <a:pt x="4319" y="25163"/>
                  </a:cubicBezTo>
                  <a:cubicBezTo>
                    <a:pt x="2474" y="26223"/>
                    <a:pt x="1335" y="27715"/>
                    <a:pt x="1335" y="29403"/>
                  </a:cubicBezTo>
                  <a:cubicBezTo>
                    <a:pt x="1335" y="30816"/>
                    <a:pt x="2121" y="32112"/>
                    <a:pt x="3455" y="33093"/>
                  </a:cubicBezTo>
                  <a:cubicBezTo>
                    <a:pt x="1335" y="34153"/>
                    <a:pt x="1" y="35763"/>
                    <a:pt x="1" y="37608"/>
                  </a:cubicBezTo>
                  <a:cubicBezTo>
                    <a:pt x="1" y="40709"/>
                    <a:pt x="3926" y="43261"/>
                    <a:pt x="8755" y="43261"/>
                  </a:cubicBezTo>
                  <a:cubicBezTo>
                    <a:pt x="9030" y="43261"/>
                    <a:pt x="9344" y="43261"/>
                    <a:pt x="9619" y="43221"/>
                  </a:cubicBezTo>
                  <a:cubicBezTo>
                    <a:pt x="11032" y="44792"/>
                    <a:pt x="13976" y="45851"/>
                    <a:pt x="17352" y="45851"/>
                  </a:cubicBezTo>
                  <a:cubicBezTo>
                    <a:pt x="20728" y="45851"/>
                    <a:pt x="23672" y="44792"/>
                    <a:pt x="25085" y="43221"/>
                  </a:cubicBezTo>
                  <a:cubicBezTo>
                    <a:pt x="25399" y="43221"/>
                    <a:pt x="25674" y="43261"/>
                    <a:pt x="25949" y="43261"/>
                  </a:cubicBezTo>
                  <a:cubicBezTo>
                    <a:pt x="30817" y="43261"/>
                    <a:pt x="34742" y="40709"/>
                    <a:pt x="34742" y="37608"/>
                  </a:cubicBezTo>
                  <a:cubicBezTo>
                    <a:pt x="34742" y="35763"/>
                    <a:pt x="33368" y="34153"/>
                    <a:pt x="31249" y="33093"/>
                  </a:cubicBezTo>
                  <a:cubicBezTo>
                    <a:pt x="32583" y="32112"/>
                    <a:pt x="33368" y="30816"/>
                    <a:pt x="33368" y="29403"/>
                  </a:cubicBezTo>
                  <a:cubicBezTo>
                    <a:pt x="33368" y="27715"/>
                    <a:pt x="32230" y="26184"/>
                    <a:pt x="30385" y="25163"/>
                  </a:cubicBezTo>
                  <a:cubicBezTo>
                    <a:pt x="32112" y="24143"/>
                    <a:pt x="33172" y="22651"/>
                    <a:pt x="33172" y="21042"/>
                  </a:cubicBezTo>
                  <a:cubicBezTo>
                    <a:pt x="33172" y="19196"/>
                    <a:pt x="31798" y="17587"/>
                    <a:pt x="29678" y="16527"/>
                  </a:cubicBezTo>
                  <a:cubicBezTo>
                    <a:pt x="31013" y="15546"/>
                    <a:pt x="31838" y="14250"/>
                    <a:pt x="31838" y="12837"/>
                  </a:cubicBezTo>
                  <a:cubicBezTo>
                    <a:pt x="31838" y="11031"/>
                    <a:pt x="30464" y="9422"/>
                    <a:pt x="28383" y="8362"/>
                  </a:cubicBezTo>
                  <a:cubicBezTo>
                    <a:pt x="28501" y="8008"/>
                    <a:pt x="28540" y="7616"/>
                    <a:pt x="28540" y="7223"/>
                  </a:cubicBezTo>
                  <a:cubicBezTo>
                    <a:pt x="28540" y="3219"/>
                    <a:pt x="23515" y="0"/>
                    <a:pt x="173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4"/>
            <p:cNvSpPr/>
            <p:nvPr/>
          </p:nvSpPr>
          <p:spPr>
            <a:xfrm>
              <a:off x="1801721" y="1864246"/>
              <a:ext cx="2187177" cy="2430214"/>
            </a:xfrm>
            <a:custGeom>
              <a:avLst/>
              <a:gdLst/>
              <a:ahLst/>
              <a:cxnLst/>
              <a:rect l="l" t="t" r="r" b="b"/>
              <a:pathLst>
                <a:path w="45966" h="51071" extrusionOk="0">
                  <a:moveTo>
                    <a:pt x="21184" y="0"/>
                  </a:moveTo>
                  <a:cubicBezTo>
                    <a:pt x="19510" y="0"/>
                    <a:pt x="17477" y="332"/>
                    <a:pt x="15015" y="1175"/>
                  </a:cubicBezTo>
                  <a:cubicBezTo>
                    <a:pt x="7321" y="3805"/>
                    <a:pt x="5319" y="9772"/>
                    <a:pt x="10854" y="10361"/>
                  </a:cubicBezTo>
                  <a:cubicBezTo>
                    <a:pt x="10854" y="10361"/>
                    <a:pt x="2178" y="11343"/>
                    <a:pt x="2178" y="17074"/>
                  </a:cubicBezTo>
                  <a:cubicBezTo>
                    <a:pt x="2178" y="19911"/>
                    <a:pt x="4038" y="20632"/>
                    <a:pt x="5929" y="20632"/>
                  </a:cubicBezTo>
                  <a:cubicBezTo>
                    <a:pt x="7411" y="20632"/>
                    <a:pt x="8913" y="20189"/>
                    <a:pt x="9552" y="19975"/>
                  </a:cubicBezTo>
                  <a:lnTo>
                    <a:pt x="9552" y="19975"/>
                  </a:lnTo>
                  <a:cubicBezTo>
                    <a:pt x="7841" y="20609"/>
                    <a:pt x="0" y="23887"/>
                    <a:pt x="4141" y="29361"/>
                  </a:cubicBezTo>
                  <a:cubicBezTo>
                    <a:pt x="4141" y="29361"/>
                    <a:pt x="6135" y="30944"/>
                    <a:pt x="8606" y="30944"/>
                  </a:cubicBezTo>
                  <a:cubicBezTo>
                    <a:pt x="10026" y="30944"/>
                    <a:pt x="11605" y="30421"/>
                    <a:pt x="13052" y="28772"/>
                  </a:cubicBezTo>
                  <a:lnTo>
                    <a:pt x="13052" y="28772"/>
                  </a:lnTo>
                  <a:cubicBezTo>
                    <a:pt x="13051" y="28773"/>
                    <a:pt x="10383" y="32109"/>
                    <a:pt x="13327" y="33483"/>
                  </a:cubicBezTo>
                  <a:cubicBezTo>
                    <a:pt x="13783" y="33699"/>
                    <a:pt x="14228" y="33788"/>
                    <a:pt x="14662" y="33788"/>
                  </a:cubicBezTo>
                  <a:cubicBezTo>
                    <a:pt x="16633" y="33788"/>
                    <a:pt x="18378" y="31962"/>
                    <a:pt x="19895" y="31962"/>
                  </a:cubicBezTo>
                  <a:cubicBezTo>
                    <a:pt x="20229" y="31962"/>
                    <a:pt x="20552" y="32050"/>
                    <a:pt x="20864" y="32266"/>
                  </a:cubicBezTo>
                  <a:cubicBezTo>
                    <a:pt x="20864" y="32266"/>
                    <a:pt x="24790" y="37056"/>
                    <a:pt x="22434" y="51070"/>
                  </a:cubicBezTo>
                  <a:lnTo>
                    <a:pt x="26792" y="51070"/>
                  </a:lnTo>
                  <a:cubicBezTo>
                    <a:pt x="26792" y="51070"/>
                    <a:pt x="23219" y="34936"/>
                    <a:pt x="28833" y="31442"/>
                  </a:cubicBezTo>
                  <a:cubicBezTo>
                    <a:pt x="28833" y="31442"/>
                    <a:pt x="29313" y="31162"/>
                    <a:pt x="30020" y="31162"/>
                  </a:cubicBezTo>
                  <a:cubicBezTo>
                    <a:pt x="30714" y="31162"/>
                    <a:pt x="31628" y="31432"/>
                    <a:pt x="32523" y="32502"/>
                  </a:cubicBezTo>
                  <a:cubicBezTo>
                    <a:pt x="33003" y="33099"/>
                    <a:pt x="33849" y="33381"/>
                    <a:pt x="34822" y="33381"/>
                  </a:cubicBezTo>
                  <a:cubicBezTo>
                    <a:pt x="37428" y="33381"/>
                    <a:pt x="40949" y="31361"/>
                    <a:pt x="40806" y="27987"/>
                  </a:cubicBezTo>
                  <a:cubicBezTo>
                    <a:pt x="40695" y="25353"/>
                    <a:pt x="39548" y="24778"/>
                    <a:pt x="38569" y="24778"/>
                  </a:cubicBezTo>
                  <a:cubicBezTo>
                    <a:pt x="38510" y="24778"/>
                    <a:pt x="38451" y="24780"/>
                    <a:pt x="38393" y="24784"/>
                  </a:cubicBezTo>
                  <a:lnTo>
                    <a:pt x="38393" y="24784"/>
                  </a:lnTo>
                  <a:cubicBezTo>
                    <a:pt x="40825" y="24010"/>
                    <a:pt x="45965" y="21767"/>
                    <a:pt x="45635" y="16721"/>
                  </a:cubicBezTo>
                  <a:cubicBezTo>
                    <a:pt x="45437" y="13374"/>
                    <a:pt x="43230" y="12545"/>
                    <a:pt x="41093" y="12545"/>
                  </a:cubicBezTo>
                  <a:cubicBezTo>
                    <a:pt x="38993" y="12545"/>
                    <a:pt x="36959" y="13345"/>
                    <a:pt x="36959" y="13345"/>
                  </a:cubicBezTo>
                  <a:cubicBezTo>
                    <a:pt x="36959" y="13345"/>
                    <a:pt x="43868" y="10283"/>
                    <a:pt x="40924" y="7417"/>
                  </a:cubicBezTo>
                  <a:cubicBezTo>
                    <a:pt x="40028" y="6556"/>
                    <a:pt x="39071" y="6255"/>
                    <a:pt x="38171" y="6255"/>
                  </a:cubicBezTo>
                  <a:cubicBezTo>
                    <a:pt x="36095" y="6255"/>
                    <a:pt x="34322" y="7859"/>
                    <a:pt x="34290" y="7888"/>
                  </a:cubicBezTo>
                  <a:lnTo>
                    <a:pt x="34290" y="7888"/>
                  </a:lnTo>
                  <a:cubicBezTo>
                    <a:pt x="34334" y="7848"/>
                    <a:pt x="37737" y="4737"/>
                    <a:pt x="36566" y="3138"/>
                  </a:cubicBezTo>
                  <a:cubicBezTo>
                    <a:pt x="36200" y="2649"/>
                    <a:pt x="35449" y="2446"/>
                    <a:pt x="34541" y="2446"/>
                  </a:cubicBezTo>
                  <a:cubicBezTo>
                    <a:pt x="32530" y="2446"/>
                    <a:pt x="29746" y="3443"/>
                    <a:pt x="28637" y="4551"/>
                  </a:cubicBezTo>
                  <a:lnTo>
                    <a:pt x="28637" y="4551"/>
                  </a:lnTo>
                  <a:cubicBezTo>
                    <a:pt x="28654" y="4504"/>
                    <a:pt x="27352" y="0"/>
                    <a:pt x="21184" y="0"/>
                  </a:cubicBezTo>
                  <a:close/>
                </a:path>
              </a:pathLst>
            </a:custGeom>
            <a:solidFill>
              <a:srgbClr val="9ABC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4"/>
            <p:cNvSpPr/>
            <p:nvPr/>
          </p:nvSpPr>
          <p:spPr>
            <a:xfrm>
              <a:off x="-179259" y="4378351"/>
              <a:ext cx="9944790" cy="74756"/>
            </a:xfrm>
            <a:custGeom>
              <a:avLst/>
              <a:gdLst/>
              <a:ahLst/>
              <a:cxnLst/>
              <a:rect l="l" t="t" r="r" b="b"/>
              <a:pathLst>
                <a:path w="209001" h="1571" extrusionOk="0">
                  <a:moveTo>
                    <a:pt x="0" y="1"/>
                  </a:moveTo>
                  <a:lnTo>
                    <a:pt x="209000" y="1"/>
                  </a:lnTo>
                  <a:lnTo>
                    <a:pt x="209000" y="1571"/>
                  </a:lnTo>
                  <a:lnTo>
                    <a:pt x="0" y="157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4"/>
            <p:cNvSpPr/>
            <p:nvPr/>
          </p:nvSpPr>
          <p:spPr>
            <a:xfrm>
              <a:off x="-179259" y="4798245"/>
              <a:ext cx="9944790" cy="48"/>
            </a:xfrm>
            <a:custGeom>
              <a:avLst/>
              <a:gdLst/>
              <a:ahLst/>
              <a:cxnLst/>
              <a:rect l="l" t="t" r="r" b="b"/>
              <a:pathLst>
                <a:path w="209001" h="1" fill="none" extrusionOk="0">
                  <a:moveTo>
                    <a:pt x="0" y="1"/>
                  </a:moveTo>
                  <a:lnTo>
                    <a:pt x="209000" y="1"/>
                  </a:lnTo>
                </a:path>
              </a:pathLst>
            </a:custGeom>
            <a:noFill/>
            <a:ln w="43175" cap="rnd" cmpd="sng">
              <a:solidFill>
                <a:srgbClr val="FFFFFF"/>
              </a:solidFill>
              <a:prstDash val="solid"/>
              <a:miter lim="3925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5">
  <p:cSld name="CUSTOM_14">
    <p:spTree>
      <p:nvGrpSpPr>
        <p:cNvPr id="1" name="Shape 526"/>
        <p:cNvGrpSpPr/>
        <p:nvPr/>
      </p:nvGrpSpPr>
      <p:grpSpPr>
        <a:xfrm>
          <a:off x="0" y="0"/>
          <a:ext cx="0" cy="0"/>
          <a:chOff x="0" y="0"/>
          <a:chExt cx="0" cy="0"/>
        </a:xfrm>
      </p:grpSpPr>
      <p:grpSp>
        <p:nvGrpSpPr>
          <p:cNvPr id="527" name="Google Shape;527;p27"/>
          <p:cNvGrpSpPr/>
          <p:nvPr/>
        </p:nvGrpSpPr>
        <p:grpSpPr>
          <a:xfrm>
            <a:off x="-1180492" y="-428245"/>
            <a:ext cx="10962165" cy="5590386"/>
            <a:chOff x="-1180550" y="-672368"/>
            <a:chExt cx="11441566" cy="5834258"/>
          </a:xfrm>
        </p:grpSpPr>
        <p:sp>
          <p:nvSpPr>
            <p:cNvPr id="528" name="Google Shape;528;p27"/>
            <p:cNvSpPr/>
            <p:nvPr/>
          </p:nvSpPr>
          <p:spPr>
            <a:xfrm>
              <a:off x="-179259" y="4165417"/>
              <a:ext cx="9944790" cy="825695"/>
            </a:xfrm>
            <a:custGeom>
              <a:avLst/>
              <a:gdLst/>
              <a:ahLst/>
              <a:cxnLst/>
              <a:rect l="l" t="t" r="r" b="b"/>
              <a:pathLst>
                <a:path w="209001" h="17352" extrusionOk="0">
                  <a:moveTo>
                    <a:pt x="0" y="0"/>
                  </a:moveTo>
                  <a:lnTo>
                    <a:pt x="0" y="17352"/>
                  </a:lnTo>
                  <a:lnTo>
                    <a:pt x="209000" y="17352"/>
                  </a:lnTo>
                  <a:lnTo>
                    <a:pt x="20900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7"/>
            <p:cNvSpPr/>
            <p:nvPr/>
          </p:nvSpPr>
          <p:spPr>
            <a:xfrm>
              <a:off x="-179250" y="4444489"/>
              <a:ext cx="9944790" cy="717401"/>
            </a:xfrm>
            <a:custGeom>
              <a:avLst/>
              <a:gdLst/>
              <a:ahLst/>
              <a:cxnLst/>
              <a:rect l="l" t="t" r="r" b="b"/>
              <a:pathLst>
                <a:path w="209001" h="11307" extrusionOk="0">
                  <a:moveTo>
                    <a:pt x="0" y="1"/>
                  </a:moveTo>
                  <a:lnTo>
                    <a:pt x="0" y="11307"/>
                  </a:lnTo>
                  <a:lnTo>
                    <a:pt x="209000" y="11307"/>
                  </a:lnTo>
                  <a:lnTo>
                    <a:pt x="20900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7"/>
            <p:cNvSpPr/>
            <p:nvPr/>
          </p:nvSpPr>
          <p:spPr>
            <a:xfrm>
              <a:off x="1881042" y="1102010"/>
              <a:ext cx="1673714" cy="797667"/>
            </a:xfrm>
            <a:custGeom>
              <a:avLst/>
              <a:gdLst/>
              <a:ahLst/>
              <a:cxnLst/>
              <a:rect l="l" t="t" r="r" b="b"/>
              <a:pathLst>
                <a:path w="35175" h="16763" extrusionOk="0">
                  <a:moveTo>
                    <a:pt x="18530" y="0"/>
                  </a:moveTo>
                  <a:cubicBezTo>
                    <a:pt x="12680" y="0"/>
                    <a:pt x="7930" y="2866"/>
                    <a:pt x="7930" y="6438"/>
                  </a:cubicBezTo>
                  <a:lnTo>
                    <a:pt x="7930" y="6713"/>
                  </a:lnTo>
                  <a:cubicBezTo>
                    <a:pt x="3337" y="7341"/>
                    <a:pt x="1" y="9265"/>
                    <a:pt x="1" y="11502"/>
                  </a:cubicBezTo>
                  <a:cubicBezTo>
                    <a:pt x="1" y="14289"/>
                    <a:pt x="5025" y="16527"/>
                    <a:pt x="11228" y="16527"/>
                  </a:cubicBezTo>
                  <a:cubicBezTo>
                    <a:pt x="11403" y="16532"/>
                    <a:pt x="11578" y="16534"/>
                    <a:pt x="11753" y="16534"/>
                  </a:cubicBezTo>
                  <a:cubicBezTo>
                    <a:pt x="14360" y="16534"/>
                    <a:pt x="16924" y="15989"/>
                    <a:pt x="19315" y="14996"/>
                  </a:cubicBezTo>
                  <a:cubicBezTo>
                    <a:pt x="20846" y="16056"/>
                    <a:pt x="23515" y="16762"/>
                    <a:pt x="26538" y="16762"/>
                  </a:cubicBezTo>
                  <a:cubicBezTo>
                    <a:pt x="31288" y="16762"/>
                    <a:pt x="35174" y="14996"/>
                    <a:pt x="35174" y="12837"/>
                  </a:cubicBezTo>
                  <a:cubicBezTo>
                    <a:pt x="35174" y="10913"/>
                    <a:pt x="32230" y="9304"/>
                    <a:pt x="28265" y="8950"/>
                  </a:cubicBezTo>
                  <a:cubicBezTo>
                    <a:pt x="28815" y="8205"/>
                    <a:pt x="29129" y="7341"/>
                    <a:pt x="29129" y="6438"/>
                  </a:cubicBezTo>
                  <a:cubicBezTo>
                    <a:pt x="29129" y="2866"/>
                    <a:pt x="24379" y="0"/>
                    <a:pt x="185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7"/>
            <p:cNvSpPr/>
            <p:nvPr/>
          </p:nvSpPr>
          <p:spPr>
            <a:xfrm>
              <a:off x="8587302" y="-124820"/>
              <a:ext cx="1673714" cy="797667"/>
            </a:xfrm>
            <a:custGeom>
              <a:avLst/>
              <a:gdLst/>
              <a:ahLst/>
              <a:cxnLst/>
              <a:rect l="l" t="t" r="r" b="b"/>
              <a:pathLst>
                <a:path w="35175" h="16763" extrusionOk="0">
                  <a:moveTo>
                    <a:pt x="18530" y="0"/>
                  </a:moveTo>
                  <a:cubicBezTo>
                    <a:pt x="12681" y="0"/>
                    <a:pt x="7931" y="2866"/>
                    <a:pt x="7931" y="6399"/>
                  </a:cubicBezTo>
                  <a:lnTo>
                    <a:pt x="7931" y="6713"/>
                  </a:lnTo>
                  <a:cubicBezTo>
                    <a:pt x="3338" y="7341"/>
                    <a:pt x="1" y="9225"/>
                    <a:pt x="1" y="11502"/>
                  </a:cubicBezTo>
                  <a:cubicBezTo>
                    <a:pt x="1" y="14289"/>
                    <a:pt x="5026" y="16527"/>
                    <a:pt x="11228" y="16527"/>
                  </a:cubicBezTo>
                  <a:cubicBezTo>
                    <a:pt x="11328" y="16528"/>
                    <a:pt x="11427" y="16529"/>
                    <a:pt x="11527" y="16529"/>
                  </a:cubicBezTo>
                  <a:cubicBezTo>
                    <a:pt x="14211" y="16529"/>
                    <a:pt x="16854" y="16018"/>
                    <a:pt x="19315" y="14996"/>
                  </a:cubicBezTo>
                  <a:cubicBezTo>
                    <a:pt x="20846" y="16056"/>
                    <a:pt x="23515" y="16762"/>
                    <a:pt x="26499" y="16762"/>
                  </a:cubicBezTo>
                  <a:cubicBezTo>
                    <a:pt x="31288" y="16762"/>
                    <a:pt x="35174" y="14996"/>
                    <a:pt x="35174" y="12837"/>
                  </a:cubicBezTo>
                  <a:cubicBezTo>
                    <a:pt x="35174" y="10913"/>
                    <a:pt x="32230" y="9304"/>
                    <a:pt x="28265" y="8950"/>
                  </a:cubicBezTo>
                  <a:cubicBezTo>
                    <a:pt x="28815" y="8205"/>
                    <a:pt x="29129" y="7341"/>
                    <a:pt x="29129" y="6399"/>
                  </a:cubicBezTo>
                  <a:cubicBezTo>
                    <a:pt x="29129" y="2866"/>
                    <a:pt x="24379" y="0"/>
                    <a:pt x="185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7"/>
            <p:cNvSpPr/>
            <p:nvPr/>
          </p:nvSpPr>
          <p:spPr>
            <a:xfrm>
              <a:off x="4514840" y="-672368"/>
              <a:ext cx="1673714" cy="797667"/>
            </a:xfrm>
            <a:custGeom>
              <a:avLst/>
              <a:gdLst/>
              <a:ahLst/>
              <a:cxnLst/>
              <a:rect l="l" t="t" r="r" b="b"/>
              <a:pathLst>
                <a:path w="35175" h="16763" extrusionOk="0">
                  <a:moveTo>
                    <a:pt x="16645" y="0"/>
                  </a:moveTo>
                  <a:cubicBezTo>
                    <a:pt x="10796" y="0"/>
                    <a:pt x="6046" y="2866"/>
                    <a:pt x="6046" y="6399"/>
                  </a:cubicBezTo>
                  <a:cubicBezTo>
                    <a:pt x="6046" y="7341"/>
                    <a:pt x="6360" y="8205"/>
                    <a:pt x="6910" y="8951"/>
                  </a:cubicBezTo>
                  <a:cubicBezTo>
                    <a:pt x="2984" y="9304"/>
                    <a:pt x="0" y="10913"/>
                    <a:pt x="40" y="12837"/>
                  </a:cubicBezTo>
                  <a:cubicBezTo>
                    <a:pt x="40" y="14996"/>
                    <a:pt x="3887" y="16763"/>
                    <a:pt x="8676" y="16763"/>
                  </a:cubicBezTo>
                  <a:cubicBezTo>
                    <a:pt x="11660" y="16763"/>
                    <a:pt x="14329" y="16056"/>
                    <a:pt x="15860" y="14996"/>
                  </a:cubicBezTo>
                  <a:cubicBezTo>
                    <a:pt x="18321" y="16018"/>
                    <a:pt x="20964" y="16529"/>
                    <a:pt x="23648" y="16529"/>
                  </a:cubicBezTo>
                  <a:cubicBezTo>
                    <a:pt x="23748" y="16529"/>
                    <a:pt x="23847" y="16528"/>
                    <a:pt x="23947" y="16527"/>
                  </a:cubicBezTo>
                  <a:cubicBezTo>
                    <a:pt x="30149" y="16527"/>
                    <a:pt x="35174" y="14289"/>
                    <a:pt x="35174" y="11502"/>
                  </a:cubicBezTo>
                  <a:cubicBezTo>
                    <a:pt x="35174" y="9225"/>
                    <a:pt x="31837" y="7341"/>
                    <a:pt x="27244" y="6713"/>
                  </a:cubicBezTo>
                  <a:lnTo>
                    <a:pt x="27244" y="6399"/>
                  </a:lnTo>
                  <a:cubicBezTo>
                    <a:pt x="27244" y="2866"/>
                    <a:pt x="22534" y="0"/>
                    <a:pt x="166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7"/>
            <p:cNvSpPr/>
            <p:nvPr/>
          </p:nvSpPr>
          <p:spPr>
            <a:xfrm>
              <a:off x="3633147" y="3321100"/>
              <a:ext cx="1077839" cy="513728"/>
            </a:xfrm>
            <a:custGeom>
              <a:avLst/>
              <a:gdLst/>
              <a:ahLst/>
              <a:cxnLst/>
              <a:rect l="l" t="t" r="r" b="b"/>
              <a:pathLst>
                <a:path w="22652" h="10796" extrusionOk="0">
                  <a:moveTo>
                    <a:pt x="11935" y="0"/>
                  </a:moveTo>
                  <a:cubicBezTo>
                    <a:pt x="8166" y="0"/>
                    <a:pt x="5104" y="1846"/>
                    <a:pt x="5104" y="4122"/>
                  </a:cubicBezTo>
                  <a:lnTo>
                    <a:pt x="5104" y="4319"/>
                  </a:lnTo>
                  <a:cubicBezTo>
                    <a:pt x="2160" y="4711"/>
                    <a:pt x="1" y="5967"/>
                    <a:pt x="1" y="7420"/>
                  </a:cubicBezTo>
                  <a:cubicBezTo>
                    <a:pt x="1" y="9186"/>
                    <a:pt x="3259" y="10639"/>
                    <a:pt x="7224" y="10639"/>
                  </a:cubicBezTo>
                  <a:cubicBezTo>
                    <a:pt x="7324" y="10641"/>
                    <a:pt x="7424" y="10642"/>
                    <a:pt x="7524" y="10642"/>
                  </a:cubicBezTo>
                  <a:cubicBezTo>
                    <a:pt x="9225" y="10642"/>
                    <a:pt x="10888" y="10325"/>
                    <a:pt x="12445" y="9658"/>
                  </a:cubicBezTo>
                  <a:cubicBezTo>
                    <a:pt x="13427" y="10364"/>
                    <a:pt x="15154" y="10796"/>
                    <a:pt x="17077" y="10796"/>
                  </a:cubicBezTo>
                  <a:cubicBezTo>
                    <a:pt x="20139" y="10796"/>
                    <a:pt x="22652" y="9658"/>
                    <a:pt x="22652" y="8284"/>
                  </a:cubicBezTo>
                  <a:cubicBezTo>
                    <a:pt x="22652" y="7027"/>
                    <a:pt x="20728" y="6007"/>
                    <a:pt x="18216" y="5771"/>
                  </a:cubicBezTo>
                  <a:cubicBezTo>
                    <a:pt x="18569" y="5300"/>
                    <a:pt x="18765" y="4711"/>
                    <a:pt x="18765" y="4122"/>
                  </a:cubicBezTo>
                  <a:cubicBezTo>
                    <a:pt x="18765" y="1846"/>
                    <a:pt x="15703" y="0"/>
                    <a:pt x="119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7"/>
            <p:cNvSpPr/>
            <p:nvPr/>
          </p:nvSpPr>
          <p:spPr>
            <a:xfrm>
              <a:off x="6924471" y="920560"/>
              <a:ext cx="1283300" cy="554936"/>
            </a:xfrm>
            <a:custGeom>
              <a:avLst/>
              <a:gdLst/>
              <a:ahLst/>
              <a:cxnLst/>
              <a:rect l="l" t="t" r="r" b="b"/>
              <a:pathLst>
                <a:path w="26970" h="11662" extrusionOk="0">
                  <a:moveTo>
                    <a:pt x="10639" y="0"/>
                  </a:moveTo>
                  <a:cubicBezTo>
                    <a:pt x="7655" y="0"/>
                    <a:pt x="5221" y="1257"/>
                    <a:pt x="5221" y="2827"/>
                  </a:cubicBezTo>
                  <a:cubicBezTo>
                    <a:pt x="5221" y="2905"/>
                    <a:pt x="5221" y="2945"/>
                    <a:pt x="5221" y="3023"/>
                  </a:cubicBezTo>
                  <a:cubicBezTo>
                    <a:pt x="2199" y="3573"/>
                    <a:pt x="0" y="5222"/>
                    <a:pt x="0" y="7224"/>
                  </a:cubicBezTo>
                  <a:cubicBezTo>
                    <a:pt x="0" y="9697"/>
                    <a:pt x="3259" y="11660"/>
                    <a:pt x="7263" y="11660"/>
                  </a:cubicBezTo>
                  <a:cubicBezTo>
                    <a:pt x="7328" y="11661"/>
                    <a:pt x="7394" y="11662"/>
                    <a:pt x="7460" y="11662"/>
                  </a:cubicBezTo>
                  <a:cubicBezTo>
                    <a:pt x="9354" y="11662"/>
                    <a:pt x="11204" y="11115"/>
                    <a:pt x="12798" y="10129"/>
                  </a:cubicBezTo>
                  <a:cubicBezTo>
                    <a:pt x="14172" y="11031"/>
                    <a:pt x="16527" y="11660"/>
                    <a:pt x="19236" y="11660"/>
                  </a:cubicBezTo>
                  <a:cubicBezTo>
                    <a:pt x="23476" y="11660"/>
                    <a:pt x="26930" y="10089"/>
                    <a:pt x="26930" y="8205"/>
                  </a:cubicBezTo>
                  <a:cubicBezTo>
                    <a:pt x="26969" y="6831"/>
                    <a:pt x="25242" y="5653"/>
                    <a:pt x="22730" y="5104"/>
                  </a:cubicBezTo>
                  <a:cubicBezTo>
                    <a:pt x="22730" y="4986"/>
                    <a:pt x="22769" y="4907"/>
                    <a:pt x="22769" y="4790"/>
                  </a:cubicBezTo>
                  <a:cubicBezTo>
                    <a:pt x="22769" y="3455"/>
                    <a:pt x="20257" y="2395"/>
                    <a:pt x="17155" y="2395"/>
                  </a:cubicBezTo>
                  <a:cubicBezTo>
                    <a:pt x="16763" y="2395"/>
                    <a:pt x="16409" y="2395"/>
                    <a:pt x="16056" y="2434"/>
                  </a:cubicBezTo>
                  <a:cubicBezTo>
                    <a:pt x="15664" y="1060"/>
                    <a:pt x="13426" y="0"/>
                    <a:pt x="106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7"/>
            <p:cNvSpPr/>
            <p:nvPr/>
          </p:nvSpPr>
          <p:spPr>
            <a:xfrm>
              <a:off x="-20521" y="3061439"/>
              <a:ext cx="1316941" cy="568022"/>
            </a:xfrm>
            <a:custGeom>
              <a:avLst/>
              <a:gdLst/>
              <a:ahLst/>
              <a:cxnLst/>
              <a:rect l="l" t="t" r="r" b="b"/>
              <a:pathLst>
                <a:path w="27677" h="11937" extrusionOk="0">
                  <a:moveTo>
                    <a:pt x="10953" y="1"/>
                  </a:moveTo>
                  <a:cubicBezTo>
                    <a:pt x="7852" y="1"/>
                    <a:pt x="5379" y="1296"/>
                    <a:pt x="5379" y="2906"/>
                  </a:cubicBezTo>
                  <a:cubicBezTo>
                    <a:pt x="5379" y="2984"/>
                    <a:pt x="5379" y="3024"/>
                    <a:pt x="5379" y="3102"/>
                  </a:cubicBezTo>
                  <a:cubicBezTo>
                    <a:pt x="2278" y="3652"/>
                    <a:pt x="1" y="5379"/>
                    <a:pt x="1" y="7420"/>
                  </a:cubicBezTo>
                  <a:cubicBezTo>
                    <a:pt x="1" y="9933"/>
                    <a:pt x="3338" y="11935"/>
                    <a:pt x="7499" y="11935"/>
                  </a:cubicBezTo>
                  <a:cubicBezTo>
                    <a:pt x="7566" y="11936"/>
                    <a:pt x="7633" y="11937"/>
                    <a:pt x="7699" y="11937"/>
                  </a:cubicBezTo>
                  <a:cubicBezTo>
                    <a:pt x="9632" y="11937"/>
                    <a:pt x="11520" y="11389"/>
                    <a:pt x="13152" y="10365"/>
                  </a:cubicBezTo>
                  <a:cubicBezTo>
                    <a:pt x="14565" y="11307"/>
                    <a:pt x="16999" y="11935"/>
                    <a:pt x="19747" y="11935"/>
                  </a:cubicBezTo>
                  <a:cubicBezTo>
                    <a:pt x="24104" y="11935"/>
                    <a:pt x="27677" y="10365"/>
                    <a:pt x="27677" y="8402"/>
                  </a:cubicBezTo>
                  <a:cubicBezTo>
                    <a:pt x="27677" y="6988"/>
                    <a:pt x="25910" y="5811"/>
                    <a:pt x="23319" y="5222"/>
                  </a:cubicBezTo>
                  <a:cubicBezTo>
                    <a:pt x="23358" y="5143"/>
                    <a:pt x="23358" y="5026"/>
                    <a:pt x="23358" y="4908"/>
                  </a:cubicBezTo>
                  <a:cubicBezTo>
                    <a:pt x="23358" y="3573"/>
                    <a:pt x="20767" y="2474"/>
                    <a:pt x="17588" y="2474"/>
                  </a:cubicBezTo>
                  <a:cubicBezTo>
                    <a:pt x="17195" y="2474"/>
                    <a:pt x="16842" y="2474"/>
                    <a:pt x="16449" y="2513"/>
                  </a:cubicBezTo>
                  <a:cubicBezTo>
                    <a:pt x="16096" y="1100"/>
                    <a:pt x="13780" y="1"/>
                    <a:pt x="109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7"/>
            <p:cNvSpPr/>
            <p:nvPr/>
          </p:nvSpPr>
          <p:spPr>
            <a:xfrm>
              <a:off x="-535969" y="-45285"/>
              <a:ext cx="1453312" cy="627789"/>
            </a:xfrm>
            <a:custGeom>
              <a:avLst/>
              <a:gdLst/>
              <a:ahLst/>
              <a:cxnLst/>
              <a:rect l="l" t="t" r="r" b="b"/>
              <a:pathLst>
                <a:path w="30543" h="13193" extrusionOk="0">
                  <a:moveTo>
                    <a:pt x="18490" y="1"/>
                  </a:moveTo>
                  <a:cubicBezTo>
                    <a:pt x="15389" y="1"/>
                    <a:pt x="12838" y="1179"/>
                    <a:pt x="12406" y="2749"/>
                  </a:cubicBezTo>
                  <a:cubicBezTo>
                    <a:pt x="12013" y="2710"/>
                    <a:pt x="11581" y="2710"/>
                    <a:pt x="11150" y="2710"/>
                  </a:cubicBezTo>
                  <a:cubicBezTo>
                    <a:pt x="7616" y="2710"/>
                    <a:pt x="4790" y="3927"/>
                    <a:pt x="4790" y="5418"/>
                  </a:cubicBezTo>
                  <a:cubicBezTo>
                    <a:pt x="4790" y="5536"/>
                    <a:pt x="4790" y="5654"/>
                    <a:pt x="4829" y="5772"/>
                  </a:cubicBezTo>
                  <a:cubicBezTo>
                    <a:pt x="1964" y="6400"/>
                    <a:pt x="1" y="7734"/>
                    <a:pt x="1" y="9265"/>
                  </a:cubicBezTo>
                  <a:cubicBezTo>
                    <a:pt x="1" y="11425"/>
                    <a:pt x="3926" y="13191"/>
                    <a:pt x="8755" y="13191"/>
                  </a:cubicBezTo>
                  <a:cubicBezTo>
                    <a:pt x="11817" y="13191"/>
                    <a:pt x="14486" y="12484"/>
                    <a:pt x="16057" y="11425"/>
                  </a:cubicBezTo>
                  <a:cubicBezTo>
                    <a:pt x="17844" y="12603"/>
                    <a:pt x="19963" y="13193"/>
                    <a:pt x="22092" y="13193"/>
                  </a:cubicBezTo>
                  <a:cubicBezTo>
                    <a:pt x="22161" y="13193"/>
                    <a:pt x="22230" y="13192"/>
                    <a:pt x="22298" y="13191"/>
                  </a:cubicBezTo>
                  <a:cubicBezTo>
                    <a:pt x="26852" y="13191"/>
                    <a:pt x="30542" y="10953"/>
                    <a:pt x="30542" y="8206"/>
                  </a:cubicBezTo>
                  <a:cubicBezTo>
                    <a:pt x="30542" y="5929"/>
                    <a:pt x="28108" y="4005"/>
                    <a:pt x="24654" y="3416"/>
                  </a:cubicBezTo>
                  <a:cubicBezTo>
                    <a:pt x="24654" y="3338"/>
                    <a:pt x="24654" y="3259"/>
                    <a:pt x="24654" y="3220"/>
                  </a:cubicBezTo>
                  <a:cubicBezTo>
                    <a:pt x="24654" y="1414"/>
                    <a:pt x="21906" y="1"/>
                    <a:pt x="184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7"/>
            <p:cNvSpPr/>
            <p:nvPr/>
          </p:nvSpPr>
          <p:spPr>
            <a:xfrm>
              <a:off x="5256778" y="1440279"/>
              <a:ext cx="2570740" cy="2854196"/>
            </a:xfrm>
            <a:custGeom>
              <a:avLst/>
              <a:gdLst/>
              <a:ahLst/>
              <a:cxnLst/>
              <a:rect l="l" t="t" r="r" b="b"/>
              <a:pathLst>
                <a:path w="54027" h="59981" extrusionOk="0">
                  <a:moveTo>
                    <a:pt x="24883" y="0"/>
                  </a:moveTo>
                  <a:cubicBezTo>
                    <a:pt x="22921" y="0"/>
                    <a:pt x="20541" y="387"/>
                    <a:pt x="17658" y="1370"/>
                  </a:cubicBezTo>
                  <a:cubicBezTo>
                    <a:pt x="8590" y="4472"/>
                    <a:pt x="6274" y="11459"/>
                    <a:pt x="12751" y="12166"/>
                  </a:cubicBezTo>
                  <a:cubicBezTo>
                    <a:pt x="12751" y="12166"/>
                    <a:pt x="2544" y="13344"/>
                    <a:pt x="2544" y="20056"/>
                  </a:cubicBezTo>
                  <a:cubicBezTo>
                    <a:pt x="2544" y="23375"/>
                    <a:pt x="4734" y="24218"/>
                    <a:pt x="6962" y="24218"/>
                  </a:cubicBezTo>
                  <a:cubicBezTo>
                    <a:pt x="8693" y="24218"/>
                    <a:pt x="10448" y="23708"/>
                    <a:pt x="11213" y="23455"/>
                  </a:cubicBezTo>
                  <a:lnTo>
                    <a:pt x="11213" y="23455"/>
                  </a:lnTo>
                  <a:cubicBezTo>
                    <a:pt x="9153" y="24213"/>
                    <a:pt x="1" y="28030"/>
                    <a:pt x="4860" y="34463"/>
                  </a:cubicBezTo>
                  <a:cubicBezTo>
                    <a:pt x="4860" y="34463"/>
                    <a:pt x="7199" y="36328"/>
                    <a:pt x="10101" y="36328"/>
                  </a:cubicBezTo>
                  <a:cubicBezTo>
                    <a:pt x="11774" y="36328"/>
                    <a:pt x="13634" y="35709"/>
                    <a:pt x="15342" y="33757"/>
                  </a:cubicBezTo>
                  <a:lnTo>
                    <a:pt x="15342" y="33757"/>
                  </a:lnTo>
                  <a:cubicBezTo>
                    <a:pt x="15341" y="33758"/>
                    <a:pt x="12202" y="37683"/>
                    <a:pt x="15656" y="39331"/>
                  </a:cubicBezTo>
                  <a:cubicBezTo>
                    <a:pt x="16187" y="39582"/>
                    <a:pt x="16706" y="39684"/>
                    <a:pt x="17212" y="39684"/>
                  </a:cubicBezTo>
                  <a:cubicBezTo>
                    <a:pt x="19535" y="39684"/>
                    <a:pt x="21601" y="37525"/>
                    <a:pt x="23372" y="37525"/>
                  </a:cubicBezTo>
                  <a:cubicBezTo>
                    <a:pt x="23758" y="37525"/>
                    <a:pt x="24131" y="37628"/>
                    <a:pt x="24488" y="37879"/>
                  </a:cubicBezTo>
                  <a:cubicBezTo>
                    <a:pt x="24488" y="37879"/>
                    <a:pt x="29160" y="43492"/>
                    <a:pt x="26373" y="59980"/>
                  </a:cubicBezTo>
                  <a:lnTo>
                    <a:pt x="31476" y="59980"/>
                  </a:lnTo>
                  <a:cubicBezTo>
                    <a:pt x="31476" y="59980"/>
                    <a:pt x="27315" y="40980"/>
                    <a:pt x="33949" y="36897"/>
                  </a:cubicBezTo>
                  <a:cubicBezTo>
                    <a:pt x="33949" y="36897"/>
                    <a:pt x="34507" y="36568"/>
                    <a:pt x="35327" y="36568"/>
                  </a:cubicBezTo>
                  <a:cubicBezTo>
                    <a:pt x="36134" y="36568"/>
                    <a:pt x="37196" y="36887"/>
                    <a:pt x="38228" y="38154"/>
                  </a:cubicBezTo>
                  <a:cubicBezTo>
                    <a:pt x="38790" y="38843"/>
                    <a:pt x="39777" y="39169"/>
                    <a:pt x="40914" y="39169"/>
                  </a:cubicBezTo>
                  <a:cubicBezTo>
                    <a:pt x="43983" y="39169"/>
                    <a:pt x="48146" y="36796"/>
                    <a:pt x="48003" y="32815"/>
                  </a:cubicBezTo>
                  <a:cubicBezTo>
                    <a:pt x="47869" y="29719"/>
                    <a:pt x="46497" y="29049"/>
                    <a:pt x="45335" y="29049"/>
                  </a:cubicBezTo>
                  <a:cubicBezTo>
                    <a:pt x="45257" y="29049"/>
                    <a:pt x="45180" y="29052"/>
                    <a:pt x="45104" y="29058"/>
                  </a:cubicBezTo>
                  <a:lnTo>
                    <a:pt x="45104" y="29058"/>
                  </a:lnTo>
                  <a:cubicBezTo>
                    <a:pt x="47944" y="28167"/>
                    <a:pt x="54027" y="25555"/>
                    <a:pt x="53695" y="19585"/>
                  </a:cubicBezTo>
                  <a:cubicBezTo>
                    <a:pt x="53458" y="15679"/>
                    <a:pt x="50872" y="14708"/>
                    <a:pt x="48357" y="14708"/>
                  </a:cubicBezTo>
                  <a:cubicBezTo>
                    <a:pt x="45868" y="14708"/>
                    <a:pt x="43449" y="15660"/>
                    <a:pt x="43449" y="15660"/>
                  </a:cubicBezTo>
                  <a:cubicBezTo>
                    <a:pt x="43449" y="15660"/>
                    <a:pt x="51575" y="12048"/>
                    <a:pt x="48121" y="8672"/>
                  </a:cubicBezTo>
                  <a:cubicBezTo>
                    <a:pt x="47079" y="7677"/>
                    <a:pt x="45967" y="7328"/>
                    <a:pt x="44919" y="7328"/>
                  </a:cubicBezTo>
                  <a:cubicBezTo>
                    <a:pt x="42477" y="7328"/>
                    <a:pt x="40385" y="9227"/>
                    <a:pt x="40348" y="9260"/>
                  </a:cubicBezTo>
                  <a:lnTo>
                    <a:pt x="40348" y="9260"/>
                  </a:lnTo>
                  <a:cubicBezTo>
                    <a:pt x="40399" y="9214"/>
                    <a:pt x="44382" y="5559"/>
                    <a:pt x="42978" y="3687"/>
                  </a:cubicBezTo>
                  <a:cubicBezTo>
                    <a:pt x="42550" y="3111"/>
                    <a:pt x="41667" y="2872"/>
                    <a:pt x="40600" y="2872"/>
                  </a:cubicBezTo>
                  <a:cubicBezTo>
                    <a:pt x="38243" y="2872"/>
                    <a:pt x="34983" y="4038"/>
                    <a:pt x="33714" y="5335"/>
                  </a:cubicBezTo>
                  <a:cubicBezTo>
                    <a:pt x="33683" y="5335"/>
                    <a:pt x="32166" y="0"/>
                    <a:pt x="248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7"/>
            <p:cNvSpPr/>
            <p:nvPr/>
          </p:nvSpPr>
          <p:spPr>
            <a:xfrm>
              <a:off x="-1180550" y="1440279"/>
              <a:ext cx="2567552" cy="2854196"/>
            </a:xfrm>
            <a:custGeom>
              <a:avLst/>
              <a:gdLst/>
              <a:ahLst/>
              <a:cxnLst/>
              <a:rect l="l" t="t" r="r" b="b"/>
              <a:pathLst>
                <a:path w="53960" h="59981" extrusionOk="0">
                  <a:moveTo>
                    <a:pt x="24850" y="0"/>
                  </a:moveTo>
                  <a:cubicBezTo>
                    <a:pt x="22889" y="0"/>
                    <a:pt x="20509" y="388"/>
                    <a:pt x="17628" y="1370"/>
                  </a:cubicBezTo>
                  <a:cubicBezTo>
                    <a:pt x="8560" y="4472"/>
                    <a:pt x="6244" y="11459"/>
                    <a:pt x="12760" y="12166"/>
                  </a:cubicBezTo>
                  <a:cubicBezTo>
                    <a:pt x="12760" y="12166"/>
                    <a:pt x="2514" y="13344"/>
                    <a:pt x="2514" y="20056"/>
                  </a:cubicBezTo>
                  <a:cubicBezTo>
                    <a:pt x="2514" y="23375"/>
                    <a:pt x="4704" y="24218"/>
                    <a:pt x="6932" y="24218"/>
                  </a:cubicBezTo>
                  <a:cubicBezTo>
                    <a:pt x="8673" y="24218"/>
                    <a:pt x="10438" y="23703"/>
                    <a:pt x="11196" y="23450"/>
                  </a:cubicBezTo>
                  <a:lnTo>
                    <a:pt x="11196" y="23450"/>
                  </a:lnTo>
                  <a:cubicBezTo>
                    <a:pt x="9167" y="24198"/>
                    <a:pt x="0" y="28018"/>
                    <a:pt x="4870" y="34463"/>
                  </a:cubicBezTo>
                  <a:cubicBezTo>
                    <a:pt x="4870" y="34463"/>
                    <a:pt x="7192" y="36328"/>
                    <a:pt x="10083" y="36328"/>
                  </a:cubicBezTo>
                  <a:cubicBezTo>
                    <a:pt x="11749" y="36328"/>
                    <a:pt x="13604" y="35709"/>
                    <a:pt x="15312" y="33757"/>
                  </a:cubicBezTo>
                  <a:lnTo>
                    <a:pt x="15312" y="33757"/>
                  </a:lnTo>
                  <a:cubicBezTo>
                    <a:pt x="15311" y="33757"/>
                    <a:pt x="12171" y="37683"/>
                    <a:pt x="15665" y="39331"/>
                  </a:cubicBezTo>
                  <a:cubicBezTo>
                    <a:pt x="16190" y="39582"/>
                    <a:pt x="16704" y="39684"/>
                    <a:pt x="17206" y="39684"/>
                  </a:cubicBezTo>
                  <a:cubicBezTo>
                    <a:pt x="19510" y="39684"/>
                    <a:pt x="21576" y="37525"/>
                    <a:pt x="23366" y="37525"/>
                  </a:cubicBezTo>
                  <a:cubicBezTo>
                    <a:pt x="23757" y="37525"/>
                    <a:pt x="24134" y="37628"/>
                    <a:pt x="24498" y="37879"/>
                  </a:cubicBezTo>
                  <a:cubicBezTo>
                    <a:pt x="24498" y="37879"/>
                    <a:pt x="29130" y="43492"/>
                    <a:pt x="26343" y="59980"/>
                  </a:cubicBezTo>
                  <a:lnTo>
                    <a:pt x="31446" y="59980"/>
                  </a:lnTo>
                  <a:cubicBezTo>
                    <a:pt x="31446" y="59980"/>
                    <a:pt x="27246" y="40980"/>
                    <a:pt x="33880" y="36897"/>
                  </a:cubicBezTo>
                  <a:cubicBezTo>
                    <a:pt x="33880" y="36897"/>
                    <a:pt x="34448" y="36568"/>
                    <a:pt x="35278" y="36568"/>
                  </a:cubicBezTo>
                  <a:cubicBezTo>
                    <a:pt x="36095" y="36568"/>
                    <a:pt x="37166" y="36887"/>
                    <a:pt x="38198" y="38154"/>
                  </a:cubicBezTo>
                  <a:cubicBezTo>
                    <a:pt x="38764" y="38848"/>
                    <a:pt x="39760" y="39176"/>
                    <a:pt x="40905" y="39176"/>
                  </a:cubicBezTo>
                  <a:cubicBezTo>
                    <a:pt x="43970" y="39176"/>
                    <a:pt x="48105" y="36826"/>
                    <a:pt x="47934" y="32854"/>
                  </a:cubicBezTo>
                  <a:cubicBezTo>
                    <a:pt x="47799" y="29765"/>
                    <a:pt x="46414" y="29101"/>
                    <a:pt x="45248" y="29101"/>
                  </a:cubicBezTo>
                  <a:cubicBezTo>
                    <a:pt x="45160" y="29101"/>
                    <a:pt x="45073" y="29105"/>
                    <a:pt x="44989" y="29111"/>
                  </a:cubicBezTo>
                  <a:lnTo>
                    <a:pt x="44989" y="29111"/>
                  </a:lnTo>
                  <a:cubicBezTo>
                    <a:pt x="47808" y="28235"/>
                    <a:pt x="53959" y="25627"/>
                    <a:pt x="53626" y="19625"/>
                  </a:cubicBezTo>
                  <a:cubicBezTo>
                    <a:pt x="53389" y="15718"/>
                    <a:pt x="50803" y="14747"/>
                    <a:pt x="48288" y="14747"/>
                  </a:cubicBezTo>
                  <a:cubicBezTo>
                    <a:pt x="45799" y="14747"/>
                    <a:pt x="43380" y="15699"/>
                    <a:pt x="43380" y="15699"/>
                  </a:cubicBezTo>
                  <a:cubicBezTo>
                    <a:pt x="43380" y="15699"/>
                    <a:pt x="51506" y="12087"/>
                    <a:pt x="48051" y="8711"/>
                  </a:cubicBezTo>
                  <a:cubicBezTo>
                    <a:pt x="47008" y="7703"/>
                    <a:pt x="45895" y="7350"/>
                    <a:pt x="44846" y="7350"/>
                  </a:cubicBezTo>
                  <a:cubicBezTo>
                    <a:pt x="42446" y="7350"/>
                    <a:pt x="40385" y="9203"/>
                    <a:pt x="40283" y="9296"/>
                  </a:cubicBezTo>
                  <a:lnTo>
                    <a:pt x="40283" y="9296"/>
                  </a:lnTo>
                  <a:cubicBezTo>
                    <a:pt x="40425" y="9166"/>
                    <a:pt x="44297" y="5576"/>
                    <a:pt x="42948" y="3726"/>
                  </a:cubicBezTo>
                  <a:cubicBezTo>
                    <a:pt x="42507" y="3151"/>
                    <a:pt x="41617" y="2911"/>
                    <a:pt x="40543" y="2911"/>
                  </a:cubicBezTo>
                  <a:cubicBezTo>
                    <a:pt x="38173" y="2911"/>
                    <a:pt x="34914" y="4078"/>
                    <a:pt x="33644" y="5375"/>
                  </a:cubicBezTo>
                  <a:cubicBezTo>
                    <a:pt x="33644" y="5344"/>
                    <a:pt x="32134" y="0"/>
                    <a:pt x="248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7"/>
            <p:cNvSpPr/>
            <p:nvPr/>
          </p:nvSpPr>
          <p:spPr>
            <a:xfrm>
              <a:off x="7570792" y="3578859"/>
              <a:ext cx="203606" cy="717391"/>
            </a:xfrm>
            <a:custGeom>
              <a:avLst/>
              <a:gdLst/>
              <a:ahLst/>
              <a:cxnLst/>
              <a:rect l="l" t="t" r="r" b="b"/>
              <a:pathLst>
                <a:path w="4279" h="15076" extrusionOk="0">
                  <a:moveTo>
                    <a:pt x="0" y="1"/>
                  </a:moveTo>
                  <a:lnTo>
                    <a:pt x="0" y="15075"/>
                  </a:lnTo>
                  <a:lnTo>
                    <a:pt x="4279" y="15075"/>
                  </a:lnTo>
                  <a:lnTo>
                    <a:pt x="4279" y="1"/>
                  </a:lnTo>
                  <a:close/>
                </a:path>
              </a:pathLst>
            </a:custGeom>
            <a:solidFill>
              <a:srgbClr val="82A6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7"/>
            <p:cNvSpPr/>
            <p:nvPr/>
          </p:nvSpPr>
          <p:spPr>
            <a:xfrm>
              <a:off x="6696595" y="1587644"/>
              <a:ext cx="1951977" cy="2269233"/>
            </a:xfrm>
            <a:custGeom>
              <a:avLst/>
              <a:gdLst/>
              <a:ahLst/>
              <a:cxnLst/>
              <a:rect l="l" t="t" r="r" b="b"/>
              <a:pathLst>
                <a:path w="41023" h="47688" extrusionOk="0">
                  <a:moveTo>
                    <a:pt x="20256" y="1"/>
                  </a:moveTo>
                  <a:cubicBezTo>
                    <a:pt x="20256" y="14565"/>
                    <a:pt x="10953" y="21945"/>
                    <a:pt x="4318" y="23162"/>
                  </a:cubicBezTo>
                  <a:cubicBezTo>
                    <a:pt x="5031" y="23381"/>
                    <a:pt x="5755" y="23474"/>
                    <a:pt x="6470" y="23474"/>
                  </a:cubicBezTo>
                  <a:cubicBezTo>
                    <a:pt x="10361" y="23474"/>
                    <a:pt x="13975" y="20728"/>
                    <a:pt x="13975" y="20728"/>
                  </a:cubicBezTo>
                  <a:lnTo>
                    <a:pt x="13975" y="20767"/>
                  </a:lnTo>
                  <a:cubicBezTo>
                    <a:pt x="11541" y="23947"/>
                    <a:pt x="7969" y="26106"/>
                    <a:pt x="4004" y="26773"/>
                  </a:cubicBezTo>
                  <a:cubicBezTo>
                    <a:pt x="4004" y="26773"/>
                    <a:pt x="5296" y="27533"/>
                    <a:pt x="7655" y="27533"/>
                  </a:cubicBezTo>
                  <a:cubicBezTo>
                    <a:pt x="8687" y="27533"/>
                    <a:pt x="9923" y="27388"/>
                    <a:pt x="11345" y="26970"/>
                  </a:cubicBezTo>
                  <a:lnTo>
                    <a:pt x="11345" y="26970"/>
                  </a:lnTo>
                  <a:cubicBezTo>
                    <a:pt x="8990" y="30424"/>
                    <a:pt x="5771" y="33172"/>
                    <a:pt x="2002" y="34939"/>
                  </a:cubicBezTo>
                  <a:cubicBezTo>
                    <a:pt x="2039" y="34976"/>
                    <a:pt x="2174" y="34993"/>
                    <a:pt x="2385" y="34993"/>
                  </a:cubicBezTo>
                  <a:cubicBezTo>
                    <a:pt x="3752" y="34993"/>
                    <a:pt x="8324" y="34279"/>
                    <a:pt x="10364" y="33565"/>
                  </a:cubicBezTo>
                  <a:lnTo>
                    <a:pt x="10364" y="33565"/>
                  </a:lnTo>
                  <a:cubicBezTo>
                    <a:pt x="8951" y="36548"/>
                    <a:pt x="5457" y="41691"/>
                    <a:pt x="0" y="42397"/>
                  </a:cubicBezTo>
                  <a:cubicBezTo>
                    <a:pt x="0" y="42397"/>
                    <a:pt x="1522" y="42702"/>
                    <a:pt x="3640" y="42702"/>
                  </a:cubicBezTo>
                  <a:cubicBezTo>
                    <a:pt x="5823" y="42702"/>
                    <a:pt x="8639" y="42378"/>
                    <a:pt x="11070" y="41063"/>
                  </a:cubicBezTo>
                  <a:lnTo>
                    <a:pt x="11070" y="41063"/>
                  </a:lnTo>
                  <a:cubicBezTo>
                    <a:pt x="10756" y="41887"/>
                    <a:pt x="7537" y="46598"/>
                    <a:pt x="4358" y="47540"/>
                  </a:cubicBezTo>
                  <a:cubicBezTo>
                    <a:pt x="5334" y="47593"/>
                    <a:pt x="6250" y="47618"/>
                    <a:pt x="7111" y="47618"/>
                  </a:cubicBezTo>
                  <a:cubicBezTo>
                    <a:pt x="18993" y="47618"/>
                    <a:pt x="20256" y="42908"/>
                    <a:pt x="20256" y="42908"/>
                  </a:cubicBezTo>
                  <a:cubicBezTo>
                    <a:pt x="20256" y="42908"/>
                    <a:pt x="21083" y="47688"/>
                    <a:pt x="34325" y="47688"/>
                  </a:cubicBezTo>
                  <a:cubicBezTo>
                    <a:pt x="34923" y="47688"/>
                    <a:pt x="35545" y="47678"/>
                    <a:pt x="36194" y="47658"/>
                  </a:cubicBezTo>
                  <a:cubicBezTo>
                    <a:pt x="36194" y="47658"/>
                    <a:pt x="29089" y="43732"/>
                    <a:pt x="29089" y="41377"/>
                  </a:cubicBezTo>
                  <a:lnTo>
                    <a:pt x="29089" y="41377"/>
                  </a:lnTo>
                  <a:cubicBezTo>
                    <a:pt x="31633" y="42944"/>
                    <a:pt x="34419" y="43359"/>
                    <a:pt x="36660" y="43359"/>
                  </a:cubicBezTo>
                  <a:cubicBezTo>
                    <a:pt x="39190" y="43359"/>
                    <a:pt x="41023" y="42829"/>
                    <a:pt x="41023" y="42829"/>
                  </a:cubicBezTo>
                  <a:cubicBezTo>
                    <a:pt x="35566" y="42123"/>
                    <a:pt x="31601" y="36666"/>
                    <a:pt x="30149" y="33643"/>
                  </a:cubicBezTo>
                  <a:lnTo>
                    <a:pt x="30149" y="33643"/>
                  </a:lnTo>
                  <a:cubicBezTo>
                    <a:pt x="31989" y="34277"/>
                    <a:pt x="35963" y="35351"/>
                    <a:pt x="37704" y="35351"/>
                  </a:cubicBezTo>
                  <a:cubicBezTo>
                    <a:pt x="38228" y="35351"/>
                    <a:pt x="38550" y="35254"/>
                    <a:pt x="38550" y="35017"/>
                  </a:cubicBezTo>
                  <a:cubicBezTo>
                    <a:pt x="33407" y="32269"/>
                    <a:pt x="30463" y="29286"/>
                    <a:pt x="28814" y="26734"/>
                  </a:cubicBezTo>
                  <a:lnTo>
                    <a:pt x="28814" y="26734"/>
                  </a:lnTo>
                  <a:cubicBezTo>
                    <a:pt x="30502" y="27310"/>
                    <a:pt x="31955" y="27502"/>
                    <a:pt x="33141" y="27502"/>
                  </a:cubicBezTo>
                  <a:cubicBezTo>
                    <a:pt x="35514" y="27502"/>
                    <a:pt x="36822" y="26734"/>
                    <a:pt x="36822" y="26734"/>
                  </a:cubicBezTo>
                  <a:cubicBezTo>
                    <a:pt x="33407" y="26145"/>
                    <a:pt x="30227" y="24457"/>
                    <a:pt x="27833" y="21906"/>
                  </a:cubicBezTo>
                  <a:lnTo>
                    <a:pt x="27833" y="21906"/>
                  </a:lnTo>
                  <a:cubicBezTo>
                    <a:pt x="29824" y="23308"/>
                    <a:pt x="31952" y="23669"/>
                    <a:pt x="33564" y="23669"/>
                  </a:cubicBezTo>
                  <a:cubicBezTo>
                    <a:pt x="35066" y="23669"/>
                    <a:pt x="36119" y="23355"/>
                    <a:pt x="36194" y="23280"/>
                  </a:cubicBezTo>
                  <a:cubicBezTo>
                    <a:pt x="31837" y="23280"/>
                    <a:pt x="20256" y="14643"/>
                    <a:pt x="20256" y="118"/>
                  </a:cubicBezTo>
                  <a:lnTo>
                    <a:pt x="202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7"/>
            <p:cNvSpPr/>
            <p:nvPr/>
          </p:nvSpPr>
          <p:spPr>
            <a:xfrm>
              <a:off x="8679926" y="3369683"/>
              <a:ext cx="179386" cy="924719"/>
            </a:xfrm>
            <a:custGeom>
              <a:avLst/>
              <a:gdLst/>
              <a:ahLst/>
              <a:cxnLst/>
              <a:rect l="l" t="t" r="r" b="b"/>
              <a:pathLst>
                <a:path w="3770" h="19433" extrusionOk="0">
                  <a:moveTo>
                    <a:pt x="1" y="0"/>
                  </a:moveTo>
                  <a:lnTo>
                    <a:pt x="1" y="19432"/>
                  </a:lnTo>
                  <a:lnTo>
                    <a:pt x="3769" y="19432"/>
                  </a:lnTo>
                  <a:lnTo>
                    <a:pt x="3769" y="0"/>
                  </a:lnTo>
                  <a:close/>
                </a:path>
              </a:pathLst>
            </a:custGeom>
            <a:solidFill>
              <a:srgbClr val="9ABC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7"/>
            <p:cNvSpPr/>
            <p:nvPr/>
          </p:nvSpPr>
          <p:spPr>
            <a:xfrm>
              <a:off x="7943958" y="1285063"/>
              <a:ext cx="1653159" cy="2181867"/>
            </a:xfrm>
            <a:custGeom>
              <a:avLst/>
              <a:gdLst/>
              <a:ahLst/>
              <a:cxnLst/>
              <a:rect l="l" t="t" r="r" b="b"/>
              <a:pathLst>
                <a:path w="34743" h="45852" extrusionOk="0">
                  <a:moveTo>
                    <a:pt x="17352" y="0"/>
                  </a:moveTo>
                  <a:cubicBezTo>
                    <a:pt x="11189" y="0"/>
                    <a:pt x="6164" y="3258"/>
                    <a:pt x="6164" y="7223"/>
                  </a:cubicBezTo>
                  <a:cubicBezTo>
                    <a:pt x="6164" y="7616"/>
                    <a:pt x="6242" y="8008"/>
                    <a:pt x="6321" y="8362"/>
                  </a:cubicBezTo>
                  <a:cubicBezTo>
                    <a:pt x="4240" y="9422"/>
                    <a:pt x="2906" y="11031"/>
                    <a:pt x="2906" y="12876"/>
                  </a:cubicBezTo>
                  <a:cubicBezTo>
                    <a:pt x="2906" y="14250"/>
                    <a:pt x="3691" y="15546"/>
                    <a:pt x="5026" y="16527"/>
                  </a:cubicBezTo>
                  <a:cubicBezTo>
                    <a:pt x="2906" y="17587"/>
                    <a:pt x="1532" y="19196"/>
                    <a:pt x="1532" y="21042"/>
                  </a:cubicBezTo>
                  <a:cubicBezTo>
                    <a:pt x="1532" y="22690"/>
                    <a:pt x="2631" y="24143"/>
                    <a:pt x="4319" y="25163"/>
                  </a:cubicBezTo>
                  <a:cubicBezTo>
                    <a:pt x="2474" y="26223"/>
                    <a:pt x="1335" y="27715"/>
                    <a:pt x="1335" y="29403"/>
                  </a:cubicBezTo>
                  <a:cubicBezTo>
                    <a:pt x="1335" y="30816"/>
                    <a:pt x="2121" y="32112"/>
                    <a:pt x="3455" y="33093"/>
                  </a:cubicBezTo>
                  <a:cubicBezTo>
                    <a:pt x="1335" y="34153"/>
                    <a:pt x="1" y="35763"/>
                    <a:pt x="1" y="37608"/>
                  </a:cubicBezTo>
                  <a:cubicBezTo>
                    <a:pt x="1" y="40709"/>
                    <a:pt x="3926" y="43261"/>
                    <a:pt x="8755" y="43261"/>
                  </a:cubicBezTo>
                  <a:cubicBezTo>
                    <a:pt x="9030" y="43261"/>
                    <a:pt x="9344" y="43261"/>
                    <a:pt x="9619" y="43221"/>
                  </a:cubicBezTo>
                  <a:cubicBezTo>
                    <a:pt x="11032" y="44792"/>
                    <a:pt x="13976" y="45851"/>
                    <a:pt x="17352" y="45851"/>
                  </a:cubicBezTo>
                  <a:cubicBezTo>
                    <a:pt x="20728" y="45851"/>
                    <a:pt x="23672" y="44792"/>
                    <a:pt x="25085" y="43221"/>
                  </a:cubicBezTo>
                  <a:cubicBezTo>
                    <a:pt x="25399" y="43221"/>
                    <a:pt x="25674" y="43261"/>
                    <a:pt x="25949" y="43261"/>
                  </a:cubicBezTo>
                  <a:cubicBezTo>
                    <a:pt x="30817" y="43261"/>
                    <a:pt x="34742" y="40709"/>
                    <a:pt x="34742" y="37608"/>
                  </a:cubicBezTo>
                  <a:cubicBezTo>
                    <a:pt x="34742" y="35763"/>
                    <a:pt x="33368" y="34153"/>
                    <a:pt x="31249" y="33093"/>
                  </a:cubicBezTo>
                  <a:cubicBezTo>
                    <a:pt x="32583" y="32112"/>
                    <a:pt x="33368" y="30816"/>
                    <a:pt x="33368" y="29403"/>
                  </a:cubicBezTo>
                  <a:cubicBezTo>
                    <a:pt x="33368" y="27715"/>
                    <a:pt x="32230" y="26184"/>
                    <a:pt x="30385" y="25163"/>
                  </a:cubicBezTo>
                  <a:cubicBezTo>
                    <a:pt x="32112" y="24143"/>
                    <a:pt x="33172" y="22651"/>
                    <a:pt x="33172" y="21042"/>
                  </a:cubicBezTo>
                  <a:cubicBezTo>
                    <a:pt x="33172" y="19196"/>
                    <a:pt x="31798" y="17587"/>
                    <a:pt x="29678" y="16527"/>
                  </a:cubicBezTo>
                  <a:cubicBezTo>
                    <a:pt x="31013" y="15546"/>
                    <a:pt x="31838" y="14250"/>
                    <a:pt x="31838" y="12837"/>
                  </a:cubicBezTo>
                  <a:cubicBezTo>
                    <a:pt x="31838" y="11031"/>
                    <a:pt x="30464" y="9422"/>
                    <a:pt x="28383" y="8362"/>
                  </a:cubicBezTo>
                  <a:cubicBezTo>
                    <a:pt x="28501" y="8008"/>
                    <a:pt x="28540" y="7616"/>
                    <a:pt x="28540" y="7223"/>
                  </a:cubicBezTo>
                  <a:cubicBezTo>
                    <a:pt x="28540" y="3219"/>
                    <a:pt x="23515" y="0"/>
                    <a:pt x="173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7"/>
            <p:cNvSpPr/>
            <p:nvPr/>
          </p:nvSpPr>
          <p:spPr>
            <a:xfrm>
              <a:off x="2641278" y="1131893"/>
              <a:ext cx="1739093" cy="2295833"/>
            </a:xfrm>
            <a:custGeom>
              <a:avLst/>
              <a:gdLst/>
              <a:ahLst/>
              <a:cxnLst/>
              <a:rect l="l" t="t" r="r" b="b"/>
              <a:pathLst>
                <a:path w="36549" h="48247" extrusionOk="0">
                  <a:moveTo>
                    <a:pt x="18255" y="0"/>
                  </a:moveTo>
                  <a:cubicBezTo>
                    <a:pt x="11739" y="0"/>
                    <a:pt x="6478" y="3415"/>
                    <a:pt x="6478" y="7577"/>
                  </a:cubicBezTo>
                  <a:cubicBezTo>
                    <a:pt x="6478" y="8008"/>
                    <a:pt x="6517" y="8401"/>
                    <a:pt x="6635" y="8794"/>
                  </a:cubicBezTo>
                  <a:cubicBezTo>
                    <a:pt x="4437" y="9893"/>
                    <a:pt x="3024" y="11620"/>
                    <a:pt x="3024" y="13504"/>
                  </a:cubicBezTo>
                  <a:cubicBezTo>
                    <a:pt x="3024" y="14996"/>
                    <a:pt x="3887" y="16370"/>
                    <a:pt x="5261" y="17391"/>
                  </a:cubicBezTo>
                  <a:cubicBezTo>
                    <a:pt x="3063" y="18490"/>
                    <a:pt x="1610" y="20217"/>
                    <a:pt x="1610" y="22141"/>
                  </a:cubicBezTo>
                  <a:cubicBezTo>
                    <a:pt x="1610" y="23868"/>
                    <a:pt x="2749" y="25399"/>
                    <a:pt x="4555" y="26459"/>
                  </a:cubicBezTo>
                  <a:cubicBezTo>
                    <a:pt x="2631" y="27558"/>
                    <a:pt x="1414" y="29168"/>
                    <a:pt x="1414" y="30934"/>
                  </a:cubicBezTo>
                  <a:cubicBezTo>
                    <a:pt x="1414" y="32426"/>
                    <a:pt x="2239" y="33800"/>
                    <a:pt x="3652" y="34820"/>
                  </a:cubicBezTo>
                  <a:cubicBezTo>
                    <a:pt x="1414" y="35920"/>
                    <a:pt x="1" y="37647"/>
                    <a:pt x="1" y="39570"/>
                  </a:cubicBezTo>
                  <a:cubicBezTo>
                    <a:pt x="1" y="42829"/>
                    <a:pt x="4123" y="45498"/>
                    <a:pt x="9226" y="45498"/>
                  </a:cubicBezTo>
                  <a:cubicBezTo>
                    <a:pt x="9501" y="45498"/>
                    <a:pt x="9815" y="45498"/>
                    <a:pt x="10129" y="45459"/>
                  </a:cubicBezTo>
                  <a:cubicBezTo>
                    <a:pt x="11621" y="47108"/>
                    <a:pt x="14683" y="48246"/>
                    <a:pt x="18255" y="48246"/>
                  </a:cubicBezTo>
                  <a:cubicBezTo>
                    <a:pt x="21827" y="48246"/>
                    <a:pt x="24929" y="47108"/>
                    <a:pt x="26420" y="45459"/>
                  </a:cubicBezTo>
                  <a:cubicBezTo>
                    <a:pt x="26695" y="45459"/>
                    <a:pt x="27009" y="45498"/>
                    <a:pt x="27323" y="45498"/>
                  </a:cubicBezTo>
                  <a:cubicBezTo>
                    <a:pt x="32387" y="45498"/>
                    <a:pt x="36548" y="42829"/>
                    <a:pt x="36548" y="39570"/>
                  </a:cubicBezTo>
                  <a:cubicBezTo>
                    <a:pt x="36509" y="37647"/>
                    <a:pt x="35096" y="35920"/>
                    <a:pt x="32858" y="34820"/>
                  </a:cubicBezTo>
                  <a:cubicBezTo>
                    <a:pt x="34272" y="33800"/>
                    <a:pt x="35096" y="32426"/>
                    <a:pt x="35096" y="30934"/>
                  </a:cubicBezTo>
                  <a:cubicBezTo>
                    <a:pt x="35096" y="29168"/>
                    <a:pt x="33879" y="27558"/>
                    <a:pt x="31955" y="26459"/>
                  </a:cubicBezTo>
                  <a:cubicBezTo>
                    <a:pt x="33761" y="25399"/>
                    <a:pt x="34900" y="23868"/>
                    <a:pt x="34900" y="22141"/>
                  </a:cubicBezTo>
                  <a:cubicBezTo>
                    <a:pt x="34900" y="20217"/>
                    <a:pt x="33447" y="18490"/>
                    <a:pt x="31249" y="17391"/>
                  </a:cubicBezTo>
                  <a:cubicBezTo>
                    <a:pt x="32623" y="16370"/>
                    <a:pt x="33486" y="14996"/>
                    <a:pt x="33486" y="13504"/>
                  </a:cubicBezTo>
                  <a:cubicBezTo>
                    <a:pt x="33486" y="11620"/>
                    <a:pt x="32073" y="9893"/>
                    <a:pt x="29875" y="8794"/>
                  </a:cubicBezTo>
                  <a:cubicBezTo>
                    <a:pt x="29993" y="8401"/>
                    <a:pt x="30032" y="8008"/>
                    <a:pt x="30032" y="7577"/>
                  </a:cubicBezTo>
                  <a:cubicBezTo>
                    <a:pt x="30032" y="3415"/>
                    <a:pt x="24772" y="0"/>
                    <a:pt x="18255" y="0"/>
                  </a:cubicBezTo>
                  <a:close/>
                </a:path>
              </a:pathLst>
            </a:custGeom>
            <a:solidFill>
              <a:srgbClr val="82A6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7"/>
            <p:cNvSpPr/>
            <p:nvPr/>
          </p:nvSpPr>
          <p:spPr>
            <a:xfrm>
              <a:off x="3414646" y="3326715"/>
              <a:ext cx="188665" cy="971400"/>
            </a:xfrm>
            <a:custGeom>
              <a:avLst/>
              <a:gdLst/>
              <a:ahLst/>
              <a:cxnLst/>
              <a:rect l="l" t="t" r="r" b="b"/>
              <a:pathLst>
                <a:path w="3965" h="20414" extrusionOk="0">
                  <a:moveTo>
                    <a:pt x="0" y="0"/>
                  </a:moveTo>
                  <a:lnTo>
                    <a:pt x="0" y="20414"/>
                  </a:lnTo>
                  <a:lnTo>
                    <a:pt x="3965" y="20414"/>
                  </a:lnTo>
                  <a:lnTo>
                    <a:pt x="3965" y="0"/>
                  </a:lnTo>
                  <a:close/>
                </a:path>
              </a:pathLst>
            </a:custGeom>
            <a:solidFill>
              <a:srgbClr val="708C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7"/>
            <p:cNvSpPr/>
            <p:nvPr/>
          </p:nvSpPr>
          <p:spPr>
            <a:xfrm>
              <a:off x="3452950" y="1660018"/>
              <a:ext cx="2372226" cy="2634448"/>
            </a:xfrm>
            <a:custGeom>
              <a:avLst/>
              <a:gdLst/>
              <a:ahLst/>
              <a:cxnLst/>
              <a:rect l="l" t="t" r="r" b="b"/>
              <a:pathLst>
                <a:path w="49855" h="55363" extrusionOk="0">
                  <a:moveTo>
                    <a:pt x="22979" y="0"/>
                  </a:moveTo>
                  <a:cubicBezTo>
                    <a:pt x="21167" y="0"/>
                    <a:pt x="18970" y="358"/>
                    <a:pt x="16311" y="1267"/>
                  </a:cubicBezTo>
                  <a:cubicBezTo>
                    <a:pt x="7949" y="4093"/>
                    <a:pt x="5790" y="10571"/>
                    <a:pt x="11796" y="11199"/>
                  </a:cubicBezTo>
                  <a:cubicBezTo>
                    <a:pt x="11796" y="11199"/>
                    <a:pt x="2375" y="12298"/>
                    <a:pt x="2375" y="18500"/>
                  </a:cubicBezTo>
                  <a:cubicBezTo>
                    <a:pt x="2375" y="21544"/>
                    <a:pt x="4379" y="22319"/>
                    <a:pt x="6420" y="22319"/>
                  </a:cubicBezTo>
                  <a:cubicBezTo>
                    <a:pt x="8029" y="22319"/>
                    <a:pt x="9662" y="21837"/>
                    <a:pt x="10354" y="21605"/>
                  </a:cubicBezTo>
                  <a:lnTo>
                    <a:pt x="10354" y="21605"/>
                  </a:lnTo>
                  <a:cubicBezTo>
                    <a:pt x="8506" y="22289"/>
                    <a:pt x="1" y="25840"/>
                    <a:pt x="4495" y="31808"/>
                  </a:cubicBezTo>
                  <a:cubicBezTo>
                    <a:pt x="4495" y="31808"/>
                    <a:pt x="6651" y="33537"/>
                    <a:pt x="9332" y="33537"/>
                  </a:cubicBezTo>
                  <a:cubicBezTo>
                    <a:pt x="10869" y="33537"/>
                    <a:pt x="12578" y="32968"/>
                    <a:pt x="14152" y="31180"/>
                  </a:cubicBezTo>
                  <a:lnTo>
                    <a:pt x="14152" y="31180"/>
                  </a:lnTo>
                  <a:cubicBezTo>
                    <a:pt x="14151" y="31181"/>
                    <a:pt x="11247" y="34792"/>
                    <a:pt x="14466" y="36323"/>
                  </a:cubicBezTo>
                  <a:cubicBezTo>
                    <a:pt x="14949" y="36547"/>
                    <a:pt x="15420" y="36639"/>
                    <a:pt x="15880" y="36639"/>
                  </a:cubicBezTo>
                  <a:cubicBezTo>
                    <a:pt x="18026" y="36639"/>
                    <a:pt x="19922" y="34633"/>
                    <a:pt x="21568" y="34633"/>
                  </a:cubicBezTo>
                  <a:cubicBezTo>
                    <a:pt x="21921" y="34633"/>
                    <a:pt x="22262" y="34725"/>
                    <a:pt x="22592" y="34949"/>
                  </a:cubicBezTo>
                  <a:cubicBezTo>
                    <a:pt x="22592" y="34949"/>
                    <a:pt x="26871" y="40170"/>
                    <a:pt x="24319" y="55362"/>
                  </a:cubicBezTo>
                  <a:lnTo>
                    <a:pt x="29069" y="55362"/>
                  </a:lnTo>
                  <a:cubicBezTo>
                    <a:pt x="29069" y="55362"/>
                    <a:pt x="25183" y="37854"/>
                    <a:pt x="31307" y="34085"/>
                  </a:cubicBezTo>
                  <a:cubicBezTo>
                    <a:pt x="31307" y="34085"/>
                    <a:pt x="31834" y="33771"/>
                    <a:pt x="32605" y="33771"/>
                  </a:cubicBezTo>
                  <a:cubicBezTo>
                    <a:pt x="33351" y="33771"/>
                    <a:pt x="34325" y="34065"/>
                    <a:pt x="35271" y="35224"/>
                  </a:cubicBezTo>
                  <a:cubicBezTo>
                    <a:pt x="35792" y="35861"/>
                    <a:pt x="36708" y="36162"/>
                    <a:pt x="37761" y="36162"/>
                  </a:cubicBezTo>
                  <a:cubicBezTo>
                    <a:pt x="40597" y="36162"/>
                    <a:pt x="44433" y="33980"/>
                    <a:pt x="44261" y="30317"/>
                  </a:cubicBezTo>
                  <a:cubicBezTo>
                    <a:pt x="44149" y="27477"/>
                    <a:pt x="42879" y="26866"/>
                    <a:pt x="41806" y="26866"/>
                  </a:cubicBezTo>
                  <a:cubicBezTo>
                    <a:pt x="41725" y="26866"/>
                    <a:pt x="41646" y="26869"/>
                    <a:pt x="41568" y="26876"/>
                  </a:cubicBezTo>
                  <a:lnTo>
                    <a:pt x="41568" y="26876"/>
                  </a:lnTo>
                  <a:cubicBezTo>
                    <a:pt x="44176" y="26065"/>
                    <a:pt x="49855" y="23654"/>
                    <a:pt x="49521" y="18108"/>
                  </a:cubicBezTo>
                  <a:cubicBezTo>
                    <a:pt x="49304" y="14486"/>
                    <a:pt x="46911" y="13588"/>
                    <a:pt x="44592" y="13588"/>
                  </a:cubicBezTo>
                  <a:cubicBezTo>
                    <a:pt x="42310" y="13588"/>
                    <a:pt x="40100" y="14457"/>
                    <a:pt x="40100" y="14457"/>
                  </a:cubicBezTo>
                  <a:cubicBezTo>
                    <a:pt x="40100" y="14457"/>
                    <a:pt x="47598" y="11159"/>
                    <a:pt x="44379" y="8058"/>
                  </a:cubicBezTo>
                  <a:cubicBezTo>
                    <a:pt x="43412" y="7127"/>
                    <a:pt x="42381" y="6801"/>
                    <a:pt x="41412" y="6801"/>
                  </a:cubicBezTo>
                  <a:cubicBezTo>
                    <a:pt x="39173" y="6801"/>
                    <a:pt x="37264" y="8542"/>
                    <a:pt x="37235" y="8568"/>
                  </a:cubicBezTo>
                  <a:lnTo>
                    <a:pt x="37235" y="8568"/>
                  </a:lnTo>
                  <a:cubicBezTo>
                    <a:pt x="37275" y="8531"/>
                    <a:pt x="40956" y="5144"/>
                    <a:pt x="39668" y="3426"/>
                  </a:cubicBezTo>
                  <a:cubicBezTo>
                    <a:pt x="39279" y="2903"/>
                    <a:pt x="38471" y="2685"/>
                    <a:pt x="37491" y="2685"/>
                  </a:cubicBezTo>
                  <a:cubicBezTo>
                    <a:pt x="35310" y="2685"/>
                    <a:pt x="32275" y="3765"/>
                    <a:pt x="31110" y="4957"/>
                  </a:cubicBezTo>
                  <a:cubicBezTo>
                    <a:pt x="31110" y="4926"/>
                    <a:pt x="29698" y="0"/>
                    <a:pt x="229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7"/>
            <p:cNvSpPr/>
            <p:nvPr/>
          </p:nvSpPr>
          <p:spPr>
            <a:xfrm>
              <a:off x="5183548" y="3625585"/>
              <a:ext cx="194327" cy="691220"/>
            </a:xfrm>
            <a:custGeom>
              <a:avLst/>
              <a:gdLst/>
              <a:ahLst/>
              <a:cxnLst/>
              <a:rect l="l" t="t" r="r" b="b"/>
              <a:pathLst>
                <a:path w="4084" h="14526" extrusionOk="0">
                  <a:moveTo>
                    <a:pt x="1" y="0"/>
                  </a:moveTo>
                  <a:lnTo>
                    <a:pt x="1" y="14525"/>
                  </a:lnTo>
                  <a:lnTo>
                    <a:pt x="4083" y="14525"/>
                  </a:lnTo>
                  <a:lnTo>
                    <a:pt x="4083" y="0"/>
                  </a:lnTo>
                  <a:close/>
                </a:path>
              </a:pathLst>
            </a:custGeom>
            <a:solidFill>
              <a:srgbClr val="82A6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7"/>
            <p:cNvSpPr/>
            <p:nvPr/>
          </p:nvSpPr>
          <p:spPr>
            <a:xfrm>
              <a:off x="4341136" y="1752044"/>
              <a:ext cx="1881031" cy="2138517"/>
            </a:xfrm>
            <a:custGeom>
              <a:avLst/>
              <a:gdLst/>
              <a:ahLst/>
              <a:cxnLst/>
              <a:rect l="l" t="t" r="r" b="b"/>
              <a:pathLst>
                <a:path w="39532" h="44941" extrusionOk="0">
                  <a:moveTo>
                    <a:pt x="19510" y="0"/>
                  </a:moveTo>
                  <a:cubicBezTo>
                    <a:pt x="19510" y="13975"/>
                    <a:pt x="10560" y="20178"/>
                    <a:pt x="4201" y="21356"/>
                  </a:cubicBezTo>
                  <a:cubicBezTo>
                    <a:pt x="4874" y="21560"/>
                    <a:pt x="5558" y="21647"/>
                    <a:pt x="6235" y="21647"/>
                  </a:cubicBezTo>
                  <a:cubicBezTo>
                    <a:pt x="9974" y="21647"/>
                    <a:pt x="13465" y="19000"/>
                    <a:pt x="13465" y="19000"/>
                  </a:cubicBezTo>
                  <a:lnTo>
                    <a:pt x="13465" y="19040"/>
                  </a:lnTo>
                  <a:cubicBezTo>
                    <a:pt x="11110" y="22102"/>
                    <a:pt x="7694" y="24182"/>
                    <a:pt x="3886" y="24810"/>
                  </a:cubicBezTo>
                  <a:cubicBezTo>
                    <a:pt x="3886" y="24810"/>
                    <a:pt x="5143" y="25553"/>
                    <a:pt x="7418" y="25553"/>
                  </a:cubicBezTo>
                  <a:cubicBezTo>
                    <a:pt x="8409" y="25553"/>
                    <a:pt x="9594" y="25412"/>
                    <a:pt x="10953" y="25006"/>
                  </a:cubicBezTo>
                  <a:lnTo>
                    <a:pt x="10953" y="25006"/>
                  </a:lnTo>
                  <a:cubicBezTo>
                    <a:pt x="8676" y="28343"/>
                    <a:pt x="5574" y="30973"/>
                    <a:pt x="1924" y="32661"/>
                  </a:cubicBezTo>
                  <a:cubicBezTo>
                    <a:pt x="1962" y="32700"/>
                    <a:pt x="2102" y="32717"/>
                    <a:pt x="2320" y="32717"/>
                  </a:cubicBezTo>
                  <a:cubicBezTo>
                    <a:pt x="3668" y="32717"/>
                    <a:pt x="8017" y="32042"/>
                    <a:pt x="10010" y="31366"/>
                  </a:cubicBezTo>
                  <a:lnTo>
                    <a:pt x="10010" y="31366"/>
                  </a:lnTo>
                  <a:cubicBezTo>
                    <a:pt x="8597" y="34232"/>
                    <a:pt x="5260" y="39178"/>
                    <a:pt x="0" y="39845"/>
                  </a:cubicBezTo>
                  <a:cubicBezTo>
                    <a:pt x="0" y="39845"/>
                    <a:pt x="1511" y="40159"/>
                    <a:pt x="3602" y="40159"/>
                  </a:cubicBezTo>
                  <a:cubicBezTo>
                    <a:pt x="5692" y="40159"/>
                    <a:pt x="8362" y="39845"/>
                    <a:pt x="10678" y="38589"/>
                  </a:cubicBezTo>
                  <a:lnTo>
                    <a:pt x="10678" y="38589"/>
                  </a:lnTo>
                  <a:cubicBezTo>
                    <a:pt x="10364" y="39374"/>
                    <a:pt x="7262" y="43889"/>
                    <a:pt x="4201" y="44831"/>
                  </a:cubicBezTo>
                  <a:cubicBezTo>
                    <a:pt x="5130" y="44881"/>
                    <a:pt x="6003" y="44904"/>
                    <a:pt x="6824" y="44904"/>
                  </a:cubicBezTo>
                  <a:cubicBezTo>
                    <a:pt x="18314" y="44904"/>
                    <a:pt x="19510" y="40356"/>
                    <a:pt x="19510" y="40356"/>
                  </a:cubicBezTo>
                  <a:cubicBezTo>
                    <a:pt x="19510" y="40356"/>
                    <a:pt x="20298" y="44941"/>
                    <a:pt x="32995" y="44941"/>
                  </a:cubicBezTo>
                  <a:cubicBezTo>
                    <a:pt x="33590" y="44941"/>
                    <a:pt x="34211" y="44930"/>
                    <a:pt x="34860" y="44909"/>
                  </a:cubicBezTo>
                  <a:cubicBezTo>
                    <a:pt x="34860" y="44909"/>
                    <a:pt x="27990" y="41141"/>
                    <a:pt x="27990" y="38864"/>
                  </a:cubicBezTo>
                  <a:lnTo>
                    <a:pt x="27990" y="38864"/>
                  </a:lnTo>
                  <a:cubicBezTo>
                    <a:pt x="30500" y="40438"/>
                    <a:pt x="33243" y="40849"/>
                    <a:pt x="35425" y="40849"/>
                  </a:cubicBezTo>
                  <a:cubicBezTo>
                    <a:pt x="37815" y="40849"/>
                    <a:pt x="39531" y="40356"/>
                    <a:pt x="39531" y="40356"/>
                  </a:cubicBezTo>
                  <a:cubicBezTo>
                    <a:pt x="34271" y="39649"/>
                    <a:pt x="30463" y="34389"/>
                    <a:pt x="29050" y="31523"/>
                  </a:cubicBezTo>
                  <a:lnTo>
                    <a:pt x="29050" y="31523"/>
                  </a:lnTo>
                  <a:cubicBezTo>
                    <a:pt x="30795" y="32125"/>
                    <a:pt x="34616" y="33142"/>
                    <a:pt x="36305" y="33142"/>
                  </a:cubicBezTo>
                  <a:cubicBezTo>
                    <a:pt x="36820" y="33142"/>
                    <a:pt x="37136" y="33048"/>
                    <a:pt x="37136" y="32818"/>
                  </a:cubicBezTo>
                  <a:cubicBezTo>
                    <a:pt x="32190" y="30188"/>
                    <a:pt x="29364" y="27283"/>
                    <a:pt x="27754" y="24849"/>
                  </a:cubicBezTo>
                  <a:lnTo>
                    <a:pt x="27754" y="24849"/>
                  </a:lnTo>
                  <a:cubicBezTo>
                    <a:pt x="29390" y="25399"/>
                    <a:pt x="30794" y="25582"/>
                    <a:pt x="31940" y="25582"/>
                  </a:cubicBezTo>
                  <a:cubicBezTo>
                    <a:pt x="34231" y="25582"/>
                    <a:pt x="35488" y="24849"/>
                    <a:pt x="35488" y="24849"/>
                  </a:cubicBezTo>
                  <a:cubicBezTo>
                    <a:pt x="32151" y="24261"/>
                    <a:pt x="29128" y="22612"/>
                    <a:pt x="26812" y="20139"/>
                  </a:cubicBezTo>
                  <a:lnTo>
                    <a:pt x="26812" y="20139"/>
                  </a:lnTo>
                  <a:cubicBezTo>
                    <a:pt x="28739" y="21492"/>
                    <a:pt x="30806" y="21838"/>
                    <a:pt x="32363" y="21838"/>
                  </a:cubicBezTo>
                  <a:cubicBezTo>
                    <a:pt x="33787" y="21838"/>
                    <a:pt x="34785" y="21548"/>
                    <a:pt x="34860" y="21473"/>
                  </a:cubicBezTo>
                  <a:cubicBezTo>
                    <a:pt x="30698" y="21473"/>
                    <a:pt x="19510" y="14093"/>
                    <a:pt x="19510" y="79"/>
                  </a:cubicBezTo>
                  <a:lnTo>
                    <a:pt x="195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7"/>
            <p:cNvSpPr/>
            <p:nvPr/>
          </p:nvSpPr>
          <p:spPr>
            <a:xfrm>
              <a:off x="1834363" y="3511623"/>
              <a:ext cx="222305" cy="784629"/>
            </a:xfrm>
            <a:custGeom>
              <a:avLst/>
              <a:gdLst/>
              <a:ahLst/>
              <a:cxnLst/>
              <a:rect l="l" t="t" r="r" b="b"/>
              <a:pathLst>
                <a:path w="4672" h="16489" extrusionOk="0">
                  <a:moveTo>
                    <a:pt x="0" y="1"/>
                  </a:moveTo>
                  <a:lnTo>
                    <a:pt x="0" y="16488"/>
                  </a:lnTo>
                  <a:lnTo>
                    <a:pt x="4672" y="16488"/>
                  </a:lnTo>
                  <a:lnTo>
                    <a:pt x="46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7"/>
            <p:cNvSpPr/>
            <p:nvPr/>
          </p:nvSpPr>
          <p:spPr>
            <a:xfrm>
              <a:off x="876087" y="1329886"/>
              <a:ext cx="2140689" cy="2485793"/>
            </a:xfrm>
            <a:custGeom>
              <a:avLst/>
              <a:gdLst/>
              <a:ahLst/>
              <a:cxnLst/>
              <a:rect l="l" t="t" r="r" b="b"/>
              <a:pathLst>
                <a:path w="44989" h="52239" extrusionOk="0">
                  <a:moveTo>
                    <a:pt x="22220" y="0"/>
                  </a:moveTo>
                  <a:cubicBezTo>
                    <a:pt x="22220" y="15938"/>
                    <a:pt x="12053" y="24025"/>
                    <a:pt x="4751" y="25399"/>
                  </a:cubicBezTo>
                  <a:cubicBezTo>
                    <a:pt x="5509" y="25624"/>
                    <a:pt x="6279" y="25720"/>
                    <a:pt x="7040" y="25720"/>
                  </a:cubicBezTo>
                  <a:cubicBezTo>
                    <a:pt x="11330" y="25720"/>
                    <a:pt x="15350" y="22690"/>
                    <a:pt x="15350" y="22690"/>
                  </a:cubicBezTo>
                  <a:lnTo>
                    <a:pt x="15350" y="22730"/>
                  </a:lnTo>
                  <a:cubicBezTo>
                    <a:pt x="12681" y="26223"/>
                    <a:pt x="8755" y="28579"/>
                    <a:pt x="4398" y="29325"/>
                  </a:cubicBezTo>
                  <a:cubicBezTo>
                    <a:pt x="4398" y="29325"/>
                    <a:pt x="5834" y="30167"/>
                    <a:pt x="8438" y="30167"/>
                  </a:cubicBezTo>
                  <a:cubicBezTo>
                    <a:pt x="9563" y="30167"/>
                    <a:pt x="10906" y="30010"/>
                    <a:pt x="12445" y="29560"/>
                  </a:cubicBezTo>
                  <a:lnTo>
                    <a:pt x="12445" y="29560"/>
                  </a:lnTo>
                  <a:cubicBezTo>
                    <a:pt x="9893" y="33329"/>
                    <a:pt x="6321" y="36312"/>
                    <a:pt x="2199" y="38275"/>
                  </a:cubicBezTo>
                  <a:cubicBezTo>
                    <a:pt x="2233" y="38309"/>
                    <a:pt x="2361" y="38325"/>
                    <a:pt x="2562" y="38325"/>
                  </a:cubicBezTo>
                  <a:cubicBezTo>
                    <a:pt x="3980" y="38325"/>
                    <a:pt x="9082" y="37535"/>
                    <a:pt x="11385" y="36744"/>
                  </a:cubicBezTo>
                  <a:lnTo>
                    <a:pt x="11385" y="36744"/>
                  </a:lnTo>
                  <a:cubicBezTo>
                    <a:pt x="9815" y="40042"/>
                    <a:pt x="5968" y="45655"/>
                    <a:pt x="1" y="46440"/>
                  </a:cubicBezTo>
                  <a:cubicBezTo>
                    <a:pt x="1" y="46440"/>
                    <a:pt x="1672" y="46784"/>
                    <a:pt x="3996" y="46784"/>
                  </a:cubicBezTo>
                  <a:cubicBezTo>
                    <a:pt x="6385" y="46784"/>
                    <a:pt x="9465" y="46421"/>
                    <a:pt x="12131" y="44949"/>
                  </a:cubicBezTo>
                  <a:lnTo>
                    <a:pt x="12131" y="44949"/>
                  </a:lnTo>
                  <a:cubicBezTo>
                    <a:pt x="11817" y="45852"/>
                    <a:pt x="8284" y="51033"/>
                    <a:pt x="4790" y="52093"/>
                  </a:cubicBezTo>
                  <a:cubicBezTo>
                    <a:pt x="5860" y="52152"/>
                    <a:pt x="6866" y="52179"/>
                    <a:pt x="7810" y="52179"/>
                  </a:cubicBezTo>
                  <a:cubicBezTo>
                    <a:pt x="20860" y="52179"/>
                    <a:pt x="22259" y="46990"/>
                    <a:pt x="22259" y="46990"/>
                  </a:cubicBezTo>
                  <a:cubicBezTo>
                    <a:pt x="22259" y="46990"/>
                    <a:pt x="23164" y="52239"/>
                    <a:pt x="37835" y="52239"/>
                  </a:cubicBezTo>
                  <a:cubicBezTo>
                    <a:pt x="38442" y="52239"/>
                    <a:pt x="39073" y="52230"/>
                    <a:pt x="39728" y="52211"/>
                  </a:cubicBezTo>
                  <a:cubicBezTo>
                    <a:pt x="39728" y="52211"/>
                    <a:pt x="31916" y="47893"/>
                    <a:pt x="31916" y="45302"/>
                  </a:cubicBezTo>
                  <a:lnTo>
                    <a:pt x="31916" y="45302"/>
                  </a:lnTo>
                  <a:cubicBezTo>
                    <a:pt x="34712" y="47054"/>
                    <a:pt x="37799" y="47514"/>
                    <a:pt x="40271" y="47514"/>
                  </a:cubicBezTo>
                  <a:cubicBezTo>
                    <a:pt x="43006" y="47514"/>
                    <a:pt x="44988" y="46951"/>
                    <a:pt x="44988" y="46951"/>
                  </a:cubicBezTo>
                  <a:cubicBezTo>
                    <a:pt x="38982" y="46166"/>
                    <a:pt x="34664" y="40159"/>
                    <a:pt x="33055" y="36901"/>
                  </a:cubicBezTo>
                  <a:lnTo>
                    <a:pt x="33055" y="36901"/>
                  </a:lnTo>
                  <a:cubicBezTo>
                    <a:pt x="35053" y="37567"/>
                    <a:pt x="39435" y="38748"/>
                    <a:pt x="41334" y="38748"/>
                  </a:cubicBezTo>
                  <a:cubicBezTo>
                    <a:pt x="41896" y="38748"/>
                    <a:pt x="42241" y="38644"/>
                    <a:pt x="42241" y="38393"/>
                  </a:cubicBezTo>
                  <a:cubicBezTo>
                    <a:pt x="36627" y="35370"/>
                    <a:pt x="33408" y="32073"/>
                    <a:pt x="31563" y="29325"/>
                  </a:cubicBezTo>
                  <a:lnTo>
                    <a:pt x="31563" y="29325"/>
                  </a:lnTo>
                  <a:cubicBezTo>
                    <a:pt x="33421" y="29953"/>
                    <a:pt x="35022" y="30162"/>
                    <a:pt x="36330" y="30162"/>
                  </a:cubicBezTo>
                  <a:cubicBezTo>
                    <a:pt x="38947" y="30162"/>
                    <a:pt x="40395" y="29325"/>
                    <a:pt x="40395" y="29325"/>
                  </a:cubicBezTo>
                  <a:cubicBezTo>
                    <a:pt x="36627" y="28697"/>
                    <a:pt x="33172" y="26812"/>
                    <a:pt x="30542" y="23986"/>
                  </a:cubicBezTo>
                  <a:lnTo>
                    <a:pt x="30542" y="23986"/>
                  </a:lnTo>
                  <a:cubicBezTo>
                    <a:pt x="32739" y="25526"/>
                    <a:pt x="35097" y="25917"/>
                    <a:pt x="36870" y="25917"/>
                  </a:cubicBezTo>
                  <a:cubicBezTo>
                    <a:pt x="38485" y="25917"/>
                    <a:pt x="39614" y="25592"/>
                    <a:pt x="39689" y="25517"/>
                  </a:cubicBezTo>
                  <a:cubicBezTo>
                    <a:pt x="34939" y="25517"/>
                    <a:pt x="22220" y="16056"/>
                    <a:pt x="22220" y="118"/>
                  </a:cubicBezTo>
                  <a:lnTo>
                    <a:pt x="22220" y="0"/>
                  </a:lnTo>
                  <a:close/>
                </a:path>
              </a:pathLst>
            </a:custGeom>
            <a:solidFill>
              <a:srgbClr val="82A6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7"/>
            <p:cNvSpPr/>
            <p:nvPr/>
          </p:nvSpPr>
          <p:spPr>
            <a:xfrm>
              <a:off x="1801721" y="1864246"/>
              <a:ext cx="2187177" cy="2430214"/>
            </a:xfrm>
            <a:custGeom>
              <a:avLst/>
              <a:gdLst/>
              <a:ahLst/>
              <a:cxnLst/>
              <a:rect l="l" t="t" r="r" b="b"/>
              <a:pathLst>
                <a:path w="45966" h="51071" extrusionOk="0">
                  <a:moveTo>
                    <a:pt x="21184" y="0"/>
                  </a:moveTo>
                  <a:cubicBezTo>
                    <a:pt x="19510" y="0"/>
                    <a:pt x="17477" y="332"/>
                    <a:pt x="15015" y="1175"/>
                  </a:cubicBezTo>
                  <a:cubicBezTo>
                    <a:pt x="7321" y="3805"/>
                    <a:pt x="5319" y="9772"/>
                    <a:pt x="10854" y="10361"/>
                  </a:cubicBezTo>
                  <a:cubicBezTo>
                    <a:pt x="10854" y="10361"/>
                    <a:pt x="2178" y="11343"/>
                    <a:pt x="2178" y="17074"/>
                  </a:cubicBezTo>
                  <a:cubicBezTo>
                    <a:pt x="2178" y="19911"/>
                    <a:pt x="4038" y="20632"/>
                    <a:pt x="5929" y="20632"/>
                  </a:cubicBezTo>
                  <a:cubicBezTo>
                    <a:pt x="7411" y="20632"/>
                    <a:pt x="8913" y="20189"/>
                    <a:pt x="9552" y="19975"/>
                  </a:cubicBezTo>
                  <a:lnTo>
                    <a:pt x="9552" y="19975"/>
                  </a:lnTo>
                  <a:cubicBezTo>
                    <a:pt x="7841" y="20609"/>
                    <a:pt x="0" y="23887"/>
                    <a:pt x="4141" y="29361"/>
                  </a:cubicBezTo>
                  <a:cubicBezTo>
                    <a:pt x="4141" y="29361"/>
                    <a:pt x="6135" y="30944"/>
                    <a:pt x="8606" y="30944"/>
                  </a:cubicBezTo>
                  <a:cubicBezTo>
                    <a:pt x="10026" y="30944"/>
                    <a:pt x="11605" y="30421"/>
                    <a:pt x="13052" y="28772"/>
                  </a:cubicBezTo>
                  <a:lnTo>
                    <a:pt x="13052" y="28772"/>
                  </a:lnTo>
                  <a:cubicBezTo>
                    <a:pt x="13051" y="28773"/>
                    <a:pt x="10383" y="32109"/>
                    <a:pt x="13327" y="33483"/>
                  </a:cubicBezTo>
                  <a:cubicBezTo>
                    <a:pt x="13783" y="33699"/>
                    <a:pt x="14228" y="33788"/>
                    <a:pt x="14662" y="33788"/>
                  </a:cubicBezTo>
                  <a:cubicBezTo>
                    <a:pt x="16633" y="33788"/>
                    <a:pt x="18378" y="31962"/>
                    <a:pt x="19895" y="31962"/>
                  </a:cubicBezTo>
                  <a:cubicBezTo>
                    <a:pt x="20229" y="31962"/>
                    <a:pt x="20552" y="32050"/>
                    <a:pt x="20864" y="32266"/>
                  </a:cubicBezTo>
                  <a:cubicBezTo>
                    <a:pt x="20864" y="32266"/>
                    <a:pt x="24790" y="37056"/>
                    <a:pt x="22434" y="51070"/>
                  </a:cubicBezTo>
                  <a:lnTo>
                    <a:pt x="26792" y="51070"/>
                  </a:lnTo>
                  <a:cubicBezTo>
                    <a:pt x="26792" y="51070"/>
                    <a:pt x="23219" y="34936"/>
                    <a:pt x="28833" y="31442"/>
                  </a:cubicBezTo>
                  <a:cubicBezTo>
                    <a:pt x="28833" y="31442"/>
                    <a:pt x="29313" y="31162"/>
                    <a:pt x="30020" y="31162"/>
                  </a:cubicBezTo>
                  <a:cubicBezTo>
                    <a:pt x="30714" y="31162"/>
                    <a:pt x="31628" y="31432"/>
                    <a:pt x="32523" y="32502"/>
                  </a:cubicBezTo>
                  <a:cubicBezTo>
                    <a:pt x="33003" y="33099"/>
                    <a:pt x="33849" y="33381"/>
                    <a:pt x="34822" y="33381"/>
                  </a:cubicBezTo>
                  <a:cubicBezTo>
                    <a:pt x="37428" y="33381"/>
                    <a:pt x="40949" y="31361"/>
                    <a:pt x="40806" y="27987"/>
                  </a:cubicBezTo>
                  <a:cubicBezTo>
                    <a:pt x="40695" y="25353"/>
                    <a:pt x="39548" y="24778"/>
                    <a:pt x="38569" y="24778"/>
                  </a:cubicBezTo>
                  <a:cubicBezTo>
                    <a:pt x="38510" y="24778"/>
                    <a:pt x="38451" y="24780"/>
                    <a:pt x="38393" y="24784"/>
                  </a:cubicBezTo>
                  <a:lnTo>
                    <a:pt x="38393" y="24784"/>
                  </a:lnTo>
                  <a:cubicBezTo>
                    <a:pt x="40825" y="24010"/>
                    <a:pt x="45965" y="21767"/>
                    <a:pt x="45635" y="16721"/>
                  </a:cubicBezTo>
                  <a:cubicBezTo>
                    <a:pt x="45437" y="13374"/>
                    <a:pt x="43230" y="12545"/>
                    <a:pt x="41093" y="12545"/>
                  </a:cubicBezTo>
                  <a:cubicBezTo>
                    <a:pt x="38993" y="12545"/>
                    <a:pt x="36959" y="13345"/>
                    <a:pt x="36959" y="13345"/>
                  </a:cubicBezTo>
                  <a:cubicBezTo>
                    <a:pt x="36959" y="13345"/>
                    <a:pt x="43868" y="10283"/>
                    <a:pt x="40924" y="7417"/>
                  </a:cubicBezTo>
                  <a:cubicBezTo>
                    <a:pt x="40028" y="6556"/>
                    <a:pt x="39071" y="6255"/>
                    <a:pt x="38171" y="6255"/>
                  </a:cubicBezTo>
                  <a:cubicBezTo>
                    <a:pt x="36095" y="6255"/>
                    <a:pt x="34322" y="7859"/>
                    <a:pt x="34290" y="7888"/>
                  </a:cubicBezTo>
                  <a:lnTo>
                    <a:pt x="34290" y="7888"/>
                  </a:lnTo>
                  <a:cubicBezTo>
                    <a:pt x="34334" y="7848"/>
                    <a:pt x="37737" y="4737"/>
                    <a:pt x="36566" y="3138"/>
                  </a:cubicBezTo>
                  <a:cubicBezTo>
                    <a:pt x="36200" y="2649"/>
                    <a:pt x="35449" y="2446"/>
                    <a:pt x="34541" y="2446"/>
                  </a:cubicBezTo>
                  <a:cubicBezTo>
                    <a:pt x="32530" y="2446"/>
                    <a:pt x="29746" y="3443"/>
                    <a:pt x="28637" y="4551"/>
                  </a:cubicBezTo>
                  <a:lnTo>
                    <a:pt x="28637" y="4551"/>
                  </a:lnTo>
                  <a:cubicBezTo>
                    <a:pt x="28654" y="4504"/>
                    <a:pt x="27352" y="0"/>
                    <a:pt x="21184" y="0"/>
                  </a:cubicBezTo>
                  <a:close/>
                </a:path>
              </a:pathLst>
            </a:custGeom>
            <a:solidFill>
              <a:srgbClr val="9ABC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7"/>
            <p:cNvSpPr/>
            <p:nvPr/>
          </p:nvSpPr>
          <p:spPr>
            <a:xfrm>
              <a:off x="155060" y="1438233"/>
              <a:ext cx="1572840" cy="2071661"/>
            </a:xfrm>
            <a:custGeom>
              <a:avLst/>
              <a:gdLst/>
              <a:ahLst/>
              <a:cxnLst/>
              <a:rect l="l" t="t" r="r" b="b"/>
              <a:pathLst>
                <a:path w="33055" h="43536" extrusionOk="0">
                  <a:moveTo>
                    <a:pt x="16528" y="0"/>
                  </a:moveTo>
                  <a:cubicBezTo>
                    <a:pt x="10639" y="0"/>
                    <a:pt x="5889" y="3062"/>
                    <a:pt x="5889" y="6831"/>
                  </a:cubicBezTo>
                  <a:cubicBezTo>
                    <a:pt x="5889" y="7223"/>
                    <a:pt x="5929" y="7577"/>
                    <a:pt x="6046" y="7930"/>
                  </a:cubicBezTo>
                  <a:cubicBezTo>
                    <a:pt x="4084" y="8911"/>
                    <a:pt x="2749" y="10442"/>
                    <a:pt x="2749" y="12209"/>
                  </a:cubicBezTo>
                  <a:cubicBezTo>
                    <a:pt x="2749" y="13544"/>
                    <a:pt x="3534" y="14761"/>
                    <a:pt x="4790" y="15703"/>
                  </a:cubicBezTo>
                  <a:cubicBezTo>
                    <a:pt x="2788" y="16684"/>
                    <a:pt x="1493" y="18215"/>
                    <a:pt x="1493" y="19982"/>
                  </a:cubicBezTo>
                  <a:cubicBezTo>
                    <a:pt x="1493" y="21513"/>
                    <a:pt x="2513" y="22926"/>
                    <a:pt x="4123" y="23907"/>
                  </a:cubicBezTo>
                  <a:cubicBezTo>
                    <a:pt x="2396" y="24889"/>
                    <a:pt x="1296" y="26341"/>
                    <a:pt x="1296" y="27951"/>
                  </a:cubicBezTo>
                  <a:cubicBezTo>
                    <a:pt x="1296" y="29285"/>
                    <a:pt x="2042" y="30502"/>
                    <a:pt x="3338" y="31444"/>
                  </a:cubicBezTo>
                  <a:cubicBezTo>
                    <a:pt x="1296" y="32426"/>
                    <a:pt x="1" y="33957"/>
                    <a:pt x="1" y="35723"/>
                  </a:cubicBezTo>
                  <a:cubicBezTo>
                    <a:pt x="1" y="38668"/>
                    <a:pt x="3730" y="41062"/>
                    <a:pt x="8363" y="41062"/>
                  </a:cubicBezTo>
                  <a:cubicBezTo>
                    <a:pt x="8637" y="41062"/>
                    <a:pt x="8912" y="41062"/>
                    <a:pt x="9148" y="41023"/>
                  </a:cubicBezTo>
                  <a:cubicBezTo>
                    <a:pt x="10522" y="42515"/>
                    <a:pt x="13309" y="43535"/>
                    <a:pt x="16528" y="43535"/>
                  </a:cubicBezTo>
                  <a:cubicBezTo>
                    <a:pt x="19747" y="43535"/>
                    <a:pt x="22534" y="42515"/>
                    <a:pt x="23869" y="41023"/>
                  </a:cubicBezTo>
                  <a:cubicBezTo>
                    <a:pt x="24144" y="41023"/>
                    <a:pt x="24418" y="41062"/>
                    <a:pt x="24693" y="41062"/>
                  </a:cubicBezTo>
                  <a:cubicBezTo>
                    <a:pt x="29286" y="41062"/>
                    <a:pt x="33055" y="38668"/>
                    <a:pt x="33055" y="35723"/>
                  </a:cubicBezTo>
                  <a:cubicBezTo>
                    <a:pt x="33015" y="33957"/>
                    <a:pt x="31720" y="32426"/>
                    <a:pt x="29718" y="31444"/>
                  </a:cubicBezTo>
                  <a:cubicBezTo>
                    <a:pt x="30974" y="30502"/>
                    <a:pt x="31720" y="29246"/>
                    <a:pt x="31720" y="27911"/>
                  </a:cubicBezTo>
                  <a:cubicBezTo>
                    <a:pt x="31720" y="26302"/>
                    <a:pt x="30621" y="24889"/>
                    <a:pt x="28894" y="23907"/>
                  </a:cubicBezTo>
                  <a:cubicBezTo>
                    <a:pt x="30503" y="22926"/>
                    <a:pt x="31524" y="21513"/>
                    <a:pt x="31524" y="19982"/>
                  </a:cubicBezTo>
                  <a:cubicBezTo>
                    <a:pt x="31524" y="18215"/>
                    <a:pt x="30228" y="16684"/>
                    <a:pt x="28226" y="15703"/>
                  </a:cubicBezTo>
                  <a:cubicBezTo>
                    <a:pt x="29482" y="14761"/>
                    <a:pt x="30268" y="13544"/>
                    <a:pt x="30268" y="12170"/>
                  </a:cubicBezTo>
                  <a:cubicBezTo>
                    <a:pt x="30268" y="10442"/>
                    <a:pt x="28972" y="8911"/>
                    <a:pt x="27009" y="7930"/>
                  </a:cubicBezTo>
                  <a:cubicBezTo>
                    <a:pt x="27088" y="7577"/>
                    <a:pt x="27127" y="7184"/>
                    <a:pt x="27127" y="6831"/>
                  </a:cubicBezTo>
                  <a:cubicBezTo>
                    <a:pt x="27127" y="3062"/>
                    <a:pt x="22377" y="0"/>
                    <a:pt x="165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7"/>
            <p:cNvSpPr/>
            <p:nvPr/>
          </p:nvSpPr>
          <p:spPr>
            <a:xfrm>
              <a:off x="855579" y="3418218"/>
              <a:ext cx="170012" cy="878038"/>
            </a:xfrm>
            <a:custGeom>
              <a:avLst/>
              <a:gdLst/>
              <a:ahLst/>
              <a:cxnLst/>
              <a:rect l="l" t="t" r="r" b="b"/>
              <a:pathLst>
                <a:path w="3573" h="18452" extrusionOk="0">
                  <a:moveTo>
                    <a:pt x="0" y="1"/>
                  </a:moveTo>
                  <a:lnTo>
                    <a:pt x="0" y="18451"/>
                  </a:lnTo>
                  <a:lnTo>
                    <a:pt x="3572" y="18451"/>
                  </a:lnTo>
                  <a:lnTo>
                    <a:pt x="3572" y="1"/>
                  </a:lnTo>
                  <a:close/>
                </a:path>
              </a:pathLst>
            </a:custGeom>
            <a:solidFill>
              <a:srgbClr val="9ABC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7"/>
            <p:cNvSpPr/>
            <p:nvPr/>
          </p:nvSpPr>
          <p:spPr>
            <a:xfrm>
              <a:off x="-179259" y="4378351"/>
              <a:ext cx="9944790" cy="74756"/>
            </a:xfrm>
            <a:custGeom>
              <a:avLst/>
              <a:gdLst/>
              <a:ahLst/>
              <a:cxnLst/>
              <a:rect l="l" t="t" r="r" b="b"/>
              <a:pathLst>
                <a:path w="209001" h="1571" extrusionOk="0">
                  <a:moveTo>
                    <a:pt x="0" y="1"/>
                  </a:moveTo>
                  <a:lnTo>
                    <a:pt x="209000" y="1"/>
                  </a:lnTo>
                  <a:lnTo>
                    <a:pt x="209000" y="1571"/>
                  </a:lnTo>
                  <a:lnTo>
                    <a:pt x="0" y="157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7"/>
            <p:cNvSpPr/>
            <p:nvPr/>
          </p:nvSpPr>
          <p:spPr>
            <a:xfrm>
              <a:off x="-179259" y="4798245"/>
              <a:ext cx="9944790" cy="48"/>
            </a:xfrm>
            <a:custGeom>
              <a:avLst/>
              <a:gdLst/>
              <a:ahLst/>
              <a:cxnLst/>
              <a:rect l="l" t="t" r="r" b="b"/>
              <a:pathLst>
                <a:path w="209001" h="1" fill="none" extrusionOk="0">
                  <a:moveTo>
                    <a:pt x="0" y="1"/>
                  </a:moveTo>
                  <a:lnTo>
                    <a:pt x="209000" y="1"/>
                  </a:lnTo>
                </a:path>
              </a:pathLst>
            </a:custGeom>
            <a:noFill/>
            <a:ln w="43175" cap="rnd" cmpd="sng">
              <a:solidFill>
                <a:srgbClr val="FFFFFF"/>
              </a:solidFill>
              <a:prstDash val="solid"/>
              <a:miter lim="3925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5" name="Google Shape;555;p27"/>
          <p:cNvSpPr/>
          <p:nvPr/>
        </p:nvSpPr>
        <p:spPr>
          <a:xfrm>
            <a:off x="881100" y="434550"/>
            <a:ext cx="7381800" cy="4274400"/>
          </a:xfrm>
          <a:prstGeom prst="roundRect">
            <a:avLst>
              <a:gd name="adj" fmla="val 7687"/>
            </a:avLst>
          </a:prstGeom>
          <a:solidFill>
            <a:srgbClr val="FFFFFF"/>
          </a:solidFill>
          <a:ln w="762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7"/>
          <p:cNvSpPr txBox="1">
            <a:spLocks noGrp="1"/>
          </p:cNvSpPr>
          <p:nvPr>
            <p:ph type="title"/>
          </p:nvPr>
        </p:nvSpPr>
        <p:spPr>
          <a:xfrm>
            <a:off x="1453425" y="863350"/>
            <a:ext cx="5599800" cy="841800"/>
          </a:xfrm>
          <a:prstGeom prst="rect">
            <a:avLst/>
          </a:prstGeom>
        </p:spPr>
        <p:txBody>
          <a:bodyPr spcFirstLastPara="1" wrap="square" lIns="91425" tIns="91425" rIns="91425" bIns="91425" anchor="ctr" anchorCtr="0">
            <a:normAutofit/>
          </a:bodyPr>
          <a:lstStyle>
            <a:lvl1pPr lvl="0" rtl="0">
              <a:spcBef>
                <a:spcPts val="0"/>
              </a:spcBef>
              <a:spcAft>
                <a:spcPts val="0"/>
              </a:spcAft>
              <a:buClr>
                <a:schemeClr val="lt1"/>
              </a:buClr>
              <a:buSzPts val="3600"/>
              <a:buNone/>
              <a:defRPr sz="6000">
                <a:solidFill>
                  <a:schemeClr val="lt1"/>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557" name="Google Shape;557;p27"/>
          <p:cNvSpPr txBox="1">
            <a:spLocks noGrp="1"/>
          </p:cNvSpPr>
          <p:nvPr>
            <p:ph type="subTitle" idx="1"/>
          </p:nvPr>
        </p:nvSpPr>
        <p:spPr>
          <a:xfrm>
            <a:off x="1453425" y="2187038"/>
            <a:ext cx="4360200" cy="7134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800"/>
              <a:buFont typeface="Mouse Memoirs"/>
              <a:buNone/>
              <a:defRPr sz="3500">
                <a:solidFill>
                  <a:schemeClr val="accent4"/>
                </a:solidFill>
                <a:latin typeface="Mouse Memoirs"/>
                <a:ea typeface="Mouse Memoirs"/>
                <a:cs typeface="Mouse Memoirs"/>
                <a:sym typeface="Mouse Memoirs"/>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58" name="Google Shape;558;p27"/>
          <p:cNvSpPr txBox="1">
            <a:spLocks noGrp="1"/>
          </p:cNvSpPr>
          <p:nvPr>
            <p:ph type="subTitle" idx="2"/>
          </p:nvPr>
        </p:nvSpPr>
        <p:spPr>
          <a:xfrm>
            <a:off x="1453425" y="1691743"/>
            <a:ext cx="4360200" cy="3792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rgbClr val="302F2F"/>
              </a:buClr>
              <a:buSzPts val="1800"/>
              <a:buNone/>
              <a:defRPr sz="1600"/>
            </a:lvl1pPr>
            <a:lvl2pPr lvl="1" algn="ctr" rtl="0">
              <a:lnSpc>
                <a:spcPct val="100000"/>
              </a:lnSpc>
              <a:spcBef>
                <a:spcPts val="0"/>
              </a:spcBef>
              <a:spcAft>
                <a:spcPts val="0"/>
              </a:spcAft>
              <a:buClr>
                <a:srgbClr val="302F2F"/>
              </a:buClr>
              <a:buSzPts val="1400"/>
              <a:buNone/>
              <a:defRPr>
                <a:solidFill>
                  <a:srgbClr val="302F2F"/>
                </a:solidFill>
              </a:defRPr>
            </a:lvl2pPr>
            <a:lvl3pPr lvl="2" algn="ctr" rtl="0">
              <a:lnSpc>
                <a:spcPct val="100000"/>
              </a:lnSpc>
              <a:spcBef>
                <a:spcPts val="0"/>
              </a:spcBef>
              <a:spcAft>
                <a:spcPts val="0"/>
              </a:spcAft>
              <a:buClr>
                <a:srgbClr val="302F2F"/>
              </a:buClr>
              <a:buSzPts val="1400"/>
              <a:buNone/>
              <a:defRPr>
                <a:solidFill>
                  <a:srgbClr val="302F2F"/>
                </a:solidFill>
              </a:defRPr>
            </a:lvl3pPr>
            <a:lvl4pPr lvl="3" algn="ctr" rtl="0">
              <a:lnSpc>
                <a:spcPct val="100000"/>
              </a:lnSpc>
              <a:spcBef>
                <a:spcPts val="0"/>
              </a:spcBef>
              <a:spcAft>
                <a:spcPts val="0"/>
              </a:spcAft>
              <a:buClr>
                <a:srgbClr val="302F2F"/>
              </a:buClr>
              <a:buSzPts val="1400"/>
              <a:buNone/>
              <a:defRPr>
                <a:solidFill>
                  <a:srgbClr val="302F2F"/>
                </a:solidFill>
              </a:defRPr>
            </a:lvl4pPr>
            <a:lvl5pPr lvl="4" algn="ctr" rtl="0">
              <a:lnSpc>
                <a:spcPct val="100000"/>
              </a:lnSpc>
              <a:spcBef>
                <a:spcPts val="0"/>
              </a:spcBef>
              <a:spcAft>
                <a:spcPts val="0"/>
              </a:spcAft>
              <a:buClr>
                <a:srgbClr val="302F2F"/>
              </a:buClr>
              <a:buSzPts val="1400"/>
              <a:buNone/>
              <a:defRPr>
                <a:solidFill>
                  <a:srgbClr val="302F2F"/>
                </a:solidFill>
              </a:defRPr>
            </a:lvl5pPr>
            <a:lvl6pPr lvl="5" algn="ctr" rtl="0">
              <a:lnSpc>
                <a:spcPct val="100000"/>
              </a:lnSpc>
              <a:spcBef>
                <a:spcPts val="0"/>
              </a:spcBef>
              <a:spcAft>
                <a:spcPts val="0"/>
              </a:spcAft>
              <a:buClr>
                <a:srgbClr val="302F2F"/>
              </a:buClr>
              <a:buSzPts val="1400"/>
              <a:buNone/>
              <a:defRPr>
                <a:solidFill>
                  <a:srgbClr val="302F2F"/>
                </a:solidFill>
              </a:defRPr>
            </a:lvl6pPr>
            <a:lvl7pPr lvl="6" algn="ctr" rtl="0">
              <a:lnSpc>
                <a:spcPct val="100000"/>
              </a:lnSpc>
              <a:spcBef>
                <a:spcPts val="0"/>
              </a:spcBef>
              <a:spcAft>
                <a:spcPts val="0"/>
              </a:spcAft>
              <a:buClr>
                <a:srgbClr val="302F2F"/>
              </a:buClr>
              <a:buSzPts val="1400"/>
              <a:buNone/>
              <a:defRPr>
                <a:solidFill>
                  <a:srgbClr val="302F2F"/>
                </a:solidFill>
              </a:defRPr>
            </a:lvl7pPr>
            <a:lvl8pPr lvl="7" algn="ctr" rtl="0">
              <a:lnSpc>
                <a:spcPct val="100000"/>
              </a:lnSpc>
              <a:spcBef>
                <a:spcPts val="0"/>
              </a:spcBef>
              <a:spcAft>
                <a:spcPts val="0"/>
              </a:spcAft>
              <a:buClr>
                <a:srgbClr val="302F2F"/>
              </a:buClr>
              <a:buSzPts val="1400"/>
              <a:buNone/>
              <a:defRPr>
                <a:solidFill>
                  <a:srgbClr val="302F2F"/>
                </a:solidFill>
              </a:defRPr>
            </a:lvl8pPr>
            <a:lvl9pPr lvl="8" algn="ctr" rtl="0">
              <a:lnSpc>
                <a:spcPct val="100000"/>
              </a:lnSpc>
              <a:spcBef>
                <a:spcPts val="0"/>
              </a:spcBef>
              <a:spcAft>
                <a:spcPts val="0"/>
              </a:spcAft>
              <a:buClr>
                <a:srgbClr val="302F2F"/>
              </a:buClr>
              <a:buSzPts val="1400"/>
              <a:buNone/>
              <a:defRPr>
                <a:solidFill>
                  <a:srgbClr val="302F2F"/>
                </a:solidFill>
              </a:defRPr>
            </a:lvl9pPr>
          </a:lstStyle>
          <a:p>
            <a:endParaRPr/>
          </a:p>
        </p:txBody>
      </p:sp>
      <p:sp>
        <p:nvSpPr>
          <p:cNvPr id="559" name="Google Shape;559;p27"/>
          <p:cNvSpPr txBox="1">
            <a:spLocks noGrp="1"/>
          </p:cNvSpPr>
          <p:nvPr>
            <p:ph type="subTitle" idx="3"/>
          </p:nvPr>
        </p:nvSpPr>
        <p:spPr>
          <a:xfrm>
            <a:off x="1453425" y="3949175"/>
            <a:ext cx="2152800" cy="3792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rgbClr val="302F2F"/>
              </a:buClr>
              <a:buSzPts val="1200"/>
              <a:buNone/>
              <a:defRPr sz="1200">
                <a:solidFill>
                  <a:srgbClr val="302F2F"/>
                </a:solidFill>
              </a:defRPr>
            </a:lvl1pPr>
            <a:lvl2pPr lvl="1" algn="ctr" rtl="0">
              <a:lnSpc>
                <a:spcPct val="100000"/>
              </a:lnSpc>
              <a:spcBef>
                <a:spcPts val="0"/>
              </a:spcBef>
              <a:spcAft>
                <a:spcPts val="0"/>
              </a:spcAft>
              <a:buClr>
                <a:srgbClr val="302F2F"/>
              </a:buClr>
              <a:buSzPts val="1200"/>
              <a:buNone/>
              <a:defRPr sz="1200">
                <a:solidFill>
                  <a:srgbClr val="302F2F"/>
                </a:solidFill>
              </a:defRPr>
            </a:lvl2pPr>
            <a:lvl3pPr lvl="2" algn="ctr" rtl="0">
              <a:lnSpc>
                <a:spcPct val="100000"/>
              </a:lnSpc>
              <a:spcBef>
                <a:spcPts val="0"/>
              </a:spcBef>
              <a:spcAft>
                <a:spcPts val="0"/>
              </a:spcAft>
              <a:buClr>
                <a:srgbClr val="302F2F"/>
              </a:buClr>
              <a:buSzPts val="1200"/>
              <a:buNone/>
              <a:defRPr sz="1200">
                <a:solidFill>
                  <a:srgbClr val="302F2F"/>
                </a:solidFill>
              </a:defRPr>
            </a:lvl3pPr>
            <a:lvl4pPr lvl="3" algn="ctr" rtl="0">
              <a:lnSpc>
                <a:spcPct val="100000"/>
              </a:lnSpc>
              <a:spcBef>
                <a:spcPts val="0"/>
              </a:spcBef>
              <a:spcAft>
                <a:spcPts val="0"/>
              </a:spcAft>
              <a:buClr>
                <a:srgbClr val="302F2F"/>
              </a:buClr>
              <a:buSzPts val="1200"/>
              <a:buNone/>
              <a:defRPr sz="1200">
                <a:solidFill>
                  <a:srgbClr val="302F2F"/>
                </a:solidFill>
              </a:defRPr>
            </a:lvl4pPr>
            <a:lvl5pPr lvl="4" algn="ctr" rtl="0">
              <a:lnSpc>
                <a:spcPct val="100000"/>
              </a:lnSpc>
              <a:spcBef>
                <a:spcPts val="0"/>
              </a:spcBef>
              <a:spcAft>
                <a:spcPts val="0"/>
              </a:spcAft>
              <a:buClr>
                <a:srgbClr val="302F2F"/>
              </a:buClr>
              <a:buSzPts val="1200"/>
              <a:buNone/>
              <a:defRPr sz="1200">
                <a:solidFill>
                  <a:srgbClr val="302F2F"/>
                </a:solidFill>
              </a:defRPr>
            </a:lvl5pPr>
            <a:lvl6pPr lvl="5" algn="ctr" rtl="0">
              <a:lnSpc>
                <a:spcPct val="100000"/>
              </a:lnSpc>
              <a:spcBef>
                <a:spcPts val="0"/>
              </a:spcBef>
              <a:spcAft>
                <a:spcPts val="0"/>
              </a:spcAft>
              <a:buClr>
                <a:srgbClr val="302F2F"/>
              </a:buClr>
              <a:buSzPts val="1200"/>
              <a:buNone/>
              <a:defRPr sz="1200">
                <a:solidFill>
                  <a:srgbClr val="302F2F"/>
                </a:solidFill>
              </a:defRPr>
            </a:lvl6pPr>
            <a:lvl7pPr lvl="6" algn="ctr" rtl="0">
              <a:lnSpc>
                <a:spcPct val="100000"/>
              </a:lnSpc>
              <a:spcBef>
                <a:spcPts val="0"/>
              </a:spcBef>
              <a:spcAft>
                <a:spcPts val="0"/>
              </a:spcAft>
              <a:buClr>
                <a:srgbClr val="302F2F"/>
              </a:buClr>
              <a:buSzPts val="1200"/>
              <a:buNone/>
              <a:defRPr sz="1200">
                <a:solidFill>
                  <a:srgbClr val="302F2F"/>
                </a:solidFill>
              </a:defRPr>
            </a:lvl7pPr>
            <a:lvl8pPr lvl="7" algn="ctr" rtl="0">
              <a:lnSpc>
                <a:spcPct val="100000"/>
              </a:lnSpc>
              <a:spcBef>
                <a:spcPts val="0"/>
              </a:spcBef>
              <a:spcAft>
                <a:spcPts val="0"/>
              </a:spcAft>
              <a:buClr>
                <a:srgbClr val="302F2F"/>
              </a:buClr>
              <a:buSzPts val="1200"/>
              <a:buNone/>
              <a:defRPr sz="1200">
                <a:solidFill>
                  <a:srgbClr val="302F2F"/>
                </a:solidFill>
              </a:defRPr>
            </a:lvl8pPr>
            <a:lvl9pPr lvl="8" algn="ctr" rtl="0">
              <a:lnSpc>
                <a:spcPct val="100000"/>
              </a:lnSpc>
              <a:spcBef>
                <a:spcPts val="0"/>
              </a:spcBef>
              <a:spcAft>
                <a:spcPts val="0"/>
              </a:spcAft>
              <a:buClr>
                <a:srgbClr val="302F2F"/>
              </a:buClr>
              <a:buSzPts val="1200"/>
              <a:buNone/>
              <a:defRPr sz="1200">
                <a:solidFill>
                  <a:srgbClr val="302F2F"/>
                </a:solidFill>
              </a:defRPr>
            </a:lvl9pPr>
          </a:lstStyle>
          <a:p>
            <a:endParaRPr/>
          </a:p>
        </p:txBody>
      </p:sp>
      <p:sp>
        <p:nvSpPr>
          <p:cNvPr id="560" name="Google Shape;560;p27"/>
          <p:cNvSpPr txBox="1">
            <a:spLocks noGrp="1"/>
          </p:cNvSpPr>
          <p:nvPr>
            <p:ph type="subTitle" idx="4"/>
          </p:nvPr>
        </p:nvSpPr>
        <p:spPr>
          <a:xfrm>
            <a:off x="1453425" y="2891902"/>
            <a:ext cx="4360200" cy="6609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rgbClr val="302F2F"/>
              </a:buClr>
              <a:buSzPts val="1800"/>
              <a:buNone/>
              <a:defRPr sz="1600"/>
            </a:lvl1pPr>
            <a:lvl2pPr lvl="1" algn="ctr" rtl="0">
              <a:lnSpc>
                <a:spcPct val="100000"/>
              </a:lnSpc>
              <a:spcBef>
                <a:spcPts val="0"/>
              </a:spcBef>
              <a:spcAft>
                <a:spcPts val="0"/>
              </a:spcAft>
              <a:buClr>
                <a:srgbClr val="302F2F"/>
              </a:buClr>
              <a:buSzPts val="1400"/>
              <a:buNone/>
              <a:defRPr>
                <a:solidFill>
                  <a:srgbClr val="302F2F"/>
                </a:solidFill>
              </a:defRPr>
            </a:lvl2pPr>
            <a:lvl3pPr lvl="2" algn="ctr" rtl="0">
              <a:lnSpc>
                <a:spcPct val="100000"/>
              </a:lnSpc>
              <a:spcBef>
                <a:spcPts val="0"/>
              </a:spcBef>
              <a:spcAft>
                <a:spcPts val="0"/>
              </a:spcAft>
              <a:buClr>
                <a:srgbClr val="302F2F"/>
              </a:buClr>
              <a:buSzPts val="1400"/>
              <a:buNone/>
              <a:defRPr>
                <a:solidFill>
                  <a:srgbClr val="302F2F"/>
                </a:solidFill>
              </a:defRPr>
            </a:lvl3pPr>
            <a:lvl4pPr lvl="3" algn="ctr" rtl="0">
              <a:lnSpc>
                <a:spcPct val="100000"/>
              </a:lnSpc>
              <a:spcBef>
                <a:spcPts val="0"/>
              </a:spcBef>
              <a:spcAft>
                <a:spcPts val="0"/>
              </a:spcAft>
              <a:buClr>
                <a:srgbClr val="302F2F"/>
              </a:buClr>
              <a:buSzPts val="1400"/>
              <a:buNone/>
              <a:defRPr>
                <a:solidFill>
                  <a:srgbClr val="302F2F"/>
                </a:solidFill>
              </a:defRPr>
            </a:lvl4pPr>
            <a:lvl5pPr lvl="4" algn="ctr" rtl="0">
              <a:lnSpc>
                <a:spcPct val="100000"/>
              </a:lnSpc>
              <a:spcBef>
                <a:spcPts val="0"/>
              </a:spcBef>
              <a:spcAft>
                <a:spcPts val="0"/>
              </a:spcAft>
              <a:buClr>
                <a:srgbClr val="302F2F"/>
              </a:buClr>
              <a:buSzPts val="1400"/>
              <a:buNone/>
              <a:defRPr>
                <a:solidFill>
                  <a:srgbClr val="302F2F"/>
                </a:solidFill>
              </a:defRPr>
            </a:lvl5pPr>
            <a:lvl6pPr lvl="5" algn="ctr" rtl="0">
              <a:lnSpc>
                <a:spcPct val="100000"/>
              </a:lnSpc>
              <a:spcBef>
                <a:spcPts val="0"/>
              </a:spcBef>
              <a:spcAft>
                <a:spcPts val="0"/>
              </a:spcAft>
              <a:buClr>
                <a:srgbClr val="302F2F"/>
              </a:buClr>
              <a:buSzPts val="1400"/>
              <a:buNone/>
              <a:defRPr>
                <a:solidFill>
                  <a:srgbClr val="302F2F"/>
                </a:solidFill>
              </a:defRPr>
            </a:lvl6pPr>
            <a:lvl7pPr lvl="6" algn="ctr" rtl="0">
              <a:lnSpc>
                <a:spcPct val="100000"/>
              </a:lnSpc>
              <a:spcBef>
                <a:spcPts val="0"/>
              </a:spcBef>
              <a:spcAft>
                <a:spcPts val="0"/>
              </a:spcAft>
              <a:buClr>
                <a:srgbClr val="302F2F"/>
              </a:buClr>
              <a:buSzPts val="1400"/>
              <a:buNone/>
              <a:defRPr>
                <a:solidFill>
                  <a:srgbClr val="302F2F"/>
                </a:solidFill>
              </a:defRPr>
            </a:lvl7pPr>
            <a:lvl8pPr lvl="7" algn="ctr" rtl="0">
              <a:lnSpc>
                <a:spcPct val="100000"/>
              </a:lnSpc>
              <a:spcBef>
                <a:spcPts val="0"/>
              </a:spcBef>
              <a:spcAft>
                <a:spcPts val="0"/>
              </a:spcAft>
              <a:buClr>
                <a:srgbClr val="302F2F"/>
              </a:buClr>
              <a:buSzPts val="1400"/>
              <a:buNone/>
              <a:defRPr>
                <a:solidFill>
                  <a:srgbClr val="302F2F"/>
                </a:solidFill>
              </a:defRPr>
            </a:lvl8pPr>
            <a:lvl9pPr lvl="8" algn="ctr" rtl="0">
              <a:lnSpc>
                <a:spcPct val="100000"/>
              </a:lnSpc>
              <a:spcBef>
                <a:spcPts val="0"/>
              </a:spcBef>
              <a:spcAft>
                <a:spcPts val="0"/>
              </a:spcAft>
              <a:buClr>
                <a:srgbClr val="302F2F"/>
              </a:buClr>
              <a:buSzPts val="1400"/>
              <a:buNone/>
              <a:defRPr>
                <a:solidFill>
                  <a:srgbClr val="302F2F"/>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1">
  <p:cSld name="CUSTOM_12">
    <p:spTree>
      <p:nvGrpSpPr>
        <p:cNvPr id="1" name="Shape 589"/>
        <p:cNvGrpSpPr/>
        <p:nvPr/>
      </p:nvGrpSpPr>
      <p:grpSpPr>
        <a:xfrm>
          <a:off x="0" y="0"/>
          <a:ext cx="0" cy="0"/>
          <a:chOff x="0" y="0"/>
          <a:chExt cx="0" cy="0"/>
        </a:xfrm>
      </p:grpSpPr>
      <p:sp>
        <p:nvSpPr>
          <p:cNvPr id="590" name="Google Shape;590;p30"/>
          <p:cNvSpPr txBox="1">
            <a:spLocks noGrp="1"/>
          </p:cNvSpPr>
          <p:nvPr>
            <p:ph type="subTitle" idx="1"/>
          </p:nvPr>
        </p:nvSpPr>
        <p:spPr>
          <a:xfrm>
            <a:off x="1058850" y="3016038"/>
            <a:ext cx="2113200" cy="469800"/>
          </a:xfrm>
          <a:prstGeom prst="rect">
            <a:avLst/>
          </a:prstGeom>
        </p:spPr>
        <p:txBody>
          <a:bodyPr spcFirstLastPara="1" wrap="square" lIns="91425" tIns="91425" rIns="91425" bIns="91425" anchor="t" anchorCtr="0">
            <a:normAutofit/>
          </a:bodyPr>
          <a:lstStyle>
            <a:lvl1pPr lvl="0" algn="ctr" rtl="0">
              <a:lnSpc>
                <a:spcPct val="90000"/>
              </a:lnSpc>
              <a:spcBef>
                <a:spcPts val="0"/>
              </a:spcBef>
              <a:spcAft>
                <a:spcPts val="0"/>
              </a:spcAft>
              <a:buClr>
                <a:schemeClr val="lt2"/>
              </a:buClr>
              <a:buSzPts val="2000"/>
              <a:buFont typeface="Boogaloo"/>
              <a:buNone/>
              <a:defRPr sz="2800">
                <a:solidFill>
                  <a:schemeClr val="lt1"/>
                </a:solidFill>
                <a:latin typeface="Mouse Memoirs"/>
                <a:ea typeface="Mouse Memoirs"/>
                <a:cs typeface="Mouse Memoirs"/>
                <a:sym typeface="Mouse Memoirs"/>
              </a:defRPr>
            </a:lvl1pPr>
            <a:lvl2pPr lvl="1" algn="ctr" rtl="0">
              <a:lnSpc>
                <a:spcPct val="100000"/>
              </a:lnSpc>
              <a:spcBef>
                <a:spcPts val="0"/>
              </a:spcBef>
              <a:spcAft>
                <a:spcPts val="0"/>
              </a:spcAft>
              <a:buClr>
                <a:schemeClr val="lt2"/>
              </a:buClr>
              <a:buSzPts val="2000"/>
              <a:buFont typeface="Boogaloo"/>
              <a:buNone/>
              <a:defRPr sz="2000" b="1">
                <a:solidFill>
                  <a:schemeClr val="lt2"/>
                </a:solidFill>
                <a:latin typeface="Boogaloo"/>
                <a:ea typeface="Boogaloo"/>
                <a:cs typeface="Boogaloo"/>
                <a:sym typeface="Boogaloo"/>
              </a:defRPr>
            </a:lvl2pPr>
            <a:lvl3pPr lvl="2" algn="ctr" rtl="0">
              <a:lnSpc>
                <a:spcPct val="100000"/>
              </a:lnSpc>
              <a:spcBef>
                <a:spcPts val="0"/>
              </a:spcBef>
              <a:spcAft>
                <a:spcPts val="0"/>
              </a:spcAft>
              <a:buClr>
                <a:schemeClr val="lt2"/>
              </a:buClr>
              <a:buSzPts val="2000"/>
              <a:buFont typeface="Boogaloo"/>
              <a:buNone/>
              <a:defRPr sz="2000" b="1">
                <a:solidFill>
                  <a:schemeClr val="lt2"/>
                </a:solidFill>
                <a:latin typeface="Boogaloo"/>
                <a:ea typeface="Boogaloo"/>
                <a:cs typeface="Boogaloo"/>
                <a:sym typeface="Boogaloo"/>
              </a:defRPr>
            </a:lvl3pPr>
            <a:lvl4pPr lvl="3" algn="ctr" rtl="0">
              <a:lnSpc>
                <a:spcPct val="100000"/>
              </a:lnSpc>
              <a:spcBef>
                <a:spcPts val="0"/>
              </a:spcBef>
              <a:spcAft>
                <a:spcPts val="0"/>
              </a:spcAft>
              <a:buClr>
                <a:schemeClr val="lt2"/>
              </a:buClr>
              <a:buSzPts val="2000"/>
              <a:buFont typeface="Boogaloo"/>
              <a:buNone/>
              <a:defRPr sz="2000" b="1">
                <a:solidFill>
                  <a:schemeClr val="lt2"/>
                </a:solidFill>
                <a:latin typeface="Boogaloo"/>
                <a:ea typeface="Boogaloo"/>
                <a:cs typeface="Boogaloo"/>
                <a:sym typeface="Boogaloo"/>
              </a:defRPr>
            </a:lvl4pPr>
            <a:lvl5pPr lvl="4" algn="ctr" rtl="0">
              <a:lnSpc>
                <a:spcPct val="100000"/>
              </a:lnSpc>
              <a:spcBef>
                <a:spcPts val="0"/>
              </a:spcBef>
              <a:spcAft>
                <a:spcPts val="0"/>
              </a:spcAft>
              <a:buClr>
                <a:schemeClr val="lt2"/>
              </a:buClr>
              <a:buSzPts val="2000"/>
              <a:buFont typeface="Boogaloo"/>
              <a:buNone/>
              <a:defRPr sz="2000" b="1">
                <a:solidFill>
                  <a:schemeClr val="lt2"/>
                </a:solidFill>
                <a:latin typeface="Boogaloo"/>
                <a:ea typeface="Boogaloo"/>
                <a:cs typeface="Boogaloo"/>
                <a:sym typeface="Boogaloo"/>
              </a:defRPr>
            </a:lvl5pPr>
            <a:lvl6pPr lvl="5" algn="ctr" rtl="0">
              <a:lnSpc>
                <a:spcPct val="100000"/>
              </a:lnSpc>
              <a:spcBef>
                <a:spcPts val="0"/>
              </a:spcBef>
              <a:spcAft>
                <a:spcPts val="0"/>
              </a:spcAft>
              <a:buClr>
                <a:schemeClr val="lt2"/>
              </a:buClr>
              <a:buSzPts val="2000"/>
              <a:buFont typeface="Boogaloo"/>
              <a:buNone/>
              <a:defRPr sz="2000" b="1">
                <a:solidFill>
                  <a:schemeClr val="lt2"/>
                </a:solidFill>
                <a:latin typeface="Boogaloo"/>
                <a:ea typeface="Boogaloo"/>
                <a:cs typeface="Boogaloo"/>
                <a:sym typeface="Boogaloo"/>
              </a:defRPr>
            </a:lvl6pPr>
            <a:lvl7pPr lvl="6" algn="ctr" rtl="0">
              <a:lnSpc>
                <a:spcPct val="100000"/>
              </a:lnSpc>
              <a:spcBef>
                <a:spcPts val="0"/>
              </a:spcBef>
              <a:spcAft>
                <a:spcPts val="0"/>
              </a:spcAft>
              <a:buClr>
                <a:schemeClr val="lt2"/>
              </a:buClr>
              <a:buSzPts val="2000"/>
              <a:buFont typeface="Boogaloo"/>
              <a:buNone/>
              <a:defRPr sz="2000" b="1">
                <a:solidFill>
                  <a:schemeClr val="lt2"/>
                </a:solidFill>
                <a:latin typeface="Boogaloo"/>
                <a:ea typeface="Boogaloo"/>
                <a:cs typeface="Boogaloo"/>
                <a:sym typeface="Boogaloo"/>
              </a:defRPr>
            </a:lvl7pPr>
            <a:lvl8pPr lvl="7" algn="ctr" rtl="0">
              <a:lnSpc>
                <a:spcPct val="100000"/>
              </a:lnSpc>
              <a:spcBef>
                <a:spcPts val="0"/>
              </a:spcBef>
              <a:spcAft>
                <a:spcPts val="0"/>
              </a:spcAft>
              <a:buClr>
                <a:schemeClr val="lt2"/>
              </a:buClr>
              <a:buSzPts val="2000"/>
              <a:buFont typeface="Boogaloo"/>
              <a:buNone/>
              <a:defRPr sz="2000" b="1">
                <a:solidFill>
                  <a:schemeClr val="lt2"/>
                </a:solidFill>
                <a:latin typeface="Boogaloo"/>
                <a:ea typeface="Boogaloo"/>
                <a:cs typeface="Boogaloo"/>
                <a:sym typeface="Boogaloo"/>
              </a:defRPr>
            </a:lvl8pPr>
            <a:lvl9pPr lvl="8" algn="ctr" rtl="0">
              <a:lnSpc>
                <a:spcPct val="100000"/>
              </a:lnSpc>
              <a:spcBef>
                <a:spcPts val="0"/>
              </a:spcBef>
              <a:spcAft>
                <a:spcPts val="0"/>
              </a:spcAft>
              <a:buClr>
                <a:schemeClr val="lt2"/>
              </a:buClr>
              <a:buSzPts val="2000"/>
              <a:buFont typeface="Boogaloo"/>
              <a:buNone/>
              <a:defRPr sz="2000" b="1">
                <a:solidFill>
                  <a:schemeClr val="lt2"/>
                </a:solidFill>
                <a:latin typeface="Boogaloo"/>
                <a:ea typeface="Boogaloo"/>
                <a:cs typeface="Boogaloo"/>
                <a:sym typeface="Boogaloo"/>
              </a:defRPr>
            </a:lvl9pPr>
          </a:lstStyle>
          <a:p>
            <a:endParaRPr/>
          </a:p>
        </p:txBody>
      </p:sp>
      <p:sp>
        <p:nvSpPr>
          <p:cNvPr id="591" name="Google Shape;591;p30"/>
          <p:cNvSpPr txBox="1">
            <a:spLocks noGrp="1"/>
          </p:cNvSpPr>
          <p:nvPr>
            <p:ph type="subTitle" idx="2"/>
          </p:nvPr>
        </p:nvSpPr>
        <p:spPr>
          <a:xfrm>
            <a:off x="1058850" y="3485838"/>
            <a:ext cx="2113200" cy="8817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18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92" name="Google Shape;592;p30"/>
          <p:cNvSpPr txBox="1">
            <a:spLocks noGrp="1"/>
          </p:cNvSpPr>
          <p:nvPr>
            <p:ph type="subTitle" idx="3"/>
          </p:nvPr>
        </p:nvSpPr>
        <p:spPr>
          <a:xfrm>
            <a:off x="3515400" y="3016038"/>
            <a:ext cx="2113200" cy="469800"/>
          </a:xfrm>
          <a:prstGeom prst="rect">
            <a:avLst/>
          </a:prstGeom>
        </p:spPr>
        <p:txBody>
          <a:bodyPr spcFirstLastPara="1" wrap="square" lIns="91425" tIns="91425" rIns="91425" bIns="91425" anchor="t" anchorCtr="0">
            <a:normAutofit/>
          </a:bodyPr>
          <a:lstStyle>
            <a:lvl1pPr lvl="0" algn="ctr" rtl="0">
              <a:lnSpc>
                <a:spcPct val="90000"/>
              </a:lnSpc>
              <a:spcBef>
                <a:spcPts val="0"/>
              </a:spcBef>
              <a:spcAft>
                <a:spcPts val="0"/>
              </a:spcAft>
              <a:buClr>
                <a:schemeClr val="lt2"/>
              </a:buClr>
              <a:buSzPts val="2000"/>
              <a:buFont typeface="Boogaloo"/>
              <a:buNone/>
              <a:defRPr sz="2800">
                <a:solidFill>
                  <a:schemeClr val="accent4"/>
                </a:solidFill>
                <a:latin typeface="Mouse Memoirs"/>
                <a:ea typeface="Mouse Memoirs"/>
                <a:cs typeface="Mouse Memoirs"/>
                <a:sym typeface="Mouse Memoirs"/>
              </a:defRPr>
            </a:lvl1pPr>
            <a:lvl2pPr lvl="1" algn="ctr" rtl="0">
              <a:lnSpc>
                <a:spcPct val="100000"/>
              </a:lnSpc>
              <a:spcBef>
                <a:spcPts val="0"/>
              </a:spcBef>
              <a:spcAft>
                <a:spcPts val="0"/>
              </a:spcAft>
              <a:buClr>
                <a:schemeClr val="lt2"/>
              </a:buClr>
              <a:buSzPts val="2000"/>
              <a:buFont typeface="Boogaloo"/>
              <a:buNone/>
              <a:defRPr sz="2000" b="1">
                <a:solidFill>
                  <a:schemeClr val="lt2"/>
                </a:solidFill>
                <a:latin typeface="Boogaloo"/>
                <a:ea typeface="Boogaloo"/>
                <a:cs typeface="Boogaloo"/>
                <a:sym typeface="Boogaloo"/>
              </a:defRPr>
            </a:lvl2pPr>
            <a:lvl3pPr lvl="2" algn="ctr" rtl="0">
              <a:lnSpc>
                <a:spcPct val="100000"/>
              </a:lnSpc>
              <a:spcBef>
                <a:spcPts val="0"/>
              </a:spcBef>
              <a:spcAft>
                <a:spcPts val="0"/>
              </a:spcAft>
              <a:buClr>
                <a:schemeClr val="lt2"/>
              </a:buClr>
              <a:buSzPts val="2000"/>
              <a:buFont typeface="Boogaloo"/>
              <a:buNone/>
              <a:defRPr sz="2000" b="1">
                <a:solidFill>
                  <a:schemeClr val="lt2"/>
                </a:solidFill>
                <a:latin typeface="Boogaloo"/>
                <a:ea typeface="Boogaloo"/>
                <a:cs typeface="Boogaloo"/>
                <a:sym typeface="Boogaloo"/>
              </a:defRPr>
            </a:lvl3pPr>
            <a:lvl4pPr lvl="3" algn="ctr" rtl="0">
              <a:lnSpc>
                <a:spcPct val="100000"/>
              </a:lnSpc>
              <a:spcBef>
                <a:spcPts val="0"/>
              </a:spcBef>
              <a:spcAft>
                <a:spcPts val="0"/>
              </a:spcAft>
              <a:buClr>
                <a:schemeClr val="lt2"/>
              </a:buClr>
              <a:buSzPts val="2000"/>
              <a:buFont typeface="Boogaloo"/>
              <a:buNone/>
              <a:defRPr sz="2000" b="1">
                <a:solidFill>
                  <a:schemeClr val="lt2"/>
                </a:solidFill>
                <a:latin typeface="Boogaloo"/>
                <a:ea typeface="Boogaloo"/>
                <a:cs typeface="Boogaloo"/>
                <a:sym typeface="Boogaloo"/>
              </a:defRPr>
            </a:lvl4pPr>
            <a:lvl5pPr lvl="4" algn="ctr" rtl="0">
              <a:lnSpc>
                <a:spcPct val="100000"/>
              </a:lnSpc>
              <a:spcBef>
                <a:spcPts val="0"/>
              </a:spcBef>
              <a:spcAft>
                <a:spcPts val="0"/>
              </a:spcAft>
              <a:buClr>
                <a:schemeClr val="lt2"/>
              </a:buClr>
              <a:buSzPts val="2000"/>
              <a:buFont typeface="Boogaloo"/>
              <a:buNone/>
              <a:defRPr sz="2000" b="1">
                <a:solidFill>
                  <a:schemeClr val="lt2"/>
                </a:solidFill>
                <a:latin typeface="Boogaloo"/>
                <a:ea typeface="Boogaloo"/>
                <a:cs typeface="Boogaloo"/>
                <a:sym typeface="Boogaloo"/>
              </a:defRPr>
            </a:lvl5pPr>
            <a:lvl6pPr lvl="5" algn="ctr" rtl="0">
              <a:lnSpc>
                <a:spcPct val="100000"/>
              </a:lnSpc>
              <a:spcBef>
                <a:spcPts val="0"/>
              </a:spcBef>
              <a:spcAft>
                <a:spcPts val="0"/>
              </a:spcAft>
              <a:buClr>
                <a:schemeClr val="lt2"/>
              </a:buClr>
              <a:buSzPts val="2000"/>
              <a:buFont typeface="Boogaloo"/>
              <a:buNone/>
              <a:defRPr sz="2000" b="1">
                <a:solidFill>
                  <a:schemeClr val="lt2"/>
                </a:solidFill>
                <a:latin typeface="Boogaloo"/>
                <a:ea typeface="Boogaloo"/>
                <a:cs typeface="Boogaloo"/>
                <a:sym typeface="Boogaloo"/>
              </a:defRPr>
            </a:lvl6pPr>
            <a:lvl7pPr lvl="6" algn="ctr" rtl="0">
              <a:lnSpc>
                <a:spcPct val="100000"/>
              </a:lnSpc>
              <a:spcBef>
                <a:spcPts val="0"/>
              </a:spcBef>
              <a:spcAft>
                <a:spcPts val="0"/>
              </a:spcAft>
              <a:buClr>
                <a:schemeClr val="lt2"/>
              </a:buClr>
              <a:buSzPts val="2000"/>
              <a:buFont typeface="Boogaloo"/>
              <a:buNone/>
              <a:defRPr sz="2000" b="1">
                <a:solidFill>
                  <a:schemeClr val="lt2"/>
                </a:solidFill>
                <a:latin typeface="Boogaloo"/>
                <a:ea typeface="Boogaloo"/>
                <a:cs typeface="Boogaloo"/>
                <a:sym typeface="Boogaloo"/>
              </a:defRPr>
            </a:lvl7pPr>
            <a:lvl8pPr lvl="7" algn="ctr" rtl="0">
              <a:lnSpc>
                <a:spcPct val="100000"/>
              </a:lnSpc>
              <a:spcBef>
                <a:spcPts val="0"/>
              </a:spcBef>
              <a:spcAft>
                <a:spcPts val="0"/>
              </a:spcAft>
              <a:buClr>
                <a:schemeClr val="lt2"/>
              </a:buClr>
              <a:buSzPts val="2000"/>
              <a:buFont typeface="Boogaloo"/>
              <a:buNone/>
              <a:defRPr sz="2000" b="1">
                <a:solidFill>
                  <a:schemeClr val="lt2"/>
                </a:solidFill>
                <a:latin typeface="Boogaloo"/>
                <a:ea typeface="Boogaloo"/>
                <a:cs typeface="Boogaloo"/>
                <a:sym typeface="Boogaloo"/>
              </a:defRPr>
            </a:lvl8pPr>
            <a:lvl9pPr lvl="8" algn="ctr" rtl="0">
              <a:lnSpc>
                <a:spcPct val="100000"/>
              </a:lnSpc>
              <a:spcBef>
                <a:spcPts val="0"/>
              </a:spcBef>
              <a:spcAft>
                <a:spcPts val="0"/>
              </a:spcAft>
              <a:buClr>
                <a:schemeClr val="lt2"/>
              </a:buClr>
              <a:buSzPts val="2000"/>
              <a:buFont typeface="Boogaloo"/>
              <a:buNone/>
              <a:defRPr sz="2000" b="1">
                <a:solidFill>
                  <a:schemeClr val="lt2"/>
                </a:solidFill>
                <a:latin typeface="Boogaloo"/>
                <a:ea typeface="Boogaloo"/>
                <a:cs typeface="Boogaloo"/>
                <a:sym typeface="Boogaloo"/>
              </a:defRPr>
            </a:lvl9pPr>
          </a:lstStyle>
          <a:p>
            <a:endParaRPr/>
          </a:p>
        </p:txBody>
      </p:sp>
      <p:sp>
        <p:nvSpPr>
          <p:cNvPr id="593" name="Google Shape;593;p30"/>
          <p:cNvSpPr txBox="1">
            <a:spLocks noGrp="1"/>
          </p:cNvSpPr>
          <p:nvPr>
            <p:ph type="subTitle" idx="4"/>
          </p:nvPr>
        </p:nvSpPr>
        <p:spPr>
          <a:xfrm>
            <a:off x="3515400" y="3485838"/>
            <a:ext cx="2113200" cy="8817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18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94" name="Google Shape;594;p30"/>
          <p:cNvSpPr txBox="1">
            <a:spLocks noGrp="1"/>
          </p:cNvSpPr>
          <p:nvPr>
            <p:ph type="subTitle" idx="5"/>
          </p:nvPr>
        </p:nvSpPr>
        <p:spPr>
          <a:xfrm>
            <a:off x="5971950" y="3016038"/>
            <a:ext cx="2113200" cy="469800"/>
          </a:xfrm>
          <a:prstGeom prst="rect">
            <a:avLst/>
          </a:prstGeom>
        </p:spPr>
        <p:txBody>
          <a:bodyPr spcFirstLastPara="1" wrap="square" lIns="91425" tIns="91425" rIns="91425" bIns="91425" anchor="t" anchorCtr="0">
            <a:normAutofit/>
          </a:bodyPr>
          <a:lstStyle>
            <a:lvl1pPr lvl="0" algn="ctr" rtl="0">
              <a:lnSpc>
                <a:spcPct val="90000"/>
              </a:lnSpc>
              <a:spcBef>
                <a:spcPts val="0"/>
              </a:spcBef>
              <a:spcAft>
                <a:spcPts val="0"/>
              </a:spcAft>
              <a:buClr>
                <a:schemeClr val="lt2"/>
              </a:buClr>
              <a:buSzPts val="2000"/>
              <a:buFont typeface="Boogaloo"/>
              <a:buNone/>
              <a:defRPr sz="2800">
                <a:solidFill>
                  <a:schemeClr val="accent3"/>
                </a:solidFill>
                <a:latin typeface="Mouse Memoirs"/>
                <a:ea typeface="Mouse Memoirs"/>
                <a:cs typeface="Mouse Memoirs"/>
                <a:sym typeface="Mouse Memoirs"/>
              </a:defRPr>
            </a:lvl1pPr>
            <a:lvl2pPr lvl="1" algn="ctr" rtl="0">
              <a:lnSpc>
                <a:spcPct val="100000"/>
              </a:lnSpc>
              <a:spcBef>
                <a:spcPts val="0"/>
              </a:spcBef>
              <a:spcAft>
                <a:spcPts val="0"/>
              </a:spcAft>
              <a:buClr>
                <a:schemeClr val="lt2"/>
              </a:buClr>
              <a:buSzPts val="2000"/>
              <a:buFont typeface="Boogaloo"/>
              <a:buNone/>
              <a:defRPr sz="2000" b="1">
                <a:solidFill>
                  <a:schemeClr val="lt2"/>
                </a:solidFill>
                <a:latin typeface="Boogaloo"/>
                <a:ea typeface="Boogaloo"/>
                <a:cs typeface="Boogaloo"/>
                <a:sym typeface="Boogaloo"/>
              </a:defRPr>
            </a:lvl2pPr>
            <a:lvl3pPr lvl="2" algn="ctr" rtl="0">
              <a:lnSpc>
                <a:spcPct val="100000"/>
              </a:lnSpc>
              <a:spcBef>
                <a:spcPts val="0"/>
              </a:spcBef>
              <a:spcAft>
                <a:spcPts val="0"/>
              </a:spcAft>
              <a:buClr>
                <a:schemeClr val="lt2"/>
              </a:buClr>
              <a:buSzPts val="2000"/>
              <a:buFont typeface="Boogaloo"/>
              <a:buNone/>
              <a:defRPr sz="2000" b="1">
                <a:solidFill>
                  <a:schemeClr val="lt2"/>
                </a:solidFill>
                <a:latin typeface="Boogaloo"/>
                <a:ea typeface="Boogaloo"/>
                <a:cs typeface="Boogaloo"/>
                <a:sym typeface="Boogaloo"/>
              </a:defRPr>
            </a:lvl3pPr>
            <a:lvl4pPr lvl="3" algn="ctr" rtl="0">
              <a:lnSpc>
                <a:spcPct val="100000"/>
              </a:lnSpc>
              <a:spcBef>
                <a:spcPts val="0"/>
              </a:spcBef>
              <a:spcAft>
                <a:spcPts val="0"/>
              </a:spcAft>
              <a:buClr>
                <a:schemeClr val="lt2"/>
              </a:buClr>
              <a:buSzPts val="2000"/>
              <a:buFont typeface="Boogaloo"/>
              <a:buNone/>
              <a:defRPr sz="2000" b="1">
                <a:solidFill>
                  <a:schemeClr val="lt2"/>
                </a:solidFill>
                <a:latin typeface="Boogaloo"/>
                <a:ea typeface="Boogaloo"/>
                <a:cs typeface="Boogaloo"/>
                <a:sym typeface="Boogaloo"/>
              </a:defRPr>
            </a:lvl4pPr>
            <a:lvl5pPr lvl="4" algn="ctr" rtl="0">
              <a:lnSpc>
                <a:spcPct val="100000"/>
              </a:lnSpc>
              <a:spcBef>
                <a:spcPts val="0"/>
              </a:spcBef>
              <a:spcAft>
                <a:spcPts val="0"/>
              </a:spcAft>
              <a:buClr>
                <a:schemeClr val="lt2"/>
              </a:buClr>
              <a:buSzPts val="2000"/>
              <a:buFont typeface="Boogaloo"/>
              <a:buNone/>
              <a:defRPr sz="2000" b="1">
                <a:solidFill>
                  <a:schemeClr val="lt2"/>
                </a:solidFill>
                <a:latin typeface="Boogaloo"/>
                <a:ea typeface="Boogaloo"/>
                <a:cs typeface="Boogaloo"/>
                <a:sym typeface="Boogaloo"/>
              </a:defRPr>
            </a:lvl5pPr>
            <a:lvl6pPr lvl="5" algn="ctr" rtl="0">
              <a:lnSpc>
                <a:spcPct val="100000"/>
              </a:lnSpc>
              <a:spcBef>
                <a:spcPts val="0"/>
              </a:spcBef>
              <a:spcAft>
                <a:spcPts val="0"/>
              </a:spcAft>
              <a:buClr>
                <a:schemeClr val="lt2"/>
              </a:buClr>
              <a:buSzPts val="2000"/>
              <a:buFont typeface="Boogaloo"/>
              <a:buNone/>
              <a:defRPr sz="2000" b="1">
                <a:solidFill>
                  <a:schemeClr val="lt2"/>
                </a:solidFill>
                <a:latin typeface="Boogaloo"/>
                <a:ea typeface="Boogaloo"/>
                <a:cs typeface="Boogaloo"/>
                <a:sym typeface="Boogaloo"/>
              </a:defRPr>
            </a:lvl6pPr>
            <a:lvl7pPr lvl="6" algn="ctr" rtl="0">
              <a:lnSpc>
                <a:spcPct val="100000"/>
              </a:lnSpc>
              <a:spcBef>
                <a:spcPts val="0"/>
              </a:spcBef>
              <a:spcAft>
                <a:spcPts val="0"/>
              </a:spcAft>
              <a:buClr>
                <a:schemeClr val="lt2"/>
              </a:buClr>
              <a:buSzPts val="2000"/>
              <a:buFont typeface="Boogaloo"/>
              <a:buNone/>
              <a:defRPr sz="2000" b="1">
                <a:solidFill>
                  <a:schemeClr val="lt2"/>
                </a:solidFill>
                <a:latin typeface="Boogaloo"/>
                <a:ea typeface="Boogaloo"/>
                <a:cs typeface="Boogaloo"/>
                <a:sym typeface="Boogaloo"/>
              </a:defRPr>
            </a:lvl7pPr>
            <a:lvl8pPr lvl="7" algn="ctr" rtl="0">
              <a:lnSpc>
                <a:spcPct val="100000"/>
              </a:lnSpc>
              <a:spcBef>
                <a:spcPts val="0"/>
              </a:spcBef>
              <a:spcAft>
                <a:spcPts val="0"/>
              </a:spcAft>
              <a:buClr>
                <a:schemeClr val="lt2"/>
              </a:buClr>
              <a:buSzPts val="2000"/>
              <a:buFont typeface="Boogaloo"/>
              <a:buNone/>
              <a:defRPr sz="2000" b="1">
                <a:solidFill>
                  <a:schemeClr val="lt2"/>
                </a:solidFill>
                <a:latin typeface="Boogaloo"/>
                <a:ea typeface="Boogaloo"/>
                <a:cs typeface="Boogaloo"/>
                <a:sym typeface="Boogaloo"/>
              </a:defRPr>
            </a:lvl8pPr>
            <a:lvl9pPr lvl="8" algn="ctr" rtl="0">
              <a:lnSpc>
                <a:spcPct val="100000"/>
              </a:lnSpc>
              <a:spcBef>
                <a:spcPts val="0"/>
              </a:spcBef>
              <a:spcAft>
                <a:spcPts val="0"/>
              </a:spcAft>
              <a:buClr>
                <a:schemeClr val="lt2"/>
              </a:buClr>
              <a:buSzPts val="2000"/>
              <a:buFont typeface="Boogaloo"/>
              <a:buNone/>
              <a:defRPr sz="2000" b="1">
                <a:solidFill>
                  <a:schemeClr val="lt2"/>
                </a:solidFill>
                <a:latin typeface="Boogaloo"/>
                <a:ea typeface="Boogaloo"/>
                <a:cs typeface="Boogaloo"/>
                <a:sym typeface="Boogaloo"/>
              </a:defRPr>
            </a:lvl9pPr>
          </a:lstStyle>
          <a:p>
            <a:endParaRPr/>
          </a:p>
        </p:txBody>
      </p:sp>
      <p:sp>
        <p:nvSpPr>
          <p:cNvPr id="595" name="Google Shape;595;p30"/>
          <p:cNvSpPr txBox="1">
            <a:spLocks noGrp="1"/>
          </p:cNvSpPr>
          <p:nvPr>
            <p:ph type="subTitle" idx="6"/>
          </p:nvPr>
        </p:nvSpPr>
        <p:spPr>
          <a:xfrm>
            <a:off x="5971950" y="3485838"/>
            <a:ext cx="2113200" cy="8817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18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96" name="Google Shape;596;p30"/>
          <p:cNvSpPr txBox="1">
            <a:spLocks noGrp="1"/>
          </p:cNvSpPr>
          <p:nvPr>
            <p:ph type="title"/>
          </p:nvPr>
        </p:nvSpPr>
        <p:spPr>
          <a:xfrm>
            <a:off x="713225" y="330725"/>
            <a:ext cx="7717800" cy="713400"/>
          </a:xfrm>
          <a:prstGeom prst="rect">
            <a:avLst/>
          </a:prstGeom>
        </p:spPr>
        <p:txBody>
          <a:bodyPr spcFirstLastPara="1" wrap="square" lIns="91425" tIns="91425" rIns="91425" bIns="91425" anchor="t" anchorCtr="0">
            <a:normAutofit/>
          </a:bodyPr>
          <a:lstStyle>
            <a:lvl1pPr lvl="0" algn="ctr" rtl="0">
              <a:spcBef>
                <a:spcPts val="0"/>
              </a:spcBef>
              <a:spcAft>
                <a:spcPts val="0"/>
              </a:spcAft>
              <a:buSzPts val="2800"/>
              <a:buNone/>
              <a:defRPr sz="3800">
                <a:solidFill>
                  <a:srgbClr val="3B3B3B"/>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597" name="Google Shape;597;p30"/>
          <p:cNvGrpSpPr/>
          <p:nvPr/>
        </p:nvGrpSpPr>
        <p:grpSpPr>
          <a:xfrm flipH="1">
            <a:off x="-757905" y="-215161"/>
            <a:ext cx="10637921" cy="1974753"/>
            <a:chOff x="-376905" y="-824761"/>
            <a:chExt cx="10637921" cy="1974753"/>
          </a:xfrm>
        </p:grpSpPr>
        <p:sp>
          <p:nvSpPr>
            <p:cNvPr id="598" name="Google Shape;598;p30"/>
            <p:cNvSpPr/>
            <p:nvPr/>
          </p:nvSpPr>
          <p:spPr>
            <a:xfrm>
              <a:off x="8587302" y="352325"/>
              <a:ext cx="1673714" cy="797667"/>
            </a:xfrm>
            <a:custGeom>
              <a:avLst/>
              <a:gdLst/>
              <a:ahLst/>
              <a:cxnLst/>
              <a:rect l="l" t="t" r="r" b="b"/>
              <a:pathLst>
                <a:path w="35175" h="16763" extrusionOk="0">
                  <a:moveTo>
                    <a:pt x="18530" y="0"/>
                  </a:moveTo>
                  <a:cubicBezTo>
                    <a:pt x="12681" y="0"/>
                    <a:pt x="7931" y="2866"/>
                    <a:pt x="7931" y="6399"/>
                  </a:cubicBezTo>
                  <a:lnTo>
                    <a:pt x="7931" y="6713"/>
                  </a:lnTo>
                  <a:cubicBezTo>
                    <a:pt x="3338" y="7341"/>
                    <a:pt x="1" y="9225"/>
                    <a:pt x="1" y="11502"/>
                  </a:cubicBezTo>
                  <a:cubicBezTo>
                    <a:pt x="1" y="14289"/>
                    <a:pt x="5026" y="16527"/>
                    <a:pt x="11228" y="16527"/>
                  </a:cubicBezTo>
                  <a:cubicBezTo>
                    <a:pt x="11328" y="16528"/>
                    <a:pt x="11427" y="16529"/>
                    <a:pt x="11527" y="16529"/>
                  </a:cubicBezTo>
                  <a:cubicBezTo>
                    <a:pt x="14211" y="16529"/>
                    <a:pt x="16854" y="16018"/>
                    <a:pt x="19315" y="14996"/>
                  </a:cubicBezTo>
                  <a:cubicBezTo>
                    <a:pt x="20846" y="16056"/>
                    <a:pt x="23515" y="16762"/>
                    <a:pt x="26499" y="16762"/>
                  </a:cubicBezTo>
                  <a:cubicBezTo>
                    <a:pt x="31288" y="16762"/>
                    <a:pt x="35174" y="14996"/>
                    <a:pt x="35174" y="12837"/>
                  </a:cubicBezTo>
                  <a:cubicBezTo>
                    <a:pt x="35174" y="10913"/>
                    <a:pt x="32230" y="9304"/>
                    <a:pt x="28265" y="8950"/>
                  </a:cubicBezTo>
                  <a:cubicBezTo>
                    <a:pt x="28815" y="8205"/>
                    <a:pt x="29129" y="7341"/>
                    <a:pt x="29129" y="6399"/>
                  </a:cubicBezTo>
                  <a:cubicBezTo>
                    <a:pt x="29129" y="2866"/>
                    <a:pt x="24379" y="0"/>
                    <a:pt x="185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0"/>
            <p:cNvSpPr/>
            <p:nvPr/>
          </p:nvSpPr>
          <p:spPr>
            <a:xfrm>
              <a:off x="7619796" y="-50265"/>
              <a:ext cx="1283300" cy="554936"/>
            </a:xfrm>
            <a:custGeom>
              <a:avLst/>
              <a:gdLst/>
              <a:ahLst/>
              <a:cxnLst/>
              <a:rect l="l" t="t" r="r" b="b"/>
              <a:pathLst>
                <a:path w="26970" h="11662" extrusionOk="0">
                  <a:moveTo>
                    <a:pt x="10639" y="0"/>
                  </a:moveTo>
                  <a:cubicBezTo>
                    <a:pt x="7655" y="0"/>
                    <a:pt x="5221" y="1257"/>
                    <a:pt x="5221" y="2827"/>
                  </a:cubicBezTo>
                  <a:cubicBezTo>
                    <a:pt x="5221" y="2905"/>
                    <a:pt x="5221" y="2945"/>
                    <a:pt x="5221" y="3023"/>
                  </a:cubicBezTo>
                  <a:cubicBezTo>
                    <a:pt x="2199" y="3573"/>
                    <a:pt x="0" y="5222"/>
                    <a:pt x="0" y="7224"/>
                  </a:cubicBezTo>
                  <a:cubicBezTo>
                    <a:pt x="0" y="9697"/>
                    <a:pt x="3259" y="11660"/>
                    <a:pt x="7263" y="11660"/>
                  </a:cubicBezTo>
                  <a:cubicBezTo>
                    <a:pt x="7328" y="11661"/>
                    <a:pt x="7394" y="11662"/>
                    <a:pt x="7460" y="11662"/>
                  </a:cubicBezTo>
                  <a:cubicBezTo>
                    <a:pt x="9354" y="11662"/>
                    <a:pt x="11204" y="11115"/>
                    <a:pt x="12798" y="10129"/>
                  </a:cubicBezTo>
                  <a:cubicBezTo>
                    <a:pt x="14172" y="11031"/>
                    <a:pt x="16527" y="11660"/>
                    <a:pt x="19236" y="11660"/>
                  </a:cubicBezTo>
                  <a:cubicBezTo>
                    <a:pt x="23476" y="11660"/>
                    <a:pt x="26930" y="10089"/>
                    <a:pt x="26930" y="8205"/>
                  </a:cubicBezTo>
                  <a:cubicBezTo>
                    <a:pt x="26969" y="6831"/>
                    <a:pt x="25242" y="5653"/>
                    <a:pt x="22730" y="5104"/>
                  </a:cubicBezTo>
                  <a:cubicBezTo>
                    <a:pt x="22730" y="4986"/>
                    <a:pt x="22769" y="4907"/>
                    <a:pt x="22769" y="4790"/>
                  </a:cubicBezTo>
                  <a:cubicBezTo>
                    <a:pt x="22769" y="3455"/>
                    <a:pt x="20257" y="2395"/>
                    <a:pt x="17155" y="2395"/>
                  </a:cubicBezTo>
                  <a:cubicBezTo>
                    <a:pt x="16763" y="2395"/>
                    <a:pt x="16409" y="2395"/>
                    <a:pt x="16056" y="2434"/>
                  </a:cubicBezTo>
                  <a:cubicBezTo>
                    <a:pt x="15664" y="1060"/>
                    <a:pt x="13426" y="0"/>
                    <a:pt x="106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0"/>
            <p:cNvSpPr/>
            <p:nvPr/>
          </p:nvSpPr>
          <p:spPr>
            <a:xfrm>
              <a:off x="589079" y="-824761"/>
              <a:ext cx="1316941" cy="568022"/>
            </a:xfrm>
            <a:custGeom>
              <a:avLst/>
              <a:gdLst/>
              <a:ahLst/>
              <a:cxnLst/>
              <a:rect l="l" t="t" r="r" b="b"/>
              <a:pathLst>
                <a:path w="27677" h="11937" extrusionOk="0">
                  <a:moveTo>
                    <a:pt x="10953" y="1"/>
                  </a:moveTo>
                  <a:cubicBezTo>
                    <a:pt x="7852" y="1"/>
                    <a:pt x="5379" y="1296"/>
                    <a:pt x="5379" y="2906"/>
                  </a:cubicBezTo>
                  <a:cubicBezTo>
                    <a:pt x="5379" y="2984"/>
                    <a:pt x="5379" y="3024"/>
                    <a:pt x="5379" y="3102"/>
                  </a:cubicBezTo>
                  <a:cubicBezTo>
                    <a:pt x="2278" y="3652"/>
                    <a:pt x="1" y="5379"/>
                    <a:pt x="1" y="7420"/>
                  </a:cubicBezTo>
                  <a:cubicBezTo>
                    <a:pt x="1" y="9933"/>
                    <a:pt x="3338" y="11935"/>
                    <a:pt x="7499" y="11935"/>
                  </a:cubicBezTo>
                  <a:cubicBezTo>
                    <a:pt x="7566" y="11936"/>
                    <a:pt x="7633" y="11937"/>
                    <a:pt x="7699" y="11937"/>
                  </a:cubicBezTo>
                  <a:cubicBezTo>
                    <a:pt x="9632" y="11937"/>
                    <a:pt x="11520" y="11389"/>
                    <a:pt x="13152" y="10365"/>
                  </a:cubicBezTo>
                  <a:cubicBezTo>
                    <a:pt x="14565" y="11307"/>
                    <a:pt x="16999" y="11935"/>
                    <a:pt x="19747" y="11935"/>
                  </a:cubicBezTo>
                  <a:cubicBezTo>
                    <a:pt x="24104" y="11935"/>
                    <a:pt x="27677" y="10365"/>
                    <a:pt x="27677" y="8402"/>
                  </a:cubicBezTo>
                  <a:cubicBezTo>
                    <a:pt x="27677" y="6988"/>
                    <a:pt x="25910" y="5811"/>
                    <a:pt x="23319" y="5222"/>
                  </a:cubicBezTo>
                  <a:cubicBezTo>
                    <a:pt x="23358" y="5143"/>
                    <a:pt x="23358" y="5026"/>
                    <a:pt x="23358" y="4908"/>
                  </a:cubicBezTo>
                  <a:cubicBezTo>
                    <a:pt x="23358" y="3573"/>
                    <a:pt x="20767" y="2474"/>
                    <a:pt x="17588" y="2474"/>
                  </a:cubicBezTo>
                  <a:cubicBezTo>
                    <a:pt x="17195" y="2474"/>
                    <a:pt x="16842" y="2474"/>
                    <a:pt x="16449" y="2513"/>
                  </a:cubicBezTo>
                  <a:cubicBezTo>
                    <a:pt x="16096" y="1100"/>
                    <a:pt x="13780" y="1"/>
                    <a:pt x="109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0"/>
            <p:cNvSpPr/>
            <p:nvPr/>
          </p:nvSpPr>
          <p:spPr>
            <a:xfrm>
              <a:off x="-376905" y="352336"/>
              <a:ext cx="1453312" cy="627789"/>
            </a:xfrm>
            <a:custGeom>
              <a:avLst/>
              <a:gdLst/>
              <a:ahLst/>
              <a:cxnLst/>
              <a:rect l="l" t="t" r="r" b="b"/>
              <a:pathLst>
                <a:path w="30543" h="13193" extrusionOk="0">
                  <a:moveTo>
                    <a:pt x="18490" y="1"/>
                  </a:moveTo>
                  <a:cubicBezTo>
                    <a:pt x="15389" y="1"/>
                    <a:pt x="12838" y="1179"/>
                    <a:pt x="12406" y="2749"/>
                  </a:cubicBezTo>
                  <a:cubicBezTo>
                    <a:pt x="12013" y="2710"/>
                    <a:pt x="11581" y="2710"/>
                    <a:pt x="11150" y="2710"/>
                  </a:cubicBezTo>
                  <a:cubicBezTo>
                    <a:pt x="7616" y="2710"/>
                    <a:pt x="4790" y="3927"/>
                    <a:pt x="4790" y="5418"/>
                  </a:cubicBezTo>
                  <a:cubicBezTo>
                    <a:pt x="4790" y="5536"/>
                    <a:pt x="4790" y="5654"/>
                    <a:pt x="4829" y="5772"/>
                  </a:cubicBezTo>
                  <a:cubicBezTo>
                    <a:pt x="1964" y="6400"/>
                    <a:pt x="1" y="7734"/>
                    <a:pt x="1" y="9265"/>
                  </a:cubicBezTo>
                  <a:cubicBezTo>
                    <a:pt x="1" y="11425"/>
                    <a:pt x="3926" y="13191"/>
                    <a:pt x="8755" y="13191"/>
                  </a:cubicBezTo>
                  <a:cubicBezTo>
                    <a:pt x="11817" y="13191"/>
                    <a:pt x="14486" y="12484"/>
                    <a:pt x="16057" y="11425"/>
                  </a:cubicBezTo>
                  <a:cubicBezTo>
                    <a:pt x="17844" y="12603"/>
                    <a:pt x="19963" y="13193"/>
                    <a:pt x="22092" y="13193"/>
                  </a:cubicBezTo>
                  <a:cubicBezTo>
                    <a:pt x="22161" y="13193"/>
                    <a:pt x="22230" y="13192"/>
                    <a:pt x="22298" y="13191"/>
                  </a:cubicBezTo>
                  <a:cubicBezTo>
                    <a:pt x="26852" y="13191"/>
                    <a:pt x="30542" y="10953"/>
                    <a:pt x="30542" y="8206"/>
                  </a:cubicBezTo>
                  <a:cubicBezTo>
                    <a:pt x="30542" y="5929"/>
                    <a:pt x="28108" y="4005"/>
                    <a:pt x="24654" y="3416"/>
                  </a:cubicBezTo>
                  <a:cubicBezTo>
                    <a:pt x="24654" y="3338"/>
                    <a:pt x="24654" y="3259"/>
                    <a:pt x="24654" y="3220"/>
                  </a:cubicBezTo>
                  <a:cubicBezTo>
                    <a:pt x="24654" y="1414"/>
                    <a:pt x="21906" y="1"/>
                    <a:pt x="184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hree columns 2">
  <p:cSld name="CUSTOM_20">
    <p:spTree>
      <p:nvGrpSpPr>
        <p:cNvPr id="1" name="Shape 602"/>
        <p:cNvGrpSpPr/>
        <p:nvPr/>
      </p:nvGrpSpPr>
      <p:grpSpPr>
        <a:xfrm>
          <a:off x="0" y="0"/>
          <a:ext cx="0" cy="0"/>
          <a:chOff x="0" y="0"/>
          <a:chExt cx="0" cy="0"/>
        </a:xfrm>
      </p:grpSpPr>
      <p:grpSp>
        <p:nvGrpSpPr>
          <p:cNvPr id="603" name="Google Shape;603;p31"/>
          <p:cNvGrpSpPr/>
          <p:nvPr/>
        </p:nvGrpSpPr>
        <p:grpSpPr>
          <a:xfrm>
            <a:off x="-67309" y="3025548"/>
            <a:ext cx="9144057" cy="2384862"/>
            <a:chOff x="-1945322" y="1131893"/>
            <a:chExt cx="12211615" cy="3184912"/>
          </a:xfrm>
        </p:grpSpPr>
        <p:sp>
          <p:nvSpPr>
            <p:cNvPr id="604" name="Google Shape;604;p31"/>
            <p:cNvSpPr/>
            <p:nvPr/>
          </p:nvSpPr>
          <p:spPr>
            <a:xfrm>
              <a:off x="5256778" y="1440279"/>
              <a:ext cx="2570740" cy="2854196"/>
            </a:xfrm>
            <a:custGeom>
              <a:avLst/>
              <a:gdLst/>
              <a:ahLst/>
              <a:cxnLst/>
              <a:rect l="l" t="t" r="r" b="b"/>
              <a:pathLst>
                <a:path w="54027" h="59981" extrusionOk="0">
                  <a:moveTo>
                    <a:pt x="24883" y="0"/>
                  </a:moveTo>
                  <a:cubicBezTo>
                    <a:pt x="22921" y="0"/>
                    <a:pt x="20541" y="387"/>
                    <a:pt x="17658" y="1370"/>
                  </a:cubicBezTo>
                  <a:cubicBezTo>
                    <a:pt x="8590" y="4472"/>
                    <a:pt x="6274" y="11459"/>
                    <a:pt x="12751" y="12166"/>
                  </a:cubicBezTo>
                  <a:cubicBezTo>
                    <a:pt x="12751" y="12166"/>
                    <a:pt x="2544" y="13344"/>
                    <a:pt x="2544" y="20056"/>
                  </a:cubicBezTo>
                  <a:cubicBezTo>
                    <a:pt x="2544" y="23375"/>
                    <a:pt x="4734" y="24218"/>
                    <a:pt x="6962" y="24218"/>
                  </a:cubicBezTo>
                  <a:cubicBezTo>
                    <a:pt x="8693" y="24218"/>
                    <a:pt x="10448" y="23708"/>
                    <a:pt x="11213" y="23455"/>
                  </a:cubicBezTo>
                  <a:lnTo>
                    <a:pt x="11213" y="23455"/>
                  </a:lnTo>
                  <a:cubicBezTo>
                    <a:pt x="9153" y="24213"/>
                    <a:pt x="1" y="28030"/>
                    <a:pt x="4860" y="34463"/>
                  </a:cubicBezTo>
                  <a:cubicBezTo>
                    <a:pt x="4860" y="34463"/>
                    <a:pt x="7199" y="36328"/>
                    <a:pt x="10101" y="36328"/>
                  </a:cubicBezTo>
                  <a:cubicBezTo>
                    <a:pt x="11774" y="36328"/>
                    <a:pt x="13634" y="35709"/>
                    <a:pt x="15342" y="33757"/>
                  </a:cubicBezTo>
                  <a:lnTo>
                    <a:pt x="15342" y="33757"/>
                  </a:lnTo>
                  <a:cubicBezTo>
                    <a:pt x="15341" y="33758"/>
                    <a:pt x="12202" y="37683"/>
                    <a:pt x="15656" y="39331"/>
                  </a:cubicBezTo>
                  <a:cubicBezTo>
                    <a:pt x="16187" y="39582"/>
                    <a:pt x="16706" y="39684"/>
                    <a:pt x="17212" y="39684"/>
                  </a:cubicBezTo>
                  <a:cubicBezTo>
                    <a:pt x="19535" y="39684"/>
                    <a:pt x="21601" y="37525"/>
                    <a:pt x="23372" y="37525"/>
                  </a:cubicBezTo>
                  <a:cubicBezTo>
                    <a:pt x="23758" y="37525"/>
                    <a:pt x="24131" y="37628"/>
                    <a:pt x="24488" y="37879"/>
                  </a:cubicBezTo>
                  <a:cubicBezTo>
                    <a:pt x="24488" y="37879"/>
                    <a:pt x="29160" y="43492"/>
                    <a:pt x="26373" y="59980"/>
                  </a:cubicBezTo>
                  <a:lnTo>
                    <a:pt x="31476" y="59980"/>
                  </a:lnTo>
                  <a:cubicBezTo>
                    <a:pt x="31476" y="59980"/>
                    <a:pt x="27315" y="40980"/>
                    <a:pt x="33949" y="36897"/>
                  </a:cubicBezTo>
                  <a:cubicBezTo>
                    <a:pt x="33949" y="36897"/>
                    <a:pt x="34507" y="36568"/>
                    <a:pt x="35327" y="36568"/>
                  </a:cubicBezTo>
                  <a:cubicBezTo>
                    <a:pt x="36134" y="36568"/>
                    <a:pt x="37196" y="36887"/>
                    <a:pt x="38228" y="38154"/>
                  </a:cubicBezTo>
                  <a:cubicBezTo>
                    <a:pt x="38790" y="38843"/>
                    <a:pt x="39777" y="39169"/>
                    <a:pt x="40914" y="39169"/>
                  </a:cubicBezTo>
                  <a:cubicBezTo>
                    <a:pt x="43983" y="39169"/>
                    <a:pt x="48146" y="36796"/>
                    <a:pt x="48003" y="32815"/>
                  </a:cubicBezTo>
                  <a:cubicBezTo>
                    <a:pt x="47869" y="29719"/>
                    <a:pt x="46497" y="29049"/>
                    <a:pt x="45335" y="29049"/>
                  </a:cubicBezTo>
                  <a:cubicBezTo>
                    <a:pt x="45257" y="29049"/>
                    <a:pt x="45180" y="29052"/>
                    <a:pt x="45104" y="29058"/>
                  </a:cubicBezTo>
                  <a:lnTo>
                    <a:pt x="45104" y="29058"/>
                  </a:lnTo>
                  <a:cubicBezTo>
                    <a:pt x="47944" y="28167"/>
                    <a:pt x="54027" y="25555"/>
                    <a:pt x="53695" y="19585"/>
                  </a:cubicBezTo>
                  <a:cubicBezTo>
                    <a:pt x="53458" y="15679"/>
                    <a:pt x="50872" y="14708"/>
                    <a:pt x="48357" y="14708"/>
                  </a:cubicBezTo>
                  <a:cubicBezTo>
                    <a:pt x="45868" y="14708"/>
                    <a:pt x="43449" y="15660"/>
                    <a:pt x="43449" y="15660"/>
                  </a:cubicBezTo>
                  <a:cubicBezTo>
                    <a:pt x="43449" y="15660"/>
                    <a:pt x="51575" y="12048"/>
                    <a:pt x="48121" y="8672"/>
                  </a:cubicBezTo>
                  <a:cubicBezTo>
                    <a:pt x="47079" y="7677"/>
                    <a:pt x="45967" y="7328"/>
                    <a:pt x="44919" y="7328"/>
                  </a:cubicBezTo>
                  <a:cubicBezTo>
                    <a:pt x="42477" y="7328"/>
                    <a:pt x="40385" y="9227"/>
                    <a:pt x="40348" y="9260"/>
                  </a:cubicBezTo>
                  <a:lnTo>
                    <a:pt x="40348" y="9260"/>
                  </a:lnTo>
                  <a:cubicBezTo>
                    <a:pt x="40399" y="9214"/>
                    <a:pt x="44382" y="5559"/>
                    <a:pt x="42978" y="3687"/>
                  </a:cubicBezTo>
                  <a:cubicBezTo>
                    <a:pt x="42550" y="3111"/>
                    <a:pt x="41667" y="2872"/>
                    <a:pt x="40600" y="2872"/>
                  </a:cubicBezTo>
                  <a:cubicBezTo>
                    <a:pt x="38243" y="2872"/>
                    <a:pt x="34983" y="4038"/>
                    <a:pt x="33714" y="5335"/>
                  </a:cubicBezTo>
                  <a:cubicBezTo>
                    <a:pt x="33683" y="5335"/>
                    <a:pt x="32166" y="0"/>
                    <a:pt x="248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1"/>
            <p:cNvSpPr/>
            <p:nvPr/>
          </p:nvSpPr>
          <p:spPr>
            <a:xfrm>
              <a:off x="-1945322" y="1440279"/>
              <a:ext cx="2567552" cy="2854196"/>
            </a:xfrm>
            <a:custGeom>
              <a:avLst/>
              <a:gdLst/>
              <a:ahLst/>
              <a:cxnLst/>
              <a:rect l="l" t="t" r="r" b="b"/>
              <a:pathLst>
                <a:path w="53960" h="59981" extrusionOk="0">
                  <a:moveTo>
                    <a:pt x="24850" y="0"/>
                  </a:moveTo>
                  <a:cubicBezTo>
                    <a:pt x="22889" y="0"/>
                    <a:pt x="20509" y="388"/>
                    <a:pt x="17628" y="1370"/>
                  </a:cubicBezTo>
                  <a:cubicBezTo>
                    <a:pt x="8560" y="4472"/>
                    <a:pt x="6244" y="11459"/>
                    <a:pt x="12760" y="12166"/>
                  </a:cubicBezTo>
                  <a:cubicBezTo>
                    <a:pt x="12760" y="12166"/>
                    <a:pt x="2514" y="13344"/>
                    <a:pt x="2514" y="20056"/>
                  </a:cubicBezTo>
                  <a:cubicBezTo>
                    <a:pt x="2514" y="23375"/>
                    <a:pt x="4704" y="24218"/>
                    <a:pt x="6932" y="24218"/>
                  </a:cubicBezTo>
                  <a:cubicBezTo>
                    <a:pt x="8673" y="24218"/>
                    <a:pt x="10438" y="23703"/>
                    <a:pt x="11196" y="23450"/>
                  </a:cubicBezTo>
                  <a:lnTo>
                    <a:pt x="11196" y="23450"/>
                  </a:lnTo>
                  <a:cubicBezTo>
                    <a:pt x="9167" y="24198"/>
                    <a:pt x="0" y="28018"/>
                    <a:pt x="4870" y="34463"/>
                  </a:cubicBezTo>
                  <a:cubicBezTo>
                    <a:pt x="4870" y="34463"/>
                    <a:pt x="7192" y="36328"/>
                    <a:pt x="10083" y="36328"/>
                  </a:cubicBezTo>
                  <a:cubicBezTo>
                    <a:pt x="11749" y="36328"/>
                    <a:pt x="13604" y="35709"/>
                    <a:pt x="15312" y="33757"/>
                  </a:cubicBezTo>
                  <a:lnTo>
                    <a:pt x="15312" y="33757"/>
                  </a:lnTo>
                  <a:cubicBezTo>
                    <a:pt x="15311" y="33757"/>
                    <a:pt x="12171" y="37683"/>
                    <a:pt x="15665" y="39331"/>
                  </a:cubicBezTo>
                  <a:cubicBezTo>
                    <a:pt x="16190" y="39582"/>
                    <a:pt x="16704" y="39684"/>
                    <a:pt x="17206" y="39684"/>
                  </a:cubicBezTo>
                  <a:cubicBezTo>
                    <a:pt x="19510" y="39684"/>
                    <a:pt x="21576" y="37525"/>
                    <a:pt x="23366" y="37525"/>
                  </a:cubicBezTo>
                  <a:cubicBezTo>
                    <a:pt x="23757" y="37525"/>
                    <a:pt x="24134" y="37628"/>
                    <a:pt x="24498" y="37879"/>
                  </a:cubicBezTo>
                  <a:cubicBezTo>
                    <a:pt x="24498" y="37879"/>
                    <a:pt x="29130" y="43492"/>
                    <a:pt x="26343" y="59980"/>
                  </a:cubicBezTo>
                  <a:lnTo>
                    <a:pt x="31446" y="59980"/>
                  </a:lnTo>
                  <a:cubicBezTo>
                    <a:pt x="31446" y="59980"/>
                    <a:pt x="27246" y="40980"/>
                    <a:pt x="33880" y="36897"/>
                  </a:cubicBezTo>
                  <a:cubicBezTo>
                    <a:pt x="33880" y="36897"/>
                    <a:pt x="34448" y="36568"/>
                    <a:pt x="35278" y="36568"/>
                  </a:cubicBezTo>
                  <a:cubicBezTo>
                    <a:pt x="36095" y="36568"/>
                    <a:pt x="37166" y="36887"/>
                    <a:pt x="38198" y="38154"/>
                  </a:cubicBezTo>
                  <a:cubicBezTo>
                    <a:pt x="38764" y="38848"/>
                    <a:pt x="39760" y="39176"/>
                    <a:pt x="40905" y="39176"/>
                  </a:cubicBezTo>
                  <a:cubicBezTo>
                    <a:pt x="43970" y="39176"/>
                    <a:pt x="48105" y="36826"/>
                    <a:pt x="47934" y="32854"/>
                  </a:cubicBezTo>
                  <a:cubicBezTo>
                    <a:pt x="47799" y="29765"/>
                    <a:pt x="46414" y="29101"/>
                    <a:pt x="45248" y="29101"/>
                  </a:cubicBezTo>
                  <a:cubicBezTo>
                    <a:pt x="45160" y="29101"/>
                    <a:pt x="45073" y="29105"/>
                    <a:pt x="44989" y="29111"/>
                  </a:cubicBezTo>
                  <a:lnTo>
                    <a:pt x="44989" y="29111"/>
                  </a:lnTo>
                  <a:cubicBezTo>
                    <a:pt x="47808" y="28235"/>
                    <a:pt x="53959" y="25627"/>
                    <a:pt x="53626" y="19625"/>
                  </a:cubicBezTo>
                  <a:cubicBezTo>
                    <a:pt x="53389" y="15718"/>
                    <a:pt x="50803" y="14747"/>
                    <a:pt x="48288" y="14747"/>
                  </a:cubicBezTo>
                  <a:cubicBezTo>
                    <a:pt x="45799" y="14747"/>
                    <a:pt x="43380" y="15699"/>
                    <a:pt x="43380" y="15699"/>
                  </a:cubicBezTo>
                  <a:cubicBezTo>
                    <a:pt x="43380" y="15699"/>
                    <a:pt x="51506" y="12087"/>
                    <a:pt x="48051" y="8711"/>
                  </a:cubicBezTo>
                  <a:cubicBezTo>
                    <a:pt x="47008" y="7703"/>
                    <a:pt x="45895" y="7350"/>
                    <a:pt x="44846" y="7350"/>
                  </a:cubicBezTo>
                  <a:cubicBezTo>
                    <a:pt x="42446" y="7350"/>
                    <a:pt x="40385" y="9203"/>
                    <a:pt x="40283" y="9296"/>
                  </a:cubicBezTo>
                  <a:lnTo>
                    <a:pt x="40283" y="9296"/>
                  </a:lnTo>
                  <a:cubicBezTo>
                    <a:pt x="40425" y="9166"/>
                    <a:pt x="44297" y="5576"/>
                    <a:pt x="42948" y="3726"/>
                  </a:cubicBezTo>
                  <a:cubicBezTo>
                    <a:pt x="42507" y="3151"/>
                    <a:pt x="41617" y="2911"/>
                    <a:pt x="40543" y="2911"/>
                  </a:cubicBezTo>
                  <a:cubicBezTo>
                    <a:pt x="38173" y="2911"/>
                    <a:pt x="34914" y="4078"/>
                    <a:pt x="33644" y="5375"/>
                  </a:cubicBezTo>
                  <a:cubicBezTo>
                    <a:pt x="33644" y="5344"/>
                    <a:pt x="32134" y="0"/>
                    <a:pt x="248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1"/>
            <p:cNvSpPr/>
            <p:nvPr/>
          </p:nvSpPr>
          <p:spPr>
            <a:xfrm>
              <a:off x="7570792" y="3578859"/>
              <a:ext cx="203606" cy="717391"/>
            </a:xfrm>
            <a:custGeom>
              <a:avLst/>
              <a:gdLst/>
              <a:ahLst/>
              <a:cxnLst/>
              <a:rect l="l" t="t" r="r" b="b"/>
              <a:pathLst>
                <a:path w="4279" h="15076" extrusionOk="0">
                  <a:moveTo>
                    <a:pt x="0" y="1"/>
                  </a:moveTo>
                  <a:lnTo>
                    <a:pt x="0" y="15075"/>
                  </a:lnTo>
                  <a:lnTo>
                    <a:pt x="4279" y="15075"/>
                  </a:lnTo>
                  <a:lnTo>
                    <a:pt x="4279" y="1"/>
                  </a:lnTo>
                  <a:close/>
                </a:path>
              </a:pathLst>
            </a:custGeom>
            <a:solidFill>
              <a:srgbClr val="82A6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1"/>
            <p:cNvSpPr/>
            <p:nvPr/>
          </p:nvSpPr>
          <p:spPr>
            <a:xfrm>
              <a:off x="6887788" y="1587644"/>
              <a:ext cx="1951977" cy="2269233"/>
            </a:xfrm>
            <a:custGeom>
              <a:avLst/>
              <a:gdLst/>
              <a:ahLst/>
              <a:cxnLst/>
              <a:rect l="l" t="t" r="r" b="b"/>
              <a:pathLst>
                <a:path w="41023" h="47688" extrusionOk="0">
                  <a:moveTo>
                    <a:pt x="20256" y="1"/>
                  </a:moveTo>
                  <a:cubicBezTo>
                    <a:pt x="20256" y="14565"/>
                    <a:pt x="10953" y="21945"/>
                    <a:pt x="4318" y="23162"/>
                  </a:cubicBezTo>
                  <a:cubicBezTo>
                    <a:pt x="5031" y="23381"/>
                    <a:pt x="5755" y="23474"/>
                    <a:pt x="6470" y="23474"/>
                  </a:cubicBezTo>
                  <a:cubicBezTo>
                    <a:pt x="10361" y="23474"/>
                    <a:pt x="13975" y="20728"/>
                    <a:pt x="13975" y="20728"/>
                  </a:cubicBezTo>
                  <a:lnTo>
                    <a:pt x="13975" y="20767"/>
                  </a:lnTo>
                  <a:cubicBezTo>
                    <a:pt x="11541" y="23947"/>
                    <a:pt x="7969" y="26106"/>
                    <a:pt x="4004" y="26773"/>
                  </a:cubicBezTo>
                  <a:cubicBezTo>
                    <a:pt x="4004" y="26773"/>
                    <a:pt x="5296" y="27533"/>
                    <a:pt x="7655" y="27533"/>
                  </a:cubicBezTo>
                  <a:cubicBezTo>
                    <a:pt x="8687" y="27533"/>
                    <a:pt x="9923" y="27388"/>
                    <a:pt x="11345" y="26970"/>
                  </a:cubicBezTo>
                  <a:lnTo>
                    <a:pt x="11345" y="26970"/>
                  </a:lnTo>
                  <a:cubicBezTo>
                    <a:pt x="8990" y="30424"/>
                    <a:pt x="5771" y="33172"/>
                    <a:pt x="2002" y="34939"/>
                  </a:cubicBezTo>
                  <a:cubicBezTo>
                    <a:pt x="2039" y="34976"/>
                    <a:pt x="2174" y="34993"/>
                    <a:pt x="2385" y="34993"/>
                  </a:cubicBezTo>
                  <a:cubicBezTo>
                    <a:pt x="3752" y="34993"/>
                    <a:pt x="8324" y="34279"/>
                    <a:pt x="10364" y="33565"/>
                  </a:cubicBezTo>
                  <a:lnTo>
                    <a:pt x="10364" y="33565"/>
                  </a:lnTo>
                  <a:cubicBezTo>
                    <a:pt x="8951" y="36548"/>
                    <a:pt x="5457" y="41691"/>
                    <a:pt x="0" y="42397"/>
                  </a:cubicBezTo>
                  <a:cubicBezTo>
                    <a:pt x="0" y="42397"/>
                    <a:pt x="1522" y="42702"/>
                    <a:pt x="3640" y="42702"/>
                  </a:cubicBezTo>
                  <a:cubicBezTo>
                    <a:pt x="5823" y="42702"/>
                    <a:pt x="8639" y="42378"/>
                    <a:pt x="11070" y="41063"/>
                  </a:cubicBezTo>
                  <a:lnTo>
                    <a:pt x="11070" y="41063"/>
                  </a:lnTo>
                  <a:cubicBezTo>
                    <a:pt x="10756" y="41887"/>
                    <a:pt x="7537" y="46598"/>
                    <a:pt x="4358" y="47540"/>
                  </a:cubicBezTo>
                  <a:cubicBezTo>
                    <a:pt x="5334" y="47593"/>
                    <a:pt x="6250" y="47618"/>
                    <a:pt x="7111" y="47618"/>
                  </a:cubicBezTo>
                  <a:cubicBezTo>
                    <a:pt x="18993" y="47618"/>
                    <a:pt x="20256" y="42908"/>
                    <a:pt x="20256" y="42908"/>
                  </a:cubicBezTo>
                  <a:cubicBezTo>
                    <a:pt x="20256" y="42908"/>
                    <a:pt x="21083" y="47688"/>
                    <a:pt x="34325" y="47688"/>
                  </a:cubicBezTo>
                  <a:cubicBezTo>
                    <a:pt x="34923" y="47688"/>
                    <a:pt x="35545" y="47678"/>
                    <a:pt x="36194" y="47658"/>
                  </a:cubicBezTo>
                  <a:cubicBezTo>
                    <a:pt x="36194" y="47658"/>
                    <a:pt x="29089" y="43732"/>
                    <a:pt x="29089" y="41377"/>
                  </a:cubicBezTo>
                  <a:lnTo>
                    <a:pt x="29089" y="41377"/>
                  </a:lnTo>
                  <a:cubicBezTo>
                    <a:pt x="31633" y="42944"/>
                    <a:pt x="34419" y="43359"/>
                    <a:pt x="36660" y="43359"/>
                  </a:cubicBezTo>
                  <a:cubicBezTo>
                    <a:pt x="39190" y="43359"/>
                    <a:pt x="41023" y="42829"/>
                    <a:pt x="41023" y="42829"/>
                  </a:cubicBezTo>
                  <a:cubicBezTo>
                    <a:pt x="35566" y="42123"/>
                    <a:pt x="31601" y="36666"/>
                    <a:pt x="30149" y="33643"/>
                  </a:cubicBezTo>
                  <a:lnTo>
                    <a:pt x="30149" y="33643"/>
                  </a:lnTo>
                  <a:cubicBezTo>
                    <a:pt x="31989" y="34277"/>
                    <a:pt x="35963" y="35351"/>
                    <a:pt x="37704" y="35351"/>
                  </a:cubicBezTo>
                  <a:cubicBezTo>
                    <a:pt x="38228" y="35351"/>
                    <a:pt x="38550" y="35254"/>
                    <a:pt x="38550" y="35017"/>
                  </a:cubicBezTo>
                  <a:cubicBezTo>
                    <a:pt x="33407" y="32269"/>
                    <a:pt x="30463" y="29286"/>
                    <a:pt x="28814" y="26734"/>
                  </a:cubicBezTo>
                  <a:lnTo>
                    <a:pt x="28814" y="26734"/>
                  </a:lnTo>
                  <a:cubicBezTo>
                    <a:pt x="30502" y="27310"/>
                    <a:pt x="31955" y="27502"/>
                    <a:pt x="33141" y="27502"/>
                  </a:cubicBezTo>
                  <a:cubicBezTo>
                    <a:pt x="35514" y="27502"/>
                    <a:pt x="36822" y="26734"/>
                    <a:pt x="36822" y="26734"/>
                  </a:cubicBezTo>
                  <a:cubicBezTo>
                    <a:pt x="33407" y="26145"/>
                    <a:pt x="30227" y="24457"/>
                    <a:pt x="27833" y="21906"/>
                  </a:cubicBezTo>
                  <a:lnTo>
                    <a:pt x="27833" y="21906"/>
                  </a:lnTo>
                  <a:cubicBezTo>
                    <a:pt x="29824" y="23308"/>
                    <a:pt x="31952" y="23669"/>
                    <a:pt x="33564" y="23669"/>
                  </a:cubicBezTo>
                  <a:cubicBezTo>
                    <a:pt x="35066" y="23669"/>
                    <a:pt x="36119" y="23355"/>
                    <a:pt x="36194" y="23280"/>
                  </a:cubicBezTo>
                  <a:cubicBezTo>
                    <a:pt x="31837" y="23280"/>
                    <a:pt x="20256" y="14643"/>
                    <a:pt x="20256" y="118"/>
                  </a:cubicBezTo>
                  <a:lnTo>
                    <a:pt x="202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1"/>
            <p:cNvSpPr/>
            <p:nvPr/>
          </p:nvSpPr>
          <p:spPr>
            <a:xfrm>
              <a:off x="9349102" y="3369683"/>
              <a:ext cx="179386" cy="924719"/>
            </a:xfrm>
            <a:custGeom>
              <a:avLst/>
              <a:gdLst/>
              <a:ahLst/>
              <a:cxnLst/>
              <a:rect l="l" t="t" r="r" b="b"/>
              <a:pathLst>
                <a:path w="3770" h="19433" extrusionOk="0">
                  <a:moveTo>
                    <a:pt x="1" y="0"/>
                  </a:moveTo>
                  <a:lnTo>
                    <a:pt x="1" y="19432"/>
                  </a:lnTo>
                  <a:lnTo>
                    <a:pt x="3769" y="19432"/>
                  </a:lnTo>
                  <a:lnTo>
                    <a:pt x="3769" y="0"/>
                  </a:lnTo>
                  <a:close/>
                </a:path>
              </a:pathLst>
            </a:custGeom>
            <a:solidFill>
              <a:srgbClr val="9ABC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1"/>
            <p:cNvSpPr/>
            <p:nvPr/>
          </p:nvSpPr>
          <p:spPr>
            <a:xfrm>
              <a:off x="8613134" y="1285063"/>
              <a:ext cx="1653159" cy="2181867"/>
            </a:xfrm>
            <a:custGeom>
              <a:avLst/>
              <a:gdLst/>
              <a:ahLst/>
              <a:cxnLst/>
              <a:rect l="l" t="t" r="r" b="b"/>
              <a:pathLst>
                <a:path w="34743" h="45852" extrusionOk="0">
                  <a:moveTo>
                    <a:pt x="17352" y="0"/>
                  </a:moveTo>
                  <a:cubicBezTo>
                    <a:pt x="11189" y="0"/>
                    <a:pt x="6164" y="3258"/>
                    <a:pt x="6164" y="7223"/>
                  </a:cubicBezTo>
                  <a:cubicBezTo>
                    <a:pt x="6164" y="7616"/>
                    <a:pt x="6242" y="8008"/>
                    <a:pt x="6321" y="8362"/>
                  </a:cubicBezTo>
                  <a:cubicBezTo>
                    <a:pt x="4240" y="9422"/>
                    <a:pt x="2906" y="11031"/>
                    <a:pt x="2906" y="12876"/>
                  </a:cubicBezTo>
                  <a:cubicBezTo>
                    <a:pt x="2906" y="14250"/>
                    <a:pt x="3691" y="15546"/>
                    <a:pt x="5026" y="16527"/>
                  </a:cubicBezTo>
                  <a:cubicBezTo>
                    <a:pt x="2906" y="17587"/>
                    <a:pt x="1532" y="19196"/>
                    <a:pt x="1532" y="21042"/>
                  </a:cubicBezTo>
                  <a:cubicBezTo>
                    <a:pt x="1532" y="22690"/>
                    <a:pt x="2631" y="24143"/>
                    <a:pt x="4319" y="25163"/>
                  </a:cubicBezTo>
                  <a:cubicBezTo>
                    <a:pt x="2474" y="26223"/>
                    <a:pt x="1335" y="27715"/>
                    <a:pt x="1335" y="29403"/>
                  </a:cubicBezTo>
                  <a:cubicBezTo>
                    <a:pt x="1335" y="30816"/>
                    <a:pt x="2121" y="32112"/>
                    <a:pt x="3455" y="33093"/>
                  </a:cubicBezTo>
                  <a:cubicBezTo>
                    <a:pt x="1335" y="34153"/>
                    <a:pt x="1" y="35763"/>
                    <a:pt x="1" y="37608"/>
                  </a:cubicBezTo>
                  <a:cubicBezTo>
                    <a:pt x="1" y="40709"/>
                    <a:pt x="3926" y="43261"/>
                    <a:pt x="8755" y="43261"/>
                  </a:cubicBezTo>
                  <a:cubicBezTo>
                    <a:pt x="9030" y="43261"/>
                    <a:pt x="9344" y="43261"/>
                    <a:pt x="9619" y="43221"/>
                  </a:cubicBezTo>
                  <a:cubicBezTo>
                    <a:pt x="11032" y="44792"/>
                    <a:pt x="13976" y="45851"/>
                    <a:pt x="17352" y="45851"/>
                  </a:cubicBezTo>
                  <a:cubicBezTo>
                    <a:pt x="20728" y="45851"/>
                    <a:pt x="23672" y="44792"/>
                    <a:pt x="25085" y="43221"/>
                  </a:cubicBezTo>
                  <a:cubicBezTo>
                    <a:pt x="25399" y="43221"/>
                    <a:pt x="25674" y="43261"/>
                    <a:pt x="25949" y="43261"/>
                  </a:cubicBezTo>
                  <a:cubicBezTo>
                    <a:pt x="30817" y="43261"/>
                    <a:pt x="34742" y="40709"/>
                    <a:pt x="34742" y="37608"/>
                  </a:cubicBezTo>
                  <a:cubicBezTo>
                    <a:pt x="34742" y="35763"/>
                    <a:pt x="33368" y="34153"/>
                    <a:pt x="31249" y="33093"/>
                  </a:cubicBezTo>
                  <a:cubicBezTo>
                    <a:pt x="32583" y="32112"/>
                    <a:pt x="33368" y="30816"/>
                    <a:pt x="33368" y="29403"/>
                  </a:cubicBezTo>
                  <a:cubicBezTo>
                    <a:pt x="33368" y="27715"/>
                    <a:pt x="32230" y="26184"/>
                    <a:pt x="30385" y="25163"/>
                  </a:cubicBezTo>
                  <a:cubicBezTo>
                    <a:pt x="32112" y="24143"/>
                    <a:pt x="33172" y="22651"/>
                    <a:pt x="33172" y="21042"/>
                  </a:cubicBezTo>
                  <a:cubicBezTo>
                    <a:pt x="33172" y="19196"/>
                    <a:pt x="31798" y="17587"/>
                    <a:pt x="29678" y="16527"/>
                  </a:cubicBezTo>
                  <a:cubicBezTo>
                    <a:pt x="31013" y="15546"/>
                    <a:pt x="31838" y="14250"/>
                    <a:pt x="31838" y="12837"/>
                  </a:cubicBezTo>
                  <a:cubicBezTo>
                    <a:pt x="31838" y="11031"/>
                    <a:pt x="30464" y="9422"/>
                    <a:pt x="28383" y="8362"/>
                  </a:cubicBezTo>
                  <a:cubicBezTo>
                    <a:pt x="28501" y="8008"/>
                    <a:pt x="28540" y="7616"/>
                    <a:pt x="28540" y="7223"/>
                  </a:cubicBezTo>
                  <a:cubicBezTo>
                    <a:pt x="28540" y="3219"/>
                    <a:pt x="23515" y="0"/>
                    <a:pt x="173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1"/>
            <p:cNvSpPr/>
            <p:nvPr/>
          </p:nvSpPr>
          <p:spPr>
            <a:xfrm>
              <a:off x="2641278" y="1131893"/>
              <a:ext cx="1739093" cy="2295833"/>
            </a:xfrm>
            <a:custGeom>
              <a:avLst/>
              <a:gdLst/>
              <a:ahLst/>
              <a:cxnLst/>
              <a:rect l="l" t="t" r="r" b="b"/>
              <a:pathLst>
                <a:path w="36549" h="48247" extrusionOk="0">
                  <a:moveTo>
                    <a:pt x="18255" y="0"/>
                  </a:moveTo>
                  <a:cubicBezTo>
                    <a:pt x="11739" y="0"/>
                    <a:pt x="6478" y="3415"/>
                    <a:pt x="6478" y="7577"/>
                  </a:cubicBezTo>
                  <a:cubicBezTo>
                    <a:pt x="6478" y="8008"/>
                    <a:pt x="6517" y="8401"/>
                    <a:pt x="6635" y="8794"/>
                  </a:cubicBezTo>
                  <a:cubicBezTo>
                    <a:pt x="4437" y="9893"/>
                    <a:pt x="3024" y="11620"/>
                    <a:pt x="3024" y="13504"/>
                  </a:cubicBezTo>
                  <a:cubicBezTo>
                    <a:pt x="3024" y="14996"/>
                    <a:pt x="3887" y="16370"/>
                    <a:pt x="5261" y="17391"/>
                  </a:cubicBezTo>
                  <a:cubicBezTo>
                    <a:pt x="3063" y="18490"/>
                    <a:pt x="1610" y="20217"/>
                    <a:pt x="1610" y="22141"/>
                  </a:cubicBezTo>
                  <a:cubicBezTo>
                    <a:pt x="1610" y="23868"/>
                    <a:pt x="2749" y="25399"/>
                    <a:pt x="4555" y="26459"/>
                  </a:cubicBezTo>
                  <a:cubicBezTo>
                    <a:pt x="2631" y="27558"/>
                    <a:pt x="1414" y="29168"/>
                    <a:pt x="1414" y="30934"/>
                  </a:cubicBezTo>
                  <a:cubicBezTo>
                    <a:pt x="1414" y="32426"/>
                    <a:pt x="2239" y="33800"/>
                    <a:pt x="3652" y="34820"/>
                  </a:cubicBezTo>
                  <a:cubicBezTo>
                    <a:pt x="1414" y="35920"/>
                    <a:pt x="1" y="37647"/>
                    <a:pt x="1" y="39570"/>
                  </a:cubicBezTo>
                  <a:cubicBezTo>
                    <a:pt x="1" y="42829"/>
                    <a:pt x="4123" y="45498"/>
                    <a:pt x="9226" y="45498"/>
                  </a:cubicBezTo>
                  <a:cubicBezTo>
                    <a:pt x="9501" y="45498"/>
                    <a:pt x="9815" y="45498"/>
                    <a:pt x="10129" y="45459"/>
                  </a:cubicBezTo>
                  <a:cubicBezTo>
                    <a:pt x="11621" y="47108"/>
                    <a:pt x="14683" y="48246"/>
                    <a:pt x="18255" y="48246"/>
                  </a:cubicBezTo>
                  <a:cubicBezTo>
                    <a:pt x="21827" y="48246"/>
                    <a:pt x="24929" y="47108"/>
                    <a:pt x="26420" y="45459"/>
                  </a:cubicBezTo>
                  <a:cubicBezTo>
                    <a:pt x="26695" y="45459"/>
                    <a:pt x="27009" y="45498"/>
                    <a:pt x="27323" y="45498"/>
                  </a:cubicBezTo>
                  <a:cubicBezTo>
                    <a:pt x="32387" y="45498"/>
                    <a:pt x="36548" y="42829"/>
                    <a:pt x="36548" y="39570"/>
                  </a:cubicBezTo>
                  <a:cubicBezTo>
                    <a:pt x="36509" y="37647"/>
                    <a:pt x="35096" y="35920"/>
                    <a:pt x="32858" y="34820"/>
                  </a:cubicBezTo>
                  <a:cubicBezTo>
                    <a:pt x="34272" y="33800"/>
                    <a:pt x="35096" y="32426"/>
                    <a:pt x="35096" y="30934"/>
                  </a:cubicBezTo>
                  <a:cubicBezTo>
                    <a:pt x="35096" y="29168"/>
                    <a:pt x="33879" y="27558"/>
                    <a:pt x="31955" y="26459"/>
                  </a:cubicBezTo>
                  <a:cubicBezTo>
                    <a:pt x="33761" y="25399"/>
                    <a:pt x="34900" y="23868"/>
                    <a:pt x="34900" y="22141"/>
                  </a:cubicBezTo>
                  <a:cubicBezTo>
                    <a:pt x="34900" y="20217"/>
                    <a:pt x="33447" y="18490"/>
                    <a:pt x="31249" y="17391"/>
                  </a:cubicBezTo>
                  <a:cubicBezTo>
                    <a:pt x="32623" y="16370"/>
                    <a:pt x="33486" y="14996"/>
                    <a:pt x="33486" y="13504"/>
                  </a:cubicBezTo>
                  <a:cubicBezTo>
                    <a:pt x="33486" y="11620"/>
                    <a:pt x="32073" y="9893"/>
                    <a:pt x="29875" y="8794"/>
                  </a:cubicBezTo>
                  <a:cubicBezTo>
                    <a:pt x="29993" y="8401"/>
                    <a:pt x="30032" y="8008"/>
                    <a:pt x="30032" y="7577"/>
                  </a:cubicBezTo>
                  <a:cubicBezTo>
                    <a:pt x="30032" y="3415"/>
                    <a:pt x="24772" y="0"/>
                    <a:pt x="18255" y="0"/>
                  </a:cubicBezTo>
                  <a:close/>
                </a:path>
              </a:pathLst>
            </a:custGeom>
            <a:solidFill>
              <a:srgbClr val="82A6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1"/>
            <p:cNvSpPr/>
            <p:nvPr/>
          </p:nvSpPr>
          <p:spPr>
            <a:xfrm>
              <a:off x="3414646" y="3326715"/>
              <a:ext cx="188665" cy="971400"/>
            </a:xfrm>
            <a:custGeom>
              <a:avLst/>
              <a:gdLst/>
              <a:ahLst/>
              <a:cxnLst/>
              <a:rect l="l" t="t" r="r" b="b"/>
              <a:pathLst>
                <a:path w="3965" h="20414" extrusionOk="0">
                  <a:moveTo>
                    <a:pt x="0" y="0"/>
                  </a:moveTo>
                  <a:lnTo>
                    <a:pt x="0" y="20414"/>
                  </a:lnTo>
                  <a:lnTo>
                    <a:pt x="3965" y="20414"/>
                  </a:lnTo>
                  <a:lnTo>
                    <a:pt x="3965" y="0"/>
                  </a:lnTo>
                  <a:close/>
                </a:path>
              </a:pathLst>
            </a:custGeom>
            <a:solidFill>
              <a:srgbClr val="708C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1"/>
            <p:cNvSpPr/>
            <p:nvPr/>
          </p:nvSpPr>
          <p:spPr>
            <a:xfrm>
              <a:off x="3452950" y="1660018"/>
              <a:ext cx="2372226" cy="2634448"/>
            </a:xfrm>
            <a:custGeom>
              <a:avLst/>
              <a:gdLst/>
              <a:ahLst/>
              <a:cxnLst/>
              <a:rect l="l" t="t" r="r" b="b"/>
              <a:pathLst>
                <a:path w="49855" h="55363" extrusionOk="0">
                  <a:moveTo>
                    <a:pt x="22979" y="0"/>
                  </a:moveTo>
                  <a:cubicBezTo>
                    <a:pt x="21167" y="0"/>
                    <a:pt x="18970" y="358"/>
                    <a:pt x="16311" y="1267"/>
                  </a:cubicBezTo>
                  <a:cubicBezTo>
                    <a:pt x="7949" y="4093"/>
                    <a:pt x="5790" y="10571"/>
                    <a:pt x="11796" y="11199"/>
                  </a:cubicBezTo>
                  <a:cubicBezTo>
                    <a:pt x="11796" y="11199"/>
                    <a:pt x="2375" y="12298"/>
                    <a:pt x="2375" y="18500"/>
                  </a:cubicBezTo>
                  <a:cubicBezTo>
                    <a:pt x="2375" y="21544"/>
                    <a:pt x="4379" y="22319"/>
                    <a:pt x="6420" y="22319"/>
                  </a:cubicBezTo>
                  <a:cubicBezTo>
                    <a:pt x="8029" y="22319"/>
                    <a:pt x="9662" y="21837"/>
                    <a:pt x="10354" y="21605"/>
                  </a:cubicBezTo>
                  <a:lnTo>
                    <a:pt x="10354" y="21605"/>
                  </a:lnTo>
                  <a:cubicBezTo>
                    <a:pt x="8506" y="22289"/>
                    <a:pt x="1" y="25840"/>
                    <a:pt x="4495" y="31808"/>
                  </a:cubicBezTo>
                  <a:cubicBezTo>
                    <a:pt x="4495" y="31808"/>
                    <a:pt x="6651" y="33537"/>
                    <a:pt x="9332" y="33537"/>
                  </a:cubicBezTo>
                  <a:cubicBezTo>
                    <a:pt x="10869" y="33537"/>
                    <a:pt x="12578" y="32968"/>
                    <a:pt x="14152" y="31180"/>
                  </a:cubicBezTo>
                  <a:lnTo>
                    <a:pt x="14152" y="31180"/>
                  </a:lnTo>
                  <a:cubicBezTo>
                    <a:pt x="14151" y="31181"/>
                    <a:pt x="11247" y="34792"/>
                    <a:pt x="14466" y="36323"/>
                  </a:cubicBezTo>
                  <a:cubicBezTo>
                    <a:pt x="14949" y="36547"/>
                    <a:pt x="15420" y="36639"/>
                    <a:pt x="15880" y="36639"/>
                  </a:cubicBezTo>
                  <a:cubicBezTo>
                    <a:pt x="18026" y="36639"/>
                    <a:pt x="19922" y="34633"/>
                    <a:pt x="21568" y="34633"/>
                  </a:cubicBezTo>
                  <a:cubicBezTo>
                    <a:pt x="21921" y="34633"/>
                    <a:pt x="22262" y="34725"/>
                    <a:pt x="22592" y="34949"/>
                  </a:cubicBezTo>
                  <a:cubicBezTo>
                    <a:pt x="22592" y="34949"/>
                    <a:pt x="26871" y="40170"/>
                    <a:pt x="24319" y="55362"/>
                  </a:cubicBezTo>
                  <a:lnTo>
                    <a:pt x="29069" y="55362"/>
                  </a:lnTo>
                  <a:cubicBezTo>
                    <a:pt x="29069" y="55362"/>
                    <a:pt x="25183" y="37854"/>
                    <a:pt x="31307" y="34085"/>
                  </a:cubicBezTo>
                  <a:cubicBezTo>
                    <a:pt x="31307" y="34085"/>
                    <a:pt x="31834" y="33771"/>
                    <a:pt x="32605" y="33771"/>
                  </a:cubicBezTo>
                  <a:cubicBezTo>
                    <a:pt x="33351" y="33771"/>
                    <a:pt x="34325" y="34065"/>
                    <a:pt x="35271" y="35224"/>
                  </a:cubicBezTo>
                  <a:cubicBezTo>
                    <a:pt x="35792" y="35861"/>
                    <a:pt x="36708" y="36162"/>
                    <a:pt x="37761" y="36162"/>
                  </a:cubicBezTo>
                  <a:cubicBezTo>
                    <a:pt x="40597" y="36162"/>
                    <a:pt x="44433" y="33980"/>
                    <a:pt x="44261" y="30317"/>
                  </a:cubicBezTo>
                  <a:cubicBezTo>
                    <a:pt x="44149" y="27477"/>
                    <a:pt x="42879" y="26866"/>
                    <a:pt x="41806" y="26866"/>
                  </a:cubicBezTo>
                  <a:cubicBezTo>
                    <a:pt x="41725" y="26866"/>
                    <a:pt x="41646" y="26869"/>
                    <a:pt x="41568" y="26876"/>
                  </a:cubicBezTo>
                  <a:lnTo>
                    <a:pt x="41568" y="26876"/>
                  </a:lnTo>
                  <a:cubicBezTo>
                    <a:pt x="44176" y="26065"/>
                    <a:pt x="49855" y="23654"/>
                    <a:pt x="49521" y="18108"/>
                  </a:cubicBezTo>
                  <a:cubicBezTo>
                    <a:pt x="49304" y="14486"/>
                    <a:pt x="46911" y="13588"/>
                    <a:pt x="44592" y="13588"/>
                  </a:cubicBezTo>
                  <a:cubicBezTo>
                    <a:pt x="42310" y="13588"/>
                    <a:pt x="40100" y="14457"/>
                    <a:pt x="40100" y="14457"/>
                  </a:cubicBezTo>
                  <a:cubicBezTo>
                    <a:pt x="40100" y="14457"/>
                    <a:pt x="47598" y="11159"/>
                    <a:pt x="44379" y="8058"/>
                  </a:cubicBezTo>
                  <a:cubicBezTo>
                    <a:pt x="43412" y="7127"/>
                    <a:pt x="42381" y="6801"/>
                    <a:pt x="41412" y="6801"/>
                  </a:cubicBezTo>
                  <a:cubicBezTo>
                    <a:pt x="39173" y="6801"/>
                    <a:pt x="37264" y="8542"/>
                    <a:pt x="37235" y="8568"/>
                  </a:cubicBezTo>
                  <a:lnTo>
                    <a:pt x="37235" y="8568"/>
                  </a:lnTo>
                  <a:cubicBezTo>
                    <a:pt x="37275" y="8531"/>
                    <a:pt x="40956" y="5144"/>
                    <a:pt x="39668" y="3426"/>
                  </a:cubicBezTo>
                  <a:cubicBezTo>
                    <a:pt x="39279" y="2903"/>
                    <a:pt x="38471" y="2685"/>
                    <a:pt x="37491" y="2685"/>
                  </a:cubicBezTo>
                  <a:cubicBezTo>
                    <a:pt x="35310" y="2685"/>
                    <a:pt x="32275" y="3765"/>
                    <a:pt x="31110" y="4957"/>
                  </a:cubicBezTo>
                  <a:cubicBezTo>
                    <a:pt x="31110" y="4926"/>
                    <a:pt x="29698" y="0"/>
                    <a:pt x="229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1"/>
            <p:cNvSpPr/>
            <p:nvPr/>
          </p:nvSpPr>
          <p:spPr>
            <a:xfrm>
              <a:off x="5183548" y="3625585"/>
              <a:ext cx="194327" cy="691220"/>
            </a:xfrm>
            <a:custGeom>
              <a:avLst/>
              <a:gdLst/>
              <a:ahLst/>
              <a:cxnLst/>
              <a:rect l="l" t="t" r="r" b="b"/>
              <a:pathLst>
                <a:path w="4084" h="14526" extrusionOk="0">
                  <a:moveTo>
                    <a:pt x="1" y="0"/>
                  </a:moveTo>
                  <a:lnTo>
                    <a:pt x="1" y="14525"/>
                  </a:lnTo>
                  <a:lnTo>
                    <a:pt x="4083" y="14525"/>
                  </a:lnTo>
                  <a:lnTo>
                    <a:pt x="4083" y="0"/>
                  </a:lnTo>
                  <a:close/>
                </a:path>
              </a:pathLst>
            </a:custGeom>
            <a:solidFill>
              <a:srgbClr val="82A6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1"/>
            <p:cNvSpPr/>
            <p:nvPr/>
          </p:nvSpPr>
          <p:spPr>
            <a:xfrm>
              <a:off x="4341136" y="1752044"/>
              <a:ext cx="1881031" cy="2138517"/>
            </a:xfrm>
            <a:custGeom>
              <a:avLst/>
              <a:gdLst/>
              <a:ahLst/>
              <a:cxnLst/>
              <a:rect l="l" t="t" r="r" b="b"/>
              <a:pathLst>
                <a:path w="39532" h="44941" extrusionOk="0">
                  <a:moveTo>
                    <a:pt x="19510" y="0"/>
                  </a:moveTo>
                  <a:cubicBezTo>
                    <a:pt x="19510" y="13975"/>
                    <a:pt x="10560" y="20178"/>
                    <a:pt x="4201" y="21356"/>
                  </a:cubicBezTo>
                  <a:cubicBezTo>
                    <a:pt x="4874" y="21560"/>
                    <a:pt x="5558" y="21647"/>
                    <a:pt x="6235" y="21647"/>
                  </a:cubicBezTo>
                  <a:cubicBezTo>
                    <a:pt x="9974" y="21647"/>
                    <a:pt x="13465" y="19000"/>
                    <a:pt x="13465" y="19000"/>
                  </a:cubicBezTo>
                  <a:lnTo>
                    <a:pt x="13465" y="19040"/>
                  </a:lnTo>
                  <a:cubicBezTo>
                    <a:pt x="11110" y="22102"/>
                    <a:pt x="7694" y="24182"/>
                    <a:pt x="3886" y="24810"/>
                  </a:cubicBezTo>
                  <a:cubicBezTo>
                    <a:pt x="3886" y="24810"/>
                    <a:pt x="5143" y="25553"/>
                    <a:pt x="7418" y="25553"/>
                  </a:cubicBezTo>
                  <a:cubicBezTo>
                    <a:pt x="8409" y="25553"/>
                    <a:pt x="9594" y="25412"/>
                    <a:pt x="10953" y="25006"/>
                  </a:cubicBezTo>
                  <a:lnTo>
                    <a:pt x="10953" y="25006"/>
                  </a:lnTo>
                  <a:cubicBezTo>
                    <a:pt x="8676" y="28343"/>
                    <a:pt x="5574" y="30973"/>
                    <a:pt x="1924" y="32661"/>
                  </a:cubicBezTo>
                  <a:cubicBezTo>
                    <a:pt x="1962" y="32700"/>
                    <a:pt x="2102" y="32717"/>
                    <a:pt x="2320" y="32717"/>
                  </a:cubicBezTo>
                  <a:cubicBezTo>
                    <a:pt x="3668" y="32717"/>
                    <a:pt x="8017" y="32042"/>
                    <a:pt x="10010" y="31366"/>
                  </a:cubicBezTo>
                  <a:lnTo>
                    <a:pt x="10010" y="31366"/>
                  </a:lnTo>
                  <a:cubicBezTo>
                    <a:pt x="8597" y="34232"/>
                    <a:pt x="5260" y="39178"/>
                    <a:pt x="0" y="39845"/>
                  </a:cubicBezTo>
                  <a:cubicBezTo>
                    <a:pt x="0" y="39845"/>
                    <a:pt x="1511" y="40159"/>
                    <a:pt x="3602" y="40159"/>
                  </a:cubicBezTo>
                  <a:cubicBezTo>
                    <a:pt x="5692" y="40159"/>
                    <a:pt x="8362" y="39845"/>
                    <a:pt x="10678" y="38589"/>
                  </a:cubicBezTo>
                  <a:lnTo>
                    <a:pt x="10678" y="38589"/>
                  </a:lnTo>
                  <a:cubicBezTo>
                    <a:pt x="10364" y="39374"/>
                    <a:pt x="7262" y="43889"/>
                    <a:pt x="4201" y="44831"/>
                  </a:cubicBezTo>
                  <a:cubicBezTo>
                    <a:pt x="5130" y="44881"/>
                    <a:pt x="6003" y="44904"/>
                    <a:pt x="6824" y="44904"/>
                  </a:cubicBezTo>
                  <a:cubicBezTo>
                    <a:pt x="18314" y="44904"/>
                    <a:pt x="19510" y="40356"/>
                    <a:pt x="19510" y="40356"/>
                  </a:cubicBezTo>
                  <a:cubicBezTo>
                    <a:pt x="19510" y="40356"/>
                    <a:pt x="20298" y="44941"/>
                    <a:pt x="32995" y="44941"/>
                  </a:cubicBezTo>
                  <a:cubicBezTo>
                    <a:pt x="33590" y="44941"/>
                    <a:pt x="34211" y="44930"/>
                    <a:pt x="34860" y="44909"/>
                  </a:cubicBezTo>
                  <a:cubicBezTo>
                    <a:pt x="34860" y="44909"/>
                    <a:pt x="27990" y="41141"/>
                    <a:pt x="27990" y="38864"/>
                  </a:cubicBezTo>
                  <a:lnTo>
                    <a:pt x="27990" y="38864"/>
                  </a:lnTo>
                  <a:cubicBezTo>
                    <a:pt x="30500" y="40438"/>
                    <a:pt x="33243" y="40849"/>
                    <a:pt x="35425" y="40849"/>
                  </a:cubicBezTo>
                  <a:cubicBezTo>
                    <a:pt x="37815" y="40849"/>
                    <a:pt x="39531" y="40356"/>
                    <a:pt x="39531" y="40356"/>
                  </a:cubicBezTo>
                  <a:cubicBezTo>
                    <a:pt x="34271" y="39649"/>
                    <a:pt x="30463" y="34389"/>
                    <a:pt x="29050" y="31523"/>
                  </a:cubicBezTo>
                  <a:lnTo>
                    <a:pt x="29050" y="31523"/>
                  </a:lnTo>
                  <a:cubicBezTo>
                    <a:pt x="30795" y="32125"/>
                    <a:pt x="34616" y="33142"/>
                    <a:pt x="36305" y="33142"/>
                  </a:cubicBezTo>
                  <a:cubicBezTo>
                    <a:pt x="36820" y="33142"/>
                    <a:pt x="37136" y="33048"/>
                    <a:pt x="37136" y="32818"/>
                  </a:cubicBezTo>
                  <a:cubicBezTo>
                    <a:pt x="32190" y="30188"/>
                    <a:pt x="29364" y="27283"/>
                    <a:pt x="27754" y="24849"/>
                  </a:cubicBezTo>
                  <a:lnTo>
                    <a:pt x="27754" y="24849"/>
                  </a:lnTo>
                  <a:cubicBezTo>
                    <a:pt x="29390" y="25399"/>
                    <a:pt x="30794" y="25582"/>
                    <a:pt x="31940" y="25582"/>
                  </a:cubicBezTo>
                  <a:cubicBezTo>
                    <a:pt x="34231" y="25582"/>
                    <a:pt x="35488" y="24849"/>
                    <a:pt x="35488" y="24849"/>
                  </a:cubicBezTo>
                  <a:cubicBezTo>
                    <a:pt x="32151" y="24261"/>
                    <a:pt x="29128" y="22612"/>
                    <a:pt x="26812" y="20139"/>
                  </a:cubicBezTo>
                  <a:lnTo>
                    <a:pt x="26812" y="20139"/>
                  </a:lnTo>
                  <a:cubicBezTo>
                    <a:pt x="28739" y="21492"/>
                    <a:pt x="30806" y="21838"/>
                    <a:pt x="32363" y="21838"/>
                  </a:cubicBezTo>
                  <a:cubicBezTo>
                    <a:pt x="33787" y="21838"/>
                    <a:pt x="34785" y="21548"/>
                    <a:pt x="34860" y="21473"/>
                  </a:cubicBezTo>
                  <a:cubicBezTo>
                    <a:pt x="30698" y="21473"/>
                    <a:pt x="19510" y="14093"/>
                    <a:pt x="19510" y="79"/>
                  </a:cubicBezTo>
                  <a:lnTo>
                    <a:pt x="195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1"/>
            <p:cNvSpPr/>
            <p:nvPr/>
          </p:nvSpPr>
          <p:spPr>
            <a:xfrm>
              <a:off x="1834363" y="3511623"/>
              <a:ext cx="222305" cy="784629"/>
            </a:xfrm>
            <a:custGeom>
              <a:avLst/>
              <a:gdLst/>
              <a:ahLst/>
              <a:cxnLst/>
              <a:rect l="l" t="t" r="r" b="b"/>
              <a:pathLst>
                <a:path w="4672" h="16489" extrusionOk="0">
                  <a:moveTo>
                    <a:pt x="0" y="1"/>
                  </a:moveTo>
                  <a:lnTo>
                    <a:pt x="0" y="16488"/>
                  </a:lnTo>
                  <a:lnTo>
                    <a:pt x="4672" y="16488"/>
                  </a:lnTo>
                  <a:lnTo>
                    <a:pt x="46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1"/>
            <p:cNvSpPr/>
            <p:nvPr/>
          </p:nvSpPr>
          <p:spPr>
            <a:xfrm>
              <a:off x="876087" y="1329886"/>
              <a:ext cx="2140689" cy="2485793"/>
            </a:xfrm>
            <a:custGeom>
              <a:avLst/>
              <a:gdLst/>
              <a:ahLst/>
              <a:cxnLst/>
              <a:rect l="l" t="t" r="r" b="b"/>
              <a:pathLst>
                <a:path w="44989" h="52239" extrusionOk="0">
                  <a:moveTo>
                    <a:pt x="22220" y="0"/>
                  </a:moveTo>
                  <a:cubicBezTo>
                    <a:pt x="22220" y="15938"/>
                    <a:pt x="12053" y="24025"/>
                    <a:pt x="4751" y="25399"/>
                  </a:cubicBezTo>
                  <a:cubicBezTo>
                    <a:pt x="5509" y="25624"/>
                    <a:pt x="6279" y="25720"/>
                    <a:pt x="7040" y="25720"/>
                  </a:cubicBezTo>
                  <a:cubicBezTo>
                    <a:pt x="11330" y="25720"/>
                    <a:pt x="15350" y="22690"/>
                    <a:pt x="15350" y="22690"/>
                  </a:cubicBezTo>
                  <a:lnTo>
                    <a:pt x="15350" y="22730"/>
                  </a:lnTo>
                  <a:cubicBezTo>
                    <a:pt x="12681" y="26223"/>
                    <a:pt x="8755" y="28579"/>
                    <a:pt x="4398" y="29325"/>
                  </a:cubicBezTo>
                  <a:cubicBezTo>
                    <a:pt x="4398" y="29325"/>
                    <a:pt x="5834" y="30167"/>
                    <a:pt x="8438" y="30167"/>
                  </a:cubicBezTo>
                  <a:cubicBezTo>
                    <a:pt x="9563" y="30167"/>
                    <a:pt x="10906" y="30010"/>
                    <a:pt x="12445" y="29560"/>
                  </a:cubicBezTo>
                  <a:lnTo>
                    <a:pt x="12445" y="29560"/>
                  </a:lnTo>
                  <a:cubicBezTo>
                    <a:pt x="9893" y="33329"/>
                    <a:pt x="6321" y="36312"/>
                    <a:pt x="2199" y="38275"/>
                  </a:cubicBezTo>
                  <a:cubicBezTo>
                    <a:pt x="2233" y="38309"/>
                    <a:pt x="2361" y="38325"/>
                    <a:pt x="2562" y="38325"/>
                  </a:cubicBezTo>
                  <a:cubicBezTo>
                    <a:pt x="3980" y="38325"/>
                    <a:pt x="9082" y="37535"/>
                    <a:pt x="11385" y="36744"/>
                  </a:cubicBezTo>
                  <a:lnTo>
                    <a:pt x="11385" y="36744"/>
                  </a:lnTo>
                  <a:cubicBezTo>
                    <a:pt x="9815" y="40042"/>
                    <a:pt x="5968" y="45655"/>
                    <a:pt x="1" y="46440"/>
                  </a:cubicBezTo>
                  <a:cubicBezTo>
                    <a:pt x="1" y="46440"/>
                    <a:pt x="1672" y="46784"/>
                    <a:pt x="3996" y="46784"/>
                  </a:cubicBezTo>
                  <a:cubicBezTo>
                    <a:pt x="6385" y="46784"/>
                    <a:pt x="9465" y="46421"/>
                    <a:pt x="12131" y="44949"/>
                  </a:cubicBezTo>
                  <a:lnTo>
                    <a:pt x="12131" y="44949"/>
                  </a:lnTo>
                  <a:cubicBezTo>
                    <a:pt x="11817" y="45852"/>
                    <a:pt x="8284" y="51033"/>
                    <a:pt x="4790" y="52093"/>
                  </a:cubicBezTo>
                  <a:cubicBezTo>
                    <a:pt x="5860" y="52152"/>
                    <a:pt x="6866" y="52179"/>
                    <a:pt x="7810" y="52179"/>
                  </a:cubicBezTo>
                  <a:cubicBezTo>
                    <a:pt x="20860" y="52179"/>
                    <a:pt x="22259" y="46990"/>
                    <a:pt x="22259" y="46990"/>
                  </a:cubicBezTo>
                  <a:cubicBezTo>
                    <a:pt x="22259" y="46990"/>
                    <a:pt x="23164" y="52239"/>
                    <a:pt x="37835" y="52239"/>
                  </a:cubicBezTo>
                  <a:cubicBezTo>
                    <a:pt x="38442" y="52239"/>
                    <a:pt x="39073" y="52230"/>
                    <a:pt x="39728" y="52211"/>
                  </a:cubicBezTo>
                  <a:cubicBezTo>
                    <a:pt x="39728" y="52211"/>
                    <a:pt x="31916" y="47893"/>
                    <a:pt x="31916" y="45302"/>
                  </a:cubicBezTo>
                  <a:lnTo>
                    <a:pt x="31916" y="45302"/>
                  </a:lnTo>
                  <a:cubicBezTo>
                    <a:pt x="34712" y="47054"/>
                    <a:pt x="37799" y="47514"/>
                    <a:pt x="40271" y="47514"/>
                  </a:cubicBezTo>
                  <a:cubicBezTo>
                    <a:pt x="43006" y="47514"/>
                    <a:pt x="44988" y="46951"/>
                    <a:pt x="44988" y="46951"/>
                  </a:cubicBezTo>
                  <a:cubicBezTo>
                    <a:pt x="38982" y="46166"/>
                    <a:pt x="34664" y="40159"/>
                    <a:pt x="33055" y="36901"/>
                  </a:cubicBezTo>
                  <a:lnTo>
                    <a:pt x="33055" y="36901"/>
                  </a:lnTo>
                  <a:cubicBezTo>
                    <a:pt x="35053" y="37567"/>
                    <a:pt x="39435" y="38748"/>
                    <a:pt x="41334" y="38748"/>
                  </a:cubicBezTo>
                  <a:cubicBezTo>
                    <a:pt x="41896" y="38748"/>
                    <a:pt x="42241" y="38644"/>
                    <a:pt x="42241" y="38393"/>
                  </a:cubicBezTo>
                  <a:cubicBezTo>
                    <a:pt x="36627" y="35370"/>
                    <a:pt x="33408" y="32073"/>
                    <a:pt x="31563" y="29325"/>
                  </a:cubicBezTo>
                  <a:lnTo>
                    <a:pt x="31563" y="29325"/>
                  </a:lnTo>
                  <a:cubicBezTo>
                    <a:pt x="33421" y="29953"/>
                    <a:pt x="35022" y="30162"/>
                    <a:pt x="36330" y="30162"/>
                  </a:cubicBezTo>
                  <a:cubicBezTo>
                    <a:pt x="38947" y="30162"/>
                    <a:pt x="40395" y="29325"/>
                    <a:pt x="40395" y="29325"/>
                  </a:cubicBezTo>
                  <a:cubicBezTo>
                    <a:pt x="36627" y="28697"/>
                    <a:pt x="33172" y="26812"/>
                    <a:pt x="30542" y="23986"/>
                  </a:cubicBezTo>
                  <a:lnTo>
                    <a:pt x="30542" y="23986"/>
                  </a:lnTo>
                  <a:cubicBezTo>
                    <a:pt x="32739" y="25526"/>
                    <a:pt x="35097" y="25917"/>
                    <a:pt x="36870" y="25917"/>
                  </a:cubicBezTo>
                  <a:cubicBezTo>
                    <a:pt x="38485" y="25917"/>
                    <a:pt x="39614" y="25592"/>
                    <a:pt x="39689" y="25517"/>
                  </a:cubicBezTo>
                  <a:cubicBezTo>
                    <a:pt x="34939" y="25517"/>
                    <a:pt x="22220" y="16056"/>
                    <a:pt x="22220" y="118"/>
                  </a:cubicBezTo>
                  <a:lnTo>
                    <a:pt x="22220" y="0"/>
                  </a:lnTo>
                  <a:close/>
                </a:path>
              </a:pathLst>
            </a:custGeom>
            <a:solidFill>
              <a:srgbClr val="82A6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1"/>
            <p:cNvSpPr/>
            <p:nvPr/>
          </p:nvSpPr>
          <p:spPr>
            <a:xfrm>
              <a:off x="1801721" y="1864246"/>
              <a:ext cx="2187177" cy="2430214"/>
            </a:xfrm>
            <a:custGeom>
              <a:avLst/>
              <a:gdLst/>
              <a:ahLst/>
              <a:cxnLst/>
              <a:rect l="l" t="t" r="r" b="b"/>
              <a:pathLst>
                <a:path w="45966" h="51071" extrusionOk="0">
                  <a:moveTo>
                    <a:pt x="21184" y="0"/>
                  </a:moveTo>
                  <a:cubicBezTo>
                    <a:pt x="19510" y="0"/>
                    <a:pt x="17477" y="332"/>
                    <a:pt x="15015" y="1175"/>
                  </a:cubicBezTo>
                  <a:cubicBezTo>
                    <a:pt x="7321" y="3805"/>
                    <a:pt x="5319" y="9772"/>
                    <a:pt x="10854" y="10361"/>
                  </a:cubicBezTo>
                  <a:cubicBezTo>
                    <a:pt x="10854" y="10361"/>
                    <a:pt x="2178" y="11343"/>
                    <a:pt x="2178" y="17074"/>
                  </a:cubicBezTo>
                  <a:cubicBezTo>
                    <a:pt x="2178" y="19911"/>
                    <a:pt x="4038" y="20632"/>
                    <a:pt x="5929" y="20632"/>
                  </a:cubicBezTo>
                  <a:cubicBezTo>
                    <a:pt x="7411" y="20632"/>
                    <a:pt x="8913" y="20189"/>
                    <a:pt x="9552" y="19975"/>
                  </a:cubicBezTo>
                  <a:lnTo>
                    <a:pt x="9552" y="19975"/>
                  </a:lnTo>
                  <a:cubicBezTo>
                    <a:pt x="7841" y="20609"/>
                    <a:pt x="0" y="23887"/>
                    <a:pt x="4141" y="29361"/>
                  </a:cubicBezTo>
                  <a:cubicBezTo>
                    <a:pt x="4141" y="29361"/>
                    <a:pt x="6135" y="30944"/>
                    <a:pt x="8606" y="30944"/>
                  </a:cubicBezTo>
                  <a:cubicBezTo>
                    <a:pt x="10026" y="30944"/>
                    <a:pt x="11605" y="30421"/>
                    <a:pt x="13052" y="28772"/>
                  </a:cubicBezTo>
                  <a:lnTo>
                    <a:pt x="13052" y="28772"/>
                  </a:lnTo>
                  <a:cubicBezTo>
                    <a:pt x="13051" y="28773"/>
                    <a:pt x="10383" y="32109"/>
                    <a:pt x="13327" y="33483"/>
                  </a:cubicBezTo>
                  <a:cubicBezTo>
                    <a:pt x="13783" y="33699"/>
                    <a:pt x="14228" y="33788"/>
                    <a:pt x="14662" y="33788"/>
                  </a:cubicBezTo>
                  <a:cubicBezTo>
                    <a:pt x="16633" y="33788"/>
                    <a:pt x="18378" y="31962"/>
                    <a:pt x="19895" y="31962"/>
                  </a:cubicBezTo>
                  <a:cubicBezTo>
                    <a:pt x="20229" y="31962"/>
                    <a:pt x="20552" y="32050"/>
                    <a:pt x="20864" y="32266"/>
                  </a:cubicBezTo>
                  <a:cubicBezTo>
                    <a:pt x="20864" y="32266"/>
                    <a:pt x="24790" y="37056"/>
                    <a:pt x="22434" y="51070"/>
                  </a:cubicBezTo>
                  <a:lnTo>
                    <a:pt x="26792" y="51070"/>
                  </a:lnTo>
                  <a:cubicBezTo>
                    <a:pt x="26792" y="51070"/>
                    <a:pt x="23219" y="34936"/>
                    <a:pt x="28833" y="31442"/>
                  </a:cubicBezTo>
                  <a:cubicBezTo>
                    <a:pt x="28833" y="31442"/>
                    <a:pt x="29313" y="31162"/>
                    <a:pt x="30020" y="31162"/>
                  </a:cubicBezTo>
                  <a:cubicBezTo>
                    <a:pt x="30714" y="31162"/>
                    <a:pt x="31628" y="31432"/>
                    <a:pt x="32523" y="32502"/>
                  </a:cubicBezTo>
                  <a:cubicBezTo>
                    <a:pt x="33003" y="33099"/>
                    <a:pt x="33849" y="33381"/>
                    <a:pt x="34822" y="33381"/>
                  </a:cubicBezTo>
                  <a:cubicBezTo>
                    <a:pt x="37428" y="33381"/>
                    <a:pt x="40949" y="31361"/>
                    <a:pt x="40806" y="27987"/>
                  </a:cubicBezTo>
                  <a:cubicBezTo>
                    <a:pt x="40695" y="25353"/>
                    <a:pt x="39548" y="24778"/>
                    <a:pt x="38569" y="24778"/>
                  </a:cubicBezTo>
                  <a:cubicBezTo>
                    <a:pt x="38510" y="24778"/>
                    <a:pt x="38451" y="24780"/>
                    <a:pt x="38393" y="24784"/>
                  </a:cubicBezTo>
                  <a:lnTo>
                    <a:pt x="38393" y="24784"/>
                  </a:lnTo>
                  <a:cubicBezTo>
                    <a:pt x="40825" y="24010"/>
                    <a:pt x="45965" y="21767"/>
                    <a:pt x="45635" y="16721"/>
                  </a:cubicBezTo>
                  <a:cubicBezTo>
                    <a:pt x="45437" y="13374"/>
                    <a:pt x="43230" y="12545"/>
                    <a:pt x="41093" y="12545"/>
                  </a:cubicBezTo>
                  <a:cubicBezTo>
                    <a:pt x="38993" y="12545"/>
                    <a:pt x="36959" y="13345"/>
                    <a:pt x="36959" y="13345"/>
                  </a:cubicBezTo>
                  <a:cubicBezTo>
                    <a:pt x="36959" y="13345"/>
                    <a:pt x="43868" y="10283"/>
                    <a:pt x="40924" y="7417"/>
                  </a:cubicBezTo>
                  <a:cubicBezTo>
                    <a:pt x="40028" y="6556"/>
                    <a:pt x="39071" y="6255"/>
                    <a:pt x="38171" y="6255"/>
                  </a:cubicBezTo>
                  <a:cubicBezTo>
                    <a:pt x="36095" y="6255"/>
                    <a:pt x="34322" y="7859"/>
                    <a:pt x="34290" y="7888"/>
                  </a:cubicBezTo>
                  <a:lnTo>
                    <a:pt x="34290" y="7888"/>
                  </a:lnTo>
                  <a:cubicBezTo>
                    <a:pt x="34334" y="7848"/>
                    <a:pt x="37737" y="4737"/>
                    <a:pt x="36566" y="3138"/>
                  </a:cubicBezTo>
                  <a:cubicBezTo>
                    <a:pt x="36200" y="2649"/>
                    <a:pt x="35449" y="2446"/>
                    <a:pt x="34541" y="2446"/>
                  </a:cubicBezTo>
                  <a:cubicBezTo>
                    <a:pt x="32530" y="2446"/>
                    <a:pt x="29746" y="3443"/>
                    <a:pt x="28637" y="4551"/>
                  </a:cubicBezTo>
                  <a:lnTo>
                    <a:pt x="28637" y="4551"/>
                  </a:lnTo>
                  <a:cubicBezTo>
                    <a:pt x="28654" y="4504"/>
                    <a:pt x="27352" y="0"/>
                    <a:pt x="21184" y="0"/>
                  </a:cubicBezTo>
                  <a:close/>
                </a:path>
              </a:pathLst>
            </a:custGeom>
            <a:solidFill>
              <a:srgbClr val="9ABC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1"/>
            <p:cNvSpPr/>
            <p:nvPr/>
          </p:nvSpPr>
          <p:spPr>
            <a:xfrm>
              <a:off x="155060" y="1438233"/>
              <a:ext cx="1572840" cy="2071661"/>
            </a:xfrm>
            <a:custGeom>
              <a:avLst/>
              <a:gdLst/>
              <a:ahLst/>
              <a:cxnLst/>
              <a:rect l="l" t="t" r="r" b="b"/>
              <a:pathLst>
                <a:path w="33055" h="43536" extrusionOk="0">
                  <a:moveTo>
                    <a:pt x="16528" y="0"/>
                  </a:moveTo>
                  <a:cubicBezTo>
                    <a:pt x="10639" y="0"/>
                    <a:pt x="5889" y="3062"/>
                    <a:pt x="5889" y="6831"/>
                  </a:cubicBezTo>
                  <a:cubicBezTo>
                    <a:pt x="5889" y="7223"/>
                    <a:pt x="5929" y="7577"/>
                    <a:pt x="6046" y="7930"/>
                  </a:cubicBezTo>
                  <a:cubicBezTo>
                    <a:pt x="4084" y="8911"/>
                    <a:pt x="2749" y="10442"/>
                    <a:pt x="2749" y="12209"/>
                  </a:cubicBezTo>
                  <a:cubicBezTo>
                    <a:pt x="2749" y="13544"/>
                    <a:pt x="3534" y="14761"/>
                    <a:pt x="4790" y="15703"/>
                  </a:cubicBezTo>
                  <a:cubicBezTo>
                    <a:pt x="2788" y="16684"/>
                    <a:pt x="1493" y="18215"/>
                    <a:pt x="1493" y="19982"/>
                  </a:cubicBezTo>
                  <a:cubicBezTo>
                    <a:pt x="1493" y="21513"/>
                    <a:pt x="2513" y="22926"/>
                    <a:pt x="4123" y="23907"/>
                  </a:cubicBezTo>
                  <a:cubicBezTo>
                    <a:pt x="2396" y="24889"/>
                    <a:pt x="1296" y="26341"/>
                    <a:pt x="1296" y="27951"/>
                  </a:cubicBezTo>
                  <a:cubicBezTo>
                    <a:pt x="1296" y="29285"/>
                    <a:pt x="2042" y="30502"/>
                    <a:pt x="3338" y="31444"/>
                  </a:cubicBezTo>
                  <a:cubicBezTo>
                    <a:pt x="1296" y="32426"/>
                    <a:pt x="1" y="33957"/>
                    <a:pt x="1" y="35723"/>
                  </a:cubicBezTo>
                  <a:cubicBezTo>
                    <a:pt x="1" y="38668"/>
                    <a:pt x="3730" y="41062"/>
                    <a:pt x="8363" y="41062"/>
                  </a:cubicBezTo>
                  <a:cubicBezTo>
                    <a:pt x="8637" y="41062"/>
                    <a:pt x="8912" y="41062"/>
                    <a:pt x="9148" y="41023"/>
                  </a:cubicBezTo>
                  <a:cubicBezTo>
                    <a:pt x="10522" y="42515"/>
                    <a:pt x="13309" y="43535"/>
                    <a:pt x="16528" y="43535"/>
                  </a:cubicBezTo>
                  <a:cubicBezTo>
                    <a:pt x="19747" y="43535"/>
                    <a:pt x="22534" y="42515"/>
                    <a:pt x="23869" y="41023"/>
                  </a:cubicBezTo>
                  <a:cubicBezTo>
                    <a:pt x="24144" y="41023"/>
                    <a:pt x="24418" y="41062"/>
                    <a:pt x="24693" y="41062"/>
                  </a:cubicBezTo>
                  <a:cubicBezTo>
                    <a:pt x="29286" y="41062"/>
                    <a:pt x="33055" y="38668"/>
                    <a:pt x="33055" y="35723"/>
                  </a:cubicBezTo>
                  <a:cubicBezTo>
                    <a:pt x="33015" y="33957"/>
                    <a:pt x="31720" y="32426"/>
                    <a:pt x="29718" y="31444"/>
                  </a:cubicBezTo>
                  <a:cubicBezTo>
                    <a:pt x="30974" y="30502"/>
                    <a:pt x="31720" y="29246"/>
                    <a:pt x="31720" y="27911"/>
                  </a:cubicBezTo>
                  <a:cubicBezTo>
                    <a:pt x="31720" y="26302"/>
                    <a:pt x="30621" y="24889"/>
                    <a:pt x="28894" y="23907"/>
                  </a:cubicBezTo>
                  <a:cubicBezTo>
                    <a:pt x="30503" y="22926"/>
                    <a:pt x="31524" y="21513"/>
                    <a:pt x="31524" y="19982"/>
                  </a:cubicBezTo>
                  <a:cubicBezTo>
                    <a:pt x="31524" y="18215"/>
                    <a:pt x="30228" y="16684"/>
                    <a:pt x="28226" y="15703"/>
                  </a:cubicBezTo>
                  <a:cubicBezTo>
                    <a:pt x="29482" y="14761"/>
                    <a:pt x="30268" y="13544"/>
                    <a:pt x="30268" y="12170"/>
                  </a:cubicBezTo>
                  <a:cubicBezTo>
                    <a:pt x="30268" y="10442"/>
                    <a:pt x="28972" y="8911"/>
                    <a:pt x="27009" y="7930"/>
                  </a:cubicBezTo>
                  <a:cubicBezTo>
                    <a:pt x="27088" y="7577"/>
                    <a:pt x="27127" y="7184"/>
                    <a:pt x="27127" y="6831"/>
                  </a:cubicBezTo>
                  <a:cubicBezTo>
                    <a:pt x="27127" y="3062"/>
                    <a:pt x="22377" y="0"/>
                    <a:pt x="165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1"/>
            <p:cNvSpPr/>
            <p:nvPr/>
          </p:nvSpPr>
          <p:spPr>
            <a:xfrm>
              <a:off x="855579" y="3418218"/>
              <a:ext cx="170012" cy="878038"/>
            </a:xfrm>
            <a:custGeom>
              <a:avLst/>
              <a:gdLst/>
              <a:ahLst/>
              <a:cxnLst/>
              <a:rect l="l" t="t" r="r" b="b"/>
              <a:pathLst>
                <a:path w="3573" h="18452" extrusionOk="0">
                  <a:moveTo>
                    <a:pt x="0" y="1"/>
                  </a:moveTo>
                  <a:lnTo>
                    <a:pt x="0" y="18451"/>
                  </a:lnTo>
                  <a:lnTo>
                    <a:pt x="3572" y="18451"/>
                  </a:lnTo>
                  <a:lnTo>
                    <a:pt x="3572" y="1"/>
                  </a:lnTo>
                  <a:close/>
                </a:path>
              </a:pathLst>
            </a:custGeom>
            <a:solidFill>
              <a:srgbClr val="9ABC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0" name="Google Shape;620;p31"/>
          <p:cNvGrpSpPr/>
          <p:nvPr/>
        </p:nvGrpSpPr>
        <p:grpSpPr>
          <a:xfrm flipH="1">
            <a:off x="-757905" y="-367561"/>
            <a:ext cx="10637921" cy="1974753"/>
            <a:chOff x="-376905" y="-824761"/>
            <a:chExt cx="10637921" cy="1974753"/>
          </a:xfrm>
        </p:grpSpPr>
        <p:sp>
          <p:nvSpPr>
            <p:cNvPr id="621" name="Google Shape;621;p31"/>
            <p:cNvSpPr/>
            <p:nvPr/>
          </p:nvSpPr>
          <p:spPr>
            <a:xfrm>
              <a:off x="8587302" y="352325"/>
              <a:ext cx="1673714" cy="797667"/>
            </a:xfrm>
            <a:custGeom>
              <a:avLst/>
              <a:gdLst/>
              <a:ahLst/>
              <a:cxnLst/>
              <a:rect l="l" t="t" r="r" b="b"/>
              <a:pathLst>
                <a:path w="35175" h="16763" extrusionOk="0">
                  <a:moveTo>
                    <a:pt x="18530" y="0"/>
                  </a:moveTo>
                  <a:cubicBezTo>
                    <a:pt x="12681" y="0"/>
                    <a:pt x="7931" y="2866"/>
                    <a:pt x="7931" y="6399"/>
                  </a:cubicBezTo>
                  <a:lnTo>
                    <a:pt x="7931" y="6713"/>
                  </a:lnTo>
                  <a:cubicBezTo>
                    <a:pt x="3338" y="7341"/>
                    <a:pt x="1" y="9225"/>
                    <a:pt x="1" y="11502"/>
                  </a:cubicBezTo>
                  <a:cubicBezTo>
                    <a:pt x="1" y="14289"/>
                    <a:pt x="5026" y="16527"/>
                    <a:pt x="11228" y="16527"/>
                  </a:cubicBezTo>
                  <a:cubicBezTo>
                    <a:pt x="11328" y="16528"/>
                    <a:pt x="11427" y="16529"/>
                    <a:pt x="11527" y="16529"/>
                  </a:cubicBezTo>
                  <a:cubicBezTo>
                    <a:pt x="14211" y="16529"/>
                    <a:pt x="16854" y="16018"/>
                    <a:pt x="19315" y="14996"/>
                  </a:cubicBezTo>
                  <a:cubicBezTo>
                    <a:pt x="20846" y="16056"/>
                    <a:pt x="23515" y="16762"/>
                    <a:pt x="26499" y="16762"/>
                  </a:cubicBezTo>
                  <a:cubicBezTo>
                    <a:pt x="31288" y="16762"/>
                    <a:pt x="35174" y="14996"/>
                    <a:pt x="35174" y="12837"/>
                  </a:cubicBezTo>
                  <a:cubicBezTo>
                    <a:pt x="35174" y="10913"/>
                    <a:pt x="32230" y="9304"/>
                    <a:pt x="28265" y="8950"/>
                  </a:cubicBezTo>
                  <a:cubicBezTo>
                    <a:pt x="28815" y="8205"/>
                    <a:pt x="29129" y="7341"/>
                    <a:pt x="29129" y="6399"/>
                  </a:cubicBezTo>
                  <a:cubicBezTo>
                    <a:pt x="29129" y="2866"/>
                    <a:pt x="24379" y="0"/>
                    <a:pt x="185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1"/>
            <p:cNvSpPr/>
            <p:nvPr/>
          </p:nvSpPr>
          <p:spPr>
            <a:xfrm>
              <a:off x="7619796" y="-50265"/>
              <a:ext cx="1283300" cy="554936"/>
            </a:xfrm>
            <a:custGeom>
              <a:avLst/>
              <a:gdLst/>
              <a:ahLst/>
              <a:cxnLst/>
              <a:rect l="l" t="t" r="r" b="b"/>
              <a:pathLst>
                <a:path w="26970" h="11662" extrusionOk="0">
                  <a:moveTo>
                    <a:pt x="10639" y="0"/>
                  </a:moveTo>
                  <a:cubicBezTo>
                    <a:pt x="7655" y="0"/>
                    <a:pt x="5221" y="1257"/>
                    <a:pt x="5221" y="2827"/>
                  </a:cubicBezTo>
                  <a:cubicBezTo>
                    <a:pt x="5221" y="2905"/>
                    <a:pt x="5221" y="2945"/>
                    <a:pt x="5221" y="3023"/>
                  </a:cubicBezTo>
                  <a:cubicBezTo>
                    <a:pt x="2199" y="3573"/>
                    <a:pt x="0" y="5222"/>
                    <a:pt x="0" y="7224"/>
                  </a:cubicBezTo>
                  <a:cubicBezTo>
                    <a:pt x="0" y="9697"/>
                    <a:pt x="3259" y="11660"/>
                    <a:pt x="7263" y="11660"/>
                  </a:cubicBezTo>
                  <a:cubicBezTo>
                    <a:pt x="7328" y="11661"/>
                    <a:pt x="7394" y="11662"/>
                    <a:pt x="7460" y="11662"/>
                  </a:cubicBezTo>
                  <a:cubicBezTo>
                    <a:pt x="9354" y="11662"/>
                    <a:pt x="11204" y="11115"/>
                    <a:pt x="12798" y="10129"/>
                  </a:cubicBezTo>
                  <a:cubicBezTo>
                    <a:pt x="14172" y="11031"/>
                    <a:pt x="16527" y="11660"/>
                    <a:pt x="19236" y="11660"/>
                  </a:cubicBezTo>
                  <a:cubicBezTo>
                    <a:pt x="23476" y="11660"/>
                    <a:pt x="26930" y="10089"/>
                    <a:pt x="26930" y="8205"/>
                  </a:cubicBezTo>
                  <a:cubicBezTo>
                    <a:pt x="26969" y="6831"/>
                    <a:pt x="25242" y="5653"/>
                    <a:pt x="22730" y="5104"/>
                  </a:cubicBezTo>
                  <a:cubicBezTo>
                    <a:pt x="22730" y="4986"/>
                    <a:pt x="22769" y="4907"/>
                    <a:pt x="22769" y="4790"/>
                  </a:cubicBezTo>
                  <a:cubicBezTo>
                    <a:pt x="22769" y="3455"/>
                    <a:pt x="20257" y="2395"/>
                    <a:pt x="17155" y="2395"/>
                  </a:cubicBezTo>
                  <a:cubicBezTo>
                    <a:pt x="16763" y="2395"/>
                    <a:pt x="16409" y="2395"/>
                    <a:pt x="16056" y="2434"/>
                  </a:cubicBezTo>
                  <a:cubicBezTo>
                    <a:pt x="15664" y="1060"/>
                    <a:pt x="13426" y="0"/>
                    <a:pt x="106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1"/>
            <p:cNvSpPr/>
            <p:nvPr/>
          </p:nvSpPr>
          <p:spPr>
            <a:xfrm>
              <a:off x="589079" y="-824761"/>
              <a:ext cx="1316941" cy="568022"/>
            </a:xfrm>
            <a:custGeom>
              <a:avLst/>
              <a:gdLst/>
              <a:ahLst/>
              <a:cxnLst/>
              <a:rect l="l" t="t" r="r" b="b"/>
              <a:pathLst>
                <a:path w="27677" h="11937" extrusionOk="0">
                  <a:moveTo>
                    <a:pt x="10953" y="1"/>
                  </a:moveTo>
                  <a:cubicBezTo>
                    <a:pt x="7852" y="1"/>
                    <a:pt x="5379" y="1296"/>
                    <a:pt x="5379" y="2906"/>
                  </a:cubicBezTo>
                  <a:cubicBezTo>
                    <a:pt x="5379" y="2984"/>
                    <a:pt x="5379" y="3024"/>
                    <a:pt x="5379" y="3102"/>
                  </a:cubicBezTo>
                  <a:cubicBezTo>
                    <a:pt x="2278" y="3652"/>
                    <a:pt x="1" y="5379"/>
                    <a:pt x="1" y="7420"/>
                  </a:cubicBezTo>
                  <a:cubicBezTo>
                    <a:pt x="1" y="9933"/>
                    <a:pt x="3338" y="11935"/>
                    <a:pt x="7499" y="11935"/>
                  </a:cubicBezTo>
                  <a:cubicBezTo>
                    <a:pt x="7566" y="11936"/>
                    <a:pt x="7633" y="11937"/>
                    <a:pt x="7699" y="11937"/>
                  </a:cubicBezTo>
                  <a:cubicBezTo>
                    <a:pt x="9632" y="11937"/>
                    <a:pt x="11520" y="11389"/>
                    <a:pt x="13152" y="10365"/>
                  </a:cubicBezTo>
                  <a:cubicBezTo>
                    <a:pt x="14565" y="11307"/>
                    <a:pt x="16999" y="11935"/>
                    <a:pt x="19747" y="11935"/>
                  </a:cubicBezTo>
                  <a:cubicBezTo>
                    <a:pt x="24104" y="11935"/>
                    <a:pt x="27677" y="10365"/>
                    <a:pt x="27677" y="8402"/>
                  </a:cubicBezTo>
                  <a:cubicBezTo>
                    <a:pt x="27677" y="6988"/>
                    <a:pt x="25910" y="5811"/>
                    <a:pt x="23319" y="5222"/>
                  </a:cubicBezTo>
                  <a:cubicBezTo>
                    <a:pt x="23358" y="5143"/>
                    <a:pt x="23358" y="5026"/>
                    <a:pt x="23358" y="4908"/>
                  </a:cubicBezTo>
                  <a:cubicBezTo>
                    <a:pt x="23358" y="3573"/>
                    <a:pt x="20767" y="2474"/>
                    <a:pt x="17588" y="2474"/>
                  </a:cubicBezTo>
                  <a:cubicBezTo>
                    <a:pt x="17195" y="2474"/>
                    <a:pt x="16842" y="2474"/>
                    <a:pt x="16449" y="2513"/>
                  </a:cubicBezTo>
                  <a:cubicBezTo>
                    <a:pt x="16096" y="1100"/>
                    <a:pt x="13780" y="1"/>
                    <a:pt x="109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1"/>
            <p:cNvSpPr/>
            <p:nvPr/>
          </p:nvSpPr>
          <p:spPr>
            <a:xfrm>
              <a:off x="-376905" y="352336"/>
              <a:ext cx="1453312" cy="627789"/>
            </a:xfrm>
            <a:custGeom>
              <a:avLst/>
              <a:gdLst/>
              <a:ahLst/>
              <a:cxnLst/>
              <a:rect l="l" t="t" r="r" b="b"/>
              <a:pathLst>
                <a:path w="30543" h="13193" extrusionOk="0">
                  <a:moveTo>
                    <a:pt x="18490" y="1"/>
                  </a:moveTo>
                  <a:cubicBezTo>
                    <a:pt x="15389" y="1"/>
                    <a:pt x="12838" y="1179"/>
                    <a:pt x="12406" y="2749"/>
                  </a:cubicBezTo>
                  <a:cubicBezTo>
                    <a:pt x="12013" y="2710"/>
                    <a:pt x="11581" y="2710"/>
                    <a:pt x="11150" y="2710"/>
                  </a:cubicBezTo>
                  <a:cubicBezTo>
                    <a:pt x="7616" y="2710"/>
                    <a:pt x="4790" y="3927"/>
                    <a:pt x="4790" y="5418"/>
                  </a:cubicBezTo>
                  <a:cubicBezTo>
                    <a:pt x="4790" y="5536"/>
                    <a:pt x="4790" y="5654"/>
                    <a:pt x="4829" y="5772"/>
                  </a:cubicBezTo>
                  <a:cubicBezTo>
                    <a:pt x="1964" y="6400"/>
                    <a:pt x="1" y="7734"/>
                    <a:pt x="1" y="9265"/>
                  </a:cubicBezTo>
                  <a:cubicBezTo>
                    <a:pt x="1" y="11425"/>
                    <a:pt x="3926" y="13191"/>
                    <a:pt x="8755" y="13191"/>
                  </a:cubicBezTo>
                  <a:cubicBezTo>
                    <a:pt x="11817" y="13191"/>
                    <a:pt x="14486" y="12484"/>
                    <a:pt x="16057" y="11425"/>
                  </a:cubicBezTo>
                  <a:cubicBezTo>
                    <a:pt x="17844" y="12603"/>
                    <a:pt x="19963" y="13193"/>
                    <a:pt x="22092" y="13193"/>
                  </a:cubicBezTo>
                  <a:cubicBezTo>
                    <a:pt x="22161" y="13193"/>
                    <a:pt x="22230" y="13192"/>
                    <a:pt x="22298" y="13191"/>
                  </a:cubicBezTo>
                  <a:cubicBezTo>
                    <a:pt x="26852" y="13191"/>
                    <a:pt x="30542" y="10953"/>
                    <a:pt x="30542" y="8206"/>
                  </a:cubicBezTo>
                  <a:cubicBezTo>
                    <a:pt x="30542" y="5929"/>
                    <a:pt x="28108" y="4005"/>
                    <a:pt x="24654" y="3416"/>
                  </a:cubicBezTo>
                  <a:cubicBezTo>
                    <a:pt x="24654" y="3338"/>
                    <a:pt x="24654" y="3259"/>
                    <a:pt x="24654" y="3220"/>
                  </a:cubicBezTo>
                  <a:cubicBezTo>
                    <a:pt x="24654" y="1414"/>
                    <a:pt x="21906" y="1"/>
                    <a:pt x="184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5" name="Google Shape;625;p31"/>
          <p:cNvSpPr txBox="1">
            <a:spLocks noGrp="1"/>
          </p:cNvSpPr>
          <p:nvPr>
            <p:ph type="title"/>
          </p:nvPr>
        </p:nvSpPr>
        <p:spPr>
          <a:xfrm>
            <a:off x="1070850" y="3055950"/>
            <a:ext cx="2049300" cy="3507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chemeClr val="accent1"/>
              </a:buClr>
              <a:buSzPts val="2400"/>
              <a:buNone/>
              <a:defRPr>
                <a:solidFill>
                  <a:srgbClr val="FFFFFF"/>
                </a:solidFill>
              </a:defRPr>
            </a:lvl1pPr>
            <a:lvl2pPr lvl="1" algn="ctr" rtl="0">
              <a:spcBef>
                <a:spcPts val="0"/>
              </a:spcBef>
              <a:spcAft>
                <a:spcPts val="0"/>
              </a:spcAft>
              <a:buClr>
                <a:schemeClr val="accent1"/>
              </a:buClr>
              <a:buSzPts val="2400"/>
              <a:buNone/>
              <a:defRPr sz="2400">
                <a:solidFill>
                  <a:schemeClr val="accent1"/>
                </a:solidFill>
              </a:defRPr>
            </a:lvl2pPr>
            <a:lvl3pPr lvl="2" algn="ctr" rtl="0">
              <a:spcBef>
                <a:spcPts val="0"/>
              </a:spcBef>
              <a:spcAft>
                <a:spcPts val="0"/>
              </a:spcAft>
              <a:buClr>
                <a:schemeClr val="accent1"/>
              </a:buClr>
              <a:buSzPts val="2400"/>
              <a:buNone/>
              <a:defRPr sz="2400">
                <a:solidFill>
                  <a:schemeClr val="accent1"/>
                </a:solidFill>
              </a:defRPr>
            </a:lvl3pPr>
            <a:lvl4pPr lvl="3" algn="ctr" rtl="0">
              <a:spcBef>
                <a:spcPts val="0"/>
              </a:spcBef>
              <a:spcAft>
                <a:spcPts val="0"/>
              </a:spcAft>
              <a:buClr>
                <a:schemeClr val="accent1"/>
              </a:buClr>
              <a:buSzPts val="2400"/>
              <a:buNone/>
              <a:defRPr sz="2400">
                <a:solidFill>
                  <a:schemeClr val="accent1"/>
                </a:solidFill>
              </a:defRPr>
            </a:lvl4pPr>
            <a:lvl5pPr lvl="4" algn="ctr" rtl="0">
              <a:spcBef>
                <a:spcPts val="0"/>
              </a:spcBef>
              <a:spcAft>
                <a:spcPts val="0"/>
              </a:spcAft>
              <a:buClr>
                <a:schemeClr val="accent1"/>
              </a:buClr>
              <a:buSzPts val="2400"/>
              <a:buNone/>
              <a:defRPr sz="2400">
                <a:solidFill>
                  <a:schemeClr val="accent1"/>
                </a:solidFill>
              </a:defRPr>
            </a:lvl5pPr>
            <a:lvl6pPr lvl="5" algn="ctr" rtl="0">
              <a:spcBef>
                <a:spcPts val="0"/>
              </a:spcBef>
              <a:spcAft>
                <a:spcPts val="0"/>
              </a:spcAft>
              <a:buClr>
                <a:schemeClr val="accent1"/>
              </a:buClr>
              <a:buSzPts val="2400"/>
              <a:buNone/>
              <a:defRPr sz="2400">
                <a:solidFill>
                  <a:schemeClr val="accent1"/>
                </a:solidFill>
              </a:defRPr>
            </a:lvl6pPr>
            <a:lvl7pPr lvl="6" algn="ctr" rtl="0">
              <a:spcBef>
                <a:spcPts val="0"/>
              </a:spcBef>
              <a:spcAft>
                <a:spcPts val="0"/>
              </a:spcAft>
              <a:buClr>
                <a:schemeClr val="accent1"/>
              </a:buClr>
              <a:buSzPts val="2400"/>
              <a:buNone/>
              <a:defRPr sz="2400">
                <a:solidFill>
                  <a:schemeClr val="accent1"/>
                </a:solidFill>
              </a:defRPr>
            </a:lvl7pPr>
            <a:lvl8pPr lvl="7" algn="ctr" rtl="0">
              <a:spcBef>
                <a:spcPts val="0"/>
              </a:spcBef>
              <a:spcAft>
                <a:spcPts val="0"/>
              </a:spcAft>
              <a:buClr>
                <a:schemeClr val="accent1"/>
              </a:buClr>
              <a:buSzPts val="2400"/>
              <a:buNone/>
              <a:defRPr sz="2400">
                <a:solidFill>
                  <a:schemeClr val="accent1"/>
                </a:solidFill>
              </a:defRPr>
            </a:lvl8pPr>
            <a:lvl9pPr lvl="8" algn="ctr" rtl="0">
              <a:spcBef>
                <a:spcPts val="0"/>
              </a:spcBef>
              <a:spcAft>
                <a:spcPts val="0"/>
              </a:spcAft>
              <a:buClr>
                <a:schemeClr val="accent1"/>
              </a:buClr>
              <a:buSzPts val="2400"/>
              <a:buNone/>
              <a:defRPr sz="2400">
                <a:solidFill>
                  <a:schemeClr val="accent1"/>
                </a:solidFill>
              </a:defRPr>
            </a:lvl9pPr>
          </a:lstStyle>
          <a:p>
            <a:endParaRPr/>
          </a:p>
        </p:txBody>
      </p:sp>
      <p:sp>
        <p:nvSpPr>
          <p:cNvPr id="626" name="Google Shape;626;p31"/>
          <p:cNvSpPr txBox="1">
            <a:spLocks noGrp="1"/>
          </p:cNvSpPr>
          <p:nvPr>
            <p:ph type="subTitle" idx="1"/>
          </p:nvPr>
        </p:nvSpPr>
        <p:spPr>
          <a:xfrm>
            <a:off x="1070850" y="3541675"/>
            <a:ext cx="2049300" cy="790500"/>
          </a:xfrm>
          <a:prstGeom prst="rect">
            <a:avLst/>
          </a:prstGeom>
        </p:spPr>
        <p:txBody>
          <a:bodyPr spcFirstLastPara="1" wrap="square" lIns="91425" tIns="91425" rIns="91425" bIns="91425" anchor="ctr" anchorCtr="0">
            <a:normAutofit/>
          </a:bodyPr>
          <a:lstStyle>
            <a:lvl1pPr lvl="0" algn="ctr" rtl="0">
              <a:lnSpc>
                <a:spcPct val="100000"/>
              </a:lnSpc>
              <a:spcBef>
                <a:spcPts val="0"/>
              </a:spcBef>
              <a:spcAft>
                <a:spcPts val="0"/>
              </a:spcAft>
              <a:buSzPts val="1400"/>
              <a:buNone/>
              <a:defRPr sz="1600">
                <a:solidFill>
                  <a:srgbClr val="FFFFFF"/>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27" name="Google Shape;627;p31"/>
          <p:cNvSpPr txBox="1">
            <a:spLocks noGrp="1"/>
          </p:cNvSpPr>
          <p:nvPr>
            <p:ph type="title" idx="2"/>
          </p:nvPr>
        </p:nvSpPr>
        <p:spPr>
          <a:xfrm>
            <a:off x="3547350" y="2741625"/>
            <a:ext cx="2049300" cy="3507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chemeClr val="accent1"/>
              </a:buClr>
              <a:buSzPts val="2400"/>
              <a:buNone/>
              <a:defRPr/>
            </a:lvl1pPr>
            <a:lvl2pPr lvl="1" algn="ctr" rtl="0">
              <a:spcBef>
                <a:spcPts val="0"/>
              </a:spcBef>
              <a:spcAft>
                <a:spcPts val="0"/>
              </a:spcAft>
              <a:buClr>
                <a:schemeClr val="accent1"/>
              </a:buClr>
              <a:buSzPts val="2400"/>
              <a:buNone/>
              <a:defRPr sz="2400">
                <a:solidFill>
                  <a:schemeClr val="accent1"/>
                </a:solidFill>
              </a:defRPr>
            </a:lvl2pPr>
            <a:lvl3pPr lvl="2" algn="ctr" rtl="0">
              <a:spcBef>
                <a:spcPts val="0"/>
              </a:spcBef>
              <a:spcAft>
                <a:spcPts val="0"/>
              </a:spcAft>
              <a:buClr>
                <a:schemeClr val="accent1"/>
              </a:buClr>
              <a:buSzPts val="2400"/>
              <a:buNone/>
              <a:defRPr sz="2400">
                <a:solidFill>
                  <a:schemeClr val="accent1"/>
                </a:solidFill>
              </a:defRPr>
            </a:lvl3pPr>
            <a:lvl4pPr lvl="3" algn="ctr" rtl="0">
              <a:spcBef>
                <a:spcPts val="0"/>
              </a:spcBef>
              <a:spcAft>
                <a:spcPts val="0"/>
              </a:spcAft>
              <a:buClr>
                <a:schemeClr val="accent1"/>
              </a:buClr>
              <a:buSzPts val="2400"/>
              <a:buNone/>
              <a:defRPr sz="2400">
                <a:solidFill>
                  <a:schemeClr val="accent1"/>
                </a:solidFill>
              </a:defRPr>
            </a:lvl4pPr>
            <a:lvl5pPr lvl="4" algn="ctr" rtl="0">
              <a:spcBef>
                <a:spcPts val="0"/>
              </a:spcBef>
              <a:spcAft>
                <a:spcPts val="0"/>
              </a:spcAft>
              <a:buClr>
                <a:schemeClr val="accent1"/>
              </a:buClr>
              <a:buSzPts val="2400"/>
              <a:buNone/>
              <a:defRPr sz="2400">
                <a:solidFill>
                  <a:schemeClr val="accent1"/>
                </a:solidFill>
              </a:defRPr>
            </a:lvl5pPr>
            <a:lvl6pPr lvl="5" algn="ctr" rtl="0">
              <a:spcBef>
                <a:spcPts val="0"/>
              </a:spcBef>
              <a:spcAft>
                <a:spcPts val="0"/>
              </a:spcAft>
              <a:buClr>
                <a:schemeClr val="accent1"/>
              </a:buClr>
              <a:buSzPts val="2400"/>
              <a:buNone/>
              <a:defRPr sz="2400">
                <a:solidFill>
                  <a:schemeClr val="accent1"/>
                </a:solidFill>
              </a:defRPr>
            </a:lvl6pPr>
            <a:lvl7pPr lvl="6" algn="ctr" rtl="0">
              <a:spcBef>
                <a:spcPts val="0"/>
              </a:spcBef>
              <a:spcAft>
                <a:spcPts val="0"/>
              </a:spcAft>
              <a:buClr>
                <a:schemeClr val="accent1"/>
              </a:buClr>
              <a:buSzPts val="2400"/>
              <a:buNone/>
              <a:defRPr sz="2400">
                <a:solidFill>
                  <a:schemeClr val="accent1"/>
                </a:solidFill>
              </a:defRPr>
            </a:lvl7pPr>
            <a:lvl8pPr lvl="7" algn="ctr" rtl="0">
              <a:spcBef>
                <a:spcPts val="0"/>
              </a:spcBef>
              <a:spcAft>
                <a:spcPts val="0"/>
              </a:spcAft>
              <a:buClr>
                <a:schemeClr val="accent1"/>
              </a:buClr>
              <a:buSzPts val="2400"/>
              <a:buNone/>
              <a:defRPr sz="2400">
                <a:solidFill>
                  <a:schemeClr val="accent1"/>
                </a:solidFill>
              </a:defRPr>
            </a:lvl8pPr>
            <a:lvl9pPr lvl="8" algn="ctr" rtl="0">
              <a:spcBef>
                <a:spcPts val="0"/>
              </a:spcBef>
              <a:spcAft>
                <a:spcPts val="0"/>
              </a:spcAft>
              <a:buClr>
                <a:schemeClr val="accent1"/>
              </a:buClr>
              <a:buSzPts val="2400"/>
              <a:buNone/>
              <a:defRPr sz="2400">
                <a:solidFill>
                  <a:schemeClr val="accent1"/>
                </a:solidFill>
              </a:defRPr>
            </a:lvl9pPr>
          </a:lstStyle>
          <a:p>
            <a:endParaRPr/>
          </a:p>
        </p:txBody>
      </p:sp>
      <p:sp>
        <p:nvSpPr>
          <p:cNvPr id="628" name="Google Shape;628;p31"/>
          <p:cNvSpPr txBox="1">
            <a:spLocks noGrp="1"/>
          </p:cNvSpPr>
          <p:nvPr>
            <p:ph type="subTitle" idx="3"/>
          </p:nvPr>
        </p:nvSpPr>
        <p:spPr>
          <a:xfrm>
            <a:off x="3547350" y="3227350"/>
            <a:ext cx="2049300" cy="790500"/>
          </a:xfrm>
          <a:prstGeom prst="rect">
            <a:avLst/>
          </a:prstGeom>
        </p:spPr>
        <p:txBody>
          <a:bodyPr spcFirstLastPara="1" wrap="square" lIns="91425" tIns="91425" rIns="91425" bIns="91425" anchor="ctr" anchorCtr="0">
            <a:norm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29" name="Google Shape;629;p31"/>
          <p:cNvSpPr txBox="1">
            <a:spLocks noGrp="1"/>
          </p:cNvSpPr>
          <p:nvPr>
            <p:ph type="title" idx="4"/>
          </p:nvPr>
        </p:nvSpPr>
        <p:spPr>
          <a:xfrm>
            <a:off x="6002687" y="3055950"/>
            <a:ext cx="2049300" cy="3507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chemeClr val="accent1"/>
              </a:buClr>
              <a:buSzPts val="2400"/>
              <a:buNone/>
              <a:defRPr>
                <a:solidFill>
                  <a:srgbClr val="FFFFFF"/>
                </a:solidFill>
              </a:defRPr>
            </a:lvl1pPr>
            <a:lvl2pPr lvl="1" algn="ctr" rtl="0">
              <a:spcBef>
                <a:spcPts val="0"/>
              </a:spcBef>
              <a:spcAft>
                <a:spcPts val="0"/>
              </a:spcAft>
              <a:buClr>
                <a:schemeClr val="accent1"/>
              </a:buClr>
              <a:buSzPts val="2400"/>
              <a:buNone/>
              <a:defRPr sz="2400">
                <a:solidFill>
                  <a:schemeClr val="accent1"/>
                </a:solidFill>
              </a:defRPr>
            </a:lvl2pPr>
            <a:lvl3pPr lvl="2" algn="ctr" rtl="0">
              <a:spcBef>
                <a:spcPts val="0"/>
              </a:spcBef>
              <a:spcAft>
                <a:spcPts val="0"/>
              </a:spcAft>
              <a:buClr>
                <a:schemeClr val="accent1"/>
              </a:buClr>
              <a:buSzPts val="2400"/>
              <a:buNone/>
              <a:defRPr sz="2400">
                <a:solidFill>
                  <a:schemeClr val="accent1"/>
                </a:solidFill>
              </a:defRPr>
            </a:lvl3pPr>
            <a:lvl4pPr lvl="3" algn="ctr" rtl="0">
              <a:spcBef>
                <a:spcPts val="0"/>
              </a:spcBef>
              <a:spcAft>
                <a:spcPts val="0"/>
              </a:spcAft>
              <a:buClr>
                <a:schemeClr val="accent1"/>
              </a:buClr>
              <a:buSzPts val="2400"/>
              <a:buNone/>
              <a:defRPr sz="2400">
                <a:solidFill>
                  <a:schemeClr val="accent1"/>
                </a:solidFill>
              </a:defRPr>
            </a:lvl4pPr>
            <a:lvl5pPr lvl="4" algn="ctr" rtl="0">
              <a:spcBef>
                <a:spcPts val="0"/>
              </a:spcBef>
              <a:spcAft>
                <a:spcPts val="0"/>
              </a:spcAft>
              <a:buClr>
                <a:schemeClr val="accent1"/>
              </a:buClr>
              <a:buSzPts val="2400"/>
              <a:buNone/>
              <a:defRPr sz="2400">
                <a:solidFill>
                  <a:schemeClr val="accent1"/>
                </a:solidFill>
              </a:defRPr>
            </a:lvl5pPr>
            <a:lvl6pPr lvl="5" algn="ctr" rtl="0">
              <a:spcBef>
                <a:spcPts val="0"/>
              </a:spcBef>
              <a:spcAft>
                <a:spcPts val="0"/>
              </a:spcAft>
              <a:buClr>
                <a:schemeClr val="accent1"/>
              </a:buClr>
              <a:buSzPts val="2400"/>
              <a:buNone/>
              <a:defRPr sz="2400">
                <a:solidFill>
                  <a:schemeClr val="accent1"/>
                </a:solidFill>
              </a:defRPr>
            </a:lvl6pPr>
            <a:lvl7pPr lvl="6" algn="ctr" rtl="0">
              <a:spcBef>
                <a:spcPts val="0"/>
              </a:spcBef>
              <a:spcAft>
                <a:spcPts val="0"/>
              </a:spcAft>
              <a:buClr>
                <a:schemeClr val="accent1"/>
              </a:buClr>
              <a:buSzPts val="2400"/>
              <a:buNone/>
              <a:defRPr sz="2400">
                <a:solidFill>
                  <a:schemeClr val="accent1"/>
                </a:solidFill>
              </a:defRPr>
            </a:lvl7pPr>
            <a:lvl8pPr lvl="7" algn="ctr" rtl="0">
              <a:spcBef>
                <a:spcPts val="0"/>
              </a:spcBef>
              <a:spcAft>
                <a:spcPts val="0"/>
              </a:spcAft>
              <a:buClr>
                <a:schemeClr val="accent1"/>
              </a:buClr>
              <a:buSzPts val="2400"/>
              <a:buNone/>
              <a:defRPr sz="2400">
                <a:solidFill>
                  <a:schemeClr val="accent1"/>
                </a:solidFill>
              </a:defRPr>
            </a:lvl8pPr>
            <a:lvl9pPr lvl="8" algn="ctr" rtl="0">
              <a:spcBef>
                <a:spcPts val="0"/>
              </a:spcBef>
              <a:spcAft>
                <a:spcPts val="0"/>
              </a:spcAft>
              <a:buClr>
                <a:schemeClr val="accent1"/>
              </a:buClr>
              <a:buSzPts val="2400"/>
              <a:buNone/>
              <a:defRPr sz="2400">
                <a:solidFill>
                  <a:schemeClr val="accent1"/>
                </a:solidFill>
              </a:defRPr>
            </a:lvl9pPr>
          </a:lstStyle>
          <a:p>
            <a:endParaRPr/>
          </a:p>
        </p:txBody>
      </p:sp>
      <p:sp>
        <p:nvSpPr>
          <p:cNvPr id="630" name="Google Shape;630;p31"/>
          <p:cNvSpPr txBox="1">
            <a:spLocks noGrp="1"/>
          </p:cNvSpPr>
          <p:nvPr>
            <p:ph type="subTitle" idx="5"/>
          </p:nvPr>
        </p:nvSpPr>
        <p:spPr>
          <a:xfrm>
            <a:off x="6002687" y="3541675"/>
            <a:ext cx="2049300" cy="790500"/>
          </a:xfrm>
          <a:prstGeom prst="rect">
            <a:avLst/>
          </a:prstGeom>
        </p:spPr>
        <p:txBody>
          <a:bodyPr spcFirstLastPara="1" wrap="square" lIns="91425" tIns="91425" rIns="91425" bIns="91425" anchor="ctr" anchorCtr="0">
            <a:normAutofit/>
          </a:bodyPr>
          <a:lstStyle>
            <a:lvl1pPr lvl="0" algn="ctr" rtl="0">
              <a:lnSpc>
                <a:spcPct val="100000"/>
              </a:lnSpc>
              <a:spcBef>
                <a:spcPts val="0"/>
              </a:spcBef>
              <a:spcAft>
                <a:spcPts val="0"/>
              </a:spcAft>
              <a:buSzPts val="1400"/>
              <a:buNone/>
              <a:defRPr sz="1600">
                <a:solidFill>
                  <a:srgbClr val="FFFFFF"/>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31" name="Google Shape;631;p31"/>
          <p:cNvSpPr txBox="1">
            <a:spLocks noGrp="1"/>
          </p:cNvSpPr>
          <p:nvPr>
            <p:ph type="title" idx="6"/>
          </p:nvPr>
        </p:nvSpPr>
        <p:spPr>
          <a:xfrm>
            <a:off x="713225" y="330725"/>
            <a:ext cx="7717800" cy="713400"/>
          </a:xfrm>
          <a:prstGeom prst="rect">
            <a:avLst/>
          </a:prstGeom>
        </p:spPr>
        <p:txBody>
          <a:bodyPr spcFirstLastPara="1" wrap="square" lIns="91425" tIns="91425" rIns="91425" bIns="91425" anchor="t" anchorCtr="0">
            <a:normAutofit/>
          </a:bodyPr>
          <a:lstStyle>
            <a:lvl1pPr lvl="0" algn="ctr" rtl="0">
              <a:spcBef>
                <a:spcPts val="0"/>
              </a:spcBef>
              <a:spcAft>
                <a:spcPts val="0"/>
              </a:spcAft>
              <a:buSzPts val="2800"/>
              <a:buNone/>
              <a:defRPr sz="3800">
                <a:solidFill>
                  <a:srgbClr val="3B3B3B"/>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four columns">
  <p:cSld name="CUSTOM_6">
    <p:spTree>
      <p:nvGrpSpPr>
        <p:cNvPr id="1" name="Shape 632"/>
        <p:cNvGrpSpPr/>
        <p:nvPr/>
      </p:nvGrpSpPr>
      <p:grpSpPr>
        <a:xfrm>
          <a:off x="0" y="0"/>
          <a:ext cx="0" cy="0"/>
          <a:chOff x="0" y="0"/>
          <a:chExt cx="0" cy="0"/>
        </a:xfrm>
      </p:grpSpPr>
      <p:sp>
        <p:nvSpPr>
          <p:cNvPr id="633" name="Google Shape;633;p32"/>
          <p:cNvSpPr txBox="1">
            <a:spLocks noGrp="1"/>
          </p:cNvSpPr>
          <p:nvPr>
            <p:ph type="subTitle" idx="1"/>
          </p:nvPr>
        </p:nvSpPr>
        <p:spPr>
          <a:xfrm>
            <a:off x="2288583" y="3206553"/>
            <a:ext cx="2155200" cy="469800"/>
          </a:xfrm>
          <a:prstGeom prst="rect">
            <a:avLst/>
          </a:prstGeom>
        </p:spPr>
        <p:txBody>
          <a:bodyPr spcFirstLastPara="1" wrap="square" lIns="91425" tIns="91425" rIns="91425" bIns="91425" anchor="t" anchorCtr="0">
            <a:normAutofit/>
          </a:bodyPr>
          <a:lstStyle>
            <a:lvl1pPr lvl="0" rtl="0">
              <a:lnSpc>
                <a:spcPct val="90000"/>
              </a:lnSpc>
              <a:spcBef>
                <a:spcPts val="0"/>
              </a:spcBef>
              <a:spcAft>
                <a:spcPts val="0"/>
              </a:spcAft>
              <a:buSzPts val="2000"/>
              <a:buFont typeface="Mouse Memoirs"/>
              <a:buNone/>
              <a:defRPr sz="2800">
                <a:solidFill>
                  <a:schemeClr val="lt1"/>
                </a:solidFill>
                <a:latin typeface="Mouse Memoirs"/>
                <a:ea typeface="Mouse Memoirs"/>
                <a:cs typeface="Mouse Memoirs"/>
                <a:sym typeface="Mouse Memoirs"/>
              </a:defRPr>
            </a:lvl1pPr>
            <a:lvl2pPr lvl="1" rtl="0">
              <a:lnSpc>
                <a:spcPct val="100000"/>
              </a:lnSpc>
              <a:spcBef>
                <a:spcPts val="0"/>
              </a:spcBef>
              <a:spcAft>
                <a:spcPts val="0"/>
              </a:spcAft>
              <a:buSzPts val="2000"/>
              <a:buFont typeface="Mouse Memoirs"/>
              <a:buNone/>
              <a:defRPr sz="2000">
                <a:latin typeface="Mouse Memoirs"/>
                <a:ea typeface="Mouse Memoirs"/>
                <a:cs typeface="Mouse Memoirs"/>
                <a:sym typeface="Mouse Memoirs"/>
              </a:defRPr>
            </a:lvl2pPr>
            <a:lvl3pPr lvl="2" rtl="0">
              <a:lnSpc>
                <a:spcPct val="100000"/>
              </a:lnSpc>
              <a:spcBef>
                <a:spcPts val="0"/>
              </a:spcBef>
              <a:spcAft>
                <a:spcPts val="0"/>
              </a:spcAft>
              <a:buSzPts val="2000"/>
              <a:buFont typeface="Mouse Memoirs"/>
              <a:buNone/>
              <a:defRPr sz="2000">
                <a:latin typeface="Mouse Memoirs"/>
                <a:ea typeface="Mouse Memoirs"/>
                <a:cs typeface="Mouse Memoirs"/>
                <a:sym typeface="Mouse Memoirs"/>
              </a:defRPr>
            </a:lvl3pPr>
            <a:lvl4pPr lvl="3" rtl="0">
              <a:lnSpc>
                <a:spcPct val="100000"/>
              </a:lnSpc>
              <a:spcBef>
                <a:spcPts val="0"/>
              </a:spcBef>
              <a:spcAft>
                <a:spcPts val="0"/>
              </a:spcAft>
              <a:buSzPts val="2000"/>
              <a:buFont typeface="Mouse Memoirs"/>
              <a:buNone/>
              <a:defRPr sz="2000">
                <a:latin typeface="Mouse Memoirs"/>
                <a:ea typeface="Mouse Memoirs"/>
                <a:cs typeface="Mouse Memoirs"/>
                <a:sym typeface="Mouse Memoirs"/>
              </a:defRPr>
            </a:lvl4pPr>
            <a:lvl5pPr lvl="4" rtl="0">
              <a:lnSpc>
                <a:spcPct val="100000"/>
              </a:lnSpc>
              <a:spcBef>
                <a:spcPts val="0"/>
              </a:spcBef>
              <a:spcAft>
                <a:spcPts val="0"/>
              </a:spcAft>
              <a:buSzPts val="2000"/>
              <a:buFont typeface="Mouse Memoirs"/>
              <a:buNone/>
              <a:defRPr sz="2000">
                <a:latin typeface="Mouse Memoirs"/>
                <a:ea typeface="Mouse Memoirs"/>
                <a:cs typeface="Mouse Memoirs"/>
                <a:sym typeface="Mouse Memoirs"/>
              </a:defRPr>
            </a:lvl5pPr>
            <a:lvl6pPr lvl="5" rtl="0">
              <a:lnSpc>
                <a:spcPct val="100000"/>
              </a:lnSpc>
              <a:spcBef>
                <a:spcPts val="0"/>
              </a:spcBef>
              <a:spcAft>
                <a:spcPts val="0"/>
              </a:spcAft>
              <a:buSzPts val="2000"/>
              <a:buFont typeface="Mouse Memoirs"/>
              <a:buNone/>
              <a:defRPr sz="2000">
                <a:latin typeface="Mouse Memoirs"/>
                <a:ea typeface="Mouse Memoirs"/>
                <a:cs typeface="Mouse Memoirs"/>
                <a:sym typeface="Mouse Memoirs"/>
              </a:defRPr>
            </a:lvl6pPr>
            <a:lvl7pPr lvl="6" rtl="0">
              <a:lnSpc>
                <a:spcPct val="100000"/>
              </a:lnSpc>
              <a:spcBef>
                <a:spcPts val="0"/>
              </a:spcBef>
              <a:spcAft>
                <a:spcPts val="0"/>
              </a:spcAft>
              <a:buSzPts val="2000"/>
              <a:buFont typeface="Mouse Memoirs"/>
              <a:buNone/>
              <a:defRPr sz="2000">
                <a:latin typeface="Mouse Memoirs"/>
                <a:ea typeface="Mouse Memoirs"/>
                <a:cs typeface="Mouse Memoirs"/>
                <a:sym typeface="Mouse Memoirs"/>
              </a:defRPr>
            </a:lvl7pPr>
            <a:lvl8pPr lvl="7" rtl="0">
              <a:lnSpc>
                <a:spcPct val="100000"/>
              </a:lnSpc>
              <a:spcBef>
                <a:spcPts val="0"/>
              </a:spcBef>
              <a:spcAft>
                <a:spcPts val="0"/>
              </a:spcAft>
              <a:buSzPts val="2000"/>
              <a:buFont typeface="Mouse Memoirs"/>
              <a:buNone/>
              <a:defRPr sz="2000">
                <a:latin typeface="Mouse Memoirs"/>
                <a:ea typeface="Mouse Memoirs"/>
                <a:cs typeface="Mouse Memoirs"/>
                <a:sym typeface="Mouse Memoirs"/>
              </a:defRPr>
            </a:lvl8pPr>
            <a:lvl9pPr lvl="8" rtl="0">
              <a:lnSpc>
                <a:spcPct val="100000"/>
              </a:lnSpc>
              <a:spcBef>
                <a:spcPts val="0"/>
              </a:spcBef>
              <a:spcAft>
                <a:spcPts val="0"/>
              </a:spcAft>
              <a:buSzPts val="2000"/>
              <a:buFont typeface="Mouse Memoirs"/>
              <a:buNone/>
              <a:defRPr sz="2000">
                <a:latin typeface="Mouse Memoirs"/>
                <a:ea typeface="Mouse Memoirs"/>
                <a:cs typeface="Mouse Memoirs"/>
                <a:sym typeface="Mouse Memoirs"/>
              </a:defRPr>
            </a:lvl9pPr>
          </a:lstStyle>
          <a:p>
            <a:endParaRPr/>
          </a:p>
        </p:txBody>
      </p:sp>
      <p:sp>
        <p:nvSpPr>
          <p:cNvPr id="634" name="Google Shape;634;p32"/>
          <p:cNvSpPr txBox="1">
            <a:spLocks noGrp="1"/>
          </p:cNvSpPr>
          <p:nvPr>
            <p:ph type="subTitle" idx="2"/>
          </p:nvPr>
        </p:nvSpPr>
        <p:spPr>
          <a:xfrm>
            <a:off x="2288585" y="3676350"/>
            <a:ext cx="2155200" cy="6270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35" name="Google Shape;635;p32"/>
          <p:cNvSpPr txBox="1">
            <a:spLocks noGrp="1"/>
          </p:cNvSpPr>
          <p:nvPr>
            <p:ph type="subTitle" idx="3"/>
          </p:nvPr>
        </p:nvSpPr>
        <p:spPr>
          <a:xfrm>
            <a:off x="6036308" y="3206555"/>
            <a:ext cx="2155200" cy="469800"/>
          </a:xfrm>
          <a:prstGeom prst="rect">
            <a:avLst/>
          </a:prstGeom>
        </p:spPr>
        <p:txBody>
          <a:bodyPr spcFirstLastPara="1" wrap="square" lIns="91425" tIns="91425" rIns="91425" bIns="91425" anchor="t" anchorCtr="0">
            <a:normAutofit/>
          </a:bodyPr>
          <a:lstStyle>
            <a:lvl1pPr lvl="0" rtl="0">
              <a:lnSpc>
                <a:spcPct val="90000"/>
              </a:lnSpc>
              <a:spcBef>
                <a:spcPts val="0"/>
              </a:spcBef>
              <a:spcAft>
                <a:spcPts val="0"/>
              </a:spcAft>
              <a:buSzPts val="2000"/>
              <a:buFont typeface="Mouse Memoirs"/>
              <a:buNone/>
              <a:defRPr sz="2800">
                <a:solidFill>
                  <a:schemeClr val="dk2"/>
                </a:solidFill>
                <a:latin typeface="Mouse Memoirs"/>
                <a:ea typeface="Mouse Memoirs"/>
                <a:cs typeface="Mouse Memoirs"/>
                <a:sym typeface="Mouse Memoirs"/>
              </a:defRPr>
            </a:lvl1pPr>
            <a:lvl2pPr lvl="1" rtl="0">
              <a:lnSpc>
                <a:spcPct val="100000"/>
              </a:lnSpc>
              <a:spcBef>
                <a:spcPts val="0"/>
              </a:spcBef>
              <a:spcAft>
                <a:spcPts val="0"/>
              </a:spcAft>
              <a:buSzPts val="2000"/>
              <a:buFont typeface="Mouse Memoirs"/>
              <a:buNone/>
              <a:defRPr sz="2000">
                <a:latin typeface="Mouse Memoirs"/>
                <a:ea typeface="Mouse Memoirs"/>
                <a:cs typeface="Mouse Memoirs"/>
                <a:sym typeface="Mouse Memoirs"/>
              </a:defRPr>
            </a:lvl2pPr>
            <a:lvl3pPr lvl="2" rtl="0">
              <a:lnSpc>
                <a:spcPct val="100000"/>
              </a:lnSpc>
              <a:spcBef>
                <a:spcPts val="0"/>
              </a:spcBef>
              <a:spcAft>
                <a:spcPts val="0"/>
              </a:spcAft>
              <a:buSzPts val="2000"/>
              <a:buFont typeface="Mouse Memoirs"/>
              <a:buNone/>
              <a:defRPr sz="2000">
                <a:latin typeface="Mouse Memoirs"/>
                <a:ea typeface="Mouse Memoirs"/>
                <a:cs typeface="Mouse Memoirs"/>
                <a:sym typeface="Mouse Memoirs"/>
              </a:defRPr>
            </a:lvl3pPr>
            <a:lvl4pPr lvl="3" rtl="0">
              <a:lnSpc>
                <a:spcPct val="100000"/>
              </a:lnSpc>
              <a:spcBef>
                <a:spcPts val="0"/>
              </a:spcBef>
              <a:spcAft>
                <a:spcPts val="0"/>
              </a:spcAft>
              <a:buSzPts val="2000"/>
              <a:buFont typeface="Mouse Memoirs"/>
              <a:buNone/>
              <a:defRPr sz="2000">
                <a:latin typeface="Mouse Memoirs"/>
                <a:ea typeface="Mouse Memoirs"/>
                <a:cs typeface="Mouse Memoirs"/>
                <a:sym typeface="Mouse Memoirs"/>
              </a:defRPr>
            </a:lvl4pPr>
            <a:lvl5pPr lvl="4" rtl="0">
              <a:lnSpc>
                <a:spcPct val="100000"/>
              </a:lnSpc>
              <a:spcBef>
                <a:spcPts val="0"/>
              </a:spcBef>
              <a:spcAft>
                <a:spcPts val="0"/>
              </a:spcAft>
              <a:buSzPts val="2000"/>
              <a:buFont typeface="Mouse Memoirs"/>
              <a:buNone/>
              <a:defRPr sz="2000">
                <a:latin typeface="Mouse Memoirs"/>
                <a:ea typeface="Mouse Memoirs"/>
                <a:cs typeface="Mouse Memoirs"/>
                <a:sym typeface="Mouse Memoirs"/>
              </a:defRPr>
            </a:lvl5pPr>
            <a:lvl6pPr lvl="5" rtl="0">
              <a:lnSpc>
                <a:spcPct val="100000"/>
              </a:lnSpc>
              <a:spcBef>
                <a:spcPts val="0"/>
              </a:spcBef>
              <a:spcAft>
                <a:spcPts val="0"/>
              </a:spcAft>
              <a:buSzPts val="2000"/>
              <a:buFont typeface="Mouse Memoirs"/>
              <a:buNone/>
              <a:defRPr sz="2000">
                <a:latin typeface="Mouse Memoirs"/>
                <a:ea typeface="Mouse Memoirs"/>
                <a:cs typeface="Mouse Memoirs"/>
                <a:sym typeface="Mouse Memoirs"/>
              </a:defRPr>
            </a:lvl6pPr>
            <a:lvl7pPr lvl="6" rtl="0">
              <a:lnSpc>
                <a:spcPct val="100000"/>
              </a:lnSpc>
              <a:spcBef>
                <a:spcPts val="0"/>
              </a:spcBef>
              <a:spcAft>
                <a:spcPts val="0"/>
              </a:spcAft>
              <a:buSzPts val="2000"/>
              <a:buFont typeface="Mouse Memoirs"/>
              <a:buNone/>
              <a:defRPr sz="2000">
                <a:latin typeface="Mouse Memoirs"/>
                <a:ea typeface="Mouse Memoirs"/>
                <a:cs typeface="Mouse Memoirs"/>
                <a:sym typeface="Mouse Memoirs"/>
              </a:defRPr>
            </a:lvl7pPr>
            <a:lvl8pPr lvl="7" rtl="0">
              <a:lnSpc>
                <a:spcPct val="100000"/>
              </a:lnSpc>
              <a:spcBef>
                <a:spcPts val="0"/>
              </a:spcBef>
              <a:spcAft>
                <a:spcPts val="0"/>
              </a:spcAft>
              <a:buSzPts val="2000"/>
              <a:buFont typeface="Mouse Memoirs"/>
              <a:buNone/>
              <a:defRPr sz="2000">
                <a:latin typeface="Mouse Memoirs"/>
                <a:ea typeface="Mouse Memoirs"/>
                <a:cs typeface="Mouse Memoirs"/>
                <a:sym typeface="Mouse Memoirs"/>
              </a:defRPr>
            </a:lvl8pPr>
            <a:lvl9pPr lvl="8" rtl="0">
              <a:lnSpc>
                <a:spcPct val="100000"/>
              </a:lnSpc>
              <a:spcBef>
                <a:spcPts val="0"/>
              </a:spcBef>
              <a:spcAft>
                <a:spcPts val="0"/>
              </a:spcAft>
              <a:buSzPts val="2000"/>
              <a:buFont typeface="Mouse Memoirs"/>
              <a:buNone/>
              <a:defRPr sz="2000">
                <a:latin typeface="Mouse Memoirs"/>
                <a:ea typeface="Mouse Memoirs"/>
                <a:cs typeface="Mouse Memoirs"/>
                <a:sym typeface="Mouse Memoirs"/>
              </a:defRPr>
            </a:lvl9pPr>
          </a:lstStyle>
          <a:p>
            <a:endParaRPr/>
          </a:p>
        </p:txBody>
      </p:sp>
      <p:sp>
        <p:nvSpPr>
          <p:cNvPr id="636" name="Google Shape;636;p32"/>
          <p:cNvSpPr txBox="1">
            <a:spLocks noGrp="1"/>
          </p:cNvSpPr>
          <p:nvPr>
            <p:ph type="subTitle" idx="4"/>
          </p:nvPr>
        </p:nvSpPr>
        <p:spPr>
          <a:xfrm>
            <a:off x="6036310" y="3676353"/>
            <a:ext cx="2155200" cy="6270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37" name="Google Shape;637;p32"/>
          <p:cNvSpPr txBox="1">
            <a:spLocks noGrp="1"/>
          </p:cNvSpPr>
          <p:nvPr>
            <p:ph type="subTitle" idx="5"/>
          </p:nvPr>
        </p:nvSpPr>
        <p:spPr>
          <a:xfrm>
            <a:off x="2288583" y="1525050"/>
            <a:ext cx="2155200" cy="469800"/>
          </a:xfrm>
          <a:prstGeom prst="rect">
            <a:avLst/>
          </a:prstGeom>
        </p:spPr>
        <p:txBody>
          <a:bodyPr spcFirstLastPara="1" wrap="square" lIns="91425" tIns="91425" rIns="91425" bIns="91425" anchor="t" anchorCtr="0">
            <a:normAutofit/>
          </a:bodyPr>
          <a:lstStyle>
            <a:lvl1pPr lvl="0" rtl="0">
              <a:lnSpc>
                <a:spcPct val="90000"/>
              </a:lnSpc>
              <a:spcBef>
                <a:spcPts val="0"/>
              </a:spcBef>
              <a:spcAft>
                <a:spcPts val="0"/>
              </a:spcAft>
              <a:buSzPts val="2000"/>
              <a:buFont typeface="Mouse Memoirs"/>
              <a:buNone/>
              <a:defRPr sz="2800">
                <a:solidFill>
                  <a:schemeClr val="accent4"/>
                </a:solidFill>
                <a:latin typeface="Mouse Memoirs"/>
                <a:ea typeface="Mouse Memoirs"/>
                <a:cs typeface="Mouse Memoirs"/>
                <a:sym typeface="Mouse Memoirs"/>
              </a:defRPr>
            </a:lvl1pPr>
            <a:lvl2pPr lvl="1" rtl="0">
              <a:lnSpc>
                <a:spcPct val="100000"/>
              </a:lnSpc>
              <a:spcBef>
                <a:spcPts val="0"/>
              </a:spcBef>
              <a:spcAft>
                <a:spcPts val="0"/>
              </a:spcAft>
              <a:buSzPts val="2000"/>
              <a:buFont typeface="Mouse Memoirs"/>
              <a:buNone/>
              <a:defRPr sz="2000">
                <a:latin typeface="Mouse Memoirs"/>
                <a:ea typeface="Mouse Memoirs"/>
                <a:cs typeface="Mouse Memoirs"/>
                <a:sym typeface="Mouse Memoirs"/>
              </a:defRPr>
            </a:lvl2pPr>
            <a:lvl3pPr lvl="2" rtl="0">
              <a:lnSpc>
                <a:spcPct val="100000"/>
              </a:lnSpc>
              <a:spcBef>
                <a:spcPts val="0"/>
              </a:spcBef>
              <a:spcAft>
                <a:spcPts val="0"/>
              </a:spcAft>
              <a:buSzPts val="2000"/>
              <a:buFont typeface="Mouse Memoirs"/>
              <a:buNone/>
              <a:defRPr sz="2000">
                <a:latin typeface="Mouse Memoirs"/>
                <a:ea typeface="Mouse Memoirs"/>
                <a:cs typeface="Mouse Memoirs"/>
                <a:sym typeface="Mouse Memoirs"/>
              </a:defRPr>
            </a:lvl3pPr>
            <a:lvl4pPr lvl="3" rtl="0">
              <a:lnSpc>
                <a:spcPct val="100000"/>
              </a:lnSpc>
              <a:spcBef>
                <a:spcPts val="0"/>
              </a:spcBef>
              <a:spcAft>
                <a:spcPts val="0"/>
              </a:spcAft>
              <a:buSzPts val="2000"/>
              <a:buFont typeface="Mouse Memoirs"/>
              <a:buNone/>
              <a:defRPr sz="2000">
                <a:latin typeface="Mouse Memoirs"/>
                <a:ea typeface="Mouse Memoirs"/>
                <a:cs typeface="Mouse Memoirs"/>
                <a:sym typeface="Mouse Memoirs"/>
              </a:defRPr>
            </a:lvl4pPr>
            <a:lvl5pPr lvl="4" rtl="0">
              <a:lnSpc>
                <a:spcPct val="100000"/>
              </a:lnSpc>
              <a:spcBef>
                <a:spcPts val="0"/>
              </a:spcBef>
              <a:spcAft>
                <a:spcPts val="0"/>
              </a:spcAft>
              <a:buSzPts val="2000"/>
              <a:buFont typeface="Mouse Memoirs"/>
              <a:buNone/>
              <a:defRPr sz="2000">
                <a:latin typeface="Mouse Memoirs"/>
                <a:ea typeface="Mouse Memoirs"/>
                <a:cs typeface="Mouse Memoirs"/>
                <a:sym typeface="Mouse Memoirs"/>
              </a:defRPr>
            </a:lvl5pPr>
            <a:lvl6pPr lvl="5" rtl="0">
              <a:lnSpc>
                <a:spcPct val="100000"/>
              </a:lnSpc>
              <a:spcBef>
                <a:spcPts val="0"/>
              </a:spcBef>
              <a:spcAft>
                <a:spcPts val="0"/>
              </a:spcAft>
              <a:buSzPts val="2000"/>
              <a:buFont typeface="Mouse Memoirs"/>
              <a:buNone/>
              <a:defRPr sz="2000">
                <a:latin typeface="Mouse Memoirs"/>
                <a:ea typeface="Mouse Memoirs"/>
                <a:cs typeface="Mouse Memoirs"/>
                <a:sym typeface="Mouse Memoirs"/>
              </a:defRPr>
            </a:lvl6pPr>
            <a:lvl7pPr lvl="6" rtl="0">
              <a:lnSpc>
                <a:spcPct val="100000"/>
              </a:lnSpc>
              <a:spcBef>
                <a:spcPts val="0"/>
              </a:spcBef>
              <a:spcAft>
                <a:spcPts val="0"/>
              </a:spcAft>
              <a:buSzPts val="2000"/>
              <a:buFont typeface="Mouse Memoirs"/>
              <a:buNone/>
              <a:defRPr sz="2000">
                <a:latin typeface="Mouse Memoirs"/>
                <a:ea typeface="Mouse Memoirs"/>
                <a:cs typeface="Mouse Memoirs"/>
                <a:sym typeface="Mouse Memoirs"/>
              </a:defRPr>
            </a:lvl7pPr>
            <a:lvl8pPr lvl="7" rtl="0">
              <a:lnSpc>
                <a:spcPct val="100000"/>
              </a:lnSpc>
              <a:spcBef>
                <a:spcPts val="0"/>
              </a:spcBef>
              <a:spcAft>
                <a:spcPts val="0"/>
              </a:spcAft>
              <a:buSzPts val="2000"/>
              <a:buFont typeface="Mouse Memoirs"/>
              <a:buNone/>
              <a:defRPr sz="2000">
                <a:latin typeface="Mouse Memoirs"/>
                <a:ea typeface="Mouse Memoirs"/>
                <a:cs typeface="Mouse Memoirs"/>
                <a:sym typeface="Mouse Memoirs"/>
              </a:defRPr>
            </a:lvl8pPr>
            <a:lvl9pPr lvl="8" rtl="0">
              <a:lnSpc>
                <a:spcPct val="100000"/>
              </a:lnSpc>
              <a:spcBef>
                <a:spcPts val="0"/>
              </a:spcBef>
              <a:spcAft>
                <a:spcPts val="0"/>
              </a:spcAft>
              <a:buSzPts val="2000"/>
              <a:buFont typeface="Mouse Memoirs"/>
              <a:buNone/>
              <a:defRPr sz="2000">
                <a:latin typeface="Mouse Memoirs"/>
                <a:ea typeface="Mouse Memoirs"/>
                <a:cs typeface="Mouse Memoirs"/>
                <a:sym typeface="Mouse Memoirs"/>
              </a:defRPr>
            </a:lvl9pPr>
          </a:lstStyle>
          <a:p>
            <a:endParaRPr/>
          </a:p>
        </p:txBody>
      </p:sp>
      <p:sp>
        <p:nvSpPr>
          <p:cNvPr id="638" name="Google Shape;638;p32"/>
          <p:cNvSpPr txBox="1">
            <a:spLocks noGrp="1"/>
          </p:cNvSpPr>
          <p:nvPr>
            <p:ph type="subTitle" idx="6"/>
          </p:nvPr>
        </p:nvSpPr>
        <p:spPr>
          <a:xfrm>
            <a:off x="2288585" y="1994847"/>
            <a:ext cx="2155200" cy="6270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39" name="Google Shape;639;p32"/>
          <p:cNvSpPr txBox="1">
            <a:spLocks noGrp="1"/>
          </p:cNvSpPr>
          <p:nvPr>
            <p:ph type="subTitle" idx="7"/>
          </p:nvPr>
        </p:nvSpPr>
        <p:spPr>
          <a:xfrm>
            <a:off x="6036308" y="1525050"/>
            <a:ext cx="2155200" cy="469800"/>
          </a:xfrm>
          <a:prstGeom prst="rect">
            <a:avLst/>
          </a:prstGeom>
        </p:spPr>
        <p:txBody>
          <a:bodyPr spcFirstLastPara="1" wrap="square" lIns="91425" tIns="91425" rIns="91425" bIns="91425" anchor="t" anchorCtr="0">
            <a:normAutofit/>
          </a:bodyPr>
          <a:lstStyle>
            <a:lvl1pPr lvl="0" rtl="0">
              <a:lnSpc>
                <a:spcPct val="90000"/>
              </a:lnSpc>
              <a:spcBef>
                <a:spcPts val="0"/>
              </a:spcBef>
              <a:spcAft>
                <a:spcPts val="0"/>
              </a:spcAft>
              <a:buSzPts val="2000"/>
              <a:buFont typeface="Mouse Memoirs"/>
              <a:buNone/>
              <a:defRPr sz="2800">
                <a:solidFill>
                  <a:schemeClr val="accent3"/>
                </a:solidFill>
                <a:latin typeface="Mouse Memoirs"/>
                <a:ea typeface="Mouse Memoirs"/>
                <a:cs typeface="Mouse Memoirs"/>
                <a:sym typeface="Mouse Memoirs"/>
              </a:defRPr>
            </a:lvl1pPr>
            <a:lvl2pPr lvl="1" rtl="0">
              <a:lnSpc>
                <a:spcPct val="100000"/>
              </a:lnSpc>
              <a:spcBef>
                <a:spcPts val="0"/>
              </a:spcBef>
              <a:spcAft>
                <a:spcPts val="0"/>
              </a:spcAft>
              <a:buSzPts val="2000"/>
              <a:buFont typeface="Mouse Memoirs"/>
              <a:buNone/>
              <a:defRPr sz="2000">
                <a:latin typeface="Mouse Memoirs"/>
                <a:ea typeface="Mouse Memoirs"/>
                <a:cs typeface="Mouse Memoirs"/>
                <a:sym typeface="Mouse Memoirs"/>
              </a:defRPr>
            </a:lvl2pPr>
            <a:lvl3pPr lvl="2" rtl="0">
              <a:lnSpc>
                <a:spcPct val="100000"/>
              </a:lnSpc>
              <a:spcBef>
                <a:spcPts val="0"/>
              </a:spcBef>
              <a:spcAft>
                <a:spcPts val="0"/>
              </a:spcAft>
              <a:buSzPts val="2000"/>
              <a:buFont typeface="Mouse Memoirs"/>
              <a:buNone/>
              <a:defRPr sz="2000">
                <a:latin typeface="Mouse Memoirs"/>
                <a:ea typeface="Mouse Memoirs"/>
                <a:cs typeface="Mouse Memoirs"/>
                <a:sym typeface="Mouse Memoirs"/>
              </a:defRPr>
            </a:lvl3pPr>
            <a:lvl4pPr lvl="3" rtl="0">
              <a:lnSpc>
                <a:spcPct val="100000"/>
              </a:lnSpc>
              <a:spcBef>
                <a:spcPts val="0"/>
              </a:spcBef>
              <a:spcAft>
                <a:spcPts val="0"/>
              </a:spcAft>
              <a:buSzPts val="2000"/>
              <a:buFont typeface="Mouse Memoirs"/>
              <a:buNone/>
              <a:defRPr sz="2000">
                <a:latin typeface="Mouse Memoirs"/>
                <a:ea typeface="Mouse Memoirs"/>
                <a:cs typeface="Mouse Memoirs"/>
                <a:sym typeface="Mouse Memoirs"/>
              </a:defRPr>
            </a:lvl4pPr>
            <a:lvl5pPr lvl="4" rtl="0">
              <a:lnSpc>
                <a:spcPct val="100000"/>
              </a:lnSpc>
              <a:spcBef>
                <a:spcPts val="0"/>
              </a:spcBef>
              <a:spcAft>
                <a:spcPts val="0"/>
              </a:spcAft>
              <a:buSzPts val="2000"/>
              <a:buFont typeface="Mouse Memoirs"/>
              <a:buNone/>
              <a:defRPr sz="2000">
                <a:latin typeface="Mouse Memoirs"/>
                <a:ea typeface="Mouse Memoirs"/>
                <a:cs typeface="Mouse Memoirs"/>
                <a:sym typeface="Mouse Memoirs"/>
              </a:defRPr>
            </a:lvl5pPr>
            <a:lvl6pPr lvl="5" rtl="0">
              <a:lnSpc>
                <a:spcPct val="100000"/>
              </a:lnSpc>
              <a:spcBef>
                <a:spcPts val="0"/>
              </a:spcBef>
              <a:spcAft>
                <a:spcPts val="0"/>
              </a:spcAft>
              <a:buSzPts val="2000"/>
              <a:buFont typeface="Mouse Memoirs"/>
              <a:buNone/>
              <a:defRPr sz="2000">
                <a:latin typeface="Mouse Memoirs"/>
                <a:ea typeface="Mouse Memoirs"/>
                <a:cs typeface="Mouse Memoirs"/>
                <a:sym typeface="Mouse Memoirs"/>
              </a:defRPr>
            </a:lvl6pPr>
            <a:lvl7pPr lvl="6" rtl="0">
              <a:lnSpc>
                <a:spcPct val="100000"/>
              </a:lnSpc>
              <a:spcBef>
                <a:spcPts val="0"/>
              </a:spcBef>
              <a:spcAft>
                <a:spcPts val="0"/>
              </a:spcAft>
              <a:buSzPts val="2000"/>
              <a:buFont typeface="Mouse Memoirs"/>
              <a:buNone/>
              <a:defRPr sz="2000">
                <a:latin typeface="Mouse Memoirs"/>
                <a:ea typeface="Mouse Memoirs"/>
                <a:cs typeface="Mouse Memoirs"/>
                <a:sym typeface="Mouse Memoirs"/>
              </a:defRPr>
            </a:lvl7pPr>
            <a:lvl8pPr lvl="7" rtl="0">
              <a:lnSpc>
                <a:spcPct val="100000"/>
              </a:lnSpc>
              <a:spcBef>
                <a:spcPts val="0"/>
              </a:spcBef>
              <a:spcAft>
                <a:spcPts val="0"/>
              </a:spcAft>
              <a:buSzPts val="2000"/>
              <a:buFont typeface="Mouse Memoirs"/>
              <a:buNone/>
              <a:defRPr sz="2000">
                <a:latin typeface="Mouse Memoirs"/>
                <a:ea typeface="Mouse Memoirs"/>
                <a:cs typeface="Mouse Memoirs"/>
                <a:sym typeface="Mouse Memoirs"/>
              </a:defRPr>
            </a:lvl8pPr>
            <a:lvl9pPr lvl="8" rtl="0">
              <a:lnSpc>
                <a:spcPct val="100000"/>
              </a:lnSpc>
              <a:spcBef>
                <a:spcPts val="0"/>
              </a:spcBef>
              <a:spcAft>
                <a:spcPts val="0"/>
              </a:spcAft>
              <a:buSzPts val="2000"/>
              <a:buFont typeface="Mouse Memoirs"/>
              <a:buNone/>
              <a:defRPr sz="2000">
                <a:latin typeface="Mouse Memoirs"/>
                <a:ea typeface="Mouse Memoirs"/>
                <a:cs typeface="Mouse Memoirs"/>
                <a:sym typeface="Mouse Memoirs"/>
              </a:defRPr>
            </a:lvl9pPr>
          </a:lstStyle>
          <a:p>
            <a:endParaRPr/>
          </a:p>
        </p:txBody>
      </p:sp>
      <p:sp>
        <p:nvSpPr>
          <p:cNvPr id="640" name="Google Shape;640;p32"/>
          <p:cNvSpPr txBox="1">
            <a:spLocks noGrp="1"/>
          </p:cNvSpPr>
          <p:nvPr>
            <p:ph type="subTitle" idx="8"/>
          </p:nvPr>
        </p:nvSpPr>
        <p:spPr>
          <a:xfrm>
            <a:off x="6036310" y="1994848"/>
            <a:ext cx="2155200" cy="6270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41" name="Google Shape;641;p32"/>
          <p:cNvSpPr txBox="1">
            <a:spLocks noGrp="1"/>
          </p:cNvSpPr>
          <p:nvPr>
            <p:ph type="title"/>
          </p:nvPr>
        </p:nvSpPr>
        <p:spPr>
          <a:xfrm>
            <a:off x="713225" y="330725"/>
            <a:ext cx="7717800" cy="713400"/>
          </a:xfrm>
          <a:prstGeom prst="rect">
            <a:avLst/>
          </a:prstGeom>
        </p:spPr>
        <p:txBody>
          <a:bodyPr spcFirstLastPara="1" wrap="square" lIns="91425" tIns="91425" rIns="91425" bIns="91425" anchor="t" anchorCtr="0">
            <a:normAutofit/>
          </a:bodyPr>
          <a:lstStyle>
            <a:lvl1pPr lvl="0" algn="ctr" rtl="0">
              <a:spcBef>
                <a:spcPts val="0"/>
              </a:spcBef>
              <a:spcAft>
                <a:spcPts val="0"/>
              </a:spcAft>
              <a:buSzPts val="2800"/>
              <a:buNone/>
              <a:defRPr sz="3800">
                <a:solidFill>
                  <a:srgbClr val="3B3B3B"/>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642" name="Google Shape;642;p32"/>
          <p:cNvGrpSpPr/>
          <p:nvPr/>
        </p:nvGrpSpPr>
        <p:grpSpPr>
          <a:xfrm>
            <a:off x="340459" y="3213363"/>
            <a:ext cx="1401294" cy="1941805"/>
            <a:chOff x="1002412" y="3043930"/>
            <a:chExt cx="1598009" cy="2214397"/>
          </a:xfrm>
        </p:grpSpPr>
        <p:sp>
          <p:nvSpPr>
            <p:cNvPr id="643" name="Google Shape;643;p32"/>
            <p:cNvSpPr/>
            <p:nvPr/>
          </p:nvSpPr>
          <p:spPr>
            <a:xfrm>
              <a:off x="1717766" y="4672597"/>
              <a:ext cx="165949" cy="585731"/>
            </a:xfrm>
            <a:custGeom>
              <a:avLst/>
              <a:gdLst/>
              <a:ahLst/>
              <a:cxnLst/>
              <a:rect l="l" t="t" r="r" b="b"/>
              <a:pathLst>
                <a:path w="4672" h="16489" extrusionOk="0">
                  <a:moveTo>
                    <a:pt x="0" y="1"/>
                  </a:moveTo>
                  <a:lnTo>
                    <a:pt x="0" y="16488"/>
                  </a:lnTo>
                  <a:lnTo>
                    <a:pt x="4672" y="16488"/>
                  </a:lnTo>
                  <a:lnTo>
                    <a:pt x="46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2"/>
            <p:cNvSpPr/>
            <p:nvPr/>
          </p:nvSpPr>
          <p:spPr>
            <a:xfrm>
              <a:off x="1002412" y="3043930"/>
              <a:ext cx="1598009" cy="1855660"/>
            </a:xfrm>
            <a:custGeom>
              <a:avLst/>
              <a:gdLst/>
              <a:ahLst/>
              <a:cxnLst/>
              <a:rect l="l" t="t" r="r" b="b"/>
              <a:pathLst>
                <a:path w="44989" h="52239" extrusionOk="0">
                  <a:moveTo>
                    <a:pt x="22220" y="0"/>
                  </a:moveTo>
                  <a:cubicBezTo>
                    <a:pt x="22220" y="15938"/>
                    <a:pt x="12053" y="24025"/>
                    <a:pt x="4751" y="25399"/>
                  </a:cubicBezTo>
                  <a:cubicBezTo>
                    <a:pt x="5509" y="25624"/>
                    <a:pt x="6279" y="25720"/>
                    <a:pt x="7040" y="25720"/>
                  </a:cubicBezTo>
                  <a:cubicBezTo>
                    <a:pt x="11330" y="25720"/>
                    <a:pt x="15350" y="22690"/>
                    <a:pt x="15350" y="22690"/>
                  </a:cubicBezTo>
                  <a:lnTo>
                    <a:pt x="15350" y="22730"/>
                  </a:lnTo>
                  <a:cubicBezTo>
                    <a:pt x="12681" y="26223"/>
                    <a:pt x="8755" y="28579"/>
                    <a:pt x="4398" y="29325"/>
                  </a:cubicBezTo>
                  <a:cubicBezTo>
                    <a:pt x="4398" y="29325"/>
                    <a:pt x="5834" y="30167"/>
                    <a:pt x="8438" y="30167"/>
                  </a:cubicBezTo>
                  <a:cubicBezTo>
                    <a:pt x="9563" y="30167"/>
                    <a:pt x="10906" y="30010"/>
                    <a:pt x="12445" y="29560"/>
                  </a:cubicBezTo>
                  <a:lnTo>
                    <a:pt x="12445" y="29560"/>
                  </a:lnTo>
                  <a:cubicBezTo>
                    <a:pt x="9893" y="33329"/>
                    <a:pt x="6321" y="36312"/>
                    <a:pt x="2199" y="38275"/>
                  </a:cubicBezTo>
                  <a:cubicBezTo>
                    <a:pt x="2233" y="38309"/>
                    <a:pt x="2361" y="38325"/>
                    <a:pt x="2562" y="38325"/>
                  </a:cubicBezTo>
                  <a:cubicBezTo>
                    <a:pt x="3980" y="38325"/>
                    <a:pt x="9082" y="37535"/>
                    <a:pt x="11385" y="36744"/>
                  </a:cubicBezTo>
                  <a:lnTo>
                    <a:pt x="11385" y="36744"/>
                  </a:lnTo>
                  <a:cubicBezTo>
                    <a:pt x="9815" y="40042"/>
                    <a:pt x="5968" y="45655"/>
                    <a:pt x="1" y="46440"/>
                  </a:cubicBezTo>
                  <a:cubicBezTo>
                    <a:pt x="1" y="46440"/>
                    <a:pt x="1672" y="46784"/>
                    <a:pt x="3996" y="46784"/>
                  </a:cubicBezTo>
                  <a:cubicBezTo>
                    <a:pt x="6385" y="46784"/>
                    <a:pt x="9465" y="46421"/>
                    <a:pt x="12131" y="44949"/>
                  </a:cubicBezTo>
                  <a:lnTo>
                    <a:pt x="12131" y="44949"/>
                  </a:lnTo>
                  <a:cubicBezTo>
                    <a:pt x="11817" y="45852"/>
                    <a:pt x="8284" y="51033"/>
                    <a:pt x="4790" y="52093"/>
                  </a:cubicBezTo>
                  <a:cubicBezTo>
                    <a:pt x="5860" y="52152"/>
                    <a:pt x="6866" y="52179"/>
                    <a:pt x="7810" y="52179"/>
                  </a:cubicBezTo>
                  <a:cubicBezTo>
                    <a:pt x="20860" y="52179"/>
                    <a:pt x="22259" y="46990"/>
                    <a:pt x="22259" y="46990"/>
                  </a:cubicBezTo>
                  <a:cubicBezTo>
                    <a:pt x="22259" y="46990"/>
                    <a:pt x="23164" y="52239"/>
                    <a:pt x="37835" y="52239"/>
                  </a:cubicBezTo>
                  <a:cubicBezTo>
                    <a:pt x="38442" y="52239"/>
                    <a:pt x="39073" y="52230"/>
                    <a:pt x="39728" y="52211"/>
                  </a:cubicBezTo>
                  <a:cubicBezTo>
                    <a:pt x="39728" y="52211"/>
                    <a:pt x="31916" y="47893"/>
                    <a:pt x="31916" y="45302"/>
                  </a:cubicBezTo>
                  <a:lnTo>
                    <a:pt x="31916" y="45302"/>
                  </a:lnTo>
                  <a:cubicBezTo>
                    <a:pt x="34712" y="47054"/>
                    <a:pt x="37799" y="47514"/>
                    <a:pt x="40271" y="47514"/>
                  </a:cubicBezTo>
                  <a:cubicBezTo>
                    <a:pt x="43006" y="47514"/>
                    <a:pt x="44988" y="46951"/>
                    <a:pt x="44988" y="46951"/>
                  </a:cubicBezTo>
                  <a:cubicBezTo>
                    <a:pt x="38982" y="46166"/>
                    <a:pt x="34664" y="40159"/>
                    <a:pt x="33055" y="36901"/>
                  </a:cubicBezTo>
                  <a:lnTo>
                    <a:pt x="33055" y="36901"/>
                  </a:lnTo>
                  <a:cubicBezTo>
                    <a:pt x="35053" y="37567"/>
                    <a:pt x="39435" y="38748"/>
                    <a:pt x="41334" y="38748"/>
                  </a:cubicBezTo>
                  <a:cubicBezTo>
                    <a:pt x="41896" y="38748"/>
                    <a:pt x="42241" y="38644"/>
                    <a:pt x="42241" y="38393"/>
                  </a:cubicBezTo>
                  <a:cubicBezTo>
                    <a:pt x="36627" y="35370"/>
                    <a:pt x="33408" y="32073"/>
                    <a:pt x="31563" y="29325"/>
                  </a:cubicBezTo>
                  <a:lnTo>
                    <a:pt x="31563" y="29325"/>
                  </a:lnTo>
                  <a:cubicBezTo>
                    <a:pt x="33421" y="29953"/>
                    <a:pt x="35022" y="30162"/>
                    <a:pt x="36330" y="30162"/>
                  </a:cubicBezTo>
                  <a:cubicBezTo>
                    <a:pt x="38947" y="30162"/>
                    <a:pt x="40395" y="29325"/>
                    <a:pt x="40395" y="29325"/>
                  </a:cubicBezTo>
                  <a:cubicBezTo>
                    <a:pt x="36627" y="28697"/>
                    <a:pt x="33172" y="26812"/>
                    <a:pt x="30542" y="23986"/>
                  </a:cubicBezTo>
                  <a:lnTo>
                    <a:pt x="30542" y="23986"/>
                  </a:lnTo>
                  <a:cubicBezTo>
                    <a:pt x="32739" y="25526"/>
                    <a:pt x="35097" y="25917"/>
                    <a:pt x="36870" y="25917"/>
                  </a:cubicBezTo>
                  <a:cubicBezTo>
                    <a:pt x="38485" y="25917"/>
                    <a:pt x="39614" y="25592"/>
                    <a:pt x="39689" y="25517"/>
                  </a:cubicBezTo>
                  <a:cubicBezTo>
                    <a:pt x="34939" y="25517"/>
                    <a:pt x="22220" y="16056"/>
                    <a:pt x="22220" y="118"/>
                  </a:cubicBezTo>
                  <a:lnTo>
                    <a:pt x="22220" y="0"/>
                  </a:lnTo>
                  <a:close/>
                </a:path>
              </a:pathLst>
            </a:custGeom>
            <a:solidFill>
              <a:srgbClr val="82A6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5" name="Google Shape;645;p32"/>
          <p:cNvSpPr/>
          <p:nvPr/>
        </p:nvSpPr>
        <p:spPr>
          <a:xfrm>
            <a:off x="19062" y="3852304"/>
            <a:ext cx="1186850" cy="1319432"/>
          </a:xfrm>
          <a:custGeom>
            <a:avLst/>
            <a:gdLst/>
            <a:ahLst/>
            <a:cxnLst/>
            <a:rect l="l" t="t" r="r" b="b"/>
            <a:pathLst>
              <a:path w="53960" h="59981" extrusionOk="0">
                <a:moveTo>
                  <a:pt x="24850" y="0"/>
                </a:moveTo>
                <a:cubicBezTo>
                  <a:pt x="22889" y="0"/>
                  <a:pt x="20509" y="388"/>
                  <a:pt x="17628" y="1370"/>
                </a:cubicBezTo>
                <a:cubicBezTo>
                  <a:pt x="8560" y="4472"/>
                  <a:pt x="6244" y="11459"/>
                  <a:pt x="12760" y="12166"/>
                </a:cubicBezTo>
                <a:cubicBezTo>
                  <a:pt x="12760" y="12166"/>
                  <a:pt x="2514" y="13344"/>
                  <a:pt x="2514" y="20056"/>
                </a:cubicBezTo>
                <a:cubicBezTo>
                  <a:pt x="2514" y="23375"/>
                  <a:pt x="4704" y="24218"/>
                  <a:pt x="6932" y="24218"/>
                </a:cubicBezTo>
                <a:cubicBezTo>
                  <a:pt x="8673" y="24218"/>
                  <a:pt x="10438" y="23703"/>
                  <a:pt x="11196" y="23450"/>
                </a:cubicBezTo>
                <a:lnTo>
                  <a:pt x="11196" y="23450"/>
                </a:lnTo>
                <a:cubicBezTo>
                  <a:pt x="9167" y="24198"/>
                  <a:pt x="0" y="28018"/>
                  <a:pt x="4870" y="34463"/>
                </a:cubicBezTo>
                <a:cubicBezTo>
                  <a:pt x="4870" y="34463"/>
                  <a:pt x="7192" y="36328"/>
                  <a:pt x="10083" y="36328"/>
                </a:cubicBezTo>
                <a:cubicBezTo>
                  <a:pt x="11749" y="36328"/>
                  <a:pt x="13604" y="35709"/>
                  <a:pt x="15312" y="33757"/>
                </a:cubicBezTo>
                <a:lnTo>
                  <a:pt x="15312" y="33757"/>
                </a:lnTo>
                <a:cubicBezTo>
                  <a:pt x="15311" y="33757"/>
                  <a:pt x="12171" y="37683"/>
                  <a:pt x="15665" y="39331"/>
                </a:cubicBezTo>
                <a:cubicBezTo>
                  <a:pt x="16190" y="39582"/>
                  <a:pt x="16704" y="39684"/>
                  <a:pt x="17206" y="39684"/>
                </a:cubicBezTo>
                <a:cubicBezTo>
                  <a:pt x="19510" y="39684"/>
                  <a:pt x="21576" y="37525"/>
                  <a:pt x="23366" y="37525"/>
                </a:cubicBezTo>
                <a:cubicBezTo>
                  <a:pt x="23757" y="37525"/>
                  <a:pt x="24134" y="37628"/>
                  <a:pt x="24498" y="37879"/>
                </a:cubicBezTo>
                <a:cubicBezTo>
                  <a:pt x="24498" y="37879"/>
                  <a:pt x="29130" y="43492"/>
                  <a:pt x="26343" y="59980"/>
                </a:cubicBezTo>
                <a:lnTo>
                  <a:pt x="31446" y="59980"/>
                </a:lnTo>
                <a:cubicBezTo>
                  <a:pt x="31446" y="59980"/>
                  <a:pt x="27246" y="40980"/>
                  <a:pt x="33880" y="36897"/>
                </a:cubicBezTo>
                <a:cubicBezTo>
                  <a:pt x="33880" y="36897"/>
                  <a:pt x="34448" y="36568"/>
                  <a:pt x="35278" y="36568"/>
                </a:cubicBezTo>
                <a:cubicBezTo>
                  <a:pt x="36095" y="36568"/>
                  <a:pt x="37166" y="36887"/>
                  <a:pt x="38198" y="38154"/>
                </a:cubicBezTo>
                <a:cubicBezTo>
                  <a:pt x="38764" y="38848"/>
                  <a:pt x="39760" y="39176"/>
                  <a:pt x="40905" y="39176"/>
                </a:cubicBezTo>
                <a:cubicBezTo>
                  <a:pt x="43970" y="39176"/>
                  <a:pt x="48105" y="36826"/>
                  <a:pt x="47934" y="32854"/>
                </a:cubicBezTo>
                <a:cubicBezTo>
                  <a:pt x="47799" y="29765"/>
                  <a:pt x="46414" y="29101"/>
                  <a:pt x="45248" y="29101"/>
                </a:cubicBezTo>
                <a:cubicBezTo>
                  <a:pt x="45160" y="29101"/>
                  <a:pt x="45073" y="29105"/>
                  <a:pt x="44989" y="29111"/>
                </a:cubicBezTo>
                <a:lnTo>
                  <a:pt x="44989" y="29111"/>
                </a:lnTo>
                <a:cubicBezTo>
                  <a:pt x="47808" y="28235"/>
                  <a:pt x="53959" y="25627"/>
                  <a:pt x="53626" y="19625"/>
                </a:cubicBezTo>
                <a:cubicBezTo>
                  <a:pt x="53389" y="15718"/>
                  <a:pt x="50803" y="14747"/>
                  <a:pt x="48288" y="14747"/>
                </a:cubicBezTo>
                <a:cubicBezTo>
                  <a:pt x="45799" y="14747"/>
                  <a:pt x="43380" y="15699"/>
                  <a:pt x="43380" y="15699"/>
                </a:cubicBezTo>
                <a:cubicBezTo>
                  <a:pt x="43380" y="15699"/>
                  <a:pt x="51506" y="12087"/>
                  <a:pt x="48051" y="8711"/>
                </a:cubicBezTo>
                <a:cubicBezTo>
                  <a:pt x="47008" y="7703"/>
                  <a:pt x="45895" y="7350"/>
                  <a:pt x="44846" y="7350"/>
                </a:cubicBezTo>
                <a:cubicBezTo>
                  <a:pt x="42446" y="7350"/>
                  <a:pt x="40385" y="9203"/>
                  <a:pt x="40283" y="9296"/>
                </a:cubicBezTo>
                <a:lnTo>
                  <a:pt x="40283" y="9296"/>
                </a:lnTo>
                <a:cubicBezTo>
                  <a:pt x="40425" y="9166"/>
                  <a:pt x="44297" y="5576"/>
                  <a:pt x="42948" y="3726"/>
                </a:cubicBezTo>
                <a:cubicBezTo>
                  <a:pt x="42507" y="3151"/>
                  <a:pt x="41617" y="2911"/>
                  <a:pt x="40543" y="2911"/>
                </a:cubicBezTo>
                <a:cubicBezTo>
                  <a:pt x="38173" y="2911"/>
                  <a:pt x="34914" y="4078"/>
                  <a:pt x="33644" y="5375"/>
                </a:cubicBezTo>
                <a:cubicBezTo>
                  <a:pt x="33644" y="5344"/>
                  <a:pt x="32134" y="0"/>
                  <a:pt x="248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6" name="Google Shape;646;p32"/>
          <p:cNvGrpSpPr/>
          <p:nvPr/>
        </p:nvGrpSpPr>
        <p:grpSpPr>
          <a:xfrm flipH="1">
            <a:off x="-757905" y="-367561"/>
            <a:ext cx="10637921" cy="1974753"/>
            <a:chOff x="-376905" y="-824761"/>
            <a:chExt cx="10637921" cy="1974753"/>
          </a:xfrm>
        </p:grpSpPr>
        <p:sp>
          <p:nvSpPr>
            <p:cNvPr id="647" name="Google Shape;647;p32"/>
            <p:cNvSpPr/>
            <p:nvPr/>
          </p:nvSpPr>
          <p:spPr>
            <a:xfrm>
              <a:off x="8587302" y="352325"/>
              <a:ext cx="1673714" cy="797667"/>
            </a:xfrm>
            <a:custGeom>
              <a:avLst/>
              <a:gdLst/>
              <a:ahLst/>
              <a:cxnLst/>
              <a:rect l="l" t="t" r="r" b="b"/>
              <a:pathLst>
                <a:path w="35175" h="16763" extrusionOk="0">
                  <a:moveTo>
                    <a:pt x="18530" y="0"/>
                  </a:moveTo>
                  <a:cubicBezTo>
                    <a:pt x="12681" y="0"/>
                    <a:pt x="7931" y="2866"/>
                    <a:pt x="7931" y="6399"/>
                  </a:cubicBezTo>
                  <a:lnTo>
                    <a:pt x="7931" y="6713"/>
                  </a:lnTo>
                  <a:cubicBezTo>
                    <a:pt x="3338" y="7341"/>
                    <a:pt x="1" y="9225"/>
                    <a:pt x="1" y="11502"/>
                  </a:cubicBezTo>
                  <a:cubicBezTo>
                    <a:pt x="1" y="14289"/>
                    <a:pt x="5026" y="16527"/>
                    <a:pt x="11228" y="16527"/>
                  </a:cubicBezTo>
                  <a:cubicBezTo>
                    <a:pt x="11328" y="16528"/>
                    <a:pt x="11427" y="16529"/>
                    <a:pt x="11527" y="16529"/>
                  </a:cubicBezTo>
                  <a:cubicBezTo>
                    <a:pt x="14211" y="16529"/>
                    <a:pt x="16854" y="16018"/>
                    <a:pt x="19315" y="14996"/>
                  </a:cubicBezTo>
                  <a:cubicBezTo>
                    <a:pt x="20846" y="16056"/>
                    <a:pt x="23515" y="16762"/>
                    <a:pt x="26499" y="16762"/>
                  </a:cubicBezTo>
                  <a:cubicBezTo>
                    <a:pt x="31288" y="16762"/>
                    <a:pt x="35174" y="14996"/>
                    <a:pt x="35174" y="12837"/>
                  </a:cubicBezTo>
                  <a:cubicBezTo>
                    <a:pt x="35174" y="10913"/>
                    <a:pt x="32230" y="9304"/>
                    <a:pt x="28265" y="8950"/>
                  </a:cubicBezTo>
                  <a:cubicBezTo>
                    <a:pt x="28815" y="8205"/>
                    <a:pt x="29129" y="7341"/>
                    <a:pt x="29129" y="6399"/>
                  </a:cubicBezTo>
                  <a:cubicBezTo>
                    <a:pt x="29129" y="2866"/>
                    <a:pt x="24379" y="0"/>
                    <a:pt x="185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2"/>
            <p:cNvSpPr/>
            <p:nvPr/>
          </p:nvSpPr>
          <p:spPr>
            <a:xfrm>
              <a:off x="7619796" y="-50265"/>
              <a:ext cx="1283300" cy="554936"/>
            </a:xfrm>
            <a:custGeom>
              <a:avLst/>
              <a:gdLst/>
              <a:ahLst/>
              <a:cxnLst/>
              <a:rect l="l" t="t" r="r" b="b"/>
              <a:pathLst>
                <a:path w="26970" h="11662" extrusionOk="0">
                  <a:moveTo>
                    <a:pt x="10639" y="0"/>
                  </a:moveTo>
                  <a:cubicBezTo>
                    <a:pt x="7655" y="0"/>
                    <a:pt x="5221" y="1257"/>
                    <a:pt x="5221" y="2827"/>
                  </a:cubicBezTo>
                  <a:cubicBezTo>
                    <a:pt x="5221" y="2905"/>
                    <a:pt x="5221" y="2945"/>
                    <a:pt x="5221" y="3023"/>
                  </a:cubicBezTo>
                  <a:cubicBezTo>
                    <a:pt x="2199" y="3573"/>
                    <a:pt x="0" y="5222"/>
                    <a:pt x="0" y="7224"/>
                  </a:cubicBezTo>
                  <a:cubicBezTo>
                    <a:pt x="0" y="9697"/>
                    <a:pt x="3259" y="11660"/>
                    <a:pt x="7263" y="11660"/>
                  </a:cubicBezTo>
                  <a:cubicBezTo>
                    <a:pt x="7328" y="11661"/>
                    <a:pt x="7394" y="11662"/>
                    <a:pt x="7460" y="11662"/>
                  </a:cubicBezTo>
                  <a:cubicBezTo>
                    <a:pt x="9354" y="11662"/>
                    <a:pt x="11204" y="11115"/>
                    <a:pt x="12798" y="10129"/>
                  </a:cubicBezTo>
                  <a:cubicBezTo>
                    <a:pt x="14172" y="11031"/>
                    <a:pt x="16527" y="11660"/>
                    <a:pt x="19236" y="11660"/>
                  </a:cubicBezTo>
                  <a:cubicBezTo>
                    <a:pt x="23476" y="11660"/>
                    <a:pt x="26930" y="10089"/>
                    <a:pt x="26930" y="8205"/>
                  </a:cubicBezTo>
                  <a:cubicBezTo>
                    <a:pt x="26969" y="6831"/>
                    <a:pt x="25242" y="5653"/>
                    <a:pt x="22730" y="5104"/>
                  </a:cubicBezTo>
                  <a:cubicBezTo>
                    <a:pt x="22730" y="4986"/>
                    <a:pt x="22769" y="4907"/>
                    <a:pt x="22769" y="4790"/>
                  </a:cubicBezTo>
                  <a:cubicBezTo>
                    <a:pt x="22769" y="3455"/>
                    <a:pt x="20257" y="2395"/>
                    <a:pt x="17155" y="2395"/>
                  </a:cubicBezTo>
                  <a:cubicBezTo>
                    <a:pt x="16763" y="2395"/>
                    <a:pt x="16409" y="2395"/>
                    <a:pt x="16056" y="2434"/>
                  </a:cubicBezTo>
                  <a:cubicBezTo>
                    <a:pt x="15664" y="1060"/>
                    <a:pt x="13426" y="0"/>
                    <a:pt x="106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2"/>
            <p:cNvSpPr/>
            <p:nvPr/>
          </p:nvSpPr>
          <p:spPr>
            <a:xfrm>
              <a:off x="589079" y="-824761"/>
              <a:ext cx="1316941" cy="568022"/>
            </a:xfrm>
            <a:custGeom>
              <a:avLst/>
              <a:gdLst/>
              <a:ahLst/>
              <a:cxnLst/>
              <a:rect l="l" t="t" r="r" b="b"/>
              <a:pathLst>
                <a:path w="27677" h="11937" extrusionOk="0">
                  <a:moveTo>
                    <a:pt x="10953" y="1"/>
                  </a:moveTo>
                  <a:cubicBezTo>
                    <a:pt x="7852" y="1"/>
                    <a:pt x="5379" y="1296"/>
                    <a:pt x="5379" y="2906"/>
                  </a:cubicBezTo>
                  <a:cubicBezTo>
                    <a:pt x="5379" y="2984"/>
                    <a:pt x="5379" y="3024"/>
                    <a:pt x="5379" y="3102"/>
                  </a:cubicBezTo>
                  <a:cubicBezTo>
                    <a:pt x="2278" y="3652"/>
                    <a:pt x="1" y="5379"/>
                    <a:pt x="1" y="7420"/>
                  </a:cubicBezTo>
                  <a:cubicBezTo>
                    <a:pt x="1" y="9933"/>
                    <a:pt x="3338" y="11935"/>
                    <a:pt x="7499" y="11935"/>
                  </a:cubicBezTo>
                  <a:cubicBezTo>
                    <a:pt x="7566" y="11936"/>
                    <a:pt x="7633" y="11937"/>
                    <a:pt x="7699" y="11937"/>
                  </a:cubicBezTo>
                  <a:cubicBezTo>
                    <a:pt x="9632" y="11937"/>
                    <a:pt x="11520" y="11389"/>
                    <a:pt x="13152" y="10365"/>
                  </a:cubicBezTo>
                  <a:cubicBezTo>
                    <a:pt x="14565" y="11307"/>
                    <a:pt x="16999" y="11935"/>
                    <a:pt x="19747" y="11935"/>
                  </a:cubicBezTo>
                  <a:cubicBezTo>
                    <a:pt x="24104" y="11935"/>
                    <a:pt x="27677" y="10365"/>
                    <a:pt x="27677" y="8402"/>
                  </a:cubicBezTo>
                  <a:cubicBezTo>
                    <a:pt x="27677" y="6988"/>
                    <a:pt x="25910" y="5811"/>
                    <a:pt x="23319" y="5222"/>
                  </a:cubicBezTo>
                  <a:cubicBezTo>
                    <a:pt x="23358" y="5143"/>
                    <a:pt x="23358" y="5026"/>
                    <a:pt x="23358" y="4908"/>
                  </a:cubicBezTo>
                  <a:cubicBezTo>
                    <a:pt x="23358" y="3573"/>
                    <a:pt x="20767" y="2474"/>
                    <a:pt x="17588" y="2474"/>
                  </a:cubicBezTo>
                  <a:cubicBezTo>
                    <a:pt x="17195" y="2474"/>
                    <a:pt x="16842" y="2474"/>
                    <a:pt x="16449" y="2513"/>
                  </a:cubicBezTo>
                  <a:cubicBezTo>
                    <a:pt x="16096" y="1100"/>
                    <a:pt x="13780" y="1"/>
                    <a:pt x="109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2"/>
            <p:cNvSpPr/>
            <p:nvPr/>
          </p:nvSpPr>
          <p:spPr>
            <a:xfrm>
              <a:off x="-376905" y="352336"/>
              <a:ext cx="1453312" cy="627789"/>
            </a:xfrm>
            <a:custGeom>
              <a:avLst/>
              <a:gdLst/>
              <a:ahLst/>
              <a:cxnLst/>
              <a:rect l="l" t="t" r="r" b="b"/>
              <a:pathLst>
                <a:path w="30543" h="13193" extrusionOk="0">
                  <a:moveTo>
                    <a:pt x="18490" y="1"/>
                  </a:moveTo>
                  <a:cubicBezTo>
                    <a:pt x="15389" y="1"/>
                    <a:pt x="12838" y="1179"/>
                    <a:pt x="12406" y="2749"/>
                  </a:cubicBezTo>
                  <a:cubicBezTo>
                    <a:pt x="12013" y="2710"/>
                    <a:pt x="11581" y="2710"/>
                    <a:pt x="11150" y="2710"/>
                  </a:cubicBezTo>
                  <a:cubicBezTo>
                    <a:pt x="7616" y="2710"/>
                    <a:pt x="4790" y="3927"/>
                    <a:pt x="4790" y="5418"/>
                  </a:cubicBezTo>
                  <a:cubicBezTo>
                    <a:pt x="4790" y="5536"/>
                    <a:pt x="4790" y="5654"/>
                    <a:pt x="4829" y="5772"/>
                  </a:cubicBezTo>
                  <a:cubicBezTo>
                    <a:pt x="1964" y="6400"/>
                    <a:pt x="1" y="7734"/>
                    <a:pt x="1" y="9265"/>
                  </a:cubicBezTo>
                  <a:cubicBezTo>
                    <a:pt x="1" y="11425"/>
                    <a:pt x="3926" y="13191"/>
                    <a:pt x="8755" y="13191"/>
                  </a:cubicBezTo>
                  <a:cubicBezTo>
                    <a:pt x="11817" y="13191"/>
                    <a:pt x="14486" y="12484"/>
                    <a:pt x="16057" y="11425"/>
                  </a:cubicBezTo>
                  <a:cubicBezTo>
                    <a:pt x="17844" y="12603"/>
                    <a:pt x="19963" y="13193"/>
                    <a:pt x="22092" y="13193"/>
                  </a:cubicBezTo>
                  <a:cubicBezTo>
                    <a:pt x="22161" y="13193"/>
                    <a:pt x="22230" y="13192"/>
                    <a:pt x="22298" y="13191"/>
                  </a:cubicBezTo>
                  <a:cubicBezTo>
                    <a:pt x="26852" y="13191"/>
                    <a:pt x="30542" y="10953"/>
                    <a:pt x="30542" y="8206"/>
                  </a:cubicBezTo>
                  <a:cubicBezTo>
                    <a:pt x="30542" y="5929"/>
                    <a:pt x="28108" y="4005"/>
                    <a:pt x="24654" y="3416"/>
                  </a:cubicBezTo>
                  <a:cubicBezTo>
                    <a:pt x="24654" y="3338"/>
                    <a:pt x="24654" y="3259"/>
                    <a:pt x="24654" y="3220"/>
                  </a:cubicBezTo>
                  <a:cubicBezTo>
                    <a:pt x="24654" y="1414"/>
                    <a:pt x="21906" y="1"/>
                    <a:pt x="184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p:cSld name="CUSTOM_22">
    <p:spTree>
      <p:nvGrpSpPr>
        <p:cNvPr id="1" name="Shape 864"/>
        <p:cNvGrpSpPr/>
        <p:nvPr/>
      </p:nvGrpSpPr>
      <p:grpSpPr>
        <a:xfrm>
          <a:off x="0" y="0"/>
          <a:ext cx="0" cy="0"/>
          <a:chOff x="0" y="0"/>
          <a:chExt cx="0" cy="0"/>
        </a:xfrm>
      </p:grpSpPr>
      <p:grpSp>
        <p:nvGrpSpPr>
          <p:cNvPr id="865" name="Google Shape;865;p35"/>
          <p:cNvGrpSpPr/>
          <p:nvPr/>
        </p:nvGrpSpPr>
        <p:grpSpPr>
          <a:xfrm flipH="1">
            <a:off x="7380358" y="3213363"/>
            <a:ext cx="1401294" cy="1941805"/>
            <a:chOff x="1002412" y="3043930"/>
            <a:chExt cx="1598009" cy="2214397"/>
          </a:xfrm>
        </p:grpSpPr>
        <p:sp>
          <p:nvSpPr>
            <p:cNvPr id="866" name="Google Shape;866;p35"/>
            <p:cNvSpPr/>
            <p:nvPr/>
          </p:nvSpPr>
          <p:spPr>
            <a:xfrm>
              <a:off x="1717766" y="4672597"/>
              <a:ext cx="165949" cy="585731"/>
            </a:xfrm>
            <a:custGeom>
              <a:avLst/>
              <a:gdLst/>
              <a:ahLst/>
              <a:cxnLst/>
              <a:rect l="l" t="t" r="r" b="b"/>
              <a:pathLst>
                <a:path w="4672" h="16489" extrusionOk="0">
                  <a:moveTo>
                    <a:pt x="0" y="1"/>
                  </a:moveTo>
                  <a:lnTo>
                    <a:pt x="0" y="16488"/>
                  </a:lnTo>
                  <a:lnTo>
                    <a:pt x="4672" y="16488"/>
                  </a:lnTo>
                  <a:lnTo>
                    <a:pt x="46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5"/>
            <p:cNvSpPr/>
            <p:nvPr/>
          </p:nvSpPr>
          <p:spPr>
            <a:xfrm>
              <a:off x="1002412" y="3043930"/>
              <a:ext cx="1598009" cy="1855660"/>
            </a:xfrm>
            <a:custGeom>
              <a:avLst/>
              <a:gdLst/>
              <a:ahLst/>
              <a:cxnLst/>
              <a:rect l="l" t="t" r="r" b="b"/>
              <a:pathLst>
                <a:path w="44989" h="52239" extrusionOk="0">
                  <a:moveTo>
                    <a:pt x="22220" y="0"/>
                  </a:moveTo>
                  <a:cubicBezTo>
                    <a:pt x="22220" y="15938"/>
                    <a:pt x="12053" y="24025"/>
                    <a:pt x="4751" y="25399"/>
                  </a:cubicBezTo>
                  <a:cubicBezTo>
                    <a:pt x="5509" y="25624"/>
                    <a:pt x="6279" y="25720"/>
                    <a:pt x="7040" y="25720"/>
                  </a:cubicBezTo>
                  <a:cubicBezTo>
                    <a:pt x="11330" y="25720"/>
                    <a:pt x="15350" y="22690"/>
                    <a:pt x="15350" y="22690"/>
                  </a:cubicBezTo>
                  <a:lnTo>
                    <a:pt x="15350" y="22730"/>
                  </a:lnTo>
                  <a:cubicBezTo>
                    <a:pt x="12681" y="26223"/>
                    <a:pt x="8755" y="28579"/>
                    <a:pt x="4398" y="29325"/>
                  </a:cubicBezTo>
                  <a:cubicBezTo>
                    <a:pt x="4398" y="29325"/>
                    <a:pt x="5834" y="30167"/>
                    <a:pt x="8438" y="30167"/>
                  </a:cubicBezTo>
                  <a:cubicBezTo>
                    <a:pt x="9563" y="30167"/>
                    <a:pt x="10906" y="30010"/>
                    <a:pt x="12445" y="29560"/>
                  </a:cubicBezTo>
                  <a:lnTo>
                    <a:pt x="12445" y="29560"/>
                  </a:lnTo>
                  <a:cubicBezTo>
                    <a:pt x="9893" y="33329"/>
                    <a:pt x="6321" y="36312"/>
                    <a:pt x="2199" y="38275"/>
                  </a:cubicBezTo>
                  <a:cubicBezTo>
                    <a:pt x="2233" y="38309"/>
                    <a:pt x="2361" y="38325"/>
                    <a:pt x="2562" y="38325"/>
                  </a:cubicBezTo>
                  <a:cubicBezTo>
                    <a:pt x="3980" y="38325"/>
                    <a:pt x="9082" y="37535"/>
                    <a:pt x="11385" y="36744"/>
                  </a:cubicBezTo>
                  <a:lnTo>
                    <a:pt x="11385" y="36744"/>
                  </a:lnTo>
                  <a:cubicBezTo>
                    <a:pt x="9815" y="40042"/>
                    <a:pt x="5968" y="45655"/>
                    <a:pt x="1" y="46440"/>
                  </a:cubicBezTo>
                  <a:cubicBezTo>
                    <a:pt x="1" y="46440"/>
                    <a:pt x="1672" y="46784"/>
                    <a:pt x="3996" y="46784"/>
                  </a:cubicBezTo>
                  <a:cubicBezTo>
                    <a:pt x="6385" y="46784"/>
                    <a:pt x="9465" y="46421"/>
                    <a:pt x="12131" y="44949"/>
                  </a:cubicBezTo>
                  <a:lnTo>
                    <a:pt x="12131" y="44949"/>
                  </a:lnTo>
                  <a:cubicBezTo>
                    <a:pt x="11817" y="45852"/>
                    <a:pt x="8284" y="51033"/>
                    <a:pt x="4790" y="52093"/>
                  </a:cubicBezTo>
                  <a:cubicBezTo>
                    <a:pt x="5860" y="52152"/>
                    <a:pt x="6866" y="52179"/>
                    <a:pt x="7810" y="52179"/>
                  </a:cubicBezTo>
                  <a:cubicBezTo>
                    <a:pt x="20860" y="52179"/>
                    <a:pt x="22259" y="46990"/>
                    <a:pt x="22259" y="46990"/>
                  </a:cubicBezTo>
                  <a:cubicBezTo>
                    <a:pt x="22259" y="46990"/>
                    <a:pt x="23164" y="52239"/>
                    <a:pt x="37835" y="52239"/>
                  </a:cubicBezTo>
                  <a:cubicBezTo>
                    <a:pt x="38442" y="52239"/>
                    <a:pt x="39073" y="52230"/>
                    <a:pt x="39728" y="52211"/>
                  </a:cubicBezTo>
                  <a:cubicBezTo>
                    <a:pt x="39728" y="52211"/>
                    <a:pt x="31916" y="47893"/>
                    <a:pt x="31916" y="45302"/>
                  </a:cubicBezTo>
                  <a:lnTo>
                    <a:pt x="31916" y="45302"/>
                  </a:lnTo>
                  <a:cubicBezTo>
                    <a:pt x="34712" y="47054"/>
                    <a:pt x="37799" y="47514"/>
                    <a:pt x="40271" y="47514"/>
                  </a:cubicBezTo>
                  <a:cubicBezTo>
                    <a:pt x="43006" y="47514"/>
                    <a:pt x="44988" y="46951"/>
                    <a:pt x="44988" y="46951"/>
                  </a:cubicBezTo>
                  <a:cubicBezTo>
                    <a:pt x="38982" y="46166"/>
                    <a:pt x="34664" y="40159"/>
                    <a:pt x="33055" y="36901"/>
                  </a:cubicBezTo>
                  <a:lnTo>
                    <a:pt x="33055" y="36901"/>
                  </a:lnTo>
                  <a:cubicBezTo>
                    <a:pt x="35053" y="37567"/>
                    <a:pt x="39435" y="38748"/>
                    <a:pt x="41334" y="38748"/>
                  </a:cubicBezTo>
                  <a:cubicBezTo>
                    <a:pt x="41896" y="38748"/>
                    <a:pt x="42241" y="38644"/>
                    <a:pt x="42241" y="38393"/>
                  </a:cubicBezTo>
                  <a:cubicBezTo>
                    <a:pt x="36627" y="35370"/>
                    <a:pt x="33408" y="32073"/>
                    <a:pt x="31563" y="29325"/>
                  </a:cubicBezTo>
                  <a:lnTo>
                    <a:pt x="31563" y="29325"/>
                  </a:lnTo>
                  <a:cubicBezTo>
                    <a:pt x="33421" y="29953"/>
                    <a:pt x="35022" y="30162"/>
                    <a:pt x="36330" y="30162"/>
                  </a:cubicBezTo>
                  <a:cubicBezTo>
                    <a:pt x="38947" y="30162"/>
                    <a:pt x="40395" y="29325"/>
                    <a:pt x="40395" y="29325"/>
                  </a:cubicBezTo>
                  <a:cubicBezTo>
                    <a:pt x="36627" y="28697"/>
                    <a:pt x="33172" y="26812"/>
                    <a:pt x="30542" y="23986"/>
                  </a:cubicBezTo>
                  <a:lnTo>
                    <a:pt x="30542" y="23986"/>
                  </a:lnTo>
                  <a:cubicBezTo>
                    <a:pt x="32739" y="25526"/>
                    <a:pt x="35097" y="25917"/>
                    <a:pt x="36870" y="25917"/>
                  </a:cubicBezTo>
                  <a:cubicBezTo>
                    <a:pt x="38485" y="25917"/>
                    <a:pt x="39614" y="25592"/>
                    <a:pt x="39689" y="25517"/>
                  </a:cubicBezTo>
                  <a:cubicBezTo>
                    <a:pt x="34939" y="25517"/>
                    <a:pt x="22220" y="16056"/>
                    <a:pt x="22220" y="118"/>
                  </a:cubicBezTo>
                  <a:lnTo>
                    <a:pt x="22220" y="0"/>
                  </a:lnTo>
                  <a:close/>
                </a:path>
              </a:pathLst>
            </a:custGeom>
            <a:solidFill>
              <a:srgbClr val="82A6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8" name="Google Shape;868;p35"/>
          <p:cNvSpPr/>
          <p:nvPr/>
        </p:nvSpPr>
        <p:spPr>
          <a:xfrm flipH="1">
            <a:off x="7916200" y="3852304"/>
            <a:ext cx="1186850" cy="1319432"/>
          </a:xfrm>
          <a:custGeom>
            <a:avLst/>
            <a:gdLst/>
            <a:ahLst/>
            <a:cxnLst/>
            <a:rect l="l" t="t" r="r" b="b"/>
            <a:pathLst>
              <a:path w="53960" h="59981" extrusionOk="0">
                <a:moveTo>
                  <a:pt x="24850" y="0"/>
                </a:moveTo>
                <a:cubicBezTo>
                  <a:pt x="22889" y="0"/>
                  <a:pt x="20509" y="388"/>
                  <a:pt x="17628" y="1370"/>
                </a:cubicBezTo>
                <a:cubicBezTo>
                  <a:pt x="8560" y="4472"/>
                  <a:pt x="6244" y="11459"/>
                  <a:pt x="12760" y="12166"/>
                </a:cubicBezTo>
                <a:cubicBezTo>
                  <a:pt x="12760" y="12166"/>
                  <a:pt x="2514" y="13344"/>
                  <a:pt x="2514" y="20056"/>
                </a:cubicBezTo>
                <a:cubicBezTo>
                  <a:pt x="2514" y="23375"/>
                  <a:pt x="4704" y="24218"/>
                  <a:pt x="6932" y="24218"/>
                </a:cubicBezTo>
                <a:cubicBezTo>
                  <a:pt x="8673" y="24218"/>
                  <a:pt x="10438" y="23703"/>
                  <a:pt x="11196" y="23450"/>
                </a:cubicBezTo>
                <a:lnTo>
                  <a:pt x="11196" y="23450"/>
                </a:lnTo>
                <a:cubicBezTo>
                  <a:pt x="9167" y="24198"/>
                  <a:pt x="0" y="28018"/>
                  <a:pt x="4870" y="34463"/>
                </a:cubicBezTo>
                <a:cubicBezTo>
                  <a:pt x="4870" y="34463"/>
                  <a:pt x="7192" y="36328"/>
                  <a:pt x="10083" y="36328"/>
                </a:cubicBezTo>
                <a:cubicBezTo>
                  <a:pt x="11749" y="36328"/>
                  <a:pt x="13604" y="35709"/>
                  <a:pt x="15312" y="33757"/>
                </a:cubicBezTo>
                <a:lnTo>
                  <a:pt x="15312" y="33757"/>
                </a:lnTo>
                <a:cubicBezTo>
                  <a:pt x="15311" y="33757"/>
                  <a:pt x="12171" y="37683"/>
                  <a:pt x="15665" y="39331"/>
                </a:cubicBezTo>
                <a:cubicBezTo>
                  <a:pt x="16190" y="39582"/>
                  <a:pt x="16704" y="39684"/>
                  <a:pt x="17206" y="39684"/>
                </a:cubicBezTo>
                <a:cubicBezTo>
                  <a:pt x="19510" y="39684"/>
                  <a:pt x="21576" y="37525"/>
                  <a:pt x="23366" y="37525"/>
                </a:cubicBezTo>
                <a:cubicBezTo>
                  <a:pt x="23757" y="37525"/>
                  <a:pt x="24134" y="37628"/>
                  <a:pt x="24498" y="37879"/>
                </a:cubicBezTo>
                <a:cubicBezTo>
                  <a:pt x="24498" y="37879"/>
                  <a:pt x="29130" y="43492"/>
                  <a:pt x="26343" y="59980"/>
                </a:cubicBezTo>
                <a:lnTo>
                  <a:pt x="31446" y="59980"/>
                </a:lnTo>
                <a:cubicBezTo>
                  <a:pt x="31446" y="59980"/>
                  <a:pt x="27246" y="40980"/>
                  <a:pt x="33880" y="36897"/>
                </a:cubicBezTo>
                <a:cubicBezTo>
                  <a:pt x="33880" y="36897"/>
                  <a:pt x="34448" y="36568"/>
                  <a:pt x="35278" y="36568"/>
                </a:cubicBezTo>
                <a:cubicBezTo>
                  <a:pt x="36095" y="36568"/>
                  <a:pt x="37166" y="36887"/>
                  <a:pt x="38198" y="38154"/>
                </a:cubicBezTo>
                <a:cubicBezTo>
                  <a:pt x="38764" y="38848"/>
                  <a:pt x="39760" y="39176"/>
                  <a:pt x="40905" y="39176"/>
                </a:cubicBezTo>
                <a:cubicBezTo>
                  <a:pt x="43970" y="39176"/>
                  <a:pt x="48105" y="36826"/>
                  <a:pt x="47934" y="32854"/>
                </a:cubicBezTo>
                <a:cubicBezTo>
                  <a:pt x="47799" y="29765"/>
                  <a:pt x="46414" y="29101"/>
                  <a:pt x="45248" y="29101"/>
                </a:cubicBezTo>
                <a:cubicBezTo>
                  <a:pt x="45160" y="29101"/>
                  <a:pt x="45073" y="29105"/>
                  <a:pt x="44989" y="29111"/>
                </a:cubicBezTo>
                <a:lnTo>
                  <a:pt x="44989" y="29111"/>
                </a:lnTo>
                <a:cubicBezTo>
                  <a:pt x="47808" y="28235"/>
                  <a:pt x="53959" y="25627"/>
                  <a:pt x="53626" y="19625"/>
                </a:cubicBezTo>
                <a:cubicBezTo>
                  <a:pt x="53389" y="15718"/>
                  <a:pt x="50803" y="14747"/>
                  <a:pt x="48288" y="14747"/>
                </a:cubicBezTo>
                <a:cubicBezTo>
                  <a:pt x="45799" y="14747"/>
                  <a:pt x="43380" y="15699"/>
                  <a:pt x="43380" y="15699"/>
                </a:cubicBezTo>
                <a:cubicBezTo>
                  <a:pt x="43380" y="15699"/>
                  <a:pt x="51506" y="12087"/>
                  <a:pt x="48051" y="8711"/>
                </a:cubicBezTo>
                <a:cubicBezTo>
                  <a:pt x="47008" y="7703"/>
                  <a:pt x="45895" y="7350"/>
                  <a:pt x="44846" y="7350"/>
                </a:cubicBezTo>
                <a:cubicBezTo>
                  <a:pt x="42446" y="7350"/>
                  <a:pt x="40385" y="9203"/>
                  <a:pt x="40283" y="9296"/>
                </a:cubicBezTo>
                <a:lnTo>
                  <a:pt x="40283" y="9296"/>
                </a:lnTo>
                <a:cubicBezTo>
                  <a:pt x="40425" y="9166"/>
                  <a:pt x="44297" y="5576"/>
                  <a:pt x="42948" y="3726"/>
                </a:cubicBezTo>
                <a:cubicBezTo>
                  <a:pt x="42507" y="3151"/>
                  <a:pt x="41617" y="2911"/>
                  <a:pt x="40543" y="2911"/>
                </a:cubicBezTo>
                <a:cubicBezTo>
                  <a:pt x="38173" y="2911"/>
                  <a:pt x="34914" y="4078"/>
                  <a:pt x="33644" y="5375"/>
                </a:cubicBezTo>
                <a:cubicBezTo>
                  <a:pt x="33644" y="5344"/>
                  <a:pt x="32134" y="0"/>
                  <a:pt x="248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9" name="Google Shape;869;p35"/>
          <p:cNvGrpSpPr/>
          <p:nvPr/>
        </p:nvGrpSpPr>
        <p:grpSpPr>
          <a:xfrm>
            <a:off x="-757905" y="-367561"/>
            <a:ext cx="10637921" cy="1974753"/>
            <a:chOff x="-376905" y="-824761"/>
            <a:chExt cx="10637921" cy="1974753"/>
          </a:xfrm>
        </p:grpSpPr>
        <p:sp>
          <p:nvSpPr>
            <p:cNvPr id="870" name="Google Shape;870;p35"/>
            <p:cNvSpPr/>
            <p:nvPr/>
          </p:nvSpPr>
          <p:spPr>
            <a:xfrm>
              <a:off x="8587302" y="352325"/>
              <a:ext cx="1673714" cy="797667"/>
            </a:xfrm>
            <a:custGeom>
              <a:avLst/>
              <a:gdLst/>
              <a:ahLst/>
              <a:cxnLst/>
              <a:rect l="l" t="t" r="r" b="b"/>
              <a:pathLst>
                <a:path w="35175" h="16763" extrusionOk="0">
                  <a:moveTo>
                    <a:pt x="18530" y="0"/>
                  </a:moveTo>
                  <a:cubicBezTo>
                    <a:pt x="12681" y="0"/>
                    <a:pt x="7931" y="2866"/>
                    <a:pt x="7931" y="6399"/>
                  </a:cubicBezTo>
                  <a:lnTo>
                    <a:pt x="7931" y="6713"/>
                  </a:lnTo>
                  <a:cubicBezTo>
                    <a:pt x="3338" y="7341"/>
                    <a:pt x="1" y="9225"/>
                    <a:pt x="1" y="11502"/>
                  </a:cubicBezTo>
                  <a:cubicBezTo>
                    <a:pt x="1" y="14289"/>
                    <a:pt x="5026" y="16527"/>
                    <a:pt x="11228" y="16527"/>
                  </a:cubicBezTo>
                  <a:cubicBezTo>
                    <a:pt x="11328" y="16528"/>
                    <a:pt x="11427" y="16529"/>
                    <a:pt x="11527" y="16529"/>
                  </a:cubicBezTo>
                  <a:cubicBezTo>
                    <a:pt x="14211" y="16529"/>
                    <a:pt x="16854" y="16018"/>
                    <a:pt x="19315" y="14996"/>
                  </a:cubicBezTo>
                  <a:cubicBezTo>
                    <a:pt x="20846" y="16056"/>
                    <a:pt x="23515" y="16762"/>
                    <a:pt x="26499" y="16762"/>
                  </a:cubicBezTo>
                  <a:cubicBezTo>
                    <a:pt x="31288" y="16762"/>
                    <a:pt x="35174" y="14996"/>
                    <a:pt x="35174" y="12837"/>
                  </a:cubicBezTo>
                  <a:cubicBezTo>
                    <a:pt x="35174" y="10913"/>
                    <a:pt x="32230" y="9304"/>
                    <a:pt x="28265" y="8950"/>
                  </a:cubicBezTo>
                  <a:cubicBezTo>
                    <a:pt x="28815" y="8205"/>
                    <a:pt x="29129" y="7341"/>
                    <a:pt x="29129" y="6399"/>
                  </a:cubicBezTo>
                  <a:cubicBezTo>
                    <a:pt x="29129" y="2866"/>
                    <a:pt x="24379" y="0"/>
                    <a:pt x="185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5"/>
            <p:cNvSpPr/>
            <p:nvPr/>
          </p:nvSpPr>
          <p:spPr>
            <a:xfrm>
              <a:off x="7619796" y="-50265"/>
              <a:ext cx="1283300" cy="554936"/>
            </a:xfrm>
            <a:custGeom>
              <a:avLst/>
              <a:gdLst/>
              <a:ahLst/>
              <a:cxnLst/>
              <a:rect l="l" t="t" r="r" b="b"/>
              <a:pathLst>
                <a:path w="26970" h="11662" extrusionOk="0">
                  <a:moveTo>
                    <a:pt x="10639" y="0"/>
                  </a:moveTo>
                  <a:cubicBezTo>
                    <a:pt x="7655" y="0"/>
                    <a:pt x="5221" y="1257"/>
                    <a:pt x="5221" y="2827"/>
                  </a:cubicBezTo>
                  <a:cubicBezTo>
                    <a:pt x="5221" y="2905"/>
                    <a:pt x="5221" y="2945"/>
                    <a:pt x="5221" y="3023"/>
                  </a:cubicBezTo>
                  <a:cubicBezTo>
                    <a:pt x="2199" y="3573"/>
                    <a:pt x="0" y="5222"/>
                    <a:pt x="0" y="7224"/>
                  </a:cubicBezTo>
                  <a:cubicBezTo>
                    <a:pt x="0" y="9697"/>
                    <a:pt x="3259" y="11660"/>
                    <a:pt x="7263" y="11660"/>
                  </a:cubicBezTo>
                  <a:cubicBezTo>
                    <a:pt x="7328" y="11661"/>
                    <a:pt x="7394" y="11662"/>
                    <a:pt x="7460" y="11662"/>
                  </a:cubicBezTo>
                  <a:cubicBezTo>
                    <a:pt x="9354" y="11662"/>
                    <a:pt x="11204" y="11115"/>
                    <a:pt x="12798" y="10129"/>
                  </a:cubicBezTo>
                  <a:cubicBezTo>
                    <a:pt x="14172" y="11031"/>
                    <a:pt x="16527" y="11660"/>
                    <a:pt x="19236" y="11660"/>
                  </a:cubicBezTo>
                  <a:cubicBezTo>
                    <a:pt x="23476" y="11660"/>
                    <a:pt x="26930" y="10089"/>
                    <a:pt x="26930" y="8205"/>
                  </a:cubicBezTo>
                  <a:cubicBezTo>
                    <a:pt x="26969" y="6831"/>
                    <a:pt x="25242" y="5653"/>
                    <a:pt x="22730" y="5104"/>
                  </a:cubicBezTo>
                  <a:cubicBezTo>
                    <a:pt x="22730" y="4986"/>
                    <a:pt x="22769" y="4907"/>
                    <a:pt x="22769" y="4790"/>
                  </a:cubicBezTo>
                  <a:cubicBezTo>
                    <a:pt x="22769" y="3455"/>
                    <a:pt x="20257" y="2395"/>
                    <a:pt x="17155" y="2395"/>
                  </a:cubicBezTo>
                  <a:cubicBezTo>
                    <a:pt x="16763" y="2395"/>
                    <a:pt x="16409" y="2395"/>
                    <a:pt x="16056" y="2434"/>
                  </a:cubicBezTo>
                  <a:cubicBezTo>
                    <a:pt x="15664" y="1060"/>
                    <a:pt x="13426" y="0"/>
                    <a:pt x="106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5"/>
            <p:cNvSpPr/>
            <p:nvPr/>
          </p:nvSpPr>
          <p:spPr>
            <a:xfrm>
              <a:off x="589079" y="-824761"/>
              <a:ext cx="1316941" cy="568022"/>
            </a:xfrm>
            <a:custGeom>
              <a:avLst/>
              <a:gdLst/>
              <a:ahLst/>
              <a:cxnLst/>
              <a:rect l="l" t="t" r="r" b="b"/>
              <a:pathLst>
                <a:path w="27677" h="11937" extrusionOk="0">
                  <a:moveTo>
                    <a:pt x="10953" y="1"/>
                  </a:moveTo>
                  <a:cubicBezTo>
                    <a:pt x="7852" y="1"/>
                    <a:pt x="5379" y="1296"/>
                    <a:pt x="5379" y="2906"/>
                  </a:cubicBezTo>
                  <a:cubicBezTo>
                    <a:pt x="5379" y="2984"/>
                    <a:pt x="5379" y="3024"/>
                    <a:pt x="5379" y="3102"/>
                  </a:cubicBezTo>
                  <a:cubicBezTo>
                    <a:pt x="2278" y="3652"/>
                    <a:pt x="1" y="5379"/>
                    <a:pt x="1" y="7420"/>
                  </a:cubicBezTo>
                  <a:cubicBezTo>
                    <a:pt x="1" y="9933"/>
                    <a:pt x="3338" y="11935"/>
                    <a:pt x="7499" y="11935"/>
                  </a:cubicBezTo>
                  <a:cubicBezTo>
                    <a:pt x="7566" y="11936"/>
                    <a:pt x="7633" y="11937"/>
                    <a:pt x="7699" y="11937"/>
                  </a:cubicBezTo>
                  <a:cubicBezTo>
                    <a:pt x="9632" y="11937"/>
                    <a:pt x="11520" y="11389"/>
                    <a:pt x="13152" y="10365"/>
                  </a:cubicBezTo>
                  <a:cubicBezTo>
                    <a:pt x="14565" y="11307"/>
                    <a:pt x="16999" y="11935"/>
                    <a:pt x="19747" y="11935"/>
                  </a:cubicBezTo>
                  <a:cubicBezTo>
                    <a:pt x="24104" y="11935"/>
                    <a:pt x="27677" y="10365"/>
                    <a:pt x="27677" y="8402"/>
                  </a:cubicBezTo>
                  <a:cubicBezTo>
                    <a:pt x="27677" y="6988"/>
                    <a:pt x="25910" y="5811"/>
                    <a:pt x="23319" y="5222"/>
                  </a:cubicBezTo>
                  <a:cubicBezTo>
                    <a:pt x="23358" y="5143"/>
                    <a:pt x="23358" y="5026"/>
                    <a:pt x="23358" y="4908"/>
                  </a:cubicBezTo>
                  <a:cubicBezTo>
                    <a:pt x="23358" y="3573"/>
                    <a:pt x="20767" y="2474"/>
                    <a:pt x="17588" y="2474"/>
                  </a:cubicBezTo>
                  <a:cubicBezTo>
                    <a:pt x="17195" y="2474"/>
                    <a:pt x="16842" y="2474"/>
                    <a:pt x="16449" y="2513"/>
                  </a:cubicBezTo>
                  <a:cubicBezTo>
                    <a:pt x="16096" y="1100"/>
                    <a:pt x="13780" y="1"/>
                    <a:pt x="109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35"/>
            <p:cNvSpPr/>
            <p:nvPr/>
          </p:nvSpPr>
          <p:spPr>
            <a:xfrm>
              <a:off x="-376905" y="352336"/>
              <a:ext cx="1453312" cy="627789"/>
            </a:xfrm>
            <a:custGeom>
              <a:avLst/>
              <a:gdLst/>
              <a:ahLst/>
              <a:cxnLst/>
              <a:rect l="l" t="t" r="r" b="b"/>
              <a:pathLst>
                <a:path w="30543" h="13193" extrusionOk="0">
                  <a:moveTo>
                    <a:pt x="18490" y="1"/>
                  </a:moveTo>
                  <a:cubicBezTo>
                    <a:pt x="15389" y="1"/>
                    <a:pt x="12838" y="1179"/>
                    <a:pt x="12406" y="2749"/>
                  </a:cubicBezTo>
                  <a:cubicBezTo>
                    <a:pt x="12013" y="2710"/>
                    <a:pt x="11581" y="2710"/>
                    <a:pt x="11150" y="2710"/>
                  </a:cubicBezTo>
                  <a:cubicBezTo>
                    <a:pt x="7616" y="2710"/>
                    <a:pt x="4790" y="3927"/>
                    <a:pt x="4790" y="5418"/>
                  </a:cubicBezTo>
                  <a:cubicBezTo>
                    <a:pt x="4790" y="5536"/>
                    <a:pt x="4790" y="5654"/>
                    <a:pt x="4829" y="5772"/>
                  </a:cubicBezTo>
                  <a:cubicBezTo>
                    <a:pt x="1964" y="6400"/>
                    <a:pt x="1" y="7734"/>
                    <a:pt x="1" y="9265"/>
                  </a:cubicBezTo>
                  <a:cubicBezTo>
                    <a:pt x="1" y="11425"/>
                    <a:pt x="3926" y="13191"/>
                    <a:pt x="8755" y="13191"/>
                  </a:cubicBezTo>
                  <a:cubicBezTo>
                    <a:pt x="11817" y="13191"/>
                    <a:pt x="14486" y="12484"/>
                    <a:pt x="16057" y="11425"/>
                  </a:cubicBezTo>
                  <a:cubicBezTo>
                    <a:pt x="17844" y="12603"/>
                    <a:pt x="19963" y="13193"/>
                    <a:pt x="22092" y="13193"/>
                  </a:cubicBezTo>
                  <a:cubicBezTo>
                    <a:pt x="22161" y="13193"/>
                    <a:pt x="22230" y="13192"/>
                    <a:pt x="22298" y="13191"/>
                  </a:cubicBezTo>
                  <a:cubicBezTo>
                    <a:pt x="26852" y="13191"/>
                    <a:pt x="30542" y="10953"/>
                    <a:pt x="30542" y="8206"/>
                  </a:cubicBezTo>
                  <a:cubicBezTo>
                    <a:pt x="30542" y="5929"/>
                    <a:pt x="28108" y="4005"/>
                    <a:pt x="24654" y="3416"/>
                  </a:cubicBezTo>
                  <a:cubicBezTo>
                    <a:pt x="24654" y="3338"/>
                    <a:pt x="24654" y="3259"/>
                    <a:pt x="24654" y="3220"/>
                  </a:cubicBezTo>
                  <a:cubicBezTo>
                    <a:pt x="24654" y="1414"/>
                    <a:pt x="21906" y="1"/>
                    <a:pt x="184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4" name="Google Shape;874;p35"/>
          <p:cNvGrpSpPr/>
          <p:nvPr/>
        </p:nvGrpSpPr>
        <p:grpSpPr>
          <a:xfrm>
            <a:off x="356363" y="3189487"/>
            <a:ext cx="970053" cy="2018817"/>
            <a:chOff x="464166" y="3124811"/>
            <a:chExt cx="1174114" cy="2443497"/>
          </a:xfrm>
        </p:grpSpPr>
        <p:sp>
          <p:nvSpPr>
            <p:cNvPr id="875" name="Google Shape;875;p35"/>
            <p:cNvSpPr/>
            <p:nvPr/>
          </p:nvSpPr>
          <p:spPr>
            <a:xfrm>
              <a:off x="464166" y="3124811"/>
              <a:ext cx="1174114" cy="1546508"/>
            </a:xfrm>
            <a:custGeom>
              <a:avLst/>
              <a:gdLst/>
              <a:ahLst/>
              <a:cxnLst/>
              <a:rect l="l" t="t" r="r" b="b"/>
              <a:pathLst>
                <a:path w="33055" h="43536" extrusionOk="0">
                  <a:moveTo>
                    <a:pt x="16528" y="0"/>
                  </a:moveTo>
                  <a:cubicBezTo>
                    <a:pt x="10639" y="0"/>
                    <a:pt x="5889" y="3062"/>
                    <a:pt x="5889" y="6831"/>
                  </a:cubicBezTo>
                  <a:cubicBezTo>
                    <a:pt x="5889" y="7223"/>
                    <a:pt x="5929" y="7577"/>
                    <a:pt x="6046" y="7930"/>
                  </a:cubicBezTo>
                  <a:cubicBezTo>
                    <a:pt x="4084" y="8911"/>
                    <a:pt x="2749" y="10442"/>
                    <a:pt x="2749" y="12209"/>
                  </a:cubicBezTo>
                  <a:cubicBezTo>
                    <a:pt x="2749" y="13544"/>
                    <a:pt x="3534" y="14761"/>
                    <a:pt x="4790" y="15703"/>
                  </a:cubicBezTo>
                  <a:cubicBezTo>
                    <a:pt x="2788" y="16684"/>
                    <a:pt x="1493" y="18215"/>
                    <a:pt x="1493" y="19982"/>
                  </a:cubicBezTo>
                  <a:cubicBezTo>
                    <a:pt x="1493" y="21513"/>
                    <a:pt x="2513" y="22926"/>
                    <a:pt x="4123" y="23907"/>
                  </a:cubicBezTo>
                  <a:cubicBezTo>
                    <a:pt x="2396" y="24889"/>
                    <a:pt x="1296" y="26341"/>
                    <a:pt x="1296" y="27951"/>
                  </a:cubicBezTo>
                  <a:cubicBezTo>
                    <a:pt x="1296" y="29285"/>
                    <a:pt x="2042" y="30502"/>
                    <a:pt x="3338" y="31444"/>
                  </a:cubicBezTo>
                  <a:cubicBezTo>
                    <a:pt x="1296" y="32426"/>
                    <a:pt x="1" y="33957"/>
                    <a:pt x="1" y="35723"/>
                  </a:cubicBezTo>
                  <a:cubicBezTo>
                    <a:pt x="1" y="38668"/>
                    <a:pt x="3730" y="41062"/>
                    <a:pt x="8363" y="41062"/>
                  </a:cubicBezTo>
                  <a:cubicBezTo>
                    <a:pt x="8637" y="41062"/>
                    <a:pt x="8912" y="41062"/>
                    <a:pt x="9148" y="41023"/>
                  </a:cubicBezTo>
                  <a:cubicBezTo>
                    <a:pt x="10522" y="42515"/>
                    <a:pt x="13309" y="43535"/>
                    <a:pt x="16528" y="43535"/>
                  </a:cubicBezTo>
                  <a:cubicBezTo>
                    <a:pt x="19747" y="43535"/>
                    <a:pt x="22534" y="42515"/>
                    <a:pt x="23869" y="41023"/>
                  </a:cubicBezTo>
                  <a:cubicBezTo>
                    <a:pt x="24144" y="41023"/>
                    <a:pt x="24418" y="41062"/>
                    <a:pt x="24693" y="41062"/>
                  </a:cubicBezTo>
                  <a:cubicBezTo>
                    <a:pt x="29286" y="41062"/>
                    <a:pt x="33055" y="38668"/>
                    <a:pt x="33055" y="35723"/>
                  </a:cubicBezTo>
                  <a:cubicBezTo>
                    <a:pt x="33015" y="33957"/>
                    <a:pt x="31720" y="32426"/>
                    <a:pt x="29718" y="31444"/>
                  </a:cubicBezTo>
                  <a:cubicBezTo>
                    <a:pt x="30974" y="30502"/>
                    <a:pt x="31720" y="29246"/>
                    <a:pt x="31720" y="27911"/>
                  </a:cubicBezTo>
                  <a:cubicBezTo>
                    <a:pt x="31720" y="26302"/>
                    <a:pt x="30621" y="24889"/>
                    <a:pt x="28894" y="23907"/>
                  </a:cubicBezTo>
                  <a:cubicBezTo>
                    <a:pt x="30503" y="22926"/>
                    <a:pt x="31524" y="21513"/>
                    <a:pt x="31524" y="19982"/>
                  </a:cubicBezTo>
                  <a:cubicBezTo>
                    <a:pt x="31524" y="18215"/>
                    <a:pt x="30228" y="16684"/>
                    <a:pt x="28226" y="15703"/>
                  </a:cubicBezTo>
                  <a:cubicBezTo>
                    <a:pt x="29482" y="14761"/>
                    <a:pt x="30268" y="13544"/>
                    <a:pt x="30268" y="12170"/>
                  </a:cubicBezTo>
                  <a:cubicBezTo>
                    <a:pt x="30268" y="10442"/>
                    <a:pt x="28972" y="8911"/>
                    <a:pt x="27009" y="7930"/>
                  </a:cubicBezTo>
                  <a:cubicBezTo>
                    <a:pt x="27088" y="7577"/>
                    <a:pt x="27127" y="7184"/>
                    <a:pt x="27127" y="6831"/>
                  </a:cubicBezTo>
                  <a:cubicBezTo>
                    <a:pt x="27127" y="3062"/>
                    <a:pt x="22377" y="0"/>
                    <a:pt x="165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5"/>
            <p:cNvSpPr/>
            <p:nvPr/>
          </p:nvSpPr>
          <p:spPr>
            <a:xfrm>
              <a:off x="987117" y="4602853"/>
              <a:ext cx="126904" cy="965455"/>
            </a:xfrm>
            <a:custGeom>
              <a:avLst/>
              <a:gdLst/>
              <a:ahLst/>
              <a:cxnLst/>
              <a:rect l="l" t="t" r="r" b="b"/>
              <a:pathLst>
                <a:path w="3573" h="18452" extrusionOk="0">
                  <a:moveTo>
                    <a:pt x="0" y="1"/>
                  </a:moveTo>
                  <a:lnTo>
                    <a:pt x="0" y="18451"/>
                  </a:lnTo>
                  <a:lnTo>
                    <a:pt x="3572" y="18451"/>
                  </a:lnTo>
                  <a:lnTo>
                    <a:pt x="3572" y="1"/>
                  </a:lnTo>
                  <a:close/>
                </a:path>
              </a:pathLst>
            </a:custGeom>
            <a:solidFill>
              <a:srgbClr val="9ABC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7" name="Google Shape;877;p35"/>
          <p:cNvSpPr/>
          <p:nvPr/>
        </p:nvSpPr>
        <p:spPr>
          <a:xfrm>
            <a:off x="-566387" y="3890404"/>
            <a:ext cx="1186850" cy="1319432"/>
          </a:xfrm>
          <a:custGeom>
            <a:avLst/>
            <a:gdLst/>
            <a:ahLst/>
            <a:cxnLst/>
            <a:rect l="l" t="t" r="r" b="b"/>
            <a:pathLst>
              <a:path w="53960" h="59981" extrusionOk="0">
                <a:moveTo>
                  <a:pt x="24850" y="0"/>
                </a:moveTo>
                <a:cubicBezTo>
                  <a:pt x="22889" y="0"/>
                  <a:pt x="20509" y="388"/>
                  <a:pt x="17628" y="1370"/>
                </a:cubicBezTo>
                <a:cubicBezTo>
                  <a:pt x="8560" y="4472"/>
                  <a:pt x="6244" y="11459"/>
                  <a:pt x="12760" y="12166"/>
                </a:cubicBezTo>
                <a:cubicBezTo>
                  <a:pt x="12760" y="12166"/>
                  <a:pt x="2514" y="13344"/>
                  <a:pt x="2514" y="20056"/>
                </a:cubicBezTo>
                <a:cubicBezTo>
                  <a:pt x="2514" y="23375"/>
                  <a:pt x="4704" y="24218"/>
                  <a:pt x="6932" y="24218"/>
                </a:cubicBezTo>
                <a:cubicBezTo>
                  <a:pt x="8673" y="24218"/>
                  <a:pt x="10438" y="23703"/>
                  <a:pt x="11196" y="23450"/>
                </a:cubicBezTo>
                <a:lnTo>
                  <a:pt x="11196" y="23450"/>
                </a:lnTo>
                <a:cubicBezTo>
                  <a:pt x="9167" y="24198"/>
                  <a:pt x="0" y="28018"/>
                  <a:pt x="4870" y="34463"/>
                </a:cubicBezTo>
                <a:cubicBezTo>
                  <a:pt x="4870" y="34463"/>
                  <a:pt x="7192" y="36328"/>
                  <a:pt x="10083" y="36328"/>
                </a:cubicBezTo>
                <a:cubicBezTo>
                  <a:pt x="11749" y="36328"/>
                  <a:pt x="13604" y="35709"/>
                  <a:pt x="15312" y="33757"/>
                </a:cubicBezTo>
                <a:lnTo>
                  <a:pt x="15312" y="33757"/>
                </a:lnTo>
                <a:cubicBezTo>
                  <a:pt x="15311" y="33757"/>
                  <a:pt x="12171" y="37683"/>
                  <a:pt x="15665" y="39331"/>
                </a:cubicBezTo>
                <a:cubicBezTo>
                  <a:pt x="16190" y="39582"/>
                  <a:pt x="16704" y="39684"/>
                  <a:pt x="17206" y="39684"/>
                </a:cubicBezTo>
                <a:cubicBezTo>
                  <a:pt x="19510" y="39684"/>
                  <a:pt x="21576" y="37525"/>
                  <a:pt x="23366" y="37525"/>
                </a:cubicBezTo>
                <a:cubicBezTo>
                  <a:pt x="23757" y="37525"/>
                  <a:pt x="24134" y="37628"/>
                  <a:pt x="24498" y="37879"/>
                </a:cubicBezTo>
                <a:cubicBezTo>
                  <a:pt x="24498" y="37879"/>
                  <a:pt x="29130" y="43492"/>
                  <a:pt x="26343" y="59980"/>
                </a:cubicBezTo>
                <a:lnTo>
                  <a:pt x="31446" y="59980"/>
                </a:lnTo>
                <a:cubicBezTo>
                  <a:pt x="31446" y="59980"/>
                  <a:pt x="27246" y="40980"/>
                  <a:pt x="33880" y="36897"/>
                </a:cubicBezTo>
                <a:cubicBezTo>
                  <a:pt x="33880" y="36897"/>
                  <a:pt x="34448" y="36568"/>
                  <a:pt x="35278" y="36568"/>
                </a:cubicBezTo>
                <a:cubicBezTo>
                  <a:pt x="36095" y="36568"/>
                  <a:pt x="37166" y="36887"/>
                  <a:pt x="38198" y="38154"/>
                </a:cubicBezTo>
                <a:cubicBezTo>
                  <a:pt x="38764" y="38848"/>
                  <a:pt x="39760" y="39176"/>
                  <a:pt x="40905" y="39176"/>
                </a:cubicBezTo>
                <a:cubicBezTo>
                  <a:pt x="43970" y="39176"/>
                  <a:pt x="48105" y="36826"/>
                  <a:pt x="47934" y="32854"/>
                </a:cubicBezTo>
                <a:cubicBezTo>
                  <a:pt x="47799" y="29765"/>
                  <a:pt x="46414" y="29101"/>
                  <a:pt x="45248" y="29101"/>
                </a:cubicBezTo>
                <a:cubicBezTo>
                  <a:pt x="45160" y="29101"/>
                  <a:pt x="45073" y="29105"/>
                  <a:pt x="44989" y="29111"/>
                </a:cubicBezTo>
                <a:lnTo>
                  <a:pt x="44989" y="29111"/>
                </a:lnTo>
                <a:cubicBezTo>
                  <a:pt x="47808" y="28235"/>
                  <a:pt x="53959" y="25627"/>
                  <a:pt x="53626" y="19625"/>
                </a:cubicBezTo>
                <a:cubicBezTo>
                  <a:pt x="53389" y="15718"/>
                  <a:pt x="50803" y="14747"/>
                  <a:pt x="48288" y="14747"/>
                </a:cubicBezTo>
                <a:cubicBezTo>
                  <a:pt x="45799" y="14747"/>
                  <a:pt x="43380" y="15699"/>
                  <a:pt x="43380" y="15699"/>
                </a:cubicBezTo>
                <a:cubicBezTo>
                  <a:pt x="43380" y="15699"/>
                  <a:pt x="51506" y="12087"/>
                  <a:pt x="48051" y="8711"/>
                </a:cubicBezTo>
                <a:cubicBezTo>
                  <a:pt x="47008" y="7703"/>
                  <a:pt x="45895" y="7350"/>
                  <a:pt x="44846" y="7350"/>
                </a:cubicBezTo>
                <a:cubicBezTo>
                  <a:pt x="42446" y="7350"/>
                  <a:pt x="40385" y="9203"/>
                  <a:pt x="40283" y="9296"/>
                </a:cubicBezTo>
                <a:lnTo>
                  <a:pt x="40283" y="9296"/>
                </a:lnTo>
                <a:cubicBezTo>
                  <a:pt x="40425" y="9166"/>
                  <a:pt x="44297" y="5576"/>
                  <a:pt x="42948" y="3726"/>
                </a:cubicBezTo>
                <a:cubicBezTo>
                  <a:pt x="42507" y="3151"/>
                  <a:pt x="41617" y="2911"/>
                  <a:pt x="40543" y="2911"/>
                </a:cubicBezTo>
                <a:cubicBezTo>
                  <a:pt x="38173" y="2911"/>
                  <a:pt x="34914" y="4078"/>
                  <a:pt x="33644" y="5375"/>
                </a:cubicBezTo>
                <a:cubicBezTo>
                  <a:pt x="33644" y="5344"/>
                  <a:pt x="32134" y="0"/>
                  <a:pt x="248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ckground 1">
  <p:cSld name="CUSTOM_23">
    <p:spTree>
      <p:nvGrpSpPr>
        <p:cNvPr id="1" name="Shape 878"/>
        <p:cNvGrpSpPr/>
        <p:nvPr/>
      </p:nvGrpSpPr>
      <p:grpSpPr>
        <a:xfrm>
          <a:off x="0" y="0"/>
          <a:ext cx="0" cy="0"/>
          <a:chOff x="0" y="0"/>
          <a:chExt cx="0" cy="0"/>
        </a:xfrm>
      </p:grpSpPr>
      <p:grpSp>
        <p:nvGrpSpPr>
          <p:cNvPr id="879" name="Google Shape;879;p36"/>
          <p:cNvGrpSpPr/>
          <p:nvPr/>
        </p:nvGrpSpPr>
        <p:grpSpPr>
          <a:xfrm flipH="1">
            <a:off x="-581010" y="305270"/>
            <a:ext cx="9971987" cy="4856125"/>
            <a:chOff x="-376905" y="-18529"/>
            <a:chExt cx="10637921" cy="5180419"/>
          </a:xfrm>
        </p:grpSpPr>
        <p:sp>
          <p:nvSpPr>
            <p:cNvPr id="880" name="Google Shape;880;p36"/>
            <p:cNvSpPr/>
            <p:nvPr/>
          </p:nvSpPr>
          <p:spPr>
            <a:xfrm>
              <a:off x="-179259" y="4165417"/>
              <a:ext cx="9944790" cy="825695"/>
            </a:xfrm>
            <a:custGeom>
              <a:avLst/>
              <a:gdLst/>
              <a:ahLst/>
              <a:cxnLst/>
              <a:rect l="l" t="t" r="r" b="b"/>
              <a:pathLst>
                <a:path w="209001" h="17352" extrusionOk="0">
                  <a:moveTo>
                    <a:pt x="0" y="0"/>
                  </a:moveTo>
                  <a:lnTo>
                    <a:pt x="0" y="17352"/>
                  </a:lnTo>
                  <a:lnTo>
                    <a:pt x="209000" y="17352"/>
                  </a:lnTo>
                  <a:lnTo>
                    <a:pt x="20900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36"/>
            <p:cNvSpPr/>
            <p:nvPr/>
          </p:nvSpPr>
          <p:spPr>
            <a:xfrm>
              <a:off x="-179250" y="4444489"/>
              <a:ext cx="9944790" cy="717401"/>
            </a:xfrm>
            <a:custGeom>
              <a:avLst/>
              <a:gdLst/>
              <a:ahLst/>
              <a:cxnLst/>
              <a:rect l="l" t="t" r="r" b="b"/>
              <a:pathLst>
                <a:path w="209001" h="11307" extrusionOk="0">
                  <a:moveTo>
                    <a:pt x="0" y="1"/>
                  </a:moveTo>
                  <a:lnTo>
                    <a:pt x="0" y="11307"/>
                  </a:lnTo>
                  <a:lnTo>
                    <a:pt x="209000" y="11307"/>
                  </a:lnTo>
                  <a:lnTo>
                    <a:pt x="20900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36"/>
            <p:cNvSpPr/>
            <p:nvPr/>
          </p:nvSpPr>
          <p:spPr>
            <a:xfrm>
              <a:off x="8587302" y="27170"/>
              <a:ext cx="1673714" cy="797667"/>
            </a:xfrm>
            <a:custGeom>
              <a:avLst/>
              <a:gdLst/>
              <a:ahLst/>
              <a:cxnLst/>
              <a:rect l="l" t="t" r="r" b="b"/>
              <a:pathLst>
                <a:path w="35175" h="16763" extrusionOk="0">
                  <a:moveTo>
                    <a:pt x="18530" y="0"/>
                  </a:moveTo>
                  <a:cubicBezTo>
                    <a:pt x="12681" y="0"/>
                    <a:pt x="7931" y="2866"/>
                    <a:pt x="7931" y="6399"/>
                  </a:cubicBezTo>
                  <a:lnTo>
                    <a:pt x="7931" y="6713"/>
                  </a:lnTo>
                  <a:cubicBezTo>
                    <a:pt x="3338" y="7341"/>
                    <a:pt x="1" y="9225"/>
                    <a:pt x="1" y="11502"/>
                  </a:cubicBezTo>
                  <a:cubicBezTo>
                    <a:pt x="1" y="14289"/>
                    <a:pt x="5026" y="16527"/>
                    <a:pt x="11228" y="16527"/>
                  </a:cubicBezTo>
                  <a:cubicBezTo>
                    <a:pt x="11328" y="16528"/>
                    <a:pt x="11427" y="16529"/>
                    <a:pt x="11527" y="16529"/>
                  </a:cubicBezTo>
                  <a:cubicBezTo>
                    <a:pt x="14211" y="16529"/>
                    <a:pt x="16854" y="16018"/>
                    <a:pt x="19315" y="14996"/>
                  </a:cubicBezTo>
                  <a:cubicBezTo>
                    <a:pt x="20846" y="16056"/>
                    <a:pt x="23515" y="16762"/>
                    <a:pt x="26499" y="16762"/>
                  </a:cubicBezTo>
                  <a:cubicBezTo>
                    <a:pt x="31288" y="16762"/>
                    <a:pt x="35174" y="14996"/>
                    <a:pt x="35174" y="12837"/>
                  </a:cubicBezTo>
                  <a:cubicBezTo>
                    <a:pt x="35174" y="10913"/>
                    <a:pt x="32230" y="9304"/>
                    <a:pt x="28265" y="8950"/>
                  </a:cubicBezTo>
                  <a:cubicBezTo>
                    <a:pt x="28815" y="8205"/>
                    <a:pt x="29129" y="7341"/>
                    <a:pt x="29129" y="6399"/>
                  </a:cubicBezTo>
                  <a:cubicBezTo>
                    <a:pt x="29129" y="2866"/>
                    <a:pt x="24379" y="0"/>
                    <a:pt x="185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36"/>
            <p:cNvSpPr/>
            <p:nvPr/>
          </p:nvSpPr>
          <p:spPr>
            <a:xfrm>
              <a:off x="2828101" y="-18529"/>
              <a:ext cx="1673714" cy="797667"/>
            </a:xfrm>
            <a:custGeom>
              <a:avLst/>
              <a:gdLst/>
              <a:ahLst/>
              <a:cxnLst/>
              <a:rect l="l" t="t" r="r" b="b"/>
              <a:pathLst>
                <a:path w="35175" h="16763" extrusionOk="0">
                  <a:moveTo>
                    <a:pt x="16645" y="0"/>
                  </a:moveTo>
                  <a:cubicBezTo>
                    <a:pt x="10796" y="0"/>
                    <a:pt x="6046" y="2866"/>
                    <a:pt x="6046" y="6399"/>
                  </a:cubicBezTo>
                  <a:cubicBezTo>
                    <a:pt x="6046" y="7341"/>
                    <a:pt x="6360" y="8205"/>
                    <a:pt x="6910" y="8951"/>
                  </a:cubicBezTo>
                  <a:cubicBezTo>
                    <a:pt x="2984" y="9304"/>
                    <a:pt x="0" y="10913"/>
                    <a:pt x="40" y="12837"/>
                  </a:cubicBezTo>
                  <a:cubicBezTo>
                    <a:pt x="40" y="14996"/>
                    <a:pt x="3887" y="16763"/>
                    <a:pt x="8676" y="16763"/>
                  </a:cubicBezTo>
                  <a:cubicBezTo>
                    <a:pt x="11660" y="16763"/>
                    <a:pt x="14329" y="16056"/>
                    <a:pt x="15860" y="14996"/>
                  </a:cubicBezTo>
                  <a:cubicBezTo>
                    <a:pt x="18321" y="16018"/>
                    <a:pt x="20964" y="16529"/>
                    <a:pt x="23648" y="16529"/>
                  </a:cubicBezTo>
                  <a:cubicBezTo>
                    <a:pt x="23748" y="16529"/>
                    <a:pt x="23847" y="16528"/>
                    <a:pt x="23947" y="16527"/>
                  </a:cubicBezTo>
                  <a:cubicBezTo>
                    <a:pt x="30149" y="16527"/>
                    <a:pt x="35174" y="14289"/>
                    <a:pt x="35174" y="11502"/>
                  </a:cubicBezTo>
                  <a:cubicBezTo>
                    <a:pt x="35174" y="9225"/>
                    <a:pt x="31837" y="7341"/>
                    <a:pt x="27244" y="6713"/>
                  </a:cubicBezTo>
                  <a:lnTo>
                    <a:pt x="27244" y="6399"/>
                  </a:lnTo>
                  <a:cubicBezTo>
                    <a:pt x="27244" y="2866"/>
                    <a:pt x="22534" y="0"/>
                    <a:pt x="166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36"/>
            <p:cNvSpPr/>
            <p:nvPr/>
          </p:nvSpPr>
          <p:spPr>
            <a:xfrm>
              <a:off x="6924471" y="920560"/>
              <a:ext cx="1283300" cy="554936"/>
            </a:xfrm>
            <a:custGeom>
              <a:avLst/>
              <a:gdLst/>
              <a:ahLst/>
              <a:cxnLst/>
              <a:rect l="l" t="t" r="r" b="b"/>
              <a:pathLst>
                <a:path w="26970" h="11662" extrusionOk="0">
                  <a:moveTo>
                    <a:pt x="10639" y="0"/>
                  </a:moveTo>
                  <a:cubicBezTo>
                    <a:pt x="7655" y="0"/>
                    <a:pt x="5221" y="1257"/>
                    <a:pt x="5221" y="2827"/>
                  </a:cubicBezTo>
                  <a:cubicBezTo>
                    <a:pt x="5221" y="2905"/>
                    <a:pt x="5221" y="2945"/>
                    <a:pt x="5221" y="3023"/>
                  </a:cubicBezTo>
                  <a:cubicBezTo>
                    <a:pt x="2199" y="3573"/>
                    <a:pt x="0" y="5222"/>
                    <a:pt x="0" y="7224"/>
                  </a:cubicBezTo>
                  <a:cubicBezTo>
                    <a:pt x="0" y="9697"/>
                    <a:pt x="3259" y="11660"/>
                    <a:pt x="7263" y="11660"/>
                  </a:cubicBezTo>
                  <a:cubicBezTo>
                    <a:pt x="7328" y="11661"/>
                    <a:pt x="7394" y="11662"/>
                    <a:pt x="7460" y="11662"/>
                  </a:cubicBezTo>
                  <a:cubicBezTo>
                    <a:pt x="9354" y="11662"/>
                    <a:pt x="11204" y="11115"/>
                    <a:pt x="12798" y="10129"/>
                  </a:cubicBezTo>
                  <a:cubicBezTo>
                    <a:pt x="14172" y="11031"/>
                    <a:pt x="16527" y="11660"/>
                    <a:pt x="19236" y="11660"/>
                  </a:cubicBezTo>
                  <a:cubicBezTo>
                    <a:pt x="23476" y="11660"/>
                    <a:pt x="26930" y="10089"/>
                    <a:pt x="26930" y="8205"/>
                  </a:cubicBezTo>
                  <a:cubicBezTo>
                    <a:pt x="26969" y="6831"/>
                    <a:pt x="25242" y="5653"/>
                    <a:pt x="22730" y="5104"/>
                  </a:cubicBezTo>
                  <a:cubicBezTo>
                    <a:pt x="22730" y="4986"/>
                    <a:pt x="22769" y="4907"/>
                    <a:pt x="22769" y="4790"/>
                  </a:cubicBezTo>
                  <a:cubicBezTo>
                    <a:pt x="22769" y="3455"/>
                    <a:pt x="20257" y="2395"/>
                    <a:pt x="17155" y="2395"/>
                  </a:cubicBezTo>
                  <a:cubicBezTo>
                    <a:pt x="16763" y="2395"/>
                    <a:pt x="16409" y="2395"/>
                    <a:pt x="16056" y="2434"/>
                  </a:cubicBezTo>
                  <a:cubicBezTo>
                    <a:pt x="15664" y="1060"/>
                    <a:pt x="13426" y="0"/>
                    <a:pt x="106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6"/>
            <p:cNvSpPr/>
            <p:nvPr/>
          </p:nvSpPr>
          <p:spPr>
            <a:xfrm>
              <a:off x="-376905" y="758779"/>
              <a:ext cx="1453312" cy="627789"/>
            </a:xfrm>
            <a:custGeom>
              <a:avLst/>
              <a:gdLst/>
              <a:ahLst/>
              <a:cxnLst/>
              <a:rect l="l" t="t" r="r" b="b"/>
              <a:pathLst>
                <a:path w="30543" h="13193" extrusionOk="0">
                  <a:moveTo>
                    <a:pt x="18490" y="1"/>
                  </a:moveTo>
                  <a:cubicBezTo>
                    <a:pt x="15389" y="1"/>
                    <a:pt x="12838" y="1179"/>
                    <a:pt x="12406" y="2749"/>
                  </a:cubicBezTo>
                  <a:cubicBezTo>
                    <a:pt x="12013" y="2710"/>
                    <a:pt x="11581" y="2710"/>
                    <a:pt x="11150" y="2710"/>
                  </a:cubicBezTo>
                  <a:cubicBezTo>
                    <a:pt x="7616" y="2710"/>
                    <a:pt x="4790" y="3927"/>
                    <a:pt x="4790" y="5418"/>
                  </a:cubicBezTo>
                  <a:cubicBezTo>
                    <a:pt x="4790" y="5536"/>
                    <a:pt x="4790" y="5654"/>
                    <a:pt x="4829" y="5772"/>
                  </a:cubicBezTo>
                  <a:cubicBezTo>
                    <a:pt x="1964" y="6400"/>
                    <a:pt x="1" y="7734"/>
                    <a:pt x="1" y="9265"/>
                  </a:cubicBezTo>
                  <a:cubicBezTo>
                    <a:pt x="1" y="11425"/>
                    <a:pt x="3926" y="13191"/>
                    <a:pt x="8755" y="13191"/>
                  </a:cubicBezTo>
                  <a:cubicBezTo>
                    <a:pt x="11817" y="13191"/>
                    <a:pt x="14486" y="12484"/>
                    <a:pt x="16057" y="11425"/>
                  </a:cubicBezTo>
                  <a:cubicBezTo>
                    <a:pt x="17844" y="12603"/>
                    <a:pt x="19963" y="13193"/>
                    <a:pt x="22092" y="13193"/>
                  </a:cubicBezTo>
                  <a:cubicBezTo>
                    <a:pt x="22161" y="13193"/>
                    <a:pt x="22230" y="13192"/>
                    <a:pt x="22298" y="13191"/>
                  </a:cubicBezTo>
                  <a:cubicBezTo>
                    <a:pt x="26852" y="13191"/>
                    <a:pt x="30542" y="10953"/>
                    <a:pt x="30542" y="8206"/>
                  </a:cubicBezTo>
                  <a:cubicBezTo>
                    <a:pt x="30542" y="5929"/>
                    <a:pt x="28108" y="4005"/>
                    <a:pt x="24654" y="3416"/>
                  </a:cubicBezTo>
                  <a:cubicBezTo>
                    <a:pt x="24654" y="3338"/>
                    <a:pt x="24654" y="3259"/>
                    <a:pt x="24654" y="3220"/>
                  </a:cubicBezTo>
                  <a:cubicBezTo>
                    <a:pt x="24654" y="1414"/>
                    <a:pt x="21906" y="1"/>
                    <a:pt x="184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36"/>
            <p:cNvSpPr/>
            <p:nvPr/>
          </p:nvSpPr>
          <p:spPr>
            <a:xfrm>
              <a:off x="4362603" y="1440279"/>
              <a:ext cx="2570740" cy="2854196"/>
            </a:xfrm>
            <a:custGeom>
              <a:avLst/>
              <a:gdLst/>
              <a:ahLst/>
              <a:cxnLst/>
              <a:rect l="l" t="t" r="r" b="b"/>
              <a:pathLst>
                <a:path w="54027" h="59981" extrusionOk="0">
                  <a:moveTo>
                    <a:pt x="24883" y="0"/>
                  </a:moveTo>
                  <a:cubicBezTo>
                    <a:pt x="22921" y="0"/>
                    <a:pt x="20541" y="387"/>
                    <a:pt x="17658" y="1370"/>
                  </a:cubicBezTo>
                  <a:cubicBezTo>
                    <a:pt x="8590" y="4472"/>
                    <a:pt x="6274" y="11459"/>
                    <a:pt x="12751" y="12166"/>
                  </a:cubicBezTo>
                  <a:cubicBezTo>
                    <a:pt x="12751" y="12166"/>
                    <a:pt x="2544" y="13344"/>
                    <a:pt x="2544" y="20056"/>
                  </a:cubicBezTo>
                  <a:cubicBezTo>
                    <a:pt x="2544" y="23375"/>
                    <a:pt x="4734" y="24218"/>
                    <a:pt x="6962" y="24218"/>
                  </a:cubicBezTo>
                  <a:cubicBezTo>
                    <a:pt x="8693" y="24218"/>
                    <a:pt x="10448" y="23708"/>
                    <a:pt x="11213" y="23455"/>
                  </a:cubicBezTo>
                  <a:lnTo>
                    <a:pt x="11213" y="23455"/>
                  </a:lnTo>
                  <a:cubicBezTo>
                    <a:pt x="9153" y="24213"/>
                    <a:pt x="1" y="28030"/>
                    <a:pt x="4860" y="34463"/>
                  </a:cubicBezTo>
                  <a:cubicBezTo>
                    <a:pt x="4860" y="34463"/>
                    <a:pt x="7199" y="36328"/>
                    <a:pt x="10101" y="36328"/>
                  </a:cubicBezTo>
                  <a:cubicBezTo>
                    <a:pt x="11774" y="36328"/>
                    <a:pt x="13634" y="35709"/>
                    <a:pt x="15342" y="33757"/>
                  </a:cubicBezTo>
                  <a:lnTo>
                    <a:pt x="15342" y="33757"/>
                  </a:lnTo>
                  <a:cubicBezTo>
                    <a:pt x="15341" y="33758"/>
                    <a:pt x="12202" y="37683"/>
                    <a:pt x="15656" y="39331"/>
                  </a:cubicBezTo>
                  <a:cubicBezTo>
                    <a:pt x="16187" y="39582"/>
                    <a:pt x="16706" y="39684"/>
                    <a:pt x="17212" y="39684"/>
                  </a:cubicBezTo>
                  <a:cubicBezTo>
                    <a:pt x="19535" y="39684"/>
                    <a:pt x="21601" y="37525"/>
                    <a:pt x="23372" y="37525"/>
                  </a:cubicBezTo>
                  <a:cubicBezTo>
                    <a:pt x="23758" y="37525"/>
                    <a:pt x="24131" y="37628"/>
                    <a:pt x="24488" y="37879"/>
                  </a:cubicBezTo>
                  <a:cubicBezTo>
                    <a:pt x="24488" y="37879"/>
                    <a:pt x="29160" y="43492"/>
                    <a:pt x="26373" y="59980"/>
                  </a:cubicBezTo>
                  <a:lnTo>
                    <a:pt x="31476" y="59980"/>
                  </a:lnTo>
                  <a:cubicBezTo>
                    <a:pt x="31476" y="59980"/>
                    <a:pt x="27315" y="40980"/>
                    <a:pt x="33949" y="36897"/>
                  </a:cubicBezTo>
                  <a:cubicBezTo>
                    <a:pt x="33949" y="36897"/>
                    <a:pt x="34507" y="36568"/>
                    <a:pt x="35327" y="36568"/>
                  </a:cubicBezTo>
                  <a:cubicBezTo>
                    <a:pt x="36134" y="36568"/>
                    <a:pt x="37196" y="36887"/>
                    <a:pt x="38228" y="38154"/>
                  </a:cubicBezTo>
                  <a:cubicBezTo>
                    <a:pt x="38790" y="38843"/>
                    <a:pt x="39777" y="39169"/>
                    <a:pt x="40914" y="39169"/>
                  </a:cubicBezTo>
                  <a:cubicBezTo>
                    <a:pt x="43983" y="39169"/>
                    <a:pt x="48146" y="36796"/>
                    <a:pt x="48003" y="32815"/>
                  </a:cubicBezTo>
                  <a:cubicBezTo>
                    <a:pt x="47869" y="29719"/>
                    <a:pt x="46497" y="29049"/>
                    <a:pt x="45335" y="29049"/>
                  </a:cubicBezTo>
                  <a:cubicBezTo>
                    <a:pt x="45257" y="29049"/>
                    <a:pt x="45180" y="29052"/>
                    <a:pt x="45104" y="29058"/>
                  </a:cubicBezTo>
                  <a:lnTo>
                    <a:pt x="45104" y="29058"/>
                  </a:lnTo>
                  <a:cubicBezTo>
                    <a:pt x="47944" y="28167"/>
                    <a:pt x="54027" y="25555"/>
                    <a:pt x="53695" y="19585"/>
                  </a:cubicBezTo>
                  <a:cubicBezTo>
                    <a:pt x="53458" y="15679"/>
                    <a:pt x="50872" y="14708"/>
                    <a:pt x="48357" y="14708"/>
                  </a:cubicBezTo>
                  <a:cubicBezTo>
                    <a:pt x="45868" y="14708"/>
                    <a:pt x="43449" y="15660"/>
                    <a:pt x="43449" y="15660"/>
                  </a:cubicBezTo>
                  <a:cubicBezTo>
                    <a:pt x="43449" y="15660"/>
                    <a:pt x="51575" y="12048"/>
                    <a:pt x="48121" y="8672"/>
                  </a:cubicBezTo>
                  <a:cubicBezTo>
                    <a:pt x="47079" y="7677"/>
                    <a:pt x="45967" y="7328"/>
                    <a:pt x="44919" y="7328"/>
                  </a:cubicBezTo>
                  <a:cubicBezTo>
                    <a:pt x="42477" y="7328"/>
                    <a:pt x="40385" y="9227"/>
                    <a:pt x="40348" y="9260"/>
                  </a:cubicBezTo>
                  <a:lnTo>
                    <a:pt x="40348" y="9260"/>
                  </a:lnTo>
                  <a:cubicBezTo>
                    <a:pt x="40399" y="9214"/>
                    <a:pt x="44382" y="5559"/>
                    <a:pt x="42978" y="3687"/>
                  </a:cubicBezTo>
                  <a:cubicBezTo>
                    <a:pt x="42550" y="3111"/>
                    <a:pt x="41667" y="2872"/>
                    <a:pt x="40600" y="2872"/>
                  </a:cubicBezTo>
                  <a:cubicBezTo>
                    <a:pt x="38243" y="2872"/>
                    <a:pt x="34983" y="4038"/>
                    <a:pt x="33714" y="5335"/>
                  </a:cubicBezTo>
                  <a:cubicBezTo>
                    <a:pt x="33683" y="5335"/>
                    <a:pt x="32166" y="0"/>
                    <a:pt x="248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6"/>
            <p:cNvSpPr/>
            <p:nvPr/>
          </p:nvSpPr>
          <p:spPr>
            <a:xfrm>
              <a:off x="7570792" y="3578859"/>
              <a:ext cx="203606" cy="717391"/>
            </a:xfrm>
            <a:custGeom>
              <a:avLst/>
              <a:gdLst/>
              <a:ahLst/>
              <a:cxnLst/>
              <a:rect l="l" t="t" r="r" b="b"/>
              <a:pathLst>
                <a:path w="4279" h="15076" extrusionOk="0">
                  <a:moveTo>
                    <a:pt x="0" y="1"/>
                  </a:moveTo>
                  <a:lnTo>
                    <a:pt x="0" y="15075"/>
                  </a:lnTo>
                  <a:lnTo>
                    <a:pt x="4279" y="15075"/>
                  </a:lnTo>
                  <a:lnTo>
                    <a:pt x="4279" y="1"/>
                  </a:lnTo>
                  <a:close/>
                </a:path>
              </a:pathLst>
            </a:custGeom>
            <a:solidFill>
              <a:srgbClr val="82A6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6"/>
            <p:cNvSpPr/>
            <p:nvPr/>
          </p:nvSpPr>
          <p:spPr>
            <a:xfrm>
              <a:off x="6696595" y="1587644"/>
              <a:ext cx="1951977" cy="2269233"/>
            </a:xfrm>
            <a:custGeom>
              <a:avLst/>
              <a:gdLst/>
              <a:ahLst/>
              <a:cxnLst/>
              <a:rect l="l" t="t" r="r" b="b"/>
              <a:pathLst>
                <a:path w="41023" h="47688" extrusionOk="0">
                  <a:moveTo>
                    <a:pt x="20256" y="1"/>
                  </a:moveTo>
                  <a:cubicBezTo>
                    <a:pt x="20256" y="14565"/>
                    <a:pt x="10953" y="21945"/>
                    <a:pt x="4318" y="23162"/>
                  </a:cubicBezTo>
                  <a:cubicBezTo>
                    <a:pt x="5031" y="23381"/>
                    <a:pt x="5755" y="23474"/>
                    <a:pt x="6470" y="23474"/>
                  </a:cubicBezTo>
                  <a:cubicBezTo>
                    <a:pt x="10361" y="23474"/>
                    <a:pt x="13975" y="20728"/>
                    <a:pt x="13975" y="20728"/>
                  </a:cubicBezTo>
                  <a:lnTo>
                    <a:pt x="13975" y="20767"/>
                  </a:lnTo>
                  <a:cubicBezTo>
                    <a:pt x="11541" y="23947"/>
                    <a:pt x="7969" y="26106"/>
                    <a:pt x="4004" y="26773"/>
                  </a:cubicBezTo>
                  <a:cubicBezTo>
                    <a:pt x="4004" y="26773"/>
                    <a:pt x="5296" y="27533"/>
                    <a:pt x="7655" y="27533"/>
                  </a:cubicBezTo>
                  <a:cubicBezTo>
                    <a:pt x="8687" y="27533"/>
                    <a:pt x="9923" y="27388"/>
                    <a:pt x="11345" y="26970"/>
                  </a:cubicBezTo>
                  <a:lnTo>
                    <a:pt x="11345" y="26970"/>
                  </a:lnTo>
                  <a:cubicBezTo>
                    <a:pt x="8990" y="30424"/>
                    <a:pt x="5771" y="33172"/>
                    <a:pt x="2002" y="34939"/>
                  </a:cubicBezTo>
                  <a:cubicBezTo>
                    <a:pt x="2039" y="34976"/>
                    <a:pt x="2174" y="34993"/>
                    <a:pt x="2385" y="34993"/>
                  </a:cubicBezTo>
                  <a:cubicBezTo>
                    <a:pt x="3752" y="34993"/>
                    <a:pt x="8324" y="34279"/>
                    <a:pt x="10364" y="33565"/>
                  </a:cubicBezTo>
                  <a:lnTo>
                    <a:pt x="10364" y="33565"/>
                  </a:lnTo>
                  <a:cubicBezTo>
                    <a:pt x="8951" y="36548"/>
                    <a:pt x="5457" y="41691"/>
                    <a:pt x="0" y="42397"/>
                  </a:cubicBezTo>
                  <a:cubicBezTo>
                    <a:pt x="0" y="42397"/>
                    <a:pt x="1522" y="42702"/>
                    <a:pt x="3640" y="42702"/>
                  </a:cubicBezTo>
                  <a:cubicBezTo>
                    <a:pt x="5823" y="42702"/>
                    <a:pt x="8639" y="42378"/>
                    <a:pt x="11070" y="41063"/>
                  </a:cubicBezTo>
                  <a:lnTo>
                    <a:pt x="11070" y="41063"/>
                  </a:lnTo>
                  <a:cubicBezTo>
                    <a:pt x="10756" y="41887"/>
                    <a:pt x="7537" y="46598"/>
                    <a:pt x="4358" y="47540"/>
                  </a:cubicBezTo>
                  <a:cubicBezTo>
                    <a:pt x="5334" y="47593"/>
                    <a:pt x="6250" y="47618"/>
                    <a:pt x="7111" y="47618"/>
                  </a:cubicBezTo>
                  <a:cubicBezTo>
                    <a:pt x="18993" y="47618"/>
                    <a:pt x="20256" y="42908"/>
                    <a:pt x="20256" y="42908"/>
                  </a:cubicBezTo>
                  <a:cubicBezTo>
                    <a:pt x="20256" y="42908"/>
                    <a:pt x="21083" y="47688"/>
                    <a:pt x="34325" y="47688"/>
                  </a:cubicBezTo>
                  <a:cubicBezTo>
                    <a:pt x="34923" y="47688"/>
                    <a:pt x="35545" y="47678"/>
                    <a:pt x="36194" y="47658"/>
                  </a:cubicBezTo>
                  <a:cubicBezTo>
                    <a:pt x="36194" y="47658"/>
                    <a:pt x="29089" y="43732"/>
                    <a:pt x="29089" y="41377"/>
                  </a:cubicBezTo>
                  <a:lnTo>
                    <a:pt x="29089" y="41377"/>
                  </a:lnTo>
                  <a:cubicBezTo>
                    <a:pt x="31633" y="42944"/>
                    <a:pt x="34419" y="43359"/>
                    <a:pt x="36660" y="43359"/>
                  </a:cubicBezTo>
                  <a:cubicBezTo>
                    <a:pt x="39190" y="43359"/>
                    <a:pt x="41023" y="42829"/>
                    <a:pt x="41023" y="42829"/>
                  </a:cubicBezTo>
                  <a:cubicBezTo>
                    <a:pt x="35566" y="42123"/>
                    <a:pt x="31601" y="36666"/>
                    <a:pt x="30149" y="33643"/>
                  </a:cubicBezTo>
                  <a:lnTo>
                    <a:pt x="30149" y="33643"/>
                  </a:lnTo>
                  <a:cubicBezTo>
                    <a:pt x="31989" y="34277"/>
                    <a:pt x="35963" y="35351"/>
                    <a:pt x="37704" y="35351"/>
                  </a:cubicBezTo>
                  <a:cubicBezTo>
                    <a:pt x="38228" y="35351"/>
                    <a:pt x="38550" y="35254"/>
                    <a:pt x="38550" y="35017"/>
                  </a:cubicBezTo>
                  <a:cubicBezTo>
                    <a:pt x="33407" y="32269"/>
                    <a:pt x="30463" y="29286"/>
                    <a:pt x="28814" y="26734"/>
                  </a:cubicBezTo>
                  <a:lnTo>
                    <a:pt x="28814" y="26734"/>
                  </a:lnTo>
                  <a:cubicBezTo>
                    <a:pt x="30502" y="27310"/>
                    <a:pt x="31955" y="27502"/>
                    <a:pt x="33141" y="27502"/>
                  </a:cubicBezTo>
                  <a:cubicBezTo>
                    <a:pt x="35514" y="27502"/>
                    <a:pt x="36822" y="26734"/>
                    <a:pt x="36822" y="26734"/>
                  </a:cubicBezTo>
                  <a:cubicBezTo>
                    <a:pt x="33407" y="26145"/>
                    <a:pt x="30227" y="24457"/>
                    <a:pt x="27833" y="21906"/>
                  </a:cubicBezTo>
                  <a:lnTo>
                    <a:pt x="27833" y="21906"/>
                  </a:lnTo>
                  <a:cubicBezTo>
                    <a:pt x="29824" y="23308"/>
                    <a:pt x="31952" y="23669"/>
                    <a:pt x="33564" y="23669"/>
                  </a:cubicBezTo>
                  <a:cubicBezTo>
                    <a:pt x="35066" y="23669"/>
                    <a:pt x="36119" y="23355"/>
                    <a:pt x="36194" y="23280"/>
                  </a:cubicBezTo>
                  <a:cubicBezTo>
                    <a:pt x="31837" y="23280"/>
                    <a:pt x="20256" y="14643"/>
                    <a:pt x="20256" y="118"/>
                  </a:cubicBezTo>
                  <a:lnTo>
                    <a:pt x="202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6"/>
            <p:cNvSpPr/>
            <p:nvPr/>
          </p:nvSpPr>
          <p:spPr>
            <a:xfrm>
              <a:off x="8822181" y="3369683"/>
              <a:ext cx="179386" cy="924719"/>
            </a:xfrm>
            <a:custGeom>
              <a:avLst/>
              <a:gdLst/>
              <a:ahLst/>
              <a:cxnLst/>
              <a:rect l="l" t="t" r="r" b="b"/>
              <a:pathLst>
                <a:path w="3770" h="19433" extrusionOk="0">
                  <a:moveTo>
                    <a:pt x="1" y="0"/>
                  </a:moveTo>
                  <a:lnTo>
                    <a:pt x="1" y="19432"/>
                  </a:lnTo>
                  <a:lnTo>
                    <a:pt x="3769" y="19432"/>
                  </a:lnTo>
                  <a:lnTo>
                    <a:pt x="3769" y="0"/>
                  </a:lnTo>
                  <a:close/>
                </a:path>
              </a:pathLst>
            </a:custGeom>
            <a:solidFill>
              <a:srgbClr val="9ABC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6"/>
            <p:cNvSpPr/>
            <p:nvPr/>
          </p:nvSpPr>
          <p:spPr>
            <a:xfrm>
              <a:off x="8086214" y="1285063"/>
              <a:ext cx="1653159" cy="2181867"/>
            </a:xfrm>
            <a:custGeom>
              <a:avLst/>
              <a:gdLst/>
              <a:ahLst/>
              <a:cxnLst/>
              <a:rect l="l" t="t" r="r" b="b"/>
              <a:pathLst>
                <a:path w="34743" h="45852" extrusionOk="0">
                  <a:moveTo>
                    <a:pt x="17352" y="0"/>
                  </a:moveTo>
                  <a:cubicBezTo>
                    <a:pt x="11189" y="0"/>
                    <a:pt x="6164" y="3258"/>
                    <a:pt x="6164" y="7223"/>
                  </a:cubicBezTo>
                  <a:cubicBezTo>
                    <a:pt x="6164" y="7616"/>
                    <a:pt x="6242" y="8008"/>
                    <a:pt x="6321" y="8362"/>
                  </a:cubicBezTo>
                  <a:cubicBezTo>
                    <a:pt x="4240" y="9422"/>
                    <a:pt x="2906" y="11031"/>
                    <a:pt x="2906" y="12876"/>
                  </a:cubicBezTo>
                  <a:cubicBezTo>
                    <a:pt x="2906" y="14250"/>
                    <a:pt x="3691" y="15546"/>
                    <a:pt x="5026" y="16527"/>
                  </a:cubicBezTo>
                  <a:cubicBezTo>
                    <a:pt x="2906" y="17587"/>
                    <a:pt x="1532" y="19196"/>
                    <a:pt x="1532" y="21042"/>
                  </a:cubicBezTo>
                  <a:cubicBezTo>
                    <a:pt x="1532" y="22690"/>
                    <a:pt x="2631" y="24143"/>
                    <a:pt x="4319" y="25163"/>
                  </a:cubicBezTo>
                  <a:cubicBezTo>
                    <a:pt x="2474" y="26223"/>
                    <a:pt x="1335" y="27715"/>
                    <a:pt x="1335" y="29403"/>
                  </a:cubicBezTo>
                  <a:cubicBezTo>
                    <a:pt x="1335" y="30816"/>
                    <a:pt x="2121" y="32112"/>
                    <a:pt x="3455" y="33093"/>
                  </a:cubicBezTo>
                  <a:cubicBezTo>
                    <a:pt x="1335" y="34153"/>
                    <a:pt x="1" y="35763"/>
                    <a:pt x="1" y="37608"/>
                  </a:cubicBezTo>
                  <a:cubicBezTo>
                    <a:pt x="1" y="40709"/>
                    <a:pt x="3926" y="43261"/>
                    <a:pt x="8755" y="43261"/>
                  </a:cubicBezTo>
                  <a:cubicBezTo>
                    <a:pt x="9030" y="43261"/>
                    <a:pt x="9344" y="43261"/>
                    <a:pt x="9619" y="43221"/>
                  </a:cubicBezTo>
                  <a:cubicBezTo>
                    <a:pt x="11032" y="44792"/>
                    <a:pt x="13976" y="45851"/>
                    <a:pt x="17352" y="45851"/>
                  </a:cubicBezTo>
                  <a:cubicBezTo>
                    <a:pt x="20728" y="45851"/>
                    <a:pt x="23672" y="44792"/>
                    <a:pt x="25085" y="43221"/>
                  </a:cubicBezTo>
                  <a:cubicBezTo>
                    <a:pt x="25399" y="43221"/>
                    <a:pt x="25674" y="43261"/>
                    <a:pt x="25949" y="43261"/>
                  </a:cubicBezTo>
                  <a:cubicBezTo>
                    <a:pt x="30817" y="43261"/>
                    <a:pt x="34742" y="40709"/>
                    <a:pt x="34742" y="37608"/>
                  </a:cubicBezTo>
                  <a:cubicBezTo>
                    <a:pt x="34742" y="35763"/>
                    <a:pt x="33368" y="34153"/>
                    <a:pt x="31249" y="33093"/>
                  </a:cubicBezTo>
                  <a:cubicBezTo>
                    <a:pt x="32583" y="32112"/>
                    <a:pt x="33368" y="30816"/>
                    <a:pt x="33368" y="29403"/>
                  </a:cubicBezTo>
                  <a:cubicBezTo>
                    <a:pt x="33368" y="27715"/>
                    <a:pt x="32230" y="26184"/>
                    <a:pt x="30385" y="25163"/>
                  </a:cubicBezTo>
                  <a:cubicBezTo>
                    <a:pt x="32112" y="24143"/>
                    <a:pt x="33172" y="22651"/>
                    <a:pt x="33172" y="21042"/>
                  </a:cubicBezTo>
                  <a:cubicBezTo>
                    <a:pt x="33172" y="19196"/>
                    <a:pt x="31798" y="17587"/>
                    <a:pt x="29678" y="16527"/>
                  </a:cubicBezTo>
                  <a:cubicBezTo>
                    <a:pt x="31013" y="15546"/>
                    <a:pt x="31838" y="14250"/>
                    <a:pt x="31838" y="12837"/>
                  </a:cubicBezTo>
                  <a:cubicBezTo>
                    <a:pt x="31838" y="11031"/>
                    <a:pt x="30464" y="9422"/>
                    <a:pt x="28383" y="8362"/>
                  </a:cubicBezTo>
                  <a:cubicBezTo>
                    <a:pt x="28501" y="8008"/>
                    <a:pt x="28540" y="7616"/>
                    <a:pt x="28540" y="7223"/>
                  </a:cubicBezTo>
                  <a:cubicBezTo>
                    <a:pt x="28540" y="3219"/>
                    <a:pt x="23515" y="0"/>
                    <a:pt x="173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6"/>
            <p:cNvSpPr/>
            <p:nvPr/>
          </p:nvSpPr>
          <p:spPr>
            <a:xfrm>
              <a:off x="-179259" y="4378351"/>
              <a:ext cx="9944790" cy="74756"/>
            </a:xfrm>
            <a:custGeom>
              <a:avLst/>
              <a:gdLst/>
              <a:ahLst/>
              <a:cxnLst/>
              <a:rect l="l" t="t" r="r" b="b"/>
              <a:pathLst>
                <a:path w="209001" h="1571" extrusionOk="0">
                  <a:moveTo>
                    <a:pt x="0" y="1"/>
                  </a:moveTo>
                  <a:lnTo>
                    <a:pt x="209000" y="1"/>
                  </a:lnTo>
                  <a:lnTo>
                    <a:pt x="209000" y="1571"/>
                  </a:lnTo>
                  <a:lnTo>
                    <a:pt x="0" y="157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6"/>
            <p:cNvSpPr/>
            <p:nvPr/>
          </p:nvSpPr>
          <p:spPr>
            <a:xfrm>
              <a:off x="-179259" y="4798245"/>
              <a:ext cx="9944790" cy="48"/>
            </a:xfrm>
            <a:custGeom>
              <a:avLst/>
              <a:gdLst/>
              <a:ahLst/>
              <a:cxnLst/>
              <a:rect l="l" t="t" r="r" b="b"/>
              <a:pathLst>
                <a:path w="209001" h="1" fill="none" extrusionOk="0">
                  <a:moveTo>
                    <a:pt x="0" y="1"/>
                  </a:moveTo>
                  <a:lnTo>
                    <a:pt x="209000" y="1"/>
                  </a:lnTo>
                </a:path>
              </a:pathLst>
            </a:custGeom>
            <a:noFill/>
            <a:ln w="43175" cap="rnd" cmpd="sng">
              <a:solidFill>
                <a:srgbClr val="FFFFFF"/>
              </a:solidFill>
              <a:prstDash val="solid"/>
              <a:miter lim="3925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3" name="Google Shape;893;p36"/>
          <p:cNvGrpSpPr/>
          <p:nvPr/>
        </p:nvGrpSpPr>
        <p:grpSpPr>
          <a:xfrm flipH="1">
            <a:off x="6202552" y="3352712"/>
            <a:ext cx="2751530" cy="1370893"/>
            <a:chOff x="404850" y="2182975"/>
            <a:chExt cx="2230850" cy="1111475"/>
          </a:xfrm>
        </p:grpSpPr>
        <p:sp>
          <p:nvSpPr>
            <p:cNvPr id="894" name="Google Shape;894;p36"/>
            <p:cNvSpPr/>
            <p:nvPr/>
          </p:nvSpPr>
          <p:spPr>
            <a:xfrm>
              <a:off x="433900" y="2658925"/>
              <a:ext cx="69650" cy="69650"/>
            </a:xfrm>
            <a:custGeom>
              <a:avLst/>
              <a:gdLst/>
              <a:ahLst/>
              <a:cxnLst/>
              <a:rect l="l" t="t" r="r" b="b"/>
              <a:pathLst>
                <a:path w="2786" h="2786" extrusionOk="0">
                  <a:moveTo>
                    <a:pt x="1401" y="0"/>
                  </a:moveTo>
                  <a:cubicBezTo>
                    <a:pt x="621" y="0"/>
                    <a:pt x="0" y="621"/>
                    <a:pt x="0" y="1385"/>
                  </a:cubicBezTo>
                  <a:cubicBezTo>
                    <a:pt x="0" y="2165"/>
                    <a:pt x="621" y="2786"/>
                    <a:pt x="1401" y="2786"/>
                  </a:cubicBezTo>
                  <a:cubicBezTo>
                    <a:pt x="2165" y="2786"/>
                    <a:pt x="2786" y="2165"/>
                    <a:pt x="2786" y="1385"/>
                  </a:cubicBezTo>
                  <a:cubicBezTo>
                    <a:pt x="2786" y="621"/>
                    <a:pt x="2165" y="0"/>
                    <a:pt x="1401" y="0"/>
                  </a:cubicBezTo>
                  <a:close/>
                </a:path>
              </a:pathLst>
            </a:custGeom>
            <a:solidFill>
              <a:srgbClr val="E15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6"/>
            <p:cNvSpPr/>
            <p:nvPr/>
          </p:nvSpPr>
          <p:spPr>
            <a:xfrm>
              <a:off x="709675" y="2182975"/>
              <a:ext cx="70050" cy="69675"/>
            </a:xfrm>
            <a:custGeom>
              <a:avLst/>
              <a:gdLst/>
              <a:ahLst/>
              <a:cxnLst/>
              <a:rect l="l" t="t" r="r" b="b"/>
              <a:pathLst>
                <a:path w="2802" h="2787" extrusionOk="0">
                  <a:moveTo>
                    <a:pt x="1401" y="1"/>
                  </a:moveTo>
                  <a:cubicBezTo>
                    <a:pt x="637" y="1"/>
                    <a:pt x="0" y="622"/>
                    <a:pt x="0" y="1386"/>
                  </a:cubicBezTo>
                  <a:cubicBezTo>
                    <a:pt x="0" y="2166"/>
                    <a:pt x="637" y="2787"/>
                    <a:pt x="1401" y="2787"/>
                  </a:cubicBezTo>
                  <a:cubicBezTo>
                    <a:pt x="2181" y="2787"/>
                    <a:pt x="2802" y="2166"/>
                    <a:pt x="2802" y="1386"/>
                  </a:cubicBezTo>
                  <a:cubicBezTo>
                    <a:pt x="2802" y="622"/>
                    <a:pt x="2181" y="1"/>
                    <a:pt x="1401" y="1"/>
                  </a:cubicBezTo>
                  <a:close/>
                </a:path>
              </a:pathLst>
            </a:custGeom>
            <a:solidFill>
              <a:srgbClr val="E15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36"/>
            <p:cNvSpPr/>
            <p:nvPr/>
          </p:nvSpPr>
          <p:spPr>
            <a:xfrm>
              <a:off x="480450" y="2217600"/>
              <a:ext cx="1753325" cy="854800"/>
            </a:xfrm>
            <a:custGeom>
              <a:avLst/>
              <a:gdLst/>
              <a:ahLst/>
              <a:cxnLst/>
              <a:rect l="l" t="t" r="r" b="b"/>
              <a:pathLst>
                <a:path w="70133" h="34192" extrusionOk="0">
                  <a:moveTo>
                    <a:pt x="7148" y="1"/>
                  </a:moveTo>
                  <a:cubicBezTo>
                    <a:pt x="3200" y="1"/>
                    <a:pt x="1" y="3200"/>
                    <a:pt x="1" y="7148"/>
                  </a:cubicBezTo>
                  <a:lnTo>
                    <a:pt x="1" y="27044"/>
                  </a:lnTo>
                  <a:cubicBezTo>
                    <a:pt x="1" y="30992"/>
                    <a:pt x="3200" y="34191"/>
                    <a:pt x="7148" y="34191"/>
                  </a:cubicBezTo>
                  <a:lnTo>
                    <a:pt x="62986" y="34191"/>
                  </a:lnTo>
                  <a:cubicBezTo>
                    <a:pt x="66934" y="34191"/>
                    <a:pt x="70133" y="30992"/>
                    <a:pt x="70133" y="30658"/>
                  </a:cubicBezTo>
                  <a:lnTo>
                    <a:pt x="70133" y="10761"/>
                  </a:lnTo>
                  <a:cubicBezTo>
                    <a:pt x="70133" y="3200"/>
                    <a:pt x="66934" y="1"/>
                    <a:pt x="62986" y="1"/>
                  </a:cubicBezTo>
                  <a:close/>
                </a:path>
              </a:pathLst>
            </a:custGeom>
            <a:solidFill>
              <a:srgbClr val="F08B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36"/>
            <p:cNvSpPr/>
            <p:nvPr/>
          </p:nvSpPr>
          <p:spPr>
            <a:xfrm>
              <a:off x="480450" y="2218000"/>
              <a:ext cx="2102325" cy="854400"/>
            </a:xfrm>
            <a:custGeom>
              <a:avLst/>
              <a:gdLst/>
              <a:ahLst/>
              <a:cxnLst/>
              <a:rect l="l" t="t" r="r" b="b"/>
              <a:pathLst>
                <a:path w="84093" h="34176" extrusionOk="0">
                  <a:moveTo>
                    <a:pt x="7148" y="1"/>
                  </a:moveTo>
                  <a:cubicBezTo>
                    <a:pt x="3200" y="1"/>
                    <a:pt x="1" y="3184"/>
                    <a:pt x="1" y="7132"/>
                  </a:cubicBezTo>
                  <a:lnTo>
                    <a:pt x="1" y="27028"/>
                  </a:lnTo>
                  <a:cubicBezTo>
                    <a:pt x="1" y="30976"/>
                    <a:pt x="3200" y="34175"/>
                    <a:pt x="7148" y="34175"/>
                  </a:cubicBezTo>
                  <a:lnTo>
                    <a:pt x="79254" y="34175"/>
                  </a:lnTo>
                  <a:cubicBezTo>
                    <a:pt x="81928" y="34175"/>
                    <a:pt x="84093" y="32011"/>
                    <a:pt x="84093" y="29337"/>
                  </a:cubicBezTo>
                  <a:lnTo>
                    <a:pt x="84093" y="21776"/>
                  </a:lnTo>
                  <a:cubicBezTo>
                    <a:pt x="84093" y="19102"/>
                    <a:pt x="81928" y="16937"/>
                    <a:pt x="79254" y="16937"/>
                  </a:cubicBezTo>
                  <a:lnTo>
                    <a:pt x="70133" y="16937"/>
                  </a:lnTo>
                  <a:lnTo>
                    <a:pt x="70133" y="7132"/>
                  </a:lnTo>
                  <a:cubicBezTo>
                    <a:pt x="70133" y="3184"/>
                    <a:pt x="66934" y="1"/>
                    <a:pt x="62986" y="1"/>
                  </a:cubicBezTo>
                  <a:close/>
                </a:path>
              </a:pathLst>
            </a:custGeom>
            <a:solidFill>
              <a:srgbClr val="F0B0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36"/>
            <p:cNvSpPr/>
            <p:nvPr/>
          </p:nvSpPr>
          <p:spPr>
            <a:xfrm>
              <a:off x="404850" y="2860275"/>
              <a:ext cx="296075" cy="212125"/>
            </a:xfrm>
            <a:custGeom>
              <a:avLst/>
              <a:gdLst/>
              <a:ahLst/>
              <a:cxnLst/>
              <a:rect l="l" t="t" r="r" b="b"/>
              <a:pathLst>
                <a:path w="11843" h="8485" extrusionOk="0">
                  <a:moveTo>
                    <a:pt x="4234" y="0"/>
                  </a:moveTo>
                  <a:cubicBezTo>
                    <a:pt x="1895" y="0"/>
                    <a:pt x="0" y="1895"/>
                    <a:pt x="0" y="4234"/>
                  </a:cubicBezTo>
                  <a:cubicBezTo>
                    <a:pt x="0" y="6574"/>
                    <a:pt x="1895" y="8484"/>
                    <a:pt x="4234" y="8484"/>
                  </a:cubicBezTo>
                  <a:lnTo>
                    <a:pt x="7593" y="8484"/>
                  </a:lnTo>
                  <a:cubicBezTo>
                    <a:pt x="9933" y="8484"/>
                    <a:pt x="11843" y="6574"/>
                    <a:pt x="11843" y="4234"/>
                  </a:cubicBezTo>
                  <a:cubicBezTo>
                    <a:pt x="11843" y="1895"/>
                    <a:pt x="9933" y="0"/>
                    <a:pt x="7593"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36"/>
            <p:cNvSpPr/>
            <p:nvPr/>
          </p:nvSpPr>
          <p:spPr>
            <a:xfrm>
              <a:off x="2356725" y="2860275"/>
              <a:ext cx="278975" cy="212125"/>
            </a:xfrm>
            <a:custGeom>
              <a:avLst/>
              <a:gdLst/>
              <a:ahLst/>
              <a:cxnLst/>
              <a:rect l="l" t="t" r="r" b="b"/>
              <a:pathLst>
                <a:path w="11159" h="8485" extrusionOk="0">
                  <a:moveTo>
                    <a:pt x="4235" y="0"/>
                  </a:moveTo>
                  <a:cubicBezTo>
                    <a:pt x="1895" y="0"/>
                    <a:pt x="0" y="1895"/>
                    <a:pt x="0" y="4234"/>
                  </a:cubicBezTo>
                  <a:cubicBezTo>
                    <a:pt x="0" y="6574"/>
                    <a:pt x="1895" y="8484"/>
                    <a:pt x="4235" y="8484"/>
                  </a:cubicBezTo>
                  <a:lnTo>
                    <a:pt x="6925" y="8484"/>
                  </a:lnTo>
                  <a:cubicBezTo>
                    <a:pt x="9264" y="8484"/>
                    <a:pt x="11159" y="6574"/>
                    <a:pt x="11159" y="4234"/>
                  </a:cubicBezTo>
                  <a:cubicBezTo>
                    <a:pt x="11159" y="1895"/>
                    <a:pt x="9264" y="0"/>
                    <a:pt x="6925"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36"/>
            <p:cNvSpPr/>
            <p:nvPr/>
          </p:nvSpPr>
          <p:spPr>
            <a:xfrm>
              <a:off x="701300" y="2778300"/>
              <a:ext cx="566300" cy="294100"/>
            </a:xfrm>
            <a:custGeom>
              <a:avLst/>
              <a:gdLst/>
              <a:ahLst/>
              <a:cxnLst/>
              <a:rect l="l" t="t" r="r" b="b"/>
              <a:pathLst>
                <a:path w="22652" h="11764" extrusionOk="0">
                  <a:moveTo>
                    <a:pt x="11334" y="0"/>
                  </a:moveTo>
                  <a:cubicBezTo>
                    <a:pt x="5079" y="0"/>
                    <a:pt x="1" y="5062"/>
                    <a:pt x="1" y="11318"/>
                  </a:cubicBezTo>
                  <a:cubicBezTo>
                    <a:pt x="1" y="11477"/>
                    <a:pt x="1" y="11620"/>
                    <a:pt x="17" y="11763"/>
                  </a:cubicBezTo>
                  <a:lnTo>
                    <a:pt x="22651" y="11763"/>
                  </a:lnTo>
                  <a:cubicBezTo>
                    <a:pt x="22651" y="11620"/>
                    <a:pt x="22651" y="11477"/>
                    <a:pt x="22651" y="11318"/>
                  </a:cubicBezTo>
                  <a:cubicBezTo>
                    <a:pt x="22651" y="5062"/>
                    <a:pt x="17590" y="0"/>
                    <a:pt x="113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6"/>
            <p:cNvSpPr/>
            <p:nvPr/>
          </p:nvSpPr>
          <p:spPr>
            <a:xfrm>
              <a:off x="751450" y="2828050"/>
              <a:ext cx="466400" cy="466400"/>
            </a:xfrm>
            <a:custGeom>
              <a:avLst/>
              <a:gdLst/>
              <a:ahLst/>
              <a:cxnLst/>
              <a:rect l="l" t="t" r="r" b="b"/>
              <a:pathLst>
                <a:path w="18656" h="18656" extrusionOk="0">
                  <a:moveTo>
                    <a:pt x="9328" y="0"/>
                  </a:moveTo>
                  <a:cubicBezTo>
                    <a:pt x="4171" y="0"/>
                    <a:pt x="1" y="4186"/>
                    <a:pt x="1" y="9328"/>
                  </a:cubicBezTo>
                  <a:cubicBezTo>
                    <a:pt x="1" y="14485"/>
                    <a:pt x="4171" y="18655"/>
                    <a:pt x="9328" y="18655"/>
                  </a:cubicBezTo>
                  <a:cubicBezTo>
                    <a:pt x="14485" y="18655"/>
                    <a:pt x="18656" y="14485"/>
                    <a:pt x="18656" y="9328"/>
                  </a:cubicBezTo>
                  <a:cubicBezTo>
                    <a:pt x="18656" y="4186"/>
                    <a:pt x="14485" y="0"/>
                    <a:pt x="9328"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36"/>
            <p:cNvSpPr/>
            <p:nvPr/>
          </p:nvSpPr>
          <p:spPr>
            <a:xfrm>
              <a:off x="845750" y="2922350"/>
              <a:ext cx="277800" cy="278175"/>
            </a:xfrm>
            <a:custGeom>
              <a:avLst/>
              <a:gdLst/>
              <a:ahLst/>
              <a:cxnLst/>
              <a:rect l="l" t="t" r="r" b="b"/>
              <a:pathLst>
                <a:path w="11112" h="11127" extrusionOk="0">
                  <a:moveTo>
                    <a:pt x="5556" y="1"/>
                  </a:moveTo>
                  <a:cubicBezTo>
                    <a:pt x="2484" y="1"/>
                    <a:pt x="1" y="2484"/>
                    <a:pt x="1" y="5556"/>
                  </a:cubicBezTo>
                  <a:cubicBezTo>
                    <a:pt x="1" y="8628"/>
                    <a:pt x="2484" y="11127"/>
                    <a:pt x="5556" y="11127"/>
                  </a:cubicBezTo>
                  <a:cubicBezTo>
                    <a:pt x="8628" y="11127"/>
                    <a:pt x="11111" y="8628"/>
                    <a:pt x="11111" y="5556"/>
                  </a:cubicBezTo>
                  <a:cubicBezTo>
                    <a:pt x="11111" y="2484"/>
                    <a:pt x="8628" y="1"/>
                    <a:pt x="555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36"/>
            <p:cNvSpPr/>
            <p:nvPr/>
          </p:nvSpPr>
          <p:spPr>
            <a:xfrm>
              <a:off x="1934525" y="2321875"/>
              <a:ext cx="312400" cy="253500"/>
            </a:xfrm>
            <a:custGeom>
              <a:avLst/>
              <a:gdLst/>
              <a:ahLst/>
              <a:cxnLst/>
              <a:rect l="l" t="t" r="r" b="b"/>
              <a:pathLst>
                <a:path w="12496" h="10140" extrusionOk="0">
                  <a:moveTo>
                    <a:pt x="3184" y="0"/>
                  </a:moveTo>
                  <a:cubicBezTo>
                    <a:pt x="1417" y="0"/>
                    <a:pt x="0" y="1417"/>
                    <a:pt x="0" y="3184"/>
                  </a:cubicBezTo>
                  <a:lnTo>
                    <a:pt x="0" y="6956"/>
                  </a:lnTo>
                  <a:cubicBezTo>
                    <a:pt x="0" y="8707"/>
                    <a:pt x="1417" y="10140"/>
                    <a:pt x="3184" y="10140"/>
                  </a:cubicBezTo>
                  <a:lnTo>
                    <a:pt x="12288" y="10140"/>
                  </a:lnTo>
                  <a:cubicBezTo>
                    <a:pt x="12352" y="10108"/>
                    <a:pt x="12416" y="10108"/>
                    <a:pt x="12495" y="10108"/>
                  </a:cubicBezTo>
                  <a:lnTo>
                    <a:pt x="12495" y="2977"/>
                  </a:lnTo>
                  <a:cubicBezTo>
                    <a:pt x="12495" y="1958"/>
                    <a:pt x="12272" y="939"/>
                    <a:pt x="11843"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36"/>
            <p:cNvSpPr/>
            <p:nvPr/>
          </p:nvSpPr>
          <p:spPr>
            <a:xfrm>
              <a:off x="1960775" y="2348125"/>
              <a:ext cx="286550" cy="200600"/>
            </a:xfrm>
            <a:custGeom>
              <a:avLst/>
              <a:gdLst/>
              <a:ahLst/>
              <a:cxnLst/>
              <a:rect l="l" t="t" r="r" b="b"/>
              <a:pathLst>
                <a:path w="11462" h="8024" extrusionOk="0">
                  <a:moveTo>
                    <a:pt x="2134" y="1"/>
                  </a:moveTo>
                  <a:cubicBezTo>
                    <a:pt x="956" y="1"/>
                    <a:pt x="1" y="940"/>
                    <a:pt x="1" y="2118"/>
                  </a:cubicBezTo>
                  <a:lnTo>
                    <a:pt x="1" y="5890"/>
                  </a:lnTo>
                  <a:cubicBezTo>
                    <a:pt x="1" y="7068"/>
                    <a:pt x="956" y="8023"/>
                    <a:pt x="2134" y="8023"/>
                  </a:cubicBezTo>
                  <a:lnTo>
                    <a:pt x="11445" y="8023"/>
                  </a:lnTo>
                  <a:lnTo>
                    <a:pt x="11445" y="1927"/>
                  </a:lnTo>
                  <a:cubicBezTo>
                    <a:pt x="11461" y="1274"/>
                    <a:pt x="11366" y="621"/>
                    <a:pt x="11175" y="1"/>
                  </a:cubicBezTo>
                  <a:close/>
                </a:path>
              </a:pathLst>
            </a:custGeom>
            <a:solidFill>
              <a:srgbClr val="9ED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6"/>
            <p:cNvSpPr/>
            <p:nvPr/>
          </p:nvSpPr>
          <p:spPr>
            <a:xfrm>
              <a:off x="1971525" y="2349725"/>
              <a:ext cx="276200" cy="199000"/>
            </a:xfrm>
            <a:custGeom>
              <a:avLst/>
              <a:gdLst/>
              <a:ahLst/>
              <a:cxnLst/>
              <a:rect l="l" t="t" r="r" b="b"/>
              <a:pathLst>
                <a:path w="11048" h="7960" extrusionOk="0">
                  <a:moveTo>
                    <a:pt x="10761" y="0"/>
                  </a:moveTo>
                  <a:lnTo>
                    <a:pt x="0" y="7100"/>
                  </a:lnTo>
                  <a:cubicBezTo>
                    <a:pt x="398" y="7641"/>
                    <a:pt x="1035" y="7959"/>
                    <a:pt x="1704" y="7959"/>
                  </a:cubicBezTo>
                  <a:lnTo>
                    <a:pt x="11015" y="7959"/>
                  </a:lnTo>
                  <a:lnTo>
                    <a:pt x="11047" y="1895"/>
                  </a:lnTo>
                  <a:cubicBezTo>
                    <a:pt x="11047" y="1242"/>
                    <a:pt x="10952" y="605"/>
                    <a:pt x="1076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6"/>
            <p:cNvSpPr/>
            <p:nvPr/>
          </p:nvSpPr>
          <p:spPr>
            <a:xfrm>
              <a:off x="1362275" y="2289225"/>
              <a:ext cx="443325" cy="728250"/>
            </a:xfrm>
            <a:custGeom>
              <a:avLst/>
              <a:gdLst/>
              <a:ahLst/>
              <a:cxnLst/>
              <a:rect l="l" t="t" r="r" b="b"/>
              <a:pathLst>
                <a:path w="17733" h="29130" fill="none" extrusionOk="0">
                  <a:moveTo>
                    <a:pt x="17733" y="25135"/>
                  </a:moveTo>
                  <a:cubicBezTo>
                    <a:pt x="17733" y="27347"/>
                    <a:pt x="16109" y="29130"/>
                    <a:pt x="14088" y="29130"/>
                  </a:cubicBezTo>
                  <a:lnTo>
                    <a:pt x="3646" y="29130"/>
                  </a:lnTo>
                  <a:cubicBezTo>
                    <a:pt x="1640" y="29130"/>
                    <a:pt x="1" y="27347"/>
                    <a:pt x="1" y="25135"/>
                  </a:cubicBezTo>
                  <a:lnTo>
                    <a:pt x="1" y="3996"/>
                  </a:lnTo>
                  <a:cubicBezTo>
                    <a:pt x="1" y="1784"/>
                    <a:pt x="1640" y="1"/>
                    <a:pt x="3646" y="1"/>
                  </a:cubicBezTo>
                  <a:lnTo>
                    <a:pt x="14088" y="1"/>
                  </a:lnTo>
                  <a:cubicBezTo>
                    <a:pt x="16109" y="1"/>
                    <a:pt x="17733" y="1784"/>
                    <a:pt x="17733" y="3996"/>
                  </a:cubicBezTo>
                  <a:close/>
                </a:path>
              </a:pathLst>
            </a:custGeom>
            <a:noFill/>
            <a:ln w="5175" cap="flat" cmpd="sng">
              <a:solidFill>
                <a:srgbClr val="273E4A"/>
              </a:solidFill>
              <a:prstDash val="solid"/>
              <a:miter lim="159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36"/>
            <p:cNvSpPr/>
            <p:nvPr/>
          </p:nvSpPr>
          <p:spPr>
            <a:xfrm>
              <a:off x="1790450" y="2778300"/>
              <a:ext cx="566300" cy="294100"/>
            </a:xfrm>
            <a:custGeom>
              <a:avLst/>
              <a:gdLst/>
              <a:ahLst/>
              <a:cxnLst/>
              <a:rect l="l" t="t" r="r" b="b"/>
              <a:pathLst>
                <a:path w="22652" h="11764" extrusionOk="0">
                  <a:moveTo>
                    <a:pt x="11334" y="0"/>
                  </a:moveTo>
                  <a:cubicBezTo>
                    <a:pt x="5079" y="0"/>
                    <a:pt x="1" y="5062"/>
                    <a:pt x="1" y="11318"/>
                  </a:cubicBezTo>
                  <a:cubicBezTo>
                    <a:pt x="1" y="11477"/>
                    <a:pt x="1" y="11620"/>
                    <a:pt x="17" y="11763"/>
                  </a:cubicBezTo>
                  <a:lnTo>
                    <a:pt x="22636" y="11763"/>
                  </a:lnTo>
                  <a:cubicBezTo>
                    <a:pt x="22636" y="11620"/>
                    <a:pt x="22651" y="11477"/>
                    <a:pt x="22651" y="11318"/>
                  </a:cubicBezTo>
                  <a:cubicBezTo>
                    <a:pt x="22651" y="5062"/>
                    <a:pt x="17574" y="0"/>
                    <a:pt x="113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36"/>
            <p:cNvSpPr/>
            <p:nvPr/>
          </p:nvSpPr>
          <p:spPr>
            <a:xfrm>
              <a:off x="1840200" y="2828050"/>
              <a:ext cx="466800" cy="466400"/>
            </a:xfrm>
            <a:custGeom>
              <a:avLst/>
              <a:gdLst/>
              <a:ahLst/>
              <a:cxnLst/>
              <a:rect l="l" t="t" r="r" b="b"/>
              <a:pathLst>
                <a:path w="18672" h="18656" extrusionOk="0">
                  <a:moveTo>
                    <a:pt x="9344" y="0"/>
                  </a:moveTo>
                  <a:cubicBezTo>
                    <a:pt x="4187" y="0"/>
                    <a:pt x="1" y="4186"/>
                    <a:pt x="1" y="9328"/>
                  </a:cubicBezTo>
                  <a:cubicBezTo>
                    <a:pt x="1" y="14485"/>
                    <a:pt x="4187" y="18655"/>
                    <a:pt x="9344" y="18655"/>
                  </a:cubicBezTo>
                  <a:cubicBezTo>
                    <a:pt x="14486" y="18655"/>
                    <a:pt x="18672" y="14485"/>
                    <a:pt x="18672" y="9328"/>
                  </a:cubicBezTo>
                  <a:cubicBezTo>
                    <a:pt x="18672" y="4186"/>
                    <a:pt x="14486" y="0"/>
                    <a:pt x="9344"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36"/>
            <p:cNvSpPr/>
            <p:nvPr/>
          </p:nvSpPr>
          <p:spPr>
            <a:xfrm>
              <a:off x="1934525" y="2922350"/>
              <a:ext cx="278175" cy="278175"/>
            </a:xfrm>
            <a:custGeom>
              <a:avLst/>
              <a:gdLst/>
              <a:ahLst/>
              <a:cxnLst/>
              <a:rect l="l" t="t" r="r" b="b"/>
              <a:pathLst>
                <a:path w="11127" h="11127" extrusionOk="0">
                  <a:moveTo>
                    <a:pt x="5571" y="1"/>
                  </a:moveTo>
                  <a:cubicBezTo>
                    <a:pt x="2499" y="1"/>
                    <a:pt x="0" y="2484"/>
                    <a:pt x="0" y="5556"/>
                  </a:cubicBezTo>
                  <a:cubicBezTo>
                    <a:pt x="0" y="8628"/>
                    <a:pt x="2499" y="11127"/>
                    <a:pt x="5571" y="11127"/>
                  </a:cubicBezTo>
                  <a:cubicBezTo>
                    <a:pt x="8627" y="11127"/>
                    <a:pt x="11126" y="8628"/>
                    <a:pt x="11126" y="5556"/>
                  </a:cubicBezTo>
                  <a:cubicBezTo>
                    <a:pt x="11126" y="2484"/>
                    <a:pt x="8627" y="1"/>
                    <a:pt x="557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36"/>
            <p:cNvSpPr/>
            <p:nvPr/>
          </p:nvSpPr>
          <p:spPr>
            <a:xfrm>
              <a:off x="529000" y="2595250"/>
              <a:ext cx="1717925" cy="8775"/>
            </a:xfrm>
            <a:custGeom>
              <a:avLst/>
              <a:gdLst/>
              <a:ahLst/>
              <a:cxnLst/>
              <a:rect l="l" t="t" r="r" b="b"/>
              <a:pathLst>
                <a:path w="68717" h="351" extrusionOk="0">
                  <a:moveTo>
                    <a:pt x="1" y="0"/>
                  </a:moveTo>
                  <a:lnTo>
                    <a:pt x="1" y="351"/>
                  </a:lnTo>
                  <a:lnTo>
                    <a:pt x="68716" y="351"/>
                  </a:lnTo>
                  <a:lnTo>
                    <a:pt x="68716" y="0"/>
                  </a:lnTo>
                  <a:close/>
                </a:path>
              </a:pathLst>
            </a:custGeom>
            <a:solidFill>
              <a:srgbClr val="273E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36"/>
            <p:cNvSpPr/>
            <p:nvPr/>
          </p:nvSpPr>
          <p:spPr>
            <a:xfrm>
              <a:off x="529000" y="2769550"/>
              <a:ext cx="2054175" cy="8775"/>
            </a:xfrm>
            <a:custGeom>
              <a:avLst/>
              <a:gdLst/>
              <a:ahLst/>
              <a:cxnLst/>
              <a:rect l="l" t="t" r="r" b="b"/>
              <a:pathLst>
                <a:path w="82167" h="351" extrusionOk="0">
                  <a:moveTo>
                    <a:pt x="1" y="0"/>
                  </a:moveTo>
                  <a:lnTo>
                    <a:pt x="1" y="350"/>
                  </a:lnTo>
                  <a:lnTo>
                    <a:pt x="82167" y="350"/>
                  </a:lnTo>
                  <a:lnTo>
                    <a:pt x="82167" y="0"/>
                  </a:lnTo>
                  <a:close/>
                </a:path>
              </a:pathLst>
            </a:custGeom>
            <a:solidFill>
              <a:srgbClr val="273E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36"/>
            <p:cNvSpPr/>
            <p:nvPr/>
          </p:nvSpPr>
          <p:spPr>
            <a:xfrm>
              <a:off x="2252875" y="2658925"/>
              <a:ext cx="69650" cy="69650"/>
            </a:xfrm>
            <a:custGeom>
              <a:avLst/>
              <a:gdLst/>
              <a:ahLst/>
              <a:cxnLst/>
              <a:rect l="l" t="t" r="r" b="b"/>
              <a:pathLst>
                <a:path w="2786" h="2786" extrusionOk="0">
                  <a:moveTo>
                    <a:pt x="1401" y="0"/>
                  </a:moveTo>
                  <a:cubicBezTo>
                    <a:pt x="621" y="0"/>
                    <a:pt x="0" y="621"/>
                    <a:pt x="0" y="1385"/>
                  </a:cubicBezTo>
                  <a:cubicBezTo>
                    <a:pt x="0" y="2165"/>
                    <a:pt x="621" y="2786"/>
                    <a:pt x="1401" y="2786"/>
                  </a:cubicBezTo>
                  <a:cubicBezTo>
                    <a:pt x="2165" y="2786"/>
                    <a:pt x="2786" y="2165"/>
                    <a:pt x="2786" y="1385"/>
                  </a:cubicBezTo>
                  <a:cubicBezTo>
                    <a:pt x="2786" y="621"/>
                    <a:pt x="2165" y="0"/>
                    <a:pt x="1401" y="0"/>
                  </a:cubicBezTo>
                  <a:close/>
                </a:path>
              </a:pathLst>
            </a:custGeom>
            <a:solidFill>
              <a:srgbClr val="E15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36"/>
            <p:cNvSpPr/>
            <p:nvPr/>
          </p:nvSpPr>
          <p:spPr>
            <a:xfrm>
              <a:off x="526625" y="2321875"/>
              <a:ext cx="386400" cy="252700"/>
            </a:xfrm>
            <a:custGeom>
              <a:avLst/>
              <a:gdLst/>
              <a:ahLst/>
              <a:cxnLst/>
              <a:rect l="l" t="t" r="r" b="b"/>
              <a:pathLst>
                <a:path w="15456" h="10108" extrusionOk="0">
                  <a:moveTo>
                    <a:pt x="3168" y="0"/>
                  </a:moveTo>
                  <a:cubicBezTo>
                    <a:pt x="1417" y="0"/>
                    <a:pt x="0" y="1417"/>
                    <a:pt x="0" y="3168"/>
                  </a:cubicBezTo>
                  <a:lnTo>
                    <a:pt x="0" y="6940"/>
                  </a:lnTo>
                  <a:cubicBezTo>
                    <a:pt x="0" y="8691"/>
                    <a:pt x="1417" y="10108"/>
                    <a:pt x="3168" y="10108"/>
                  </a:cubicBezTo>
                  <a:lnTo>
                    <a:pt x="12288" y="10108"/>
                  </a:lnTo>
                  <a:cubicBezTo>
                    <a:pt x="14039" y="10108"/>
                    <a:pt x="15456" y="8691"/>
                    <a:pt x="15456" y="6940"/>
                  </a:cubicBezTo>
                  <a:lnTo>
                    <a:pt x="15456" y="3168"/>
                  </a:lnTo>
                  <a:cubicBezTo>
                    <a:pt x="15456" y="1417"/>
                    <a:pt x="14039" y="0"/>
                    <a:pt x="12288"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36"/>
            <p:cNvSpPr/>
            <p:nvPr/>
          </p:nvSpPr>
          <p:spPr>
            <a:xfrm>
              <a:off x="552875" y="2347725"/>
              <a:ext cx="333900" cy="201000"/>
            </a:xfrm>
            <a:custGeom>
              <a:avLst/>
              <a:gdLst/>
              <a:ahLst/>
              <a:cxnLst/>
              <a:rect l="l" t="t" r="r" b="b"/>
              <a:pathLst>
                <a:path w="13356" h="8040" extrusionOk="0">
                  <a:moveTo>
                    <a:pt x="2118" y="1"/>
                  </a:moveTo>
                  <a:cubicBezTo>
                    <a:pt x="940" y="1"/>
                    <a:pt x="1" y="956"/>
                    <a:pt x="1" y="2134"/>
                  </a:cubicBezTo>
                  <a:lnTo>
                    <a:pt x="1" y="5906"/>
                  </a:lnTo>
                  <a:cubicBezTo>
                    <a:pt x="1" y="7084"/>
                    <a:pt x="940" y="8039"/>
                    <a:pt x="2118" y="8039"/>
                  </a:cubicBezTo>
                  <a:lnTo>
                    <a:pt x="11238" y="8039"/>
                  </a:lnTo>
                  <a:cubicBezTo>
                    <a:pt x="12416" y="8039"/>
                    <a:pt x="13355" y="7084"/>
                    <a:pt x="13355" y="5906"/>
                  </a:cubicBezTo>
                  <a:lnTo>
                    <a:pt x="13355" y="2134"/>
                  </a:lnTo>
                  <a:cubicBezTo>
                    <a:pt x="13355" y="956"/>
                    <a:pt x="12416" y="1"/>
                    <a:pt x="11238" y="1"/>
                  </a:cubicBezTo>
                  <a:close/>
                </a:path>
              </a:pathLst>
            </a:custGeom>
            <a:solidFill>
              <a:srgbClr val="9ED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36"/>
            <p:cNvSpPr/>
            <p:nvPr/>
          </p:nvSpPr>
          <p:spPr>
            <a:xfrm>
              <a:off x="572375" y="2360875"/>
              <a:ext cx="314400" cy="187850"/>
            </a:xfrm>
            <a:custGeom>
              <a:avLst/>
              <a:gdLst/>
              <a:ahLst/>
              <a:cxnLst/>
              <a:rect l="l" t="t" r="r" b="b"/>
              <a:pathLst>
                <a:path w="12576" h="7514" extrusionOk="0">
                  <a:moveTo>
                    <a:pt x="11843" y="0"/>
                  </a:moveTo>
                  <a:lnTo>
                    <a:pt x="1" y="7036"/>
                  </a:lnTo>
                  <a:cubicBezTo>
                    <a:pt x="383" y="7338"/>
                    <a:pt x="860" y="7513"/>
                    <a:pt x="1338" y="7513"/>
                  </a:cubicBezTo>
                  <a:lnTo>
                    <a:pt x="10458" y="7513"/>
                  </a:lnTo>
                  <a:cubicBezTo>
                    <a:pt x="11620" y="7513"/>
                    <a:pt x="12575" y="6558"/>
                    <a:pt x="12575" y="5380"/>
                  </a:cubicBezTo>
                  <a:lnTo>
                    <a:pt x="12575" y="1608"/>
                  </a:lnTo>
                  <a:cubicBezTo>
                    <a:pt x="12575" y="987"/>
                    <a:pt x="12305" y="414"/>
                    <a:pt x="1184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36"/>
            <p:cNvSpPr/>
            <p:nvPr/>
          </p:nvSpPr>
          <p:spPr>
            <a:xfrm>
              <a:off x="953200" y="2321875"/>
              <a:ext cx="386425" cy="252700"/>
            </a:xfrm>
            <a:custGeom>
              <a:avLst/>
              <a:gdLst/>
              <a:ahLst/>
              <a:cxnLst/>
              <a:rect l="l" t="t" r="r" b="b"/>
              <a:pathLst>
                <a:path w="15457" h="10108" extrusionOk="0">
                  <a:moveTo>
                    <a:pt x="3168" y="0"/>
                  </a:moveTo>
                  <a:cubicBezTo>
                    <a:pt x="1417" y="0"/>
                    <a:pt x="1" y="1417"/>
                    <a:pt x="1" y="3168"/>
                  </a:cubicBezTo>
                  <a:lnTo>
                    <a:pt x="1" y="6940"/>
                  </a:lnTo>
                  <a:cubicBezTo>
                    <a:pt x="1" y="8691"/>
                    <a:pt x="1417" y="10108"/>
                    <a:pt x="3168" y="10108"/>
                  </a:cubicBezTo>
                  <a:lnTo>
                    <a:pt x="12289" y="10108"/>
                  </a:lnTo>
                  <a:cubicBezTo>
                    <a:pt x="14040" y="10108"/>
                    <a:pt x="15456" y="8691"/>
                    <a:pt x="15456" y="6940"/>
                  </a:cubicBezTo>
                  <a:lnTo>
                    <a:pt x="15456" y="3168"/>
                  </a:lnTo>
                  <a:cubicBezTo>
                    <a:pt x="15456" y="1417"/>
                    <a:pt x="14040" y="0"/>
                    <a:pt x="12289"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36"/>
            <p:cNvSpPr/>
            <p:nvPr/>
          </p:nvSpPr>
          <p:spPr>
            <a:xfrm>
              <a:off x="979475" y="2347725"/>
              <a:ext cx="333875" cy="201000"/>
            </a:xfrm>
            <a:custGeom>
              <a:avLst/>
              <a:gdLst/>
              <a:ahLst/>
              <a:cxnLst/>
              <a:rect l="l" t="t" r="r" b="b"/>
              <a:pathLst>
                <a:path w="13355" h="8040" extrusionOk="0">
                  <a:moveTo>
                    <a:pt x="2117" y="1"/>
                  </a:moveTo>
                  <a:cubicBezTo>
                    <a:pt x="939" y="1"/>
                    <a:pt x="0" y="956"/>
                    <a:pt x="0" y="2134"/>
                  </a:cubicBezTo>
                  <a:lnTo>
                    <a:pt x="0" y="5906"/>
                  </a:lnTo>
                  <a:cubicBezTo>
                    <a:pt x="0" y="7084"/>
                    <a:pt x="939" y="8039"/>
                    <a:pt x="2117" y="8039"/>
                  </a:cubicBezTo>
                  <a:lnTo>
                    <a:pt x="11238" y="8039"/>
                  </a:lnTo>
                  <a:cubicBezTo>
                    <a:pt x="12416" y="8039"/>
                    <a:pt x="13355" y="7084"/>
                    <a:pt x="13355" y="5906"/>
                  </a:cubicBezTo>
                  <a:lnTo>
                    <a:pt x="13355" y="2134"/>
                  </a:lnTo>
                  <a:cubicBezTo>
                    <a:pt x="13355" y="956"/>
                    <a:pt x="12416" y="1"/>
                    <a:pt x="11238" y="1"/>
                  </a:cubicBezTo>
                  <a:close/>
                </a:path>
              </a:pathLst>
            </a:custGeom>
            <a:solidFill>
              <a:srgbClr val="9ED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36"/>
            <p:cNvSpPr/>
            <p:nvPr/>
          </p:nvSpPr>
          <p:spPr>
            <a:xfrm>
              <a:off x="999375" y="2360875"/>
              <a:ext cx="313975" cy="187850"/>
            </a:xfrm>
            <a:custGeom>
              <a:avLst/>
              <a:gdLst/>
              <a:ahLst/>
              <a:cxnLst/>
              <a:rect l="l" t="t" r="r" b="b"/>
              <a:pathLst>
                <a:path w="12559" h="7514" extrusionOk="0">
                  <a:moveTo>
                    <a:pt x="11827" y="0"/>
                  </a:moveTo>
                  <a:lnTo>
                    <a:pt x="0" y="7036"/>
                  </a:lnTo>
                  <a:cubicBezTo>
                    <a:pt x="366" y="7338"/>
                    <a:pt x="844" y="7513"/>
                    <a:pt x="1321" y="7513"/>
                  </a:cubicBezTo>
                  <a:lnTo>
                    <a:pt x="10442" y="7513"/>
                  </a:lnTo>
                  <a:cubicBezTo>
                    <a:pt x="11604" y="7513"/>
                    <a:pt x="12559" y="6558"/>
                    <a:pt x="12559" y="5380"/>
                  </a:cubicBezTo>
                  <a:lnTo>
                    <a:pt x="12559" y="1608"/>
                  </a:lnTo>
                  <a:cubicBezTo>
                    <a:pt x="12559" y="1003"/>
                    <a:pt x="12288" y="414"/>
                    <a:pt x="1182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36"/>
            <p:cNvSpPr/>
            <p:nvPr/>
          </p:nvSpPr>
          <p:spPr>
            <a:xfrm>
              <a:off x="1387750" y="2321875"/>
              <a:ext cx="386425" cy="252700"/>
            </a:xfrm>
            <a:custGeom>
              <a:avLst/>
              <a:gdLst/>
              <a:ahLst/>
              <a:cxnLst/>
              <a:rect l="l" t="t" r="r" b="b"/>
              <a:pathLst>
                <a:path w="15457" h="10108" extrusionOk="0">
                  <a:moveTo>
                    <a:pt x="3184" y="0"/>
                  </a:moveTo>
                  <a:cubicBezTo>
                    <a:pt x="1417" y="0"/>
                    <a:pt x="1" y="1417"/>
                    <a:pt x="1" y="3168"/>
                  </a:cubicBezTo>
                  <a:lnTo>
                    <a:pt x="1" y="6940"/>
                  </a:lnTo>
                  <a:cubicBezTo>
                    <a:pt x="1" y="8691"/>
                    <a:pt x="1417" y="10108"/>
                    <a:pt x="3184" y="10108"/>
                  </a:cubicBezTo>
                  <a:lnTo>
                    <a:pt x="12289" y="10108"/>
                  </a:lnTo>
                  <a:cubicBezTo>
                    <a:pt x="14040" y="10108"/>
                    <a:pt x="15456" y="8691"/>
                    <a:pt x="15456" y="6940"/>
                  </a:cubicBezTo>
                  <a:lnTo>
                    <a:pt x="15456" y="3168"/>
                  </a:lnTo>
                  <a:cubicBezTo>
                    <a:pt x="15456" y="1417"/>
                    <a:pt x="14040" y="0"/>
                    <a:pt x="12289"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36"/>
            <p:cNvSpPr/>
            <p:nvPr/>
          </p:nvSpPr>
          <p:spPr>
            <a:xfrm>
              <a:off x="1414025" y="2347725"/>
              <a:ext cx="334275" cy="201000"/>
            </a:xfrm>
            <a:custGeom>
              <a:avLst/>
              <a:gdLst/>
              <a:ahLst/>
              <a:cxnLst/>
              <a:rect l="l" t="t" r="r" b="b"/>
              <a:pathLst>
                <a:path w="13371" h="8040" extrusionOk="0">
                  <a:moveTo>
                    <a:pt x="2133" y="1"/>
                  </a:moveTo>
                  <a:cubicBezTo>
                    <a:pt x="955" y="1"/>
                    <a:pt x="0" y="956"/>
                    <a:pt x="0" y="2134"/>
                  </a:cubicBezTo>
                  <a:lnTo>
                    <a:pt x="0" y="5906"/>
                  </a:lnTo>
                  <a:cubicBezTo>
                    <a:pt x="0" y="7084"/>
                    <a:pt x="955" y="8039"/>
                    <a:pt x="2133" y="8039"/>
                  </a:cubicBezTo>
                  <a:lnTo>
                    <a:pt x="11238" y="8039"/>
                  </a:lnTo>
                  <a:cubicBezTo>
                    <a:pt x="12416" y="8039"/>
                    <a:pt x="13371" y="7084"/>
                    <a:pt x="13371" y="5906"/>
                  </a:cubicBezTo>
                  <a:lnTo>
                    <a:pt x="13371" y="2134"/>
                  </a:lnTo>
                  <a:cubicBezTo>
                    <a:pt x="13371" y="956"/>
                    <a:pt x="12416" y="1"/>
                    <a:pt x="11238" y="1"/>
                  </a:cubicBezTo>
                  <a:close/>
                </a:path>
              </a:pathLst>
            </a:custGeom>
            <a:solidFill>
              <a:srgbClr val="9ED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36"/>
            <p:cNvSpPr/>
            <p:nvPr/>
          </p:nvSpPr>
          <p:spPr>
            <a:xfrm>
              <a:off x="1433900" y="2360875"/>
              <a:ext cx="314400" cy="187850"/>
            </a:xfrm>
            <a:custGeom>
              <a:avLst/>
              <a:gdLst/>
              <a:ahLst/>
              <a:cxnLst/>
              <a:rect l="l" t="t" r="r" b="b"/>
              <a:pathLst>
                <a:path w="12576" h="7514" extrusionOk="0">
                  <a:moveTo>
                    <a:pt x="11828" y="0"/>
                  </a:moveTo>
                  <a:lnTo>
                    <a:pt x="1" y="7036"/>
                  </a:lnTo>
                  <a:cubicBezTo>
                    <a:pt x="367" y="7338"/>
                    <a:pt x="845" y="7513"/>
                    <a:pt x="1338" y="7513"/>
                  </a:cubicBezTo>
                  <a:lnTo>
                    <a:pt x="10443" y="7513"/>
                  </a:lnTo>
                  <a:cubicBezTo>
                    <a:pt x="11621" y="7513"/>
                    <a:pt x="12576" y="6558"/>
                    <a:pt x="12576" y="5380"/>
                  </a:cubicBezTo>
                  <a:lnTo>
                    <a:pt x="12576" y="1608"/>
                  </a:lnTo>
                  <a:cubicBezTo>
                    <a:pt x="12576" y="987"/>
                    <a:pt x="12305" y="414"/>
                    <a:pt x="1182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2">
  <p:cSld name="CUSTOM_24">
    <p:spTree>
      <p:nvGrpSpPr>
        <p:cNvPr id="1" name="Shape 922"/>
        <p:cNvGrpSpPr/>
        <p:nvPr/>
      </p:nvGrpSpPr>
      <p:grpSpPr>
        <a:xfrm>
          <a:off x="0" y="0"/>
          <a:ext cx="0" cy="0"/>
          <a:chOff x="0" y="0"/>
          <a:chExt cx="0" cy="0"/>
        </a:xfrm>
      </p:grpSpPr>
      <p:sp>
        <p:nvSpPr>
          <p:cNvPr id="923" name="Google Shape;923;p37"/>
          <p:cNvSpPr/>
          <p:nvPr/>
        </p:nvSpPr>
        <p:spPr>
          <a:xfrm>
            <a:off x="-854998" y="922250"/>
            <a:ext cx="2185797" cy="2426831"/>
          </a:xfrm>
          <a:custGeom>
            <a:avLst/>
            <a:gdLst/>
            <a:ahLst/>
            <a:cxnLst/>
            <a:rect l="l" t="t" r="r" b="b"/>
            <a:pathLst>
              <a:path w="54027" h="59981" extrusionOk="0">
                <a:moveTo>
                  <a:pt x="24883" y="0"/>
                </a:moveTo>
                <a:cubicBezTo>
                  <a:pt x="22921" y="0"/>
                  <a:pt x="20541" y="387"/>
                  <a:pt x="17658" y="1370"/>
                </a:cubicBezTo>
                <a:cubicBezTo>
                  <a:pt x="8590" y="4472"/>
                  <a:pt x="6274" y="11459"/>
                  <a:pt x="12751" y="12166"/>
                </a:cubicBezTo>
                <a:cubicBezTo>
                  <a:pt x="12751" y="12166"/>
                  <a:pt x="2544" y="13344"/>
                  <a:pt x="2544" y="20056"/>
                </a:cubicBezTo>
                <a:cubicBezTo>
                  <a:pt x="2544" y="23375"/>
                  <a:pt x="4734" y="24218"/>
                  <a:pt x="6962" y="24218"/>
                </a:cubicBezTo>
                <a:cubicBezTo>
                  <a:pt x="8693" y="24218"/>
                  <a:pt x="10448" y="23708"/>
                  <a:pt x="11213" y="23455"/>
                </a:cubicBezTo>
                <a:lnTo>
                  <a:pt x="11213" y="23455"/>
                </a:lnTo>
                <a:cubicBezTo>
                  <a:pt x="9153" y="24213"/>
                  <a:pt x="1" y="28030"/>
                  <a:pt x="4860" y="34463"/>
                </a:cubicBezTo>
                <a:cubicBezTo>
                  <a:pt x="4860" y="34463"/>
                  <a:pt x="7199" y="36328"/>
                  <a:pt x="10101" y="36328"/>
                </a:cubicBezTo>
                <a:cubicBezTo>
                  <a:pt x="11774" y="36328"/>
                  <a:pt x="13634" y="35709"/>
                  <a:pt x="15342" y="33757"/>
                </a:cubicBezTo>
                <a:lnTo>
                  <a:pt x="15342" y="33757"/>
                </a:lnTo>
                <a:cubicBezTo>
                  <a:pt x="15341" y="33758"/>
                  <a:pt x="12202" y="37683"/>
                  <a:pt x="15656" y="39331"/>
                </a:cubicBezTo>
                <a:cubicBezTo>
                  <a:pt x="16187" y="39582"/>
                  <a:pt x="16706" y="39684"/>
                  <a:pt x="17212" y="39684"/>
                </a:cubicBezTo>
                <a:cubicBezTo>
                  <a:pt x="19535" y="39684"/>
                  <a:pt x="21601" y="37525"/>
                  <a:pt x="23372" y="37525"/>
                </a:cubicBezTo>
                <a:cubicBezTo>
                  <a:pt x="23758" y="37525"/>
                  <a:pt x="24131" y="37628"/>
                  <a:pt x="24488" y="37879"/>
                </a:cubicBezTo>
                <a:cubicBezTo>
                  <a:pt x="24488" y="37879"/>
                  <a:pt x="29160" y="43492"/>
                  <a:pt x="26373" y="59980"/>
                </a:cubicBezTo>
                <a:lnTo>
                  <a:pt x="31476" y="59980"/>
                </a:lnTo>
                <a:cubicBezTo>
                  <a:pt x="31476" y="59980"/>
                  <a:pt x="27315" y="40980"/>
                  <a:pt x="33949" y="36897"/>
                </a:cubicBezTo>
                <a:cubicBezTo>
                  <a:pt x="33949" y="36897"/>
                  <a:pt x="34507" y="36568"/>
                  <a:pt x="35327" y="36568"/>
                </a:cubicBezTo>
                <a:cubicBezTo>
                  <a:pt x="36134" y="36568"/>
                  <a:pt x="37196" y="36887"/>
                  <a:pt x="38228" y="38154"/>
                </a:cubicBezTo>
                <a:cubicBezTo>
                  <a:pt x="38790" y="38843"/>
                  <a:pt x="39777" y="39169"/>
                  <a:pt x="40914" y="39169"/>
                </a:cubicBezTo>
                <a:cubicBezTo>
                  <a:pt x="43983" y="39169"/>
                  <a:pt x="48146" y="36796"/>
                  <a:pt x="48003" y="32815"/>
                </a:cubicBezTo>
                <a:cubicBezTo>
                  <a:pt x="47869" y="29719"/>
                  <a:pt x="46497" y="29049"/>
                  <a:pt x="45335" y="29049"/>
                </a:cubicBezTo>
                <a:cubicBezTo>
                  <a:pt x="45257" y="29049"/>
                  <a:pt x="45180" y="29052"/>
                  <a:pt x="45104" y="29058"/>
                </a:cubicBezTo>
                <a:lnTo>
                  <a:pt x="45104" y="29058"/>
                </a:lnTo>
                <a:cubicBezTo>
                  <a:pt x="47944" y="28167"/>
                  <a:pt x="54027" y="25555"/>
                  <a:pt x="53695" y="19585"/>
                </a:cubicBezTo>
                <a:cubicBezTo>
                  <a:pt x="53458" y="15679"/>
                  <a:pt x="50872" y="14708"/>
                  <a:pt x="48357" y="14708"/>
                </a:cubicBezTo>
                <a:cubicBezTo>
                  <a:pt x="45868" y="14708"/>
                  <a:pt x="43449" y="15660"/>
                  <a:pt x="43449" y="15660"/>
                </a:cubicBezTo>
                <a:cubicBezTo>
                  <a:pt x="43449" y="15660"/>
                  <a:pt x="51575" y="12048"/>
                  <a:pt x="48121" y="8672"/>
                </a:cubicBezTo>
                <a:cubicBezTo>
                  <a:pt x="47079" y="7677"/>
                  <a:pt x="45967" y="7328"/>
                  <a:pt x="44919" y="7328"/>
                </a:cubicBezTo>
                <a:cubicBezTo>
                  <a:pt x="42477" y="7328"/>
                  <a:pt x="40385" y="9227"/>
                  <a:pt x="40348" y="9260"/>
                </a:cubicBezTo>
                <a:lnTo>
                  <a:pt x="40348" y="9260"/>
                </a:lnTo>
                <a:cubicBezTo>
                  <a:pt x="40399" y="9214"/>
                  <a:pt x="44382" y="5559"/>
                  <a:pt x="42978" y="3687"/>
                </a:cubicBezTo>
                <a:cubicBezTo>
                  <a:pt x="42550" y="3111"/>
                  <a:pt x="41667" y="2872"/>
                  <a:pt x="40600" y="2872"/>
                </a:cubicBezTo>
                <a:cubicBezTo>
                  <a:pt x="38243" y="2872"/>
                  <a:pt x="34983" y="4038"/>
                  <a:pt x="33714" y="5335"/>
                </a:cubicBezTo>
                <a:cubicBezTo>
                  <a:pt x="33683" y="5335"/>
                  <a:pt x="32166" y="0"/>
                  <a:pt x="248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37"/>
          <p:cNvSpPr/>
          <p:nvPr/>
        </p:nvSpPr>
        <p:spPr>
          <a:xfrm>
            <a:off x="822289" y="2804800"/>
            <a:ext cx="154814" cy="545487"/>
          </a:xfrm>
          <a:custGeom>
            <a:avLst/>
            <a:gdLst/>
            <a:ahLst/>
            <a:cxnLst/>
            <a:rect l="l" t="t" r="r" b="b"/>
            <a:pathLst>
              <a:path w="4279" h="15076" extrusionOk="0">
                <a:moveTo>
                  <a:pt x="0" y="1"/>
                </a:moveTo>
                <a:lnTo>
                  <a:pt x="0" y="15075"/>
                </a:lnTo>
                <a:lnTo>
                  <a:pt x="4279" y="15075"/>
                </a:lnTo>
                <a:lnTo>
                  <a:pt x="4279" y="1"/>
                </a:lnTo>
                <a:close/>
              </a:path>
            </a:pathLst>
          </a:custGeom>
          <a:solidFill>
            <a:srgbClr val="82A6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37"/>
          <p:cNvSpPr/>
          <p:nvPr/>
        </p:nvSpPr>
        <p:spPr>
          <a:xfrm>
            <a:off x="369172" y="1047543"/>
            <a:ext cx="1659688" cy="1929456"/>
          </a:xfrm>
          <a:custGeom>
            <a:avLst/>
            <a:gdLst/>
            <a:ahLst/>
            <a:cxnLst/>
            <a:rect l="l" t="t" r="r" b="b"/>
            <a:pathLst>
              <a:path w="41023" h="47688" extrusionOk="0">
                <a:moveTo>
                  <a:pt x="20256" y="1"/>
                </a:moveTo>
                <a:cubicBezTo>
                  <a:pt x="20256" y="14565"/>
                  <a:pt x="10953" y="21945"/>
                  <a:pt x="4318" y="23162"/>
                </a:cubicBezTo>
                <a:cubicBezTo>
                  <a:pt x="5031" y="23381"/>
                  <a:pt x="5755" y="23474"/>
                  <a:pt x="6470" y="23474"/>
                </a:cubicBezTo>
                <a:cubicBezTo>
                  <a:pt x="10361" y="23474"/>
                  <a:pt x="13975" y="20728"/>
                  <a:pt x="13975" y="20728"/>
                </a:cubicBezTo>
                <a:lnTo>
                  <a:pt x="13975" y="20767"/>
                </a:lnTo>
                <a:cubicBezTo>
                  <a:pt x="11541" y="23947"/>
                  <a:pt x="7969" y="26106"/>
                  <a:pt x="4004" y="26773"/>
                </a:cubicBezTo>
                <a:cubicBezTo>
                  <a:pt x="4004" y="26773"/>
                  <a:pt x="5296" y="27533"/>
                  <a:pt x="7655" y="27533"/>
                </a:cubicBezTo>
                <a:cubicBezTo>
                  <a:pt x="8687" y="27533"/>
                  <a:pt x="9923" y="27388"/>
                  <a:pt x="11345" y="26970"/>
                </a:cubicBezTo>
                <a:lnTo>
                  <a:pt x="11345" y="26970"/>
                </a:lnTo>
                <a:cubicBezTo>
                  <a:pt x="8990" y="30424"/>
                  <a:pt x="5771" y="33172"/>
                  <a:pt x="2002" y="34939"/>
                </a:cubicBezTo>
                <a:cubicBezTo>
                  <a:pt x="2039" y="34976"/>
                  <a:pt x="2174" y="34993"/>
                  <a:pt x="2385" y="34993"/>
                </a:cubicBezTo>
                <a:cubicBezTo>
                  <a:pt x="3752" y="34993"/>
                  <a:pt x="8324" y="34279"/>
                  <a:pt x="10364" y="33565"/>
                </a:cubicBezTo>
                <a:lnTo>
                  <a:pt x="10364" y="33565"/>
                </a:lnTo>
                <a:cubicBezTo>
                  <a:pt x="8951" y="36548"/>
                  <a:pt x="5457" y="41691"/>
                  <a:pt x="0" y="42397"/>
                </a:cubicBezTo>
                <a:cubicBezTo>
                  <a:pt x="0" y="42397"/>
                  <a:pt x="1522" y="42702"/>
                  <a:pt x="3640" y="42702"/>
                </a:cubicBezTo>
                <a:cubicBezTo>
                  <a:pt x="5823" y="42702"/>
                  <a:pt x="8639" y="42378"/>
                  <a:pt x="11070" y="41063"/>
                </a:cubicBezTo>
                <a:lnTo>
                  <a:pt x="11070" y="41063"/>
                </a:lnTo>
                <a:cubicBezTo>
                  <a:pt x="10756" y="41887"/>
                  <a:pt x="7537" y="46598"/>
                  <a:pt x="4358" y="47540"/>
                </a:cubicBezTo>
                <a:cubicBezTo>
                  <a:pt x="5334" y="47593"/>
                  <a:pt x="6250" y="47618"/>
                  <a:pt x="7111" y="47618"/>
                </a:cubicBezTo>
                <a:cubicBezTo>
                  <a:pt x="18993" y="47618"/>
                  <a:pt x="20256" y="42908"/>
                  <a:pt x="20256" y="42908"/>
                </a:cubicBezTo>
                <a:cubicBezTo>
                  <a:pt x="20256" y="42908"/>
                  <a:pt x="21083" y="47688"/>
                  <a:pt x="34325" y="47688"/>
                </a:cubicBezTo>
                <a:cubicBezTo>
                  <a:pt x="34923" y="47688"/>
                  <a:pt x="35545" y="47678"/>
                  <a:pt x="36194" y="47658"/>
                </a:cubicBezTo>
                <a:cubicBezTo>
                  <a:pt x="36194" y="47658"/>
                  <a:pt x="29089" y="43732"/>
                  <a:pt x="29089" y="41377"/>
                </a:cubicBezTo>
                <a:lnTo>
                  <a:pt x="29089" y="41377"/>
                </a:lnTo>
                <a:cubicBezTo>
                  <a:pt x="31633" y="42944"/>
                  <a:pt x="34419" y="43359"/>
                  <a:pt x="36660" y="43359"/>
                </a:cubicBezTo>
                <a:cubicBezTo>
                  <a:pt x="39190" y="43359"/>
                  <a:pt x="41023" y="42829"/>
                  <a:pt x="41023" y="42829"/>
                </a:cubicBezTo>
                <a:cubicBezTo>
                  <a:pt x="35566" y="42123"/>
                  <a:pt x="31601" y="36666"/>
                  <a:pt x="30149" y="33643"/>
                </a:cubicBezTo>
                <a:lnTo>
                  <a:pt x="30149" y="33643"/>
                </a:lnTo>
                <a:cubicBezTo>
                  <a:pt x="31989" y="34277"/>
                  <a:pt x="35963" y="35351"/>
                  <a:pt x="37704" y="35351"/>
                </a:cubicBezTo>
                <a:cubicBezTo>
                  <a:pt x="38228" y="35351"/>
                  <a:pt x="38550" y="35254"/>
                  <a:pt x="38550" y="35017"/>
                </a:cubicBezTo>
                <a:cubicBezTo>
                  <a:pt x="33407" y="32269"/>
                  <a:pt x="30463" y="29286"/>
                  <a:pt x="28814" y="26734"/>
                </a:cubicBezTo>
                <a:lnTo>
                  <a:pt x="28814" y="26734"/>
                </a:lnTo>
                <a:cubicBezTo>
                  <a:pt x="30502" y="27310"/>
                  <a:pt x="31955" y="27502"/>
                  <a:pt x="33141" y="27502"/>
                </a:cubicBezTo>
                <a:cubicBezTo>
                  <a:pt x="35514" y="27502"/>
                  <a:pt x="36822" y="26734"/>
                  <a:pt x="36822" y="26734"/>
                </a:cubicBezTo>
                <a:cubicBezTo>
                  <a:pt x="33407" y="26145"/>
                  <a:pt x="30227" y="24457"/>
                  <a:pt x="27833" y="21906"/>
                </a:cubicBezTo>
                <a:lnTo>
                  <a:pt x="27833" y="21906"/>
                </a:lnTo>
                <a:cubicBezTo>
                  <a:pt x="29824" y="23308"/>
                  <a:pt x="31952" y="23669"/>
                  <a:pt x="33564" y="23669"/>
                </a:cubicBezTo>
                <a:cubicBezTo>
                  <a:pt x="35066" y="23669"/>
                  <a:pt x="36119" y="23355"/>
                  <a:pt x="36194" y="23280"/>
                </a:cubicBezTo>
                <a:cubicBezTo>
                  <a:pt x="31837" y="23280"/>
                  <a:pt x="20256" y="14643"/>
                  <a:pt x="20256" y="118"/>
                </a:cubicBezTo>
                <a:lnTo>
                  <a:pt x="202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37"/>
          <p:cNvSpPr/>
          <p:nvPr/>
        </p:nvSpPr>
        <p:spPr>
          <a:xfrm>
            <a:off x="-992935" y="2840331"/>
            <a:ext cx="147759" cy="525587"/>
          </a:xfrm>
          <a:custGeom>
            <a:avLst/>
            <a:gdLst/>
            <a:ahLst/>
            <a:cxnLst/>
            <a:rect l="l" t="t" r="r" b="b"/>
            <a:pathLst>
              <a:path w="4084" h="14526" extrusionOk="0">
                <a:moveTo>
                  <a:pt x="1" y="0"/>
                </a:moveTo>
                <a:lnTo>
                  <a:pt x="1" y="14525"/>
                </a:lnTo>
                <a:lnTo>
                  <a:pt x="4083" y="14525"/>
                </a:lnTo>
                <a:lnTo>
                  <a:pt x="4083" y="0"/>
                </a:lnTo>
                <a:close/>
              </a:path>
            </a:pathLst>
          </a:custGeom>
          <a:solidFill>
            <a:srgbClr val="82A6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37"/>
          <p:cNvSpPr/>
          <p:nvPr/>
        </p:nvSpPr>
        <p:spPr>
          <a:xfrm>
            <a:off x="-1633501" y="1187319"/>
            <a:ext cx="1599366" cy="1818313"/>
          </a:xfrm>
          <a:custGeom>
            <a:avLst/>
            <a:gdLst/>
            <a:ahLst/>
            <a:cxnLst/>
            <a:rect l="l" t="t" r="r" b="b"/>
            <a:pathLst>
              <a:path w="39532" h="44941" extrusionOk="0">
                <a:moveTo>
                  <a:pt x="19510" y="0"/>
                </a:moveTo>
                <a:cubicBezTo>
                  <a:pt x="19510" y="13975"/>
                  <a:pt x="10560" y="20178"/>
                  <a:pt x="4201" y="21356"/>
                </a:cubicBezTo>
                <a:cubicBezTo>
                  <a:pt x="4874" y="21560"/>
                  <a:pt x="5558" y="21647"/>
                  <a:pt x="6235" y="21647"/>
                </a:cubicBezTo>
                <a:cubicBezTo>
                  <a:pt x="9974" y="21647"/>
                  <a:pt x="13465" y="19000"/>
                  <a:pt x="13465" y="19000"/>
                </a:cubicBezTo>
                <a:lnTo>
                  <a:pt x="13465" y="19040"/>
                </a:lnTo>
                <a:cubicBezTo>
                  <a:pt x="11110" y="22102"/>
                  <a:pt x="7694" y="24182"/>
                  <a:pt x="3886" y="24810"/>
                </a:cubicBezTo>
                <a:cubicBezTo>
                  <a:pt x="3886" y="24810"/>
                  <a:pt x="5143" y="25553"/>
                  <a:pt x="7418" y="25553"/>
                </a:cubicBezTo>
                <a:cubicBezTo>
                  <a:pt x="8409" y="25553"/>
                  <a:pt x="9594" y="25412"/>
                  <a:pt x="10953" y="25006"/>
                </a:cubicBezTo>
                <a:lnTo>
                  <a:pt x="10953" y="25006"/>
                </a:lnTo>
                <a:cubicBezTo>
                  <a:pt x="8676" y="28343"/>
                  <a:pt x="5574" y="30973"/>
                  <a:pt x="1924" y="32661"/>
                </a:cubicBezTo>
                <a:cubicBezTo>
                  <a:pt x="1962" y="32700"/>
                  <a:pt x="2102" y="32717"/>
                  <a:pt x="2320" y="32717"/>
                </a:cubicBezTo>
                <a:cubicBezTo>
                  <a:pt x="3668" y="32717"/>
                  <a:pt x="8017" y="32042"/>
                  <a:pt x="10010" y="31366"/>
                </a:cubicBezTo>
                <a:lnTo>
                  <a:pt x="10010" y="31366"/>
                </a:lnTo>
                <a:cubicBezTo>
                  <a:pt x="8597" y="34232"/>
                  <a:pt x="5260" y="39178"/>
                  <a:pt x="0" y="39845"/>
                </a:cubicBezTo>
                <a:cubicBezTo>
                  <a:pt x="0" y="39845"/>
                  <a:pt x="1511" y="40159"/>
                  <a:pt x="3602" y="40159"/>
                </a:cubicBezTo>
                <a:cubicBezTo>
                  <a:pt x="5692" y="40159"/>
                  <a:pt x="8362" y="39845"/>
                  <a:pt x="10678" y="38589"/>
                </a:cubicBezTo>
                <a:lnTo>
                  <a:pt x="10678" y="38589"/>
                </a:lnTo>
                <a:cubicBezTo>
                  <a:pt x="10364" y="39374"/>
                  <a:pt x="7262" y="43889"/>
                  <a:pt x="4201" y="44831"/>
                </a:cubicBezTo>
                <a:cubicBezTo>
                  <a:pt x="5130" y="44881"/>
                  <a:pt x="6003" y="44904"/>
                  <a:pt x="6824" y="44904"/>
                </a:cubicBezTo>
                <a:cubicBezTo>
                  <a:pt x="18314" y="44904"/>
                  <a:pt x="19510" y="40356"/>
                  <a:pt x="19510" y="40356"/>
                </a:cubicBezTo>
                <a:cubicBezTo>
                  <a:pt x="19510" y="40356"/>
                  <a:pt x="20298" y="44941"/>
                  <a:pt x="32995" y="44941"/>
                </a:cubicBezTo>
                <a:cubicBezTo>
                  <a:pt x="33590" y="44941"/>
                  <a:pt x="34211" y="44930"/>
                  <a:pt x="34860" y="44909"/>
                </a:cubicBezTo>
                <a:cubicBezTo>
                  <a:pt x="34860" y="44909"/>
                  <a:pt x="27990" y="41141"/>
                  <a:pt x="27990" y="38864"/>
                </a:cubicBezTo>
                <a:lnTo>
                  <a:pt x="27990" y="38864"/>
                </a:lnTo>
                <a:cubicBezTo>
                  <a:pt x="30500" y="40438"/>
                  <a:pt x="33243" y="40849"/>
                  <a:pt x="35425" y="40849"/>
                </a:cubicBezTo>
                <a:cubicBezTo>
                  <a:pt x="37815" y="40849"/>
                  <a:pt x="39531" y="40356"/>
                  <a:pt x="39531" y="40356"/>
                </a:cubicBezTo>
                <a:cubicBezTo>
                  <a:pt x="34271" y="39649"/>
                  <a:pt x="30463" y="34389"/>
                  <a:pt x="29050" y="31523"/>
                </a:cubicBezTo>
                <a:lnTo>
                  <a:pt x="29050" y="31523"/>
                </a:lnTo>
                <a:cubicBezTo>
                  <a:pt x="30795" y="32125"/>
                  <a:pt x="34616" y="33142"/>
                  <a:pt x="36305" y="33142"/>
                </a:cubicBezTo>
                <a:cubicBezTo>
                  <a:pt x="36820" y="33142"/>
                  <a:pt x="37136" y="33048"/>
                  <a:pt x="37136" y="32818"/>
                </a:cubicBezTo>
                <a:cubicBezTo>
                  <a:pt x="32190" y="30188"/>
                  <a:pt x="29364" y="27283"/>
                  <a:pt x="27754" y="24849"/>
                </a:cubicBezTo>
                <a:lnTo>
                  <a:pt x="27754" y="24849"/>
                </a:lnTo>
                <a:cubicBezTo>
                  <a:pt x="29390" y="25399"/>
                  <a:pt x="30794" y="25582"/>
                  <a:pt x="31940" y="25582"/>
                </a:cubicBezTo>
                <a:cubicBezTo>
                  <a:pt x="34231" y="25582"/>
                  <a:pt x="35488" y="24849"/>
                  <a:pt x="35488" y="24849"/>
                </a:cubicBezTo>
                <a:cubicBezTo>
                  <a:pt x="32151" y="24261"/>
                  <a:pt x="29128" y="22612"/>
                  <a:pt x="26812" y="20139"/>
                </a:cubicBezTo>
                <a:lnTo>
                  <a:pt x="26812" y="20139"/>
                </a:lnTo>
                <a:cubicBezTo>
                  <a:pt x="28739" y="21492"/>
                  <a:pt x="30806" y="21838"/>
                  <a:pt x="32363" y="21838"/>
                </a:cubicBezTo>
                <a:cubicBezTo>
                  <a:pt x="33787" y="21838"/>
                  <a:pt x="34785" y="21548"/>
                  <a:pt x="34860" y="21473"/>
                </a:cubicBezTo>
                <a:cubicBezTo>
                  <a:pt x="30698" y="21473"/>
                  <a:pt x="19510" y="14093"/>
                  <a:pt x="19510" y="79"/>
                </a:cubicBezTo>
                <a:lnTo>
                  <a:pt x="195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37"/>
          <p:cNvSpPr/>
          <p:nvPr/>
        </p:nvSpPr>
        <p:spPr>
          <a:xfrm>
            <a:off x="-84430" y="4887169"/>
            <a:ext cx="75850" cy="20616"/>
          </a:xfrm>
          <a:custGeom>
            <a:avLst/>
            <a:gdLst/>
            <a:ahLst/>
            <a:cxnLst/>
            <a:rect l="l" t="t" r="r" b="b"/>
            <a:pathLst>
              <a:path w="3337" h="907" extrusionOk="0">
                <a:moveTo>
                  <a:pt x="3336" y="454"/>
                </a:moveTo>
                <a:cubicBezTo>
                  <a:pt x="3336" y="713"/>
                  <a:pt x="2591" y="907"/>
                  <a:pt x="1685" y="907"/>
                </a:cubicBezTo>
                <a:cubicBezTo>
                  <a:pt x="745" y="907"/>
                  <a:pt x="1" y="713"/>
                  <a:pt x="1" y="454"/>
                </a:cubicBezTo>
                <a:cubicBezTo>
                  <a:pt x="1" y="195"/>
                  <a:pt x="745" y="0"/>
                  <a:pt x="1685" y="0"/>
                </a:cubicBezTo>
                <a:cubicBezTo>
                  <a:pt x="2591" y="0"/>
                  <a:pt x="3336" y="195"/>
                  <a:pt x="3336" y="454"/>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37"/>
          <p:cNvSpPr/>
          <p:nvPr/>
        </p:nvSpPr>
        <p:spPr>
          <a:xfrm>
            <a:off x="514726" y="5088098"/>
            <a:ext cx="44914" cy="21366"/>
          </a:xfrm>
          <a:custGeom>
            <a:avLst/>
            <a:gdLst/>
            <a:ahLst/>
            <a:cxnLst/>
            <a:rect l="l" t="t" r="r" b="b"/>
            <a:pathLst>
              <a:path w="1976" h="940" extrusionOk="0">
                <a:moveTo>
                  <a:pt x="1976" y="454"/>
                </a:moveTo>
                <a:cubicBezTo>
                  <a:pt x="1976" y="713"/>
                  <a:pt x="1522" y="940"/>
                  <a:pt x="1004" y="940"/>
                </a:cubicBezTo>
                <a:cubicBezTo>
                  <a:pt x="454" y="940"/>
                  <a:pt x="0" y="713"/>
                  <a:pt x="0" y="454"/>
                </a:cubicBezTo>
                <a:cubicBezTo>
                  <a:pt x="0" y="228"/>
                  <a:pt x="454" y="1"/>
                  <a:pt x="1004" y="1"/>
                </a:cubicBezTo>
                <a:cubicBezTo>
                  <a:pt x="1522" y="1"/>
                  <a:pt x="1976" y="228"/>
                  <a:pt x="1976" y="454"/>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37"/>
          <p:cNvSpPr/>
          <p:nvPr/>
        </p:nvSpPr>
        <p:spPr>
          <a:xfrm>
            <a:off x="1322904" y="4930582"/>
            <a:ext cx="92034" cy="22844"/>
          </a:xfrm>
          <a:custGeom>
            <a:avLst/>
            <a:gdLst/>
            <a:ahLst/>
            <a:cxnLst/>
            <a:rect l="l" t="t" r="r" b="b"/>
            <a:pathLst>
              <a:path w="4049" h="1005" extrusionOk="0">
                <a:moveTo>
                  <a:pt x="4049" y="487"/>
                </a:moveTo>
                <a:cubicBezTo>
                  <a:pt x="4049" y="778"/>
                  <a:pt x="3142" y="1005"/>
                  <a:pt x="2041" y="1005"/>
                </a:cubicBezTo>
                <a:cubicBezTo>
                  <a:pt x="908" y="1005"/>
                  <a:pt x="1" y="778"/>
                  <a:pt x="1" y="487"/>
                </a:cubicBezTo>
                <a:cubicBezTo>
                  <a:pt x="1" y="195"/>
                  <a:pt x="908" y="1"/>
                  <a:pt x="2041" y="1"/>
                </a:cubicBezTo>
                <a:cubicBezTo>
                  <a:pt x="3142" y="1"/>
                  <a:pt x="4049" y="195"/>
                  <a:pt x="4049" y="487"/>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7"/>
          <p:cNvSpPr/>
          <p:nvPr/>
        </p:nvSpPr>
        <p:spPr>
          <a:xfrm>
            <a:off x="-174683" y="4704910"/>
            <a:ext cx="78713" cy="20159"/>
          </a:xfrm>
          <a:custGeom>
            <a:avLst/>
            <a:gdLst/>
            <a:ahLst/>
            <a:cxnLst/>
            <a:rect l="l" t="t" r="r" b="b"/>
            <a:pathLst>
              <a:path w="4049" h="1037" extrusionOk="0">
                <a:moveTo>
                  <a:pt x="4049" y="519"/>
                </a:moveTo>
                <a:cubicBezTo>
                  <a:pt x="4049" y="810"/>
                  <a:pt x="3142" y="1037"/>
                  <a:pt x="2008" y="1037"/>
                </a:cubicBezTo>
                <a:cubicBezTo>
                  <a:pt x="907" y="1037"/>
                  <a:pt x="1" y="810"/>
                  <a:pt x="1" y="519"/>
                </a:cubicBezTo>
                <a:cubicBezTo>
                  <a:pt x="1" y="227"/>
                  <a:pt x="907" y="0"/>
                  <a:pt x="2008" y="0"/>
                </a:cubicBezTo>
                <a:cubicBezTo>
                  <a:pt x="3142" y="0"/>
                  <a:pt x="4049" y="227"/>
                  <a:pt x="4049" y="519"/>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7"/>
          <p:cNvSpPr/>
          <p:nvPr/>
        </p:nvSpPr>
        <p:spPr>
          <a:xfrm>
            <a:off x="457342" y="4709323"/>
            <a:ext cx="62966" cy="11353"/>
          </a:xfrm>
          <a:custGeom>
            <a:avLst/>
            <a:gdLst/>
            <a:ahLst/>
            <a:cxnLst/>
            <a:rect l="l" t="t" r="r" b="b"/>
            <a:pathLst>
              <a:path w="3239" h="584" extrusionOk="0">
                <a:moveTo>
                  <a:pt x="3238" y="292"/>
                </a:moveTo>
                <a:cubicBezTo>
                  <a:pt x="3238" y="454"/>
                  <a:pt x="2526" y="583"/>
                  <a:pt x="1619" y="583"/>
                </a:cubicBezTo>
                <a:cubicBezTo>
                  <a:pt x="713" y="583"/>
                  <a:pt x="0" y="454"/>
                  <a:pt x="0" y="292"/>
                </a:cubicBezTo>
                <a:cubicBezTo>
                  <a:pt x="0" y="130"/>
                  <a:pt x="713" y="0"/>
                  <a:pt x="1619" y="0"/>
                </a:cubicBezTo>
                <a:cubicBezTo>
                  <a:pt x="2526" y="0"/>
                  <a:pt x="3238" y="130"/>
                  <a:pt x="3238" y="292"/>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7"/>
          <p:cNvSpPr/>
          <p:nvPr/>
        </p:nvSpPr>
        <p:spPr>
          <a:xfrm>
            <a:off x="384309" y="4742058"/>
            <a:ext cx="37169" cy="17632"/>
          </a:xfrm>
          <a:custGeom>
            <a:avLst/>
            <a:gdLst/>
            <a:ahLst/>
            <a:cxnLst/>
            <a:rect l="l" t="t" r="r" b="b"/>
            <a:pathLst>
              <a:path w="1912" h="907" extrusionOk="0">
                <a:moveTo>
                  <a:pt x="1911" y="453"/>
                </a:moveTo>
                <a:cubicBezTo>
                  <a:pt x="1911" y="712"/>
                  <a:pt x="1490" y="907"/>
                  <a:pt x="972" y="907"/>
                </a:cubicBezTo>
                <a:cubicBezTo>
                  <a:pt x="422" y="907"/>
                  <a:pt x="1" y="712"/>
                  <a:pt x="1" y="453"/>
                </a:cubicBezTo>
                <a:cubicBezTo>
                  <a:pt x="1" y="194"/>
                  <a:pt x="422" y="0"/>
                  <a:pt x="972" y="0"/>
                </a:cubicBezTo>
                <a:cubicBezTo>
                  <a:pt x="1490" y="0"/>
                  <a:pt x="1911" y="194"/>
                  <a:pt x="1911" y="453"/>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7"/>
          <p:cNvSpPr/>
          <p:nvPr/>
        </p:nvSpPr>
        <p:spPr>
          <a:xfrm>
            <a:off x="520286" y="4757162"/>
            <a:ext cx="47861" cy="5054"/>
          </a:xfrm>
          <a:custGeom>
            <a:avLst/>
            <a:gdLst/>
            <a:ahLst/>
            <a:cxnLst/>
            <a:rect l="l" t="t" r="r" b="b"/>
            <a:pathLst>
              <a:path w="2462" h="260" extrusionOk="0">
                <a:moveTo>
                  <a:pt x="2462" y="130"/>
                </a:moveTo>
                <a:cubicBezTo>
                  <a:pt x="2462" y="195"/>
                  <a:pt x="1911" y="259"/>
                  <a:pt x="1231" y="259"/>
                </a:cubicBezTo>
                <a:cubicBezTo>
                  <a:pt x="551" y="259"/>
                  <a:pt x="0" y="195"/>
                  <a:pt x="0" y="130"/>
                </a:cubicBezTo>
                <a:cubicBezTo>
                  <a:pt x="0" y="65"/>
                  <a:pt x="551" y="0"/>
                  <a:pt x="1231" y="0"/>
                </a:cubicBezTo>
                <a:cubicBezTo>
                  <a:pt x="1911" y="0"/>
                  <a:pt x="2462" y="65"/>
                  <a:pt x="2462" y="130"/>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37"/>
          <p:cNvSpPr/>
          <p:nvPr/>
        </p:nvSpPr>
        <p:spPr>
          <a:xfrm>
            <a:off x="-838149" y="4841528"/>
            <a:ext cx="42710" cy="12547"/>
          </a:xfrm>
          <a:custGeom>
            <a:avLst/>
            <a:gdLst/>
            <a:ahLst/>
            <a:cxnLst/>
            <a:rect l="l" t="t" r="r" b="b"/>
            <a:pathLst>
              <a:path w="1879" h="552" extrusionOk="0">
                <a:moveTo>
                  <a:pt x="1879" y="260"/>
                </a:moveTo>
                <a:cubicBezTo>
                  <a:pt x="1879" y="422"/>
                  <a:pt x="1458" y="551"/>
                  <a:pt x="940" y="551"/>
                </a:cubicBezTo>
                <a:cubicBezTo>
                  <a:pt x="422" y="551"/>
                  <a:pt x="1" y="422"/>
                  <a:pt x="1" y="260"/>
                </a:cubicBezTo>
                <a:cubicBezTo>
                  <a:pt x="1" y="98"/>
                  <a:pt x="422" y="1"/>
                  <a:pt x="940" y="1"/>
                </a:cubicBezTo>
                <a:cubicBezTo>
                  <a:pt x="1458" y="1"/>
                  <a:pt x="1879" y="98"/>
                  <a:pt x="1879" y="260"/>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37"/>
          <p:cNvSpPr/>
          <p:nvPr/>
        </p:nvSpPr>
        <p:spPr>
          <a:xfrm>
            <a:off x="-762345" y="4853302"/>
            <a:ext cx="79532" cy="33890"/>
          </a:xfrm>
          <a:custGeom>
            <a:avLst/>
            <a:gdLst/>
            <a:ahLst/>
            <a:cxnLst/>
            <a:rect l="l" t="t" r="r" b="b"/>
            <a:pathLst>
              <a:path w="3499" h="1491" extrusionOk="0">
                <a:moveTo>
                  <a:pt x="3498" y="745"/>
                </a:moveTo>
                <a:cubicBezTo>
                  <a:pt x="3498" y="1166"/>
                  <a:pt x="2721" y="1490"/>
                  <a:pt x="1750" y="1490"/>
                </a:cubicBezTo>
                <a:cubicBezTo>
                  <a:pt x="778" y="1490"/>
                  <a:pt x="1" y="1166"/>
                  <a:pt x="1" y="745"/>
                </a:cubicBezTo>
                <a:cubicBezTo>
                  <a:pt x="1" y="357"/>
                  <a:pt x="778" y="1"/>
                  <a:pt x="1750" y="1"/>
                </a:cubicBezTo>
                <a:cubicBezTo>
                  <a:pt x="2721" y="1"/>
                  <a:pt x="3498" y="357"/>
                  <a:pt x="3498" y="745"/>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37"/>
          <p:cNvSpPr/>
          <p:nvPr/>
        </p:nvSpPr>
        <p:spPr>
          <a:xfrm>
            <a:off x="-807963" y="4903352"/>
            <a:ext cx="27981" cy="8865"/>
          </a:xfrm>
          <a:custGeom>
            <a:avLst/>
            <a:gdLst/>
            <a:ahLst/>
            <a:cxnLst/>
            <a:rect l="l" t="t" r="r" b="b"/>
            <a:pathLst>
              <a:path w="1231" h="390" extrusionOk="0">
                <a:moveTo>
                  <a:pt x="1231" y="195"/>
                </a:moveTo>
                <a:cubicBezTo>
                  <a:pt x="1231" y="292"/>
                  <a:pt x="972" y="389"/>
                  <a:pt x="616" y="389"/>
                </a:cubicBezTo>
                <a:cubicBezTo>
                  <a:pt x="259" y="389"/>
                  <a:pt x="0" y="292"/>
                  <a:pt x="0" y="195"/>
                </a:cubicBezTo>
                <a:cubicBezTo>
                  <a:pt x="0" y="98"/>
                  <a:pt x="259" y="1"/>
                  <a:pt x="616" y="1"/>
                </a:cubicBezTo>
                <a:cubicBezTo>
                  <a:pt x="972" y="1"/>
                  <a:pt x="1231" y="98"/>
                  <a:pt x="1231" y="195"/>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37"/>
          <p:cNvSpPr/>
          <p:nvPr/>
        </p:nvSpPr>
        <p:spPr>
          <a:xfrm>
            <a:off x="-518705" y="4935742"/>
            <a:ext cx="34618" cy="12547"/>
          </a:xfrm>
          <a:custGeom>
            <a:avLst/>
            <a:gdLst/>
            <a:ahLst/>
            <a:cxnLst/>
            <a:rect l="l" t="t" r="r" b="b"/>
            <a:pathLst>
              <a:path w="1523" h="552" extrusionOk="0">
                <a:moveTo>
                  <a:pt x="1523" y="260"/>
                </a:moveTo>
                <a:cubicBezTo>
                  <a:pt x="1523" y="422"/>
                  <a:pt x="1167" y="551"/>
                  <a:pt x="746" y="551"/>
                </a:cubicBezTo>
                <a:cubicBezTo>
                  <a:pt x="357" y="551"/>
                  <a:pt x="1" y="422"/>
                  <a:pt x="1" y="260"/>
                </a:cubicBezTo>
                <a:cubicBezTo>
                  <a:pt x="1" y="98"/>
                  <a:pt x="357" y="1"/>
                  <a:pt x="746" y="1"/>
                </a:cubicBezTo>
                <a:cubicBezTo>
                  <a:pt x="1167" y="1"/>
                  <a:pt x="1523" y="98"/>
                  <a:pt x="1523" y="260"/>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37"/>
          <p:cNvSpPr/>
          <p:nvPr/>
        </p:nvSpPr>
        <p:spPr>
          <a:xfrm>
            <a:off x="-1199496" y="4721900"/>
            <a:ext cx="62966" cy="11353"/>
          </a:xfrm>
          <a:custGeom>
            <a:avLst/>
            <a:gdLst/>
            <a:ahLst/>
            <a:cxnLst/>
            <a:rect l="l" t="t" r="r" b="b"/>
            <a:pathLst>
              <a:path w="3239" h="584" extrusionOk="0">
                <a:moveTo>
                  <a:pt x="3239" y="292"/>
                </a:moveTo>
                <a:cubicBezTo>
                  <a:pt x="3239" y="454"/>
                  <a:pt x="2526" y="584"/>
                  <a:pt x="1619" y="584"/>
                </a:cubicBezTo>
                <a:cubicBezTo>
                  <a:pt x="745" y="584"/>
                  <a:pt x="0" y="454"/>
                  <a:pt x="0" y="292"/>
                </a:cubicBezTo>
                <a:cubicBezTo>
                  <a:pt x="0" y="130"/>
                  <a:pt x="745" y="1"/>
                  <a:pt x="1619" y="1"/>
                </a:cubicBezTo>
                <a:cubicBezTo>
                  <a:pt x="2526" y="1"/>
                  <a:pt x="3239" y="130"/>
                  <a:pt x="3239" y="292"/>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37"/>
          <p:cNvSpPr/>
          <p:nvPr/>
        </p:nvSpPr>
        <p:spPr>
          <a:xfrm>
            <a:off x="-1122691" y="4750864"/>
            <a:ext cx="37150" cy="18274"/>
          </a:xfrm>
          <a:custGeom>
            <a:avLst/>
            <a:gdLst/>
            <a:ahLst/>
            <a:cxnLst/>
            <a:rect l="l" t="t" r="r" b="b"/>
            <a:pathLst>
              <a:path w="1911" h="940" extrusionOk="0">
                <a:moveTo>
                  <a:pt x="1911" y="486"/>
                </a:moveTo>
                <a:cubicBezTo>
                  <a:pt x="1911" y="713"/>
                  <a:pt x="1490" y="940"/>
                  <a:pt x="972" y="940"/>
                </a:cubicBezTo>
                <a:cubicBezTo>
                  <a:pt x="421" y="940"/>
                  <a:pt x="0" y="713"/>
                  <a:pt x="0" y="486"/>
                </a:cubicBezTo>
                <a:cubicBezTo>
                  <a:pt x="0" y="227"/>
                  <a:pt x="421" y="0"/>
                  <a:pt x="972" y="0"/>
                </a:cubicBezTo>
                <a:cubicBezTo>
                  <a:pt x="1490" y="0"/>
                  <a:pt x="1911" y="227"/>
                  <a:pt x="1911" y="486"/>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37"/>
          <p:cNvSpPr/>
          <p:nvPr/>
        </p:nvSpPr>
        <p:spPr>
          <a:xfrm>
            <a:off x="-1336453" y="4815025"/>
            <a:ext cx="55961" cy="6660"/>
          </a:xfrm>
          <a:custGeom>
            <a:avLst/>
            <a:gdLst/>
            <a:ahLst/>
            <a:cxnLst/>
            <a:rect l="l" t="t" r="r" b="b"/>
            <a:pathLst>
              <a:path w="2462" h="293" extrusionOk="0">
                <a:moveTo>
                  <a:pt x="2461" y="163"/>
                </a:moveTo>
                <a:cubicBezTo>
                  <a:pt x="2461" y="227"/>
                  <a:pt x="1911" y="292"/>
                  <a:pt x="1231" y="292"/>
                </a:cubicBezTo>
                <a:cubicBezTo>
                  <a:pt x="551" y="292"/>
                  <a:pt x="0" y="227"/>
                  <a:pt x="0" y="163"/>
                </a:cubicBezTo>
                <a:cubicBezTo>
                  <a:pt x="0" y="66"/>
                  <a:pt x="551" y="1"/>
                  <a:pt x="1231" y="1"/>
                </a:cubicBezTo>
                <a:cubicBezTo>
                  <a:pt x="1911" y="1"/>
                  <a:pt x="2461" y="66"/>
                  <a:pt x="2461" y="163"/>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37"/>
          <p:cNvSpPr/>
          <p:nvPr/>
        </p:nvSpPr>
        <p:spPr>
          <a:xfrm>
            <a:off x="15671" y="4962244"/>
            <a:ext cx="59644" cy="26526"/>
          </a:xfrm>
          <a:custGeom>
            <a:avLst/>
            <a:gdLst/>
            <a:ahLst/>
            <a:cxnLst/>
            <a:rect l="l" t="t" r="r" b="b"/>
            <a:pathLst>
              <a:path w="2624" h="1167" extrusionOk="0">
                <a:moveTo>
                  <a:pt x="2624" y="583"/>
                </a:moveTo>
                <a:cubicBezTo>
                  <a:pt x="2624" y="907"/>
                  <a:pt x="2041" y="1166"/>
                  <a:pt x="1296" y="1166"/>
                </a:cubicBezTo>
                <a:cubicBezTo>
                  <a:pt x="584" y="1166"/>
                  <a:pt x="1" y="907"/>
                  <a:pt x="1" y="583"/>
                </a:cubicBezTo>
                <a:cubicBezTo>
                  <a:pt x="1" y="259"/>
                  <a:pt x="584" y="0"/>
                  <a:pt x="1296" y="0"/>
                </a:cubicBezTo>
                <a:cubicBezTo>
                  <a:pt x="2041" y="0"/>
                  <a:pt x="2624" y="259"/>
                  <a:pt x="2624" y="583"/>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37"/>
          <p:cNvSpPr/>
          <p:nvPr/>
        </p:nvSpPr>
        <p:spPr>
          <a:xfrm>
            <a:off x="1134475" y="5099144"/>
            <a:ext cx="42732" cy="12547"/>
          </a:xfrm>
          <a:custGeom>
            <a:avLst/>
            <a:gdLst/>
            <a:ahLst/>
            <a:cxnLst/>
            <a:rect l="l" t="t" r="r" b="b"/>
            <a:pathLst>
              <a:path w="1880" h="552" extrusionOk="0">
                <a:moveTo>
                  <a:pt x="1879" y="260"/>
                </a:moveTo>
                <a:cubicBezTo>
                  <a:pt x="1879" y="422"/>
                  <a:pt x="1458" y="551"/>
                  <a:pt x="940" y="551"/>
                </a:cubicBezTo>
                <a:cubicBezTo>
                  <a:pt x="422" y="551"/>
                  <a:pt x="1" y="422"/>
                  <a:pt x="1" y="260"/>
                </a:cubicBezTo>
                <a:cubicBezTo>
                  <a:pt x="1" y="98"/>
                  <a:pt x="422" y="1"/>
                  <a:pt x="940" y="1"/>
                </a:cubicBezTo>
                <a:cubicBezTo>
                  <a:pt x="1458" y="1"/>
                  <a:pt x="1879" y="98"/>
                  <a:pt x="1879" y="260"/>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37"/>
          <p:cNvSpPr/>
          <p:nvPr/>
        </p:nvSpPr>
        <p:spPr>
          <a:xfrm>
            <a:off x="1021871" y="5110918"/>
            <a:ext cx="80237" cy="33890"/>
          </a:xfrm>
          <a:custGeom>
            <a:avLst/>
            <a:gdLst/>
            <a:ahLst/>
            <a:cxnLst/>
            <a:rect l="l" t="t" r="r" b="b"/>
            <a:pathLst>
              <a:path w="3530" h="1491" extrusionOk="0">
                <a:moveTo>
                  <a:pt x="3530" y="746"/>
                </a:moveTo>
                <a:cubicBezTo>
                  <a:pt x="3530" y="1166"/>
                  <a:pt x="2720" y="1490"/>
                  <a:pt x="1781" y="1490"/>
                </a:cubicBezTo>
                <a:cubicBezTo>
                  <a:pt x="810" y="1490"/>
                  <a:pt x="0" y="1166"/>
                  <a:pt x="0" y="746"/>
                </a:cubicBezTo>
                <a:cubicBezTo>
                  <a:pt x="0" y="357"/>
                  <a:pt x="810" y="1"/>
                  <a:pt x="1781" y="1"/>
                </a:cubicBezTo>
                <a:cubicBezTo>
                  <a:pt x="2720" y="1"/>
                  <a:pt x="3530" y="357"/>
                  <a:pt x="3530" y="746"/>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37"/>
          <p:cNvSpPr/>
          <p:nvPr/>
        </p:nvSpPr>
        <p:spPr>
          <a:xfrm>
            <a:off x="-649205" y="4874422"/>
            <a:ext cx="26636" cy="8218"/>
          </a:xfrm>
          <a:custGeom>
            <a:avLst/>
            <a:gdLst/>
            <a:ahLst/>
            <a:cxnLst/>
            <a:rect l="l" t="t" r="r" b="b"/>
            <a:pathLst>
              <a:path w="1264" h="390" extrusionOk="0">
                <a:moveTo>
                  <a:pt x="1264" y="195"/>
                </a:moveTo>
                <a:cubicBezTo>
                  <a:pt x="1264" y="292"/>
                  <a:pt x="972" y="389"/>
                  <a:pt x="616" y="389"/>
                </a:cubicBezTo>
                <a:cubicBezTo>
                  <a:pt x="292" y="389"/>
                  <a:pt x="1" y="292"/>
                  <a:pt x="1" y="195"/>
                </a:cubicBezTo>
                <a:cubicBezTo>
                  <a:pt x="1" y="98"/>
                  <a:pt x="292" y="1"/>
                  <a:pt x="616" y="1"/>
                </a:cubicBezTo>
                <a:cubicBezTo>
                  <a:pt x="972" y="1"/>
                  <a:pt x="1264" y="98"/>
                  <a:pt x="1264" y="195"/>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37"/>
          <p:cNvSpPr/>
          <p:nvPr/>
        </p:nvSpPr>
        <p:spPr>
          <a:xfrm>
            <a:off x="882743" y="5099144"/>
            <a:ext cx="33890" cy="12547"/>
          </a:xfrm>
          <a:custGeom>
            <a:avLst/>
            <a:gdLst/>
            <a:ahLst/>
            <a:cxnLst/>
            <a:rect l="l" t="t" r="r" b="b"/>
            <a:pathLst>
              <a:path w="1491" h="552" extrusionOk="0">
                <a:moveTo>
                  <a:pt x="1490" y="260"/>
                </a:moveTo>
                <a:cubicBezTo>
                  <a:pt x="1490" y="422"/>
                  <a:pt x="1167" y="551"/>
                  <a:pt x="746" y="551"/>
                </a:cubicBezTo>
                <a:cubicBezTo>
                  <a:pt x="325" y="551"/>
                  <a:pt x="1" y="422"/>
                  <a:pt x="1" y="260"/>
                </a:cubicBezTo>
                <a:cubicBezTo>
                  <a:pt x="1" y="98"/>
                  <a:pt x="325" y="1"/>
                  <a:pt x="746" y="1"/>
                </a:cubicBezTo>
                <a:cubicBezTo>
                  <a:pt x="1167" y="1"/>
                  <a:pt x="1490" y="98"/>
                  <a:pt x="1490" y="260"/>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37"/>
          <p:cNvSpPr/>
          <p:nvPr/>
        </p:nvSpPr>
        <p:spPr>
          <a:xfrm>
            <a:off x="1170564" y="4790519"/>
            <a:ext cx="36528" cy="10731"/>
          </a:xfrm>
          <a:custGeom>
            <a:avLst/>
            <a:gdLst/>
            <a:ahLst/>
            <a:cxnLst/>
            <a:rect l="l" t="t" r="r" b="b"/>
            <a:pathLst>
              <a:path w="1879" h="552" extrusionOk="0">
                <a:moveTo>
                  <a:pt x="1878" y="292"/>
                </a:moveTo>
                <a:cubicBezTo>
                  <a:pt x="1878" y="422"/>
                  <a:pt x="1457" y="551"/>
                  <a:pt x="939" y="551"/>
                </a:cubicBezTo>
                <a:cubicBezTo>
                  <a:pt x="421" y="551"/>
                  <a:pt x="0" y="422"/>
                  <a:pt x="0" y="292"/>
                </a:cubicBezTo>
                <a:cubicBezTo>
                  <a:pt x="0" y="130"/>
                  <a:pt x="421" y="1"/>
                  <a:pt x="939" y="1"/>
                </a:cubicBezTo>
                <a:cubicBezTo>
                  <a:pt x="1457" y="1"/>
                  <a:pt x="1878" y="130"/>
                  <a:pt x="1878" y="292"/>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37"/>
          <p:cNvSpPr/>
          <p:nvPr/>
        </p:nvSpPr>
        <p:spPr>
          <a:xfrm>
            <a:off x="1074243" y="4801230"/>
            <a:ext cx="68643" cy="28344"/>
          </a:xfrm>
          <a:custGeom>
            <a:avLst/>
            <a:gdLst/>
            <a:ahLst/>
            <a:cxnLst/>
            <a:rect l="l" t="t" r="r" b="b"/>
            <a:pathLst>
              <a:path w="3531" h="1458" extrusionOk="0">
                <a:moveTo>
                  <a:pt x="3530" y="745"/>
                </a:moveTo>
                <a:cubicBezTo>
                  <a:pt x="3530" y="1133"/>
                  <a:pt x="2721" y="1457"/>
                  <a:pt x="1749" y="1457"/>
                </a:cubicBezTo>
                <a:cubicBezTo>
                  <a:pt x="810" y="1457"/>
                  <a:pt x="0" y="1133"/>
                  <a:pt x="0" y="745"/>
                </a:cubicBezTo>
                <a:cubicBezTo>
                  <a:pt x="0" y="324"/>
                  <a:pt x="810" y="0"/>
                  <a:pt x="1749" y="0"/>
                </a:cubicBezTo>
                <a:cubicBezTo>
                  <a:pt x="2721" y="0"/>
                  <a:pt x="3530" y="324"/>
                  <a:pt x="3530" y="745"/>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37"/>
          <p:cNvSpPr/>
          <p:nvPr/>
        </p:nvSpPr>
        <p:spPr>
          <a:xfrm>
            <a:off x="1157345" y="4844035"/>
            <a:ext cx="23931" cy="6940"/>
          </a:xfrm>
          <a:custGeom>
            <a:avLst/>
            <a:gdLst/>
            <a:ahLst/>
            <a:cxnLst/>
            <a:rect l="l" t="t" r="r" b="b"/>
            <a:pathLst>
              <a:path w="1231" h="357" extrusionOk="0">
                <a:moveTo>
                  <a:pt x="1231" y="194"/>
                </a:moveTo>
                <a:cubicBezTo>
                  <a:pt x="1231" y="292"/>
                  <a:pt x="972" y="356"/>
                  <a:pt x="615" y="356"/>
                </a:cubicBezTo>
                <a:cubicBezTo>
                  <a:pt x="259" y="356"/>
                  <a:pt x="0" y="292"/>
                  <a:pt x="0" y="194"/>
                </a:cubicBezTo>
                <a:cubicBezTo>
                  <a:pt x="0" y="97"/>
                  <a:pt x="259" y="0"/>
                  <a:pt x="615" y="0"/>
                </a:cubicBezTo>
                <a:cubicBezTo>
                  <a:pt x="972" y="0"/>
                  <a:pt x="1231" y="97"/>
                  <a:pt x="1231" y="194"/>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37"/>
          <p:cNvSpPr/>
          <p:nvPr/>
        </p:nvSpPr>
        <p:spPr>
          <a:xfrm>
            <a:off x="1366336" y="2383353"/>
            <a:ext cx="346887" cy="602465"/>
          </a:xfrm>
          <a:custGeom>
            <a:avLst/>
            <a:gdLst/>
            <a:ahLst/>
            <a:cxnLst/>
            <a:rect l="l" t="t" r="r" b="b"/>
            <a:pathLst>
              <a:path w="17844" h="30991" extrusionOk="0">
                <a:moveTo>
                  <a:pt x="7222" y="0"/>
                </a:moveTo>
                <a:lnTo>
                  <a:pt x="10622" y="0"/>
                </a:lnTo>
                <a:cubicBezTo>
                  <a:pt x="14605" y="0"/>
                  <a:pt x="17843" y="3206"/>
                  <a:pt x="17843" y="7222"/>
                </a:cubicBezTo>
                <a:lnTo>
                  <a:pt x="17843" y="23769"/>
                </a:lnTo>
                <a:cubicBezTo>
                  <a:pt x="17843" y="27785"/>
                  <a:pt x="14605" y="30991"/>
                  <a:pt x="10622" y="30991"/>
                </a:cubicBezTo>
                <a:lnTo>
                  <a:pt x="7222" y="30991"/>
                </a:lnTo>
                <a:cubicBezTo>
                  <a:pt x="3238" y="30991"/>
                  <a:pt x="0" y="27785"/>
                  <a:pt x="0" y="23769"/>
                </a:cubicBezTo>
                <a:lnTo>
                  <a:pt x="0" y="7222"/>
                </a:lnTo>
                <a:cubicBezTo>
                  <a:pt x="0" y="3206"/>
                  <a:pt x="3238" y="0"/>
                  <a:pt x="7222" y="0"/>
                </a:cubicBezTo>
                <a:close/>
              </a:path>
            </a:pathLst>
          </a:custGeom>
          <a:solidFill>
            <a:srgbClr val="F0B0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37"/>
          <p:cNvSpPr/>
          <p:nvPr/>
        </p:nvSpPr>
        <p:spPr>
          <a:xfrm>
            <a:off x="-496366" y="3278218"/>
            <a:ext cx="2525100" cy="2028300"/>
          </a:xfrm>
          <a:prstGeom prst="trapezoid">
            <a:avLst>
              <a:gd name="adj" fmla="val 34293"/>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37"/>
          <p:cNvSpPr/>
          <p:nvPr/>
        </p:nvSpPr>
        <p:spPr>
          <a:xfrm>
            <a:off x="-1016942" y="2896755"/>
            <a:ext cx="19537" cy="15377"/>
          </a:xfrm>
          <a:custGeom>
            <a:avLst/>
            <a:gdLst/>
            <a:ahLst/>
            <a:cxnLst/>
            <a:rect l="l" t="t" r="r" b="b"/>
            <a:pathLst>
              <a:path w="1005" h="791" extrusionOk="0">
                <a:moveTo>
                  <a:pt x="440" y="1"/>
                </a:moveTo>
                <a:cubicBezTo>
                  <a:pt x="369" y="1"/>
                  <a:pt x="298" y="31"/>
                  <a:pt x="227" y="78"/>
                </a:cubicBezTo>
                <a:cubicBezTo>
                  <a:pt x="162" y="78"/>
                  <a:pt x="130" y="111"/>
                  <a:pt x="98" y="176"/>
                </a:cubicBezTo>
                <a:cubicBezTo>
                  <a:pt x="65" y="208"/>
                  <a:pt x="33" y="273"/>
                  <a:pt x="0" y="337"/>
                </a:cubicBezTo>
                <a:cubicBezTo>
                  <a:pt x="0" y="370"/>
                  <a:pt x="0" y="435"/>
                  <a:pt x="0" y="467"/>
                </a:cubicBezTo>
                <a:cubicBezTo>
                  <a:pt x="33" y="597"/>
                  <a:pt x="98" y="661"/>
                  <a:pt x="162" y="726"/>
                </a:cubicBezTo>
                <a:lnTo>
                  <a:pt x="227" y="791"/>
                </a:lnTo>
                <a:lnTo>
                  <a:pt x="227" y="726"/>
                </a:lnTo>
                <a:lnTo>
                  <a:pt x="227" y="661"/>
                </a:lnTo>
                <a:lnTo>
                  <a:pt x="227" y="564"/>
                </a:lnTo>
                <a:cubicBezTo>
                  <a:pt x="227" y="532"/>
                  <a:pt x="227" y="499"/>
                  <a:pt x="227" y="467"/>
                </a:cubicBezTo>
                <a:cubicBezTo>
                  <a:pt x="227" y="435"/>
                  <a:pt x="227" y="402"/>
                  <a:pt x="227" y="402"/>
                </a:cubicBezTo>
                <a:cubicBezTo>
                  <a:pt x="259" y="370"/>
                  <a:pt x="259" y="337"/>
                  <a:pt x="292" y="337"/>
                </a:cubicBezTo>
                <a:cubicBezTo>
                  <a:pt x="324" y="305"/>
                  <a:pt x="357" y="273"/>
                  <a:pt x="357" y="273"/>
                </a:cubicBezTo>
                <a:cubicBezTo>
                  <a:pt x="389" y="240"/>
                  <a:pt x="421" y="240"/>
                  <a:pt x="454" y="240"/>
                </a:cubicBezTo>
                <a:lnTo>
                  <a:pt x="583" y="208"/>
                </a:lnTo>
                <a:cubicBezTo>
                  <a:pt x="648" y="176"/>
                  <a:pt x="713" y="176"/>
                  <a:pt x="778" y="176"/>
                </a:cubicBezTo>
                <a:lnTo>
                  <a:pt x="1004" y="176"/>
                </a:lnTo>
                <a:lnTo>
                  <a:pt x="939" y="143"/>
                </a:lnTo>
                <a:cubicBezTo>
                  <a:pt x="875" y="111"/>
                  <a:pt x="842" y="78"/>
                  <a:pt x="778" y="46"/>
                </a:cubicBezTo>
                <a:cubicBezTo>
                  <a:pt x="713" y="14"/>
                  <a:pt x="616" y="14"/>
                  <a:pt x="518" y="14"/>
                </a:cubicBezTo>
                <a:cubicBezTo>
                  <a:pt x="492" y="5"/>
                  <a:pt x="466" y="1"/>
                  <a:pt x="440" y="1"/>
                </a:cubicBezTo>
                <a:close/>
              </a:path>
            </a:pathLst>
          </a:custGeom>
          <a:solidFill>
            <a:srgbClr val="709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37"/>
          <p:cNvSpPr/>
          <p:nvPr/>
        </p:nvSpPr>
        <p:spPr>
          <a:xfrm>
            <a:off x="-978550" y="2814548"/>
            <a:ext cx="43468" cy="30074"/>
          </a:xfrm>
          <a:custGeom>
            <a:avLst/>
            <a:gdLst/>
            <a:ahLst/>
            <a:cxnLst/>
            <a:rect l="l" t="t" r="r" b="b"/>
            <a:pathLst>
              <a:path w="2236" h="1547" extrusionOk="0">
                <a:moveTo>
                  <a:pt x="519" y="1"/>
                </a:moveTo>
                <a:cubicBezTo>
                  <a:pt x="422" y="1"/>
                  <a:pt x="357" y="33"/>
                  <a:pt x="292" y="33"/>
                </a:cubicBezTo>
                <a:cubicBezTo>
                  <a:pt x="260" y="65"/>
                  <a:pt x="227" y="65"/>
                  <a:pt x="227" y="98"/>
                </a:cubicBezTo>
                <a:cubicBezTo>
                  <a:pt x="195" y="98"/>
                  <a:pt x="163" y="130"/>
                  <a:pt x="130" y="162"/>
                </a:cubicBezTo>
                <a:cubicBezTo>
                  <a:pt x="65" y="227"/>
                  <a:pt x="33" y="292"/>
                  <a:pt x="33" y="357"/>
                </a:cubicBezTo>
                <a:cubicBezTo>
                  <a:pt x="1" y="389"/>
                  <a:pt x="1" y="454"/>
                  <a:pt x="33" y="486"/>
                </a:cubicBezTo>
                <a:cubicBezTo>
                  <a:pt x="33" y="519"/>
                  <a:pt x="33" y="551"/>
                  <a:pt x="33" y="583"/>
                </a:cubicBezTo>
                <a:cubicBezTo>
                  <a:pt x="65" y="648"/>
                  <a:pt x="65" y="681"/>
                  <a:pt x="98" y="713"/>
                </a:cubicBezTo>
                <a:cubicBezTo>
                  <a:pt x="98" y="745"/>
                  <a:pt x="130" y="778"/>
                  <a:pt x="163" y="810"/>
                </a:cubicBezTo>
                <a:cubicBezTo>
                  <a:pt x="195" y="842"/>
                  <a:pt x="227" y="842"/>
                  <a:pt x="260" y="875"/>
                </a:cubicBezTo>
                <a:cubicBezTo>
                  <a:pt x="292" y="907"/>
                  <a:pt x="325" y="907"/>
                  <a:pt x="357" y="940"/>
                </a:cubicBezTo>
                <a:cubicBezTo>
                  <a:pt x="389" y="940"/>
                  <a:pt x="422" y="972"/>
                  <a:pt x="454" y="972"/>
                </a:cubicBezTo>
                <a:lnTo>
                  <a:pt x="681" y="972"/>
                </a:lnTo>
                <a:cubicBezTo>
                  <a:pt x="681" y="994"/>
                  <a:pt x="681" y="1015"/>
                  <a:pt x="681" y="1037"/>
                </a:cubicBezTo>
                <a:cubicBezTo>
                  <a:pt x="681" y="1134"/>
                  <a:pt x="713" y="1199"/>
                  <a:pt x="746" y="1263"/>
                </a:cubicBezTo>
                <a:cubicBezTo>
                  <a:pt x="778" y="1296"/>
                  <a:pt x="810" y="1296"/>
                  <a:pt x="843" y="1328"/>
                </a:cubicBezTo>
                <a:cubicBezTo>
                  <a:pt x="843" y="1361"/>
                  <a:pt x="875" y="1393"/>
                  <a:pt x="907" y="1425"/>
                </a:cubicBezTo>
                <a:cubicBezTo>
                  <a:pt x="972" y="1458"/>
                  <a:pt x="1037" y="1490"/>
                  <a:pt x="1102" y="1490"/>
                </a:cubicBezTo>
                <a:cubicBezTo>
                  <a:pt x="1145" y="1499"/>
                  <a:pt x="1186" y="1503"/>
                  <a:pt x="1226" y="1503"/>
                </a:cubicBezTo>
                <a:cubicBezTo>
                  <a:pt x="1333" y="1503"/>
                  <a:pt x="1428" y="1473"/>
                  <a:pt x="1523" y="1425"/>
                </a:cubicBezTo>
                <a:cubicBezTo>
                  <a:pt x="1555" y="1393"/>
                  <a:pt x="1587" y="1393"/>
                  <a:pt x="1620" y="1361"/>
                </a:cubicBezTo>
                <a:cubicBezTo>
                  <a:pt x="1620" y="1336"/>
                  <a:pt x="1639" y="1330"/>
                  <a:pt x="1662" y="1314"/>
                </a:cubicBezTo>
                <a:lnTo>
                  <a:pt x="1662" y="1314"/>
                </a:lnTo>
                <a:cubicBezTo>
                  <a:pt x="1691" y="1367"/>
                  <a:pt x="1723" y="1399"/>
                  <a:pt x="1782" y="1458"/>
                </a:cubicBezTo>
                <a:cubicBezTo>
                  <a:pt x="1782" y="1490"/>
                  <a:pt x="1847" y="1522"/>
                  <a:pt x="1879" y="1522"/>
                </a:cubicBezTo>
                <a:cubicBezTo>
                  <a:pt x="1895" y="1539"/>
                  <a:pt x="1919" y="1547"/>
                  <a:pt x="1944" y="1547"/>
                </a:cubicBezTo>
                <a:cubicBezTo>
                  <a:pt x="1968" y="1547"/>
                  <a:pt x="1992" y="1539"/>
                  <a:pt x="2008" y="1522"/>
                </a:cubicBezTo>
                <a:cubicBezTo>
                  <a:pt x="2041" y="1522"/>
                  <a:pt x="2073" y="1490"/>
                  <a:pt x="2106" y="1458"/>
                </a:cubicBezTo>
                <a:cubicBezTo>
                  <a:pt x="2138" y="1425"/>
                  <a:pt x="2138" y="1393"/>
                  <a:pt x="2170" y="1361"/>
                </a:cubicBezTo>
                <a:cubicBezTo>
                  <a:pt x="2203" y="1328"/>
                  <a:pt x="2203" y="1263"/>
                  <a:pt x="2235" y="1199"/>
                </a:cubicBezTo>
                <a:cubicBezTo>
                  <a:pt x="2235" y="1134"/>
                  <a:pt x="2235" y="1069"/>
                  <a:pt x="2235" y="1004"/>
                </a:cubicBezTo>
                <a:cubicBezTo>
                  <a:pt x="2203" y="875"/>
                  <a:pt x="2170" y="778"/>
                  <a:pt x="2138" y="681"/>
                </a:cubicBezTo>
                <a:lnTo>
                  <a:pt x="2106" y="745"/>
                </a:lnTo>
                <a:cubicBezTo>
                  <a:pt x="2106" y="778"/>
                  <a:pt x="2106" y="810"/>
                  <a:pt x="2106" y="810"/>
                </a:cubicBezTo>
                <a:cubicBezTo>
                  <a:pt x="2106" y="875"/>
                  <a:pt x="2106" y="940"/>
                  <a:pt x="2106" y="972"/>
                </a:cubicBezTo>
                <a:cubicBezTo>
                  <a:pt x="2106" y="1037"/>
                  <a:pt x="2106" y="1102"/>
                  <a:pt x="2073" y="1134"/>
                </a:cubicBezTo>
                <a:cubicBezTo>
                  <a:pt x="2041" y="1199"/>
                  <a:pt x="2041" y="1231"/>
                  <a:pt x="2008" y="1296"/>
                </a:cubicBezTo>
                <a:cubicBezTo>
                  <a:pt x="1976" y="1296"/>
                  <a:pt x="1976" y="1328"/>
                  <a:pt x="1976" y="1328"/>
                </a:cubicBezTo>
                <a:cubicBezTo>
                  <a:pt x="1944" y="1361"/>
                  <a:pt x="1944" y="1361"/>
                  <a:pt x="1911" y="1361"/>
                </a:cubicBezTo>
                <a:cubicBezTo>
                  <a:pt x="1911" y="1361"/>
                  <a:pt x="1879" y="1328"/>
                  <a:pt x="1879" y="1328"/>
                </a:cubicBezTo>
                <a:cubicBezTo>
                  <a:pt x="1847" y="1296"/>
                  <a:pt x="1847" y="1263"/>
                  <a:pt x="1847" y="1231"/>
                </a:cubicBezTo>
                <a:cubicBezTo>
                  <a:pt x="1782" y="1166"/>
                  <a:pt x="1782" y="1102"/>
                  <a:pt x="1782" y="1069"/>
                </a:cubicBezTo>
                <a:cubicBezTo>
                  <a:pt x="1782" y="1037"/>
                  <a:pt x="1782" y="1004"/>
                  <a:pt x="1749" y="1004"/>
                </a:cubicBezTo>
                <a:cubicBezTo>
                  <a:pt x="1736" y="991"/>
                  <a:pt x="1717" y="983"/>
                  <a:pt x="1697" y="983"/>
                </a:cubicBezTo>
                <a:cubicBezTo>
                  <a:pt x="1669" y="983"/>
                  <a:pt x="1639" y="999"/>
                  <a:pt x="1620" y="1037"/>
                </a:cubicBezTo>
                <a:cubicBezTo>
                  <a:pt x="1587" y="1069"/>
                  <a:pt x="1555" y="1102"/>
                  <a:pt x="1523" y="1134"/>
                </a:cubicBezTo>
                <a:cubicBezTo>
                  <a:pt x="1490" y="1166"/>
                  <a:pt x="1490" y="1166"/>
                  <a:pt x="1458" y="1199"/>
                </a:cubicBezTo>
                <a:cubicBezTo>
                  <a:pt x="1458" y="1199"/>
                  <a:pt x="1426" y="1199"/>
                  <a:pt x="1393" y="1231"/>
                </a:cubicBezTo>
                <a:cubicBezTo>
                  <a:pt x="1361" y="1231"/>
                  <a:pt x="1328" y="1263"/>
                  <a:pt x="1264" y="1263"/>
                </a:cubicBezTo>
                <a:lnTo>
                  <a:pt x="1134" y="1263"/>
                </a:lnTo>
                <a:cubicBezTo>
                  <a:pt x="1102" y="1263"/>
                  <a:pt x="1069" y="1231"/>
                  <a:pt x="1037" y="1231"/>
                </a:cubicBezTo>
                <a:cubicBezTo>
                  <a:pt x="1005" y="1199"/>
                  <a:pt x="1005" y="1199"/>
                  <a:pt x="972" y="1199"/>
                </a:cubicBezTo>
                <a:cubicBezTo>
                  <a:pt x="972" y="1166"/>
                  <a:pt x="940" y="1166"/>
                  <a:pt x="940" y="1134"/>
                </a:cubicBezTo>
                <a:cubicBezTo>
                  <a:pt x="907" y="1102"/>
                  <a:pt x="907" y="1069"/>
                  <a:pt x="907" y="1004"/>
                </a:cubicBezTo>
                <a:cubicBezTo>
                  <a:pt x="907" y="1004"/>
                  <a:pt x="907" y="972"/>
                  <a:pt x="907" y="940"/>
                </a:cubicBezTo>
                <a:lnTo>
                  <a:pt x="907" y="875"/>
                </a:lnTo>
                <a:cubicBezTo>
                  <a:pt x="875" y="810"/>
                  <a:pt x="810" y="778"/>
                  <a:pt x="778" y="778"/>
                </a:cubicBezTo>
                <a:lnTo>
                  <a:pt x="519" y="778"/>
                </a:lnTo>
                <a:lnTo>
                  <a:pt x="422" y="745"/>
                </a:lnTo>
                <a:cubicBezTo>
                  <a:pt x="357" y="745"/>
                  <a:pt x="325" y="713"/>
                  <a:pt x="292" y="681"/>
                </a:cubicBezTo>
                <a:cubicBezTo>
                  <a:pt x="260" y="648"/>
                  <a:pt x="227" y="648"/>
                  <a:pt x="227" y="616"/>
                </a:cubicBezTo>
                <a:cubicBezTo>
                  <a:pt x="195" y="583"/>
                  <a:pt x="195" y="583"/>
                  <a:pt x="195" y="551"/>
                </a:cubicBezTo>
                <a:cubicBezTo>
                  <a:pt x="163" y="519"/>
                  <a:pt x="163" y="486"/>
                  <a:pt x="163" y="454"/>
                </a:cubicBezTo>
                <a:cubicBezTo>
                  <a:pt x="163" y="454"/>
                  <a:pt x="163" y="421"/>
                  <a:pt x="163" y="389"/>
                </a:cubicBezTo>
                <a:cubicBezTo>
                  <a:pt x="163" y="357"/>
                  <a:pt x="163" y="324"/>
                  <a:pt x="163" y="292"/>
                </a:cubicBezTo>
                <a:cubicBezTo>
                  <a:pt x="163" y="260"/>
                  <a:pt x="163" y="227"/>
                  <a:pt x="195" y="227"/>
                </a:cubicBezTo>
                <a:cubicBezTo>
                  <a:pt x="195" y="195"/>
                  <a:pt x="227" y="162"/>
                  <a:pt x="260" y="162"/>
                </a:cubicBezTo>
                <a:cubicBezTo>
                  <a:pt x="260" y="130"/>
                  <a:pt x="292" y="98"/>
                  <a:pt x="325" y="98"/>
                </a:cubicBezTo>
                <a:cubicBezTo>
                  <a:pt x="389" y="65"/>
                  <a:pt x="454" y="33"/>
                  <a:pt x="519" y="1"/>
                </a:cubicBezTo>
                <a:close/>
              </a:path>
            </a:pathLst>
          </a:custGeom>
          <a:solidFill>
            <a:srgbClr val="709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37"/>
          <p:cNvSpPr/>
          <p:nvPr/>
        </p:nvSpPr>
        <p:spPr>
          <a:xfrm>
            <a:off x="-968481" y="2747192"/>
            <a:ext cx="18915" cy="9467"/>
          </a:xfrm>
          <a:custGeom>
            <a:avLst/>
            <a:gdLst/>
            <a:ahLst/>
            <a:cxnLst/>
            <a:rect l="l" t="t" r="r" b="b"/>
            <a:pathLst>
              <a:path w="973" h="487" extrusionOk="0">
                <a:moveTo>
                  <a:pt x="1" y="1"/>
                </a:moveTo>
                <a:cubicBezTo>
                  <a:pt x="1" y="33"/>
                  <a:pt x="1" y="33"/>
                  <a:pt x="1" y="65"/>
                </a:cubicBezTo>
                <a:cubicBezTo>
                  <a:pt x="1" y="195"/>
                  <a:pt x="33" y="324"/>
                  <a:pt x="163" y="389"/>
                </a:cubicBezTo>
                <a:cubicBezTo>
                  <a:pt x="195" y="422"/>
                  <a:pt x="228" y="454"/>
                  <a:pt x="260" y="454"/>
                </a:cubicBezTo>
                <a:cubicBezTo>
                  <a:pt x="325" y="486"/>
                  <a:pt x="357" y="486"/>
                  <a:pt x="422" y="486"/>
                </a:cubicBezTo>
                <a:cubicBezTo>
                  <a:pt x="487" y="486"/>
                  <a:pt x="584" y="486"/>
                  <a:pt x="648" y="454"/>
                </a:cubicBezTo>
                <a:cubicBezTo>
                  <a:pt x="713" y="422"/>
                  <a:pt x="778" y="389"/>
                  <a:pt x="843" y="324"/>
                </a:cubicBezTo>
                <a:cubicBezTo>
                  <a:pt x="908" y="292"/>
                  <a:pt x="940" y="227"/>
                  <a:pt x="972" y="162"/>
                </a:cubicBezTo>
                <a:lnTo>
                  <a:pt x="972" y="162"/>
                </a:lnTo>
                <a:lnTo>
                  <a:pt x="908" y="195"/>
                </a:lnTo>
                <a:lnTo>
                  <a:pt x="778" y="195"/>
                </a:lnTo>
                <a:cubicBezTo>
                  <a:pt x="648" y="227"/>
                  <a:pt x="551" y="260"/>
                  <a:pt x="422" y="260"/>
                </a:cubicBezTo>
                <a:cubicBezTo>
                  <a:pt x="325" y="260"/>
                  <a:pt x="195" y="227"/>
                  <a:pt x="130" y="130"/>
                </a:cubicBezTo>
                <a:lnTo>
                  <a:pt x="33" y="65"/>
                </a:lnTo>
                <a:lnTo>
                  <a:pt x="1" y="1"/>
                </a:lnTo>
                <a:close/>
              </a:path>
            </a:pathLst>
          </a:custGeom>
          <a:solidFill>
            <a:srgbClr val="709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37"/>
          <p:cNvSpPr/>
          <p:nvPr/>
        </p:nvSpPr>
        <p:spPr>
          <a:xfrm>
            <a:off x="-960297" y="2672916"/>
            <a:ext cx="34020" cy="23931"/>
          </a:xfrm>
          <a:custGeom>
            <a:avLst/>
            <a:gdLst/>
            <a:ahLst/>
            <a:cxnLst/>
            <a:rect l="l" t="t" r="r" b="b"/>
            <a:pathLst>
              <a:path w="1750" h="1231" extrusionOk="0">
                <a:moveTo>
                  <a:pt x="130" y="0"/>
                </a:moveTo>
                <a:lnTo>
                  <a:pt x="66" y="130"/>
                </a:lnTo>
                <a:cubicBezTo>
                  <a:pt x="33" y="162"/>
                  <a:pt x="33" y="195"/>
                  <a:pt x="1" y="227"/>
                </a:cubicBezTo>
                <a:cubicBezTo>
                  <a:pt x="1" y="259"/>
                  <a:pt x="1" y="324"/>
                  <a:pt x="1" y="357"/>
                </a:cubicBezTo>
                <a:cubicBezTo>
                  <a:pt x="1" y="421"/>
                  <a:pt x="33" y="454"/>
                  <a:pt x="33" y="518"/>
                </a:cubicBezTo>
                <a:cubicBezTo>
                  <a:pt x="66" y="551"/>
                  <a:pt x="98" y="583"/>
                  <a:pt x="130" y="616"/>
                </a:cubicBezTo>
                <a:cubicBezTo>
                  <a:pt x="195" y="648"/>
                  <a:pt x="227" y="680"/>
                  <a:pt x="260" y="680"/>
                </a:cubicBezTo>
                <a:cubicBezTo>
                  <a:pt x="325" y="713"/>
                  <a:pt x="357" y="713"/>
                  <a:pt x="422" y="713"/>
                </a:cubicBezTo>
                <a:lnTo>
                  <a:pt x="454" y="713"/>
                </a:lnTo>
                <a:cubicBezTo>
                  <a:pt x="475" y="759"/>
                  <a:pt x="497" y="809"/>
                  <a:pt x="519" y="875"/>
                </a:cubicBezTo>
                <a:cubicBezTo>
                  <a:pt x="519" y="907"/>
                  <a:pt x="551" y="939"/>
                  <a:pt x="584" y="972"/>
                </a:cubicBezTo>
                <a:cubicBezTo>
                  <a:pt x="616" y="1004"/>
                  <a:pt x="681" y="1037"/>
                  <a:pt x="713" y="1069"/>
                </a:cubicBezTo>
                <a:lnTo>
                  <a:pt x="908" y="1069"/>
                </a:lnTo>
                <a:cubicBezTo>
                  <a:pt x="940" y="1037"/>
                  <a:pt x="972" y="1004"/>
                  <a:pt x="1005" y="972"/>
                </a:cubicBezTo>
                <a:cubicBezTo>
                  <a:pt x="1006" y="971"/>
                  <a:pt x="1006" y="971"/>
                  <a:pt x="1007" y="971"/>
                </a:cubicBezTo>
                <a:lnTo>
                  <a:pt x="1007" y="971"/>
                </a:lnTo>
                <a:cubicBezTo>
                  <a:pt x="1015" y="1015"/>
                  <a:pt x="1037" y="1042"/>
                  <a:pt x="1037" y="1069"/>
                </a:cubicBezTo>
                <a:cubicBezTo>
                  <a:pt x="1069" y="1101"/>
                  <a:pt x="1102" y="1134"/>
                  <a:pt x="1134" y="1166"/>
                </a:cubicBezTo>
                <a:lnTo>
                  <a:pt x="1167" y="1199"/>
                </a:lnTo>
                <a:lnTo>
                  <a:pt x="1264" y="1231"/>
                </a:lnTo>
                <a:lnTo>
                  <a:pt x="1393" y="1231"/>
                </a:lnTo>
                <a:cubicBezTo>
                  <a:pt x="1458" y="1231"/>
                  <a:pt x="1490" y="1199"/>
                  <a:pt x="1523" y="1166"/>
                </a:cubicBezTo>
                <a:cubicBezTo>
                  <a:pt x="1555" y="1134"/>
                  <a:pt x="1555" y="1101"/>
                  <a:pt x="1588" y="1069"/>
                </a:cubicBezTo>
                <a:cubicBezTo>
                  <a:pt x="1620" y="1004"/>
                  <a:pt x="1652" y="972"/>
                  <a:pt x="1685" y="907"/>
                </a:cubicBezTo>
                <a:cubicBezTo>
                  <a:pt x="1717" y="842"/>
                  <a:pt x="1717" y="745"/>
                  <a:pt x="1717" y="680"/>
                </a:cubicBezTo>
                <a:cubicBezTo>
                  <a:pt x="1749" y="616"/>
                  <a:pt x="1749" y="551"/>
                  <a:pt x="1717" y="486"/>
                </a:cubicBezTo>
                <a:cubicBezTo>
                  <a:pt x="1717" y="454"/>
                  <a:pt x="1717" y="421"/>
                  <a:pt x="1717" y="389"/>
                </a:cubicBezTo>
                <a:lnTo>
                  <a:pt x="1685" y="324"/>
                </a:lnTo>
                <a:cubicBezTo>
                  <a:pt x="1685" y="357"/>
                  <a:pt x="1685" y="421"/>
                  <a:pt x="1685" y="454"/>
                </a:cubicBezTo>
                <a:cubicBezTo>
                  <a:pt x="1652" y="518"/>
                  <a:pt x="1652" y="583"/>
                  <a:pt x="1620" y="648"/>
                </a:cubicBezTo>
                <a:cubicBezTo>
                  <a:pt x="1588" y="745"/>
                  <a:pt x="1523" y="842"/>
                  <a:pt x="1458" y="939"/>
                </a:cubicBezTo>
                <a:cubicBezTo>
                  <a:pt x="1426" y="939"/>
                  <a:pt x="1426" y="972"/>
                  <a:pt x="1393" y="972"/>
                </a:cubicBezTo>
                <a:cubicBezTo>
                  <a:pt x="1393" y="1004"/>
                  <a:pt x="1361" y="1004"/>
                  <a:pt x="1361" y="1004"/>
                </a:cubicBezTo>
                <a:lnTo>
                  <a:pt x="1296" y="1004"/>
                </a:lnTo>
                <a:cubicBezTo>
                  <a:pt x="1264" y="1004"/>
                  <a:pt x="1264" y="939"/>
                  <a:pt x="1264" y="939"/>
                </a:cubicBezTo>
                <a:cubicBezTo>
                  <a:pt x="1264" y="939"/>
                  <a:pt x="1264" y="907"/>
                  <a:pt x="1264" y="875"/>
                </a:cubicBezTo>
                <a:cubicBezTo>
                  <a:pt x="1231" y="842"/>
                  <a:pt x="1231" y="778"/>
                  <a:pt x="1231" y="713"/>
                </a:cubicBezTo>
                <a:cubicBezTo>
                  <a:pt x="1199" y="680"/>
                  <a:pt x="1199" y="648"/>
                  <a:pt x="1167" y="648"/>
                </a:cubicBezTo>
                <a:cubicBezTo>
                  <a:pt x="1140" y="635"/>
                  <a:pt x="1113" y="627"/>
                  <a:pt x="1088" y="627"/>
                </a:cubicBezTo>
                <a:cubicBezTo>
                  <a:pt x="1054" y="627"/>
                  <a:pt x="1024" y="642"/>
                  <a:pt x="1005" y="680"/>
                </a:cubicBezTo>
                <a:cubicBezTo>
                  <a:pt x="988" y="697"/>
                  <a:pt x="971" y="723"/>
                  <a:pt x="954" y="749"/>
                </a:cubicBezTo>
                <a:lnTo>
                  <a:pt x="954" y="749"/>
                </a:lnTo>
                <a:lnTo>
                  <a:pt x="940" y="745"/>
                </a:lnTo>
                <a:lnTo>
                  <a:pt x="940" y="745"/>
                </a:lnTo>
                <a:cubicBezTo>
                  <a:pt x="942" y="750"/>
                  <a:pt x="945" y="755"/>
                  <a:pt x="947" y="759"/>
                </a:cubicBezTo>
                <a:lnTo>
                  <a:pt x="947" y="759"/>
                </a:lnTo>
                <a:cubicBezTo>
                  <a:pt x="934" y="779"/>
                  <a:pt x="921" y="797"/>
                  <a:pt x="908" y="810"/>
                </a:cubicBezTo>
                <a:cubicBezTo>
                  <a:pt x="843" y="842"/>
                  <a:pt x="810" y="842"/>
                  <a:pt x="810" y="842"/>
                </a:cubicBezTo>
                <a:cubicBezTo>
                  <a:pt x="778" y="842"/>
                  <a:pt x="746" y="810"/>
                  <a:pt x="746" y="778"/>
                </a:cubicBezTo>
                <a:cubicBezTo>
                  <a:pt x="713" y="713"/>
                  <a:pt x="681" y="680"/>
                  <a:pt x="648" y="616"/>
                </a:cubicBezTo>
                <a:cubicBezTo>
                  <a:pt x="648" y="568"/>
                  <a:pt x="614" y="538"/>
                  <a:pt x="582" y="538"/>
                </a:cubicBezTo>
                <a:cubicBezTo>
                  <a:pt x="571" y="538"/>
                  <a:pt x="560" y="542"/>
                  <a:pt x="551" y="551"/>
                </a:cubicBezTo>
                <a:lnTo>
                  <a:pt x="357" y="551"/>
                </a:lnTo>
                <a:cubicBezTo>
                  <a:pt x="325" y="551"/>
                  <a:pt x="292" y="518"/>
                  <a:pt x="260" y="518"/>
                </a:cubicBezTo>
                <a:cubicBezTo>
                  <a:pt x="227" y="518"/>
                  <a:pt x="227" y="486"/>
                  <a:pt x="227" y="486"/>
                </a:cubicBezTo>
                <a:lnTo>
                  <a:pt x="195" y="454"/>
                </a:lnTo>
                <a:cubicBezTo>
                  <a:pt x="163" y="421"/>
                  <a:pt x="130" y="421"/>
                  <a:pt x="130" y="389"/>
                </a:cubicBezTo>
                <a:cubicBezTo>
                  <a:pt x="130" y="357"/>
                  <a:pt x="130" y="292"/>
                  <a:pt x="130" y="259"/>
                </a:cubicBezTo>
                <a:cubicBezTo>
                  <a:pt x="130" y="227"/>
                  <a:pt x="130" y="195"/>
                  <a:pt x="130" y="162"/>
                </a:cubicBezTo>
                <a:lnTo>
                  <a:pt x="130" y="0"/>
                </a:lnTo>
                <a:close/>
              </a:path>
            </a:pathLst>
          </a:custGeom>
          <a:solidFill>
            <a:srgbClr val="709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37"/>
          <p:cNvSpPr/>
          <p:nvPr/>
        </p:nvSpPr>
        <p:spPr>
          <a:xfrm>
            <a:off x="-935745" y="2951768"/>
            <a:ext cx="30249" cy="26477"/>
          </a:xfrm>
          <a:custGeom>
            <a:avLst/>
            <a:gdLst/>
            <a:ahLst/>
            <a:cxnLst/>
            <a:rect l="l" t="t" r="r" b="b"/>
            <a:pathLst>
              <a:path w="1556" h="1362" extrusionOk="0">
                <a:moveTo>
                  <a:pt x="1490" y="1"/>
                </a:moveTo>
                <a:cubicBezTo>
                  <a:pt x="1490" y="131"/>
                  <a:pt x="1490" y="260"/>
                  <a:pt x="1426" y="390"/>
                </a:cubicBezTo>
                <a:cubicBezTo>
                  <a:pt x="1426" y="454"/>
                  <a:pt x="1393" y="519"/>
                  <a:pt x="1361" y="551"/>
                </a:cubicBezTo>
                <a:cubicBezTo>
                  <a:pt x="1328" y="616"/>
                  <a:pt x="1296" y="649"/>
                  <a:pt x="1264" y="713"/>
                </a:cubicBezTo>
                <a:cubicBezTo>
                  <a:pt x="1231" y="713"/>
                  <a:pt x="1231" y="746"/>
                  <a:pt x="1199" y="746"/>
                </a:cubicBezTo>
                <a:cubicBezTo>
                  <a:pt x="1167" y="778"/>
                  <a:pt x="1167" y="778"/>
                  <a:pt x="1134" y="778"/>
                </a:cubicBezTo>
                <a:lnTo>
                  <a:pt x="972" y="778"/>
                </a:lnTo>
                <a:cubicBezTo>
                  <a:pt x="940" y="746"/>
                  <a:pt x="907" y="746"/>
                  <a:pt x="907" y="713"/>
                </a:cubicBezTo>
                <a:cubicBezTo>
                  <a:pt x="875" y="681"/>
                  <a:pt x="843" y="649"/>
                  <a:pt x="810" y="584"/>
                </a:cubicBezTo>
                <a:cubicBezTo>
                  <a:pt x="778" y="551"/>
                  <a:pt x="746" y="551"/>
                  <a:pt x="681" y="551"/>
                </a:cubicBezTo>
                <a:cubicBezTo>
                  <a:pt x="616" y="551"/>
                  <a:pt x="584" y="616"/>
                  <a:pt x="584" y="681"/>
                </a:cubicBezTo>
                <a:cubicBezTo>
                  <a:pt x="590" y="700"/>
                  <a:pt x="595" y="720"/>
                  <a:pt x="599" y="739"/>
                </a:cubicBezTo>
                <a:lnTo>
                  <a:pt x="599" y="739"/>
                </a:lnTo>
                <a:lnTo>
                  <a:pt x="584" y="746"/>
                </a:lnTo>
                <a:cubicBezTo>
                  <a:pt x="590" y="749"/>
                  <a:pt x="596" y="753"/>
                  <a:pt x="602" y="757"/>
                </a:cubicBezTo>
                <a:lnTo>
                  <a:pt x="602" y="757"/>
                </a:lnTo>
                <a:cubicBezTo>
                  <a:pt x="614" y="829"/>
                  <a:pt x="608" y="900"/>
                  <a:pt x="584" y="972"/>
                </a:cubicBezTo>
                <a:cubicBezTo>
                  <a:pt x="584" y="1037"/>
                  <a:pt x="584" y="1070"/>
                  <a:pt x="551" y="1102"/>
                </a:cubicBezTo>
                <a:cubicBezTo>
                  <a:pt x="519" y="1134"/>
                  <a:pt x="519" y="1167"/>
                  <a:pt x="486" y="1167"/>
                </a:cubicBezTo>
                <a:lnTo>
                  <a:pt x="292" y="1167"/>
                </a:lnTo>
                <a:cubicBezTo>
                  <a:pt x="260" y="1134"/>
                  <a:pt x="260" y="1134"/>
                  <a:pt x="227" y="1102"/>
                </a:cubicBezTo>
                <a:cubicBezTo>
                  <a:pt x="195" y="1102"/>
                  <a:pt x="195" y="1070"/>
                  <a:pt x="163" y="1070"/>
                </a:cubicBezTo>
                <a:cubicBezTo>
                  <a:pt x="163" y="1037"/>
                  <a:pt x="130" y="1037"/>
                  <a:pt x="98" y="1005"/>
                </a:cubicBezTo>
                <a:cubicBezTo>
                  <a:pt x="66" y="972"/>
                  <a:pt x="33" y="940"/>
                  <a:pt x="1" y="875"/>
                </a:cubicBezTo>
                <a:lnTo>
                  <a:pt x="1" y="875"/>
                </a:lnTo>
                <a:cubicBezTo>
                  <a:pt x="1" y="940"/>
                  <a:pt x="33" y="1005"/>
                  <a:pt x="66" y="1037"/>
                </a:cubicBezTo>
                <a:cubicBezTo>
                  <a:pt x="66" y="1070"/>
                  <a:pt x="98" y="1102"/>
                  <a:pt x="98" y="1134"/>
                </a:cubicBezTo>
                <a:cubicBezTo>
                  <a:pt x="130" y="1134"/>
                  <a:pt x="130" y="1167"/>
                  <a:pt x="163" y="1199"/>
                </a:cubicBezTo>
                <a:cubicBezTo>
                  <a:pt x="195" y="1232"/>
                  <a:pt x="260" y="1296"/>
                  <a:pt x="325" y="1329"/>
                </a:cubicBezTo>
                <a:cubicBezTo>
                  <a:pt x="357" y="1329"/>
                  <a:pt x="389" y="1329"/>
                  <a:pt x="422" y="1361"/>
                </a:cubicBezTo>
                <a:lnTo>
                  <a:pt x="519" y="1361"/>
                </a:lnTo>
                <a:cubicBezTo>
                  <a:pt x="616" y="1329"/>
                  <a:pt x="681" y="1296"/>
                  <a:pt x="713" y="1232"/>
                </a:cubicBezTo>
                <a:cubicBezTo>
                  <a:pt x="746" y="1167"/>
                  <a:pt x="778" y="1102"/>
                  <a:pt x="810" y="1037"/>
                </a:cubicBezTo>
                <a:cubicBezTo>
                  <a:pt x="817" y="1011"/>
                  <a:pt x="822" y="985"/>
                  <a:pt x="826" y="958"/>
                </a:cubicBezTo>
                <a:lnTo>
                  <a:pt x="826" y="958"/>
                </a:lnTo>
                <a:cubicBezTo>
                  <a:pt x="832" y="962"/>
                  <a:pt x="837" y="967"/>
                  <a:pt x="843" y="972"/>
                </a:cubicBezTo>
                <a:cubicBezTo>
                  <a:pt x="875" y="1005"/>
                  <a:pt x="907" y="1005"/>
                  <a:pt x="972" y="1005"/>
                </a:cubicBezTo>
                <a:cubicBezTo>
                  <a:pt x="991" y="1014"/>
                  <a:pt x="1013" y="1018"/>
                  <a:pt x="1037" y="1018"/>
                </a:cubicBezTo>
                <a:cubicBezTo>
                  <a:pt x="1094" y="1018"/>
                  <a:pt x="1163" y="995"/>
                  <a:pt x="1231" y="972"/>
                </a:cubicBezTo>
                <a:cubicBezTo>
                  <a:pt x="1264" y="940"/>
                  <a:pt x="1296" y="940"/>
                  <a:pt x="1328" y="908"/>
                </a:cubicBezTo>
                <a:cubicBezTo>
                  <a:pt x="1361" y="875"/>
                  <a:pt x="1361" y="843"/>
                  <a:pt x="1393" y="811"/>
                </a:cubicBezTo>
                <a:cubicBezTo>
                  <a:pt x="1490" y="681"/>
                  <a:pt x="1523" y="551"/>
                  <a:pt x="1555" y="422"/>
                </a:cubicBezTo>
                <a:cubicBezTo>
                  <a:pt x="1555" y="357"/>
                  <a:pt x="1555" y="260"/>
                  <a:pt x="1555" y="195"/>
                </a:cubicBezTo>
                <a:cubicBezTo>
                  <a:pt x="1555" y="131"/>
                  <a:pt x="1523" y="66"/>
                  <a:pt x="1490" y="1"/>
                </a:cubicBezTo>
                <a:close/>
              </a:path>
            </a:pathLst>
          </a:custGeom>
          <a:solidFill>
            <a:srgbClr val="7094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37"/>
          <p:cNvSpPr/>
          <p:nvPr/>
        </p:nvSpPr>
        <p:spPr>
          <a:xfrm>
            <a:off x="-1740875" y="3323054"/>
            <a:ext cx="3026147" cy="1980480"/>
          </a:xfrm>
          <a:custGeom>
            <a:avLst/>
            <a:gdLst/>
            <a:ahLst/>
            <a:cxnLst/>
            <a:rect l="l" t="t" r="r" b="b"/>
            <a:pathLst>
              <a:path w="155666" h="80344" extrusionOk="0">
                <a:moveTo>
                  <a:pt x="155666" y="80343"/>
                </a:moveTo>
                <a:lnTo>
                  <a:pt x="155666" y="1"/>
                </a:lnTo>
                <a:lnTo>
                  <a:pt x="67131" y="1"/>
                </a:lnTo>
                <a:cubicBezTo>
                  <a:pt x="67131" y="1"/>
                  <a:pt x="1264" y="78497"/>
                  <a:pt x="1" y="8018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7"/>
          <p:cNvSpPr/>
          <p:nvPr/>
        </p:nvSpPr>
        <p:spPr>
          <a:xfrm>
            <a:off x="148881" y="3744314"/>
            <a:ext cx="294011" cy="1559982"/>
          </a:xfrm>
          <a:custGeom>
            <a:avLst/>
            <a:gdLst/>
            <a:ahLst/>
            <a:cxnLst/>
            <a:rect l="l" t="t" r="r" b="b"/>
            <a:pathLst>
              <a:path w="15124" h="80246" extrusionOk="0">
                <a:moveTo>
                  <a:pt x="10687" y="0"/>
                </a:moveTo>
                <a:lnTo>
                  <a:pt x="1" y="80245"/>
                </a:lnTo>
                <a:lnTo>
                  <a:pt x="5344" y="80245"/>
                </a:lnTo>
                <a:lnTo>
                  <a:pt x="1512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37"/>
          <p:cNvSpPr/>
          <p:nvPr/>
        </p:nvSpPr>
        <p:spPr>
          <a:xfrm>
            <a:off x="-128729" y="4612381"/>
            <a:ext cx="64871" cy="17632"/>
          </a:xfrm>
          <a:custGeom>
            <a:avLst/>
            <a:gdLst/>
            <a:ahLst/>
            <a:cxnLst/>
            <a:rect l="l" t="t" r="r" b="b"/>
            <a:pathLst>
              <a:path w="3337" h="907" extrusionOk="0">
                <a:moveTo>
                  <a:pt x="3336" y="454"/>
                </a:moveTo>
                <a:cubicBezTo>
                  <a:pt x="3336" y="713"/>
                  <a:pt x="2591" y="907"/>
                  <a:pt x="1685" y="907"/>
                </a:cubicBezTo>
                <a:cubicBezTo>
                  <a:pt x="745" y="907"/>
                  <a:pt x="1" y="713"/>
                  <a:pt x="1" y="454"/>
                </a:cubicBezTo>
                <a:cubicBezTo>
                  <a:pt x="1" y="194"/>
                  <a:pt x="745" y="0"/>
                  <a:pt x="1685" y="0"/>
                </a:cubicBezTo>
                <a:cubicBezTo>
                  <a:pt x="2591" y="0"/>
                  <a:pt x="3336" y="194"/>
                  <a:pt x="3336" y="454"/>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7"/>
          <p:cNvSpPr/>
          <p:nvPr/>
        </p:nvSpPr>
        <p:spPr>
          <a:xfrm>
            <a:off x="-17926" y="4629992"/>
            <a:ext cx="37791" cy="18274"/>
          </a:xfrm>
          <a:custGeom>
            <a:avLst/>
            <a:gdLst/>
            <a:ahLst/>
            <a:cxnLst/>
            <a:rect l="l" t="t" r="r" b="b"/>
            <a:pathLst>
              <a:path w="1944" h="940" extrusionOk="0">
                <a:moveTo>
                  <a:pt x="1943" y="454"/>
                </a:moveTo>
                <a:cubicBezTo>
                  <a:pt x="1943" y="713"/>
                  <a:pt x="1522" y="940"/>
                  <a:pt x="972" y="940"/>
                </a:cubicBezTo>
                <a:cubicBezTo>
                  <a:pt x="453" y="940"/>
                  <a:pt x="0" y="713"/>
                  <a:pt x="0" y="454"/>
                </a:cubicBezTo>
                <a:cubicBezTo>
                  <a:pt x="0" y="228"/>
                  <a:pt x="453" y="1"/>
                  <a:pt x="972" y="1"/>
                </a:cubicBezTo>
                <a:cubicBezTo>
                  <a:pt x="1522" y="1"/>
                  <a:pt x="1943" y="228"/>
                  <a:pt x="1943" y="454"/>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7"/>
          <p:cNvSpPr/>
          <p:nvPr/>
        </p:nvSpPr>
        <p:spPr>
          <a:xfrm>
            <a:off x="-969725" y="4539990"/>
            <a:ext cx="64230" cy="17632"/>
          </a:xfrm>
          <a:custGeom>
            <a:avLst/>
            <a:gdLst/>
            <a:ahLst/>
            <a:cxnLst/>
            <a:rect l="l" t="t" r="r" b="b"/>
            <a:pathLst>
              <a:path w="3304" h="907" extrusionOk="0">
                <a:moveTo>
                  <a:pt x="3303" y="454"/>
                </a:moveTo>
                <a:cubicBezTo>
                  <a:pt x="3303" y="713"/>
                  <a:pt x="2558" y="907"/>
                  <a:pt x="1652" y="907"/>
                </a:cubicBezTo>
                <a:cubicBezTo>
                  <a:pt x="745" y="907"/>
                  <a:pt x="0" y="713"/>
                  <a:pt x="0" y="454"/>
                </a:cubicBezTo>
                <a:cubicBezTo>
                  <a:pt x="0" y="194"/>
                  <a:pt x="745" y="0"/>
                  <a:pt x="1652" y="0"/>
                </a:cubicBezTo>
                <a:cubicBezTo>
                  <a:pt x="2558" y="0"/>
                  <a:pt x="3303" y="194"/>
                  <a:pt x="3303" y="454"/>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7"/>
          <p:cNvSpPr/>
          <p:nvPr/>
        </p:nvSpPr>
        <p:spPr>
          <a:xfrm>
            <a:off x="-940780" y="4608590"/>
            <a:ext cx="78713" cy="20179"/>
          </a:xfrm>
          <a:custGeom>
            <a:avLst/>
            <a:gdLst/>
            <a:ahLst/>
            <a:cxnLst/>
            <a:rect l="l" t="t" r="r" b="b"/>
            <a:pathLst>
              <a:path w="4049" h="1038" extrusionOk="0">
                <a:moveTo>
                  <a:pt x="4049" y="519"/>
                </a:moveTo>
                <a:cubicBezTo>
                  <a:pt x="4049" y="810"/>
                  <a:pt x="3142" y="1037"/>
                  <a:pt x="2008" y="1037"/>
                </a:cubicBezTo>
                <a:cubicBezTo>
                  <a:pt x="907" y="1037"/>
                  <a:pt x="1" y="810"/>
                  <a:pt x="1" y="519"/>
                </a:cubicBezTo>
                <a:cubicBezTo>
                  <a:pt x="1" y="228"/>
                  <a:pt x="907" y="1"/>
                  <a:pt x="2008" y="1"/>
                </a:cubicBezTo>
                <a:cubicBezTo>
                  <a:pt x="3142" y="1"/>
                  <a:pt x="4049" y="228"/>
                  <a:pt x="4049" y="519"/>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37"/>
          <p:cNvSpPr/>
          <p:nvPr/>
        </p:nvSpPr>
        <p:spPr>
          <a:xfrm>
            <a:off x="-932596" y="3110409"/>
            <a:ext cx="29607" cy="15766"/>
          </a:xfrm>
          <a:custGeom>
            <a:avLst/>
            <a:gdLst/>
            <a:ahLst/>
            <a:cxnLst/>
            <a:rect l="l" t="t" r="r" b="b"/>
            <a:pathLst>
              <a:path w="1523" h="811" extrusionOk="0">
                <a:moveTo>
                  <a:pt x="227" y="583"/>
                </a:moveTo>
                <a:cubicBezTo>
                  <a:pt x="422" y="810"/>
                  <a:pt x="1523" y="745"/>
                  <a:pt x="1458" y="357"/>
                </a:cubicBezTo>
                <a:cubicBezTo>
                  <a:pt x="1393" y="0"/>
                  <a:pt x="616" y="0"/>
                  <a:pt x="324" y="98"/>
                </a:cubicBezTo>
                <a:cubicBezTo>
                  <a:pt x="98" y="162"/>
                  <a:pt x="1" y="324"/>
                  <a:pt x="227" y="583"/>
                </a:cubicBezTo>
                <a:close/>
              </a:path>
            </a:pathLst>
          </a:custGeom>
          <a:solidFill>
            <a:srgbClr val="F0CA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7"/>
          <p:cNvSpPr/>
          <p:nvPr/>
        </p:nvSpPr>
        <p:spPr>
          <a:xfrm>
            <a:off x="-1274414" y="2383353"/>
            <a:ext cx="346265" cy="602465"/>
          </a:xfrm>
          <a:custGeom>
            <a:avLst/>
            <a:gdLst/>
            <a:ahLst/>
            <a:cxnLst/>
            <a:rect l="l" t="t" r="r" b="b"/>
            <a:pathLst>
              <a:path w="17812" h="30991" extrusionOk="0">
                <a:moveTo>
                  <a:pt x="7190" y="0"/>
                </a:moveTo>
                <a:lnTo>
                  <a:pt x="10590" y="0"/>
                </a:lnTo>
                <a:cubicBezTo>
                  <a:pt x="14605" y="0"/>
                  <a:pt x="17811" y="3206"/>
                  <a:pt x="17811" y="7222"/>
                </a:cubicBezTo>
                <a:lnTo>
                  <a:pt x="17811" y="23769"/>
                </a:lnTo>
                <a:cubicBezTo>
                  <a:pt x="17811" y="27785"/>
                  <a:pt x="14605" y="30991"/>
                  <a:pt x="10590" y="30991"/>
                </a:cubicBezTo>
                <a:lnTo>
                  <a:pt x="7190" y="30991"/>
                </a:lnTo>
                <a:cubicBezTo>
                  <a:pt x="3207" y="30991"/>
                  <a:pt x="1" y="27785"/>
                  <a:pt x="1" y="23769"/>
                </a:cubicBezTo>
                <a:lnTo>
                  <a:pt x="1" y="7222"/>
                </a:lnTo>
                <a:cubicBezTo>
                  <a:pt x="1" y="3206"/>
                  <a:pt x="3207" y="0"/>
                  <a:pt x="7190" y="0"/>
                </a:cubicBezTo>
                <a:close/>
              </a:path>
            </a:pathLst>
          </a:custGeom>
          <a:solidFill>
            <a:srgbClr val="F0B0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7"/>
          <p:cNvSpPr/>
          <p:nvPr/>
        </p:nvSpPr>
        <p:spPr>
          <a:xfrm>
            <a:off x="-1176829" y="2619400"/>
            <a:ext cx="376475" cy="47239"/>
          </a:xfrm>
          <a:custGeom>
            <a:avLst/>
            <a:gdLst/>
            <a:ahLst/>
            <a:cxnLst/>
            <a:rect l="l" t="t" r="r" b="b"/>
            <a:pathLst>
              <a:path w="19366" h="2430" extrusionOk="0">
                <a:moveTo>
                  <a:pt x="19365" y="1199"/>
                </a:moveTo>
                <a:cubicBezTo>
                  <a:pt x="19365" y="1879"/>
                  <a:pt x="18847" y="2430"/>
                  <a:pt x="18167" y="2430"/>
                </a:cubicBezTo>
                <a:lnTo>
                  <a:pt x="1231" y="2430"/>
                </a:lnTo>
                <a:cubicBezTo>
                  <a:pt x="551" y="2430"/>
                  <a:pt x="0" y="1879"/>
                  <a:pt x="0" y="1199"/>
                </a:cubicBezTo>
                <a:lnTo>
                  <a:pt x="0" y="1199"/>
                </a:lnTo>
                <a:cubicBezTo>
                  <a:pt x="0" y="551"/>
                  <a:pt x="551" y="1"/>
                  <a:pt x="1231" y="1"/>
                </a:cubicBezTo>
                <a:lnTo>
                  <a:pt x="18167" y="1"/>
                </a:lnTo>
                <a:cubicBezTo>
                  <a:pt x="18847" y="1"/>
                  <a:pt x="19365" y="551"/>
                  <a:pt x="19365" y="1199"/>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37"/>
          <p:cNvSpPr/>
          <p:nvPr/>
        </p:nvSpPr>
        <p:spPr>
          <a:xfrm>
            <a:off x="-1176829" y="2778042"/>
            <a:ext cx="376475" cy="47239"/>
          </a:xfrm>
          <a:custGeom>
            <a:avLst/>
            <a:gdLst/>
            <a:ahLst/>
            <a:cxnLst/>
            <a:rect l="l" t="t" r="r" b="b"/>
            <a:pathLst>
              <a:path w="19366" h="2430" extrusionOk="0">
                <a:moveTo>
                  <a:pt x="19365" y="1231"/>
                </a:moveTo>
                <a:cubicBezTo>
                  <a:pt x="19365" y="1911"/>
                  <a:pt x="18847" y="2429"/>
                  <a:pt x="18167" y="2429"/>
                </a:cubicBezTo>
                <a:lnTo>
                  <a:pt x="1231" y="2429"/>
                </a:lnTo>
                <a:cubicBezTo>
                  <a:pt x="551" y="2429"/>
                  <a:pt x="0" y="1911"/>
                  <a:pt x="0" y="1231"/>
                </a:cubicBezTo>
                <a:lnTo>
                  <a:pt x="0" y="1231"/>
                </a:lnTo>
                <a:cubicBezTo>
                  <a:pt x="0" y="551"/>
                  <a:pt x="551" y="0"/>
                  <a:pt x="1231" y="0"/>
                </a:cubicBezTo>
                <a:lnTo>
                  <a:pt x="18167" y="0"/>
                </a:lnTo>
                <a:cubicBezTo>
                  <a:pt x="18847" y="0"/>
                  <a:pt x="19365" y="551"/>
                  <a:pt x="19365" y="123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7"/>
          <p:cNvSpPr/>
          <p:nvPr/>
        </p:nvSpPr>
        <p:spPr>
          <a:xfrm>
            <a:off x="1238543" y="2619400"/>
            <a:ext cx="377097" cy="47239"/>
          </a:xfrm>
          <a:custGeom>
            <a:avLst/>
            <a:gdLst/>
            <a:ahLst/>
            <a:cxnLst/>
            <a:rect l="l" t="t" r="r" b="b"/>
            <a:pathLst>
              <a:path w="19398" h="2430" extrusionOk="0">
                <a:moveTo>
                  <a:pt x="0" y="1199"/>
                </a:moveTo>
                <a:cubicBezTo>
                  <a:pt x="0" y="1879"/>
                  <a:pt x="551" y="2430"/>
                  <a:pt x="1231" y="2430"/>
                </a:cubicBezTo>
                <a:lnTo>
                  <a:pt x="18167" y="2430"/>
                </a:lnTo>
                <a:cubicBezTo>
                  <a:pt x="18847" y="2430"/>
                  <a:pt x="19398" y="1879"/>
                  <a:pt x="19398" y="1199"/>
                </a:cubicBezTo>
                <a:lnTo>
                  <a:pt x="19398" y="1199"/>
                </a:lnTo>
                <a:cubicBezTo>
                  <a:pt x="19398" y="551"/>
                  <a:pt x="18847" y="1"/>
                  <a:pt x="18167" y="1"/>
                </a:cubicBezTo>
                <a:lnTo>
                  <a:pt x="1199" y="1"/>
                </a:lnTo>
                <a:cubicBezTo>
                  <a:pt x="551" y="1"/>
                  <a:pt x="0" y="551"/>
                  <a:pt x="0" y="1199"/>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7"/>
          <p:cNvSpPr/>
          <p:nvPr/>
        </p:nvSpPr>
        <p:spPr>
          <a:xfrm>
            <a:off x="1238543" y="2778042"/>
            <a:ext cx="377097" cy="47239"/>
          </a:xfrm>
          <a:custGeom>
            <a:avLst/>
            <a:gdLst/>
            <a:ahLst/>
            <a:cxnLst/>
            <a:rect l="l" t="t" r="r" b="b"/>
            <a:pathLst>
              <a:path w="19398" h="2430" extrusionOk="0">
                <a:moveTo>
                  <a:pt x="0" y="1231"/>
                </a:moveTo>
                <a:cubicBezTo>
                  <a:pt x="0" y="1911"/>
                  <a:pt x="551" y="2429"/>
                  <a:pt x="1231" y="2429"/>
                </a:cubicBezTo>
                <a:lnTo>
                  <a:pt x="18167" y="2429"/>
                </a:lnTo>
                <a:cubicBezTo>
                  <a:pt x="18847" y="2429"/>
                  <a:pt x="19398" y="1911"/>
                  <a:pt x="19398" y="1231"/>
                </a:cubicBezTo>
                <a:lnTo>
                  <a:pt x="19398" y="1231"/>
                </a:lnTo>
                <a:cubicBezTo>
                  <a:pt x="19398" y="551"/>
                  <a:pt x="18847" y="0"/>
                  <a:pt x="18167" y="0"/>
                </a:cubicBezTo>
                <a:lnTo>
                  <a:pt x="1199" y="0"/>
                </a:lnTo>
                <a:cubicBezTo>
                  <a:pt x="551" y="0"/>
                  <a:pt x="0" y="551"/>
                  <a:pt x="0" y="123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37"/>
          <p:cNvSpPr/>
          <p:nvPr/>
        </p:nvSpPr>
        <p:spPr>
          <a:xfrm>
            <a:off x="-912457" y="2009425"/>
            <a:ext cx="2263788" cy="1190447"/>
          </a:xfrm>
          <a:custGeom>
            <a:avLst/>
            <a:gdLst/>
            <a:ahLst/>
            <a:cxnLst/>
            <a:rect l="l" t="t" r="r" b="b"/>
            <a:pathLst>
              <a:path w="116450" h="61237" extrusionOk="0">
                <a:moveTo>
                  <a:pt x="114928" y="19690"/>
                </a:moveTo>
                <a:cubicBezTo>
                  <a:pt x="114345" y="14379"/>
                  <a:pt x="113471" y="9100"/>
                  <a:pt x="112305" y="3887"/>
                </a:cubicBezTo>
                <a:cubicBezTo>
                  <a:pt x="112143" y="3142"/>
                  <a:pt x="111172" y="33"/>
                  <a:pt x="110589" y="1"/>
                </a:cubicBezTo>
                <a:lnTo>
                  <a:pt x="5830" y="1"/>
                </a:lnTo>
                <a:cubicBezTo>
                  <a:pt x="5247" y="1"/>
                  <a:pt x="4308" y="3142"/>
                  <a:pt x="4114" y="3887"/>
                </a:cubicBezTo>
                <a:cubicBezTo>
                  <a:pt x="2948" y="9100"/>
                  <a:pt x="2106" y="14379"/>
                  <a:pt x="1523" y="19690"/>
                </a:cubicBezTo>
                <a:cubicBezTo>
                  <a:pt x="422" y="30829"/>
                  <a:pt x="1" y="42066"/>
                  <a:pt x="940" y="53271"/>
                </a:cubicBezTo>
                <a:cubicBezTo>
                  <a:pt x="1134" y="55926"/>
                  <a:pt x="1491" y="58614"/>
                  <a:pt x="2073" y="61237"/>
                </a:cubicBezTo>
                <a:cubicBezTo>
                  <a:pt x="23640" y="58743"/>
                  <a:pt x="92810" y="58743"/>
                  <a:pt x="114377" y="61237"/>
                </a:cubicBezTo>
                <a:cubicBezTo>
                  <a:pt x="114928" y="58614"/>
                  <a:pt x="115317" y="55926"/>
                  <a:pt x="115511" y="53271"/>
                </a:cubicBezTo>
                <a:cubicBezTo>
                  <a:pt x="116450" y="42066"/>
                  <a:pt x="115997" y="30829"/>
                  <a:pt x="114928" y="19690"/>
                </a:cubicBezTo>
                <a:close/>
              </a:path>
            </a:pathLst>
          </a:custGeom>
          <a:solidFill>
            <a:srgbClr val="F0B0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7"/>
          <p:cNvSpPr/>
          <p:nvPr/>
        </p:nvSpPr>
        <p:spPr>
          <a:xfrm>
            <a:off x="-833126" y="2120227"/>
            <a:ext cx="1018578" cy="876316"/>
          </a:xfrm>
          <a:custGeom>
            <a:avLst/>
            <a:gdLst/>
            <a:ahLst/>
            <a:cxnLst/>
            <a:rect l="l" t="t" r="r" b="b"/>
            <a:pathLst>
              <a:path w="52396" h="45078" extrusionOk="0">
                <a:moveTo>
                  <a:pt x="39766" y="32"/>
                </a:moveTo>
                <a:cubicBezTo>
                  <a:pt x="30473" y="32"/>
                  <a:pt x="19559" y="227"/>
                  <a:pt x="10104" y="551"/>
                </a:cubicBezTo>
                <a:cubicBezTo>
                  <a:pt x="7934" y="680"/>
                  <a:pt x="5667" y="1004"/>
                  <a:pt x="3465" y="972"/>
                </a:cubicBezTo>
                <a:cubicBezTo>
                  <a:pt x="2688" y="4890"/>
                  <a:pt x="1846" y="10201"/>
                  <a:pt x="1457" y="13990"/>
                </a:cubicBezTo>
                <a:cubicBezTo>
                  <a:pt x="454" y="24320"/>
                  <a:pt x="0" y="34715"/>
                  <a:pt x="713" y="45077"/>
                </a:cubicBezTo>
                <a:cubicBezTo>
                  <a:pt x="13666" y="44915"/>
                  <a:pt x="26651" y="43005"/>
                  <a:pt x="39443" y="42875"/>
                </a:cubicBezTo>
                <a:cubicBezTo>
                  <a:pt x="43782" y="42810"/>
                  <a:pt x="48089" y="42810"/>
                  <a:pt x="52396" y="42843"/>
                </a:cubicBezTo>
                <a:cubicBezTo>
                  <a:pt x="51910" y="27461"/>
                  <a:pt x="52201" y="14767"/>
                  <a:pt x="51942" y="0"/>
                </a:cubicBezTo>
                <a:cubicBezTo>
                  <a:pt x="48251" y="32"/>
                  <a:pt x="44268" y="32"/>
                  <a:pt x="39766" y="3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37"/>
          <p:cNvSpPr/>
          <p:nvPr/>
        </p:nvSpPr>
        <p:spPr>
          <a:xfrm>
            <a:off x="254008" y="2119585"/>
            <a:ext cx="1017334" cy="866246"/>
          </a:xfrm>
          <a:custGeom>
            <a:avLst/>
            <a:gdLst/>
            <a:ahLst/>
            <a:cxnLst/>
            <a:rect l="l" t="t" r="r" b="b"/>
            <a:pathLst>
              <a:path w="52332" h="44560" extrusionOk="0">
                <a:moveTo>
                  <a:pt x="50874" y="14023"/>
                </a:moveTo>
                <a:cubicBezTo>
                  <a:pt x="50518" y="10299"/>
                  <a:pt x="49708" y="5117"/>
                  <a:pt x="48899" y="1167"/>
                </a:cubicBezTo>
                <a:cubicBezTo>
                  <a:pt x="25518" y="98"/>
                  <a:pt x="14961" y="1"/>
                  <a:pt x="1" y="33"/>
                </a:cubicBezTo>
                <a:cubicBezTo>
                  <a:pt x="227" y="14832"/>
                  <a:pt x="1" y="27494"/>
                  <a:pt x="454" y="42908"/>
                </a:cubicBezTo>
                <a:cubicBezTo>
                  <a:pt x="17584" y="43070"/>
                  <a:pt x="34618" y="43750"/>
                  <a:pt x="51684" y="44560"/>
                </a:cubicBezTo>
                <a:cubicBezTo>
                  <a:pt x="52331" y="34391"/>
                  <a:pt x="51878" y="24158"/>
                  <a:pt x="50874" y="1402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7"/>
          <p:cNvSpPr/>
          <p:nvPr/>
        </p:nvSpPr>
        <p:spPr>
          <a:xfrm>
            <a:off x="-804181" y="2966250"/>
            <a:ext cx="19" cy="19"/>
          </a:xfrm>
          <a:custGeom>
            <a:avLst/>
            <a:gdLst/>
            <a:ahLst/>
            <a:cxnLst/>
            <a:rect l="l" t="t" r="r" b="b"/>
            <a:pathLst>
              <a:path w="1" h="1" extrusionOk="0">
                <a:moveTo>
                  <a:pt x="1" y="1"/>
                </a:moveTo>
                <a:close/>
              </a:path>
            </a:pathLst>
          </a:custGeom>
          <a:solidFill>
            <a:srgbClr val="A9E3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7"/>
          <p:cNvSpPr/>
          <p:nvPr/>
        </p:nvSpPr>
        <p:spPr>
          <a:xfrm>
            <a:off x="175319" y="2120227"/>
            <a:ext cx="86897" cy="832868"/>
          </a:xfrm>
          <a:custGeom>
            <a:avLst/>
            <a:gdLst/>
            <a:ahLst/>
            <a:cxnLst/>
            <a:rect l="l" t="t" r="r" b="b"/>
            <a:pathLst>
              <a:path w="4470" h="42843" extrusionOk="0">
                <a:moveTo>
                  <a:pt x="1" y="32"/>
                </a:moveTo>
                <a:cubicBezTo>
                  <a:pt x="260" y="14799"/>
                  <a:pt x="1" y="27461"/>
                  <a:pt x="486" y="42843"/>
                </a:cubicBezTo>
                <a:lnTo>
                  <a:pt x="4469" y="42843"/>
                </a:lnTo>
                <a:cubicBezTo>
                  <a:pt x="3984" y="27428"/>
                  <a:pt x="4243" y="14767"/>
                  <a:pt x="3984" y="0"/>
                </a:cubicBezTo>
                <a:close/>
              </a:path>
            </a:pathLst>
          </a:custGeom>
          <a:solidFill>
            <a:srgbClr val="E2B7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7"/>
          <p:cNvSpPr/>
          <p:nvPr/>
        </p:nvSpPr>
        <p:spPr>
          <a:xfrm>
            <a:off x="-610295" y="1653128"/>
            <a:ext cx="1658815" cy="422431"/>
          </a:xfrm>
          <a:custGeom>
            <a:avLst/>
            <a:gdLst/>
            <a:ahLst/>
            <a:cxnLst/>
            <a:rect l="l" t="t" r="r" b="b"/>
            <a:pathLst>
              <a:path w="85330" h="21730" extrusionOk="0">
                <a:moveTo>
                  <a:pt x="84747" y="616"/>
                </a:moveTo>
                <a:cubicBezTo>
                  <a:pt x="74773" y="325"/>
                  <a:pt x="59262" y="1"/>
                  <a:pt x="41839" y="1"/>
                </a:cubicBezTo>
                <a:cubicBezTo>
                  <a:pt x="25033" y="1"/>
                  <a:pt x="10234" y="325"/>
                  <a:pt x="584" y="584"/>
                </a:cubicBezTo>
                <a:cubicBezTo>
                  <a:pt x="1" y="7546"/>
                  <a:pt x="130" y="14930"/>
                  <a:pt x="1426" y="21730"/>
                </a:cubicBezTo>
                <a:lnTo>
                  <a:pt x="83905" y="21730"/>
                </a:lnTo>
                <a:cubicBezTo>
                  <a:pt x="85200" y="14930"/>
                  <a:pt x="85330" y="7546"/>
                  <a:pt x="84747" y="61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37"/>
          <p:cNvSpPr/>
          <p:nvPr/>
        </p:nvSpPr>
        <p:spPr>
          <a:xfrm>
            <a:off x="-628548" y="1664461"/>
            <a:ext cx="45976" cy="411098"/>
          </a:xfrm>
          <a:custGeom>
            <a:avLst/>
            <a:gdLst/>
            <a:ahLst/>
            <a:cxnLst/>
            <a:rect l="l" t="t" r="r" b="b"/>
            <a:pathLst>
              <a:path w="2365" h="21147" extrusionOk="0">
                <a:moveTo>
                  <a:pt x="1523" y="1"/>
                </a:moveTo>
                <a:lnTo>
                  <a:pt x="551" y="33"/>
                </a:lnTo>
                <a:cubicBezTo>
                  <a:pt x="1" y="6996"/>
                  <a:pt x="130" y="14379"/>
                  <a:pt x="1425" y="21147"/>
                </a:cubicBezTo>
                <a:lnTo>
                  <a:pt x="2365" y="21147"/>
                </a:lnTo>
                <a:cubicBezTo>
                  <a:pt x="1069" y="14347"/>
                  <a:pt x="940" y="6963"/>
                  <a:pt x="1523" y="1"/>
                </a:cubicBezTo>
                <a:close/>
              </a:path>
            </a:pathLst>
          </a:custGeom>
          <a:solidFill>
            <a:srgbClr val="6060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37"/>
          <p:cNvSpPr/>
          <p:nvPr/>
        </p:nvSpPr>
        <p:spPr>
          <a:xfrm>
            <a:off x="-1041494" y="1665102"/>
            <a:ext cx="440685" cy="410456"/>
          </a:xfrm>
          <a:custGeom>
            <a:avLst/>
            <a:gdLst/>
            <a:ahLst/>
            <a:cxnLst/>
            <a:rect l="l" t="t" r="r" b="b"/>
            <a:pathLst>
              <a:path w="22669" h="21114" extrusionOk="0">
                <a:moveTo>
                  <a:pt x="21794" y="0"/>
                </a:moveTo>
                <a:cubicBezTo>
                  <a:pt x="15058" y="195"/>
                  <a:pt x="11075" y="356"/>
                  <a:pt x="11075" y="356"/>
                </a:cubicBezTo>
                <a:cubicBezTo>
                  <a:pt x="2818" y="356"/>
                  <a:pt x="0" y="11464"/>
                  <a:pt x="4016" y="17390"/>
                </a:cubicBezTo>
                <a:cubicBezTo>
                  <a:pt x="5635" y="19689"/>
                  <a:pt x="8258" y="21082"/>
                  <a:pt x="11075" y="21114"/>
                </a:cubicBezTo>
                <a:lnTo>
                  <a:pt x="22668" y="21114"/>
                </a:lnTo>
                <a:cubicBezTo>
                  <a:pt x="21373" y="14346"/>
                  <a:pt x="21244" y="6963"/>
                  <a:pt x="21794" y="0"/>
                </a:cubicBezTo>
                <a:close/>
              </a:path>
            </a:pathLst>
          </a:custGeom>
          <a:solidFill>
            <a:srgbClr val="F0B0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37"/>
          <p:cNvSpPr/>
          <p:nvPr/>
        </p:nvSpPr>
        <p:spPr>
          <a:xfrm>
            <a:off x="1020727" y="1665102"/>
            <a:ext cx="46617" cy="410456"/>
          </a:xfrm>
          <a:custGeom>
            <a:avLst/>
            <a:gdLst/>
            <a:ahLst/>
            <a:cxnLst/>
            <a:rect l="l" t="t" r="r" b="b"/>
            <a:pathLst>
              <a:path w="2398" h="21114" extrusionOk="0">
                <a:moveTo>
                  <a:pt x="1814" y="33"/>
                </a:moveTo>
                <a:lnTo>
                  <a:pt x="843" y="0"/>
                </a:lnTo>
                <a:cubicBezTo>
                  <a:pt x="1426" y="6930"/>
                  <a:pt x="1296" y="14314"/>
                  <a:pt x="1" y="21114"/>
                </a:cubicBezTo>
                <a:lnTo>
                  <a:pt x="972" y="21114"/>
                </a:lnTo>
                <a:cubicBezTo>
                  <a:pt x="2268" y="14346"/>
                  <a:pt x="2397" y="6963"/>
                  <a:pt x="1814" y="33"/>
                </a:cubicBezTo>
                <a:close/>
              </a:path>
            </a:pathLst>
          </a:custGeom>
          <a:solidFill>
            <a:srgbClr val="6060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37"/>
          <p:cNvSpPr/>
          <p:nvPr/>
        </p:nvSpPr>
        <p:spPr>
          <a:xfrm>
            <a:off x="1039622" y="1665724"/>
            <a:ext cx="420546" cy="409834"/>
          </a:xfrm>
          <a:custGeom>
            <a:avLst/>
            <a:gdLst/>
            <a:ahLst/>
            <a:cxnLst/>
            <a:rect l="l" t="t" r="r" b="b"/>
            <a:pathLst>
              <a:path w="21633" h="21082" extrusionOk="0">
                <a:moveTo>
                  <a:pt x="11594" y="324"/>
                </a:moveTo>
                <a:cubicBezTo>
                  <a:pt x="11561" y="324"/>
                  <a:pt x="7578" y="163"/>
                  <a:pt x="842" y="1"/>
                </a:cubicBezTo>
                <a:cubicBezTo>
                  <a:pt x="1425" y="6931"/>
                  <a:pt x="1296" y="14314"/>
                  <a:pt x="0" y="21082"/>
                </a:cubicBezTo>
                <a:lnTo>
                  <a:pt x="11594" y="21082"/>
                </a:lnTo>
                <a:cubicBezTo>
                  <a:pt x="16095" y="21082"/>
                  <a:pt x="18977" y="17844"/>
                  <a:pt x="20013" y="13958"/>
                </a:cubicBezTo>
                <a:cubicBezTo>
                  <a:pt x="21632" y="7837"/>
                  <a:pt x="18523" y="584"/>
                  <a:pt x="11594" y="324"/>
                </a:cubicBezTo>
                <a:close/>
              </a:path>
            </a:pathLst>
          </a:custGeom>
          <a:solidFill>
            <a:srgbClr val="F0B0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37"/>
          <p:cNvSpPr/>
          <p:nvPr/>
        </p:nvSpPr>
        <p:spPr>
          <a:xfrm>
            <a:off x="-935745" y="1760159"/>
            <a:ext cx="285826" cy="209019"/>
          </a:xfrm>
          <a:custGeom>
            <a:avLst/>
            <a:gdLst/>
            <a:ahLst/>
            <a:cxnLst/>
            <a:rect l="l" t="t" r="r" b="b"/>
            <a:pathLst>
              <a:path w="14703" h="10752" extrusionOk="0">
                <a:moveTo>
                  <a:pt x="14703" y="5376"/>
                </a:moveTo>
                <a:cubicBezTo>
                  <a:pt x="14703" y="8322"/>
                  <a:pt x="12662" y="10751"/>
                  <a:pt x="10201" y="10751"/>
                </a:cubicBezTo>
                <a:lnTo>
                  <a:pt x="4470" y="10751"/>
                </a:lnTo>
                <a:cubicBezTo>
                  <a:pt x="2008" y="10751"/>
                  <a:pt x="1" y="8322"/>
                  <a:pt x="1" y="5376"/>
                </a:cubicBezTo>
                <a:lnTo>
                  <a:pt x="1" y="5376"/>
                </a:lnTo>
                <a:cubicBezTo>
                  <a:pt x="1" y="2396"/>
                  <a:pt x="2008" y="0"/>
                  <a:pt x="4470" y="0"/>
                </a:cubicBezTo>
                <a:lnTo>
                  <a:pt x="10201" y="0"/>
                </a:lnTo>
                <a:cubicBezTo>
                  <a:pt x="12695" y="0"/>
                  <a:pt x="14703" y="2396"/>
                  <a:pt x="14703" y="5376"/>
                </a:cubicBezTo>
                <a:close/>
              </a:path>
            </a:pathLst>
          </a:custGeom>
          <a:solidFill>
            <a:srgbClr val="6060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37"/>
          <p:cNvSpPr/>
          <p:nvPr/>
        </p:nvSpPr>
        <p:spPr>
          <a:xfrm>
            <a:off x="1088084" y="1760159"/>
            <a:ext cx="285826" cy="209019"/>
          </a:xfrm>
          <a:custGeom>
            <a:avLst/>
            <a:gdLst/>
            <a:ahLst/>
            <a:cxnLst/>
            <a:rect l="l" t="t" r="r" b="b"/>
            <a:pathLst>
              <a:path w="14703" h="10752" extrusionOk="0">
                <a:moveTo>
                  <a:pt x="1" y="5376"/>
                </a:moveTo>
                <a:cubicBezTo>
                  <a:pt x="1" y="8322"/>
                  <a:pt x="2041" y="10751"/>
                  <a:pt x="4502" y="10751"/>
                </a:cubicBezTo>
                <a:lnTo>
                  <a:pt x="10234" y="10751"/>
                </a:lnTo>
                <a:cubicBezTo>
                  <a:pt x="12727" y="10751"/>
                  <a:pt x="14703" y="8322"/>
                  <a:pt x="14703" y="5376"/>
                </a:cubicBezTo>
                <a:lnTo>
                  <a:pt x="14703" y="5376"/>
                </a:lnTo>
                <a:cubicBezTo>
                  <a:pt x="14703" y="2396"/>
                  <a:pt x="12695" y="0"/>
                  <a:pt x="10234" y="0"/>
                </a:cubicBezTo>
                <a:lnTo>
                  <a:pt x="4502" y="0"/>
                </a:lnTo>
                <a:cubicBezTo>
                  <a:pt x="2041" y="0"/>
                  <a:pt x="1" y="2396"/>
                  <a:pt x="1" y="5376"/>
                </a:cubicBezTo>
                <a:close/>
              </a:path>
            </a:pathLst>
          </a:custGeom>
          <a:solidFill>
            <a:srgbClr val="6060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37"/>
          <p:cNvSpPr/>
          <p:nvPr/>
        </p:nvSpPr>
        <p:spPr>
          <a:xfrm>
            <a:off x="-908666" y="1803585"/>
            <a:ext cx="121519" cy="121519"/>
          </a:xfrm>
          <a:custGeom>
            <a:avLst/>
            <a:gdLst/>
            <a:ahLst/>
            <a:cxnLst/>
            <a:rect l="l" t="t" r="r" b="b"/>
            <a:pathLst>
              <a:path w="6251" h="6251" extrusionOk="0">
                <a:moveTo>
                  <a:pt x="6250" y="3142"/>
                </a:moveTo>
                <a:cubicBezTo>
                  <a:pt x="6250" y="4858"/>
                  <a:pt x="4858" y="6250"/>
                  <a:pt x="3141" y="6250"/>
                </a:cubicBezTo>
                <a:cubicBezTo>
                  <a:pt x="1425" y="6250"/>
                  <a:pt x="0" y="4858"/>
                  <a:pt x="0" y="3142"/>
                </a:cubicBezTo>
                <a:cubicBezTo>
                  <a:pt x="0" y="1393"/>
                  <a:pt x="1425" y="0"/>
                  <a:pt x="3141" y="0"/>
                </a:cubicBezTo>
                <a:cubicBezTo>
                  <a:pt x="4858" y="0"/>
                  <a:pt x="6250" y="1393"/>
                  <a:pt x="6250" y="3142"/>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37"/>
          <p:cNvSpPr/>
          <p:nvPr/>
        </p:nvSpPr>
        <p:spPr>
          <a:xfrm>
            <a:off x="-761998" y="1822461"/>
            <a:ext cx="84370" cy="84389"/>
          </a:xfrm>
          <a:custGeom>
            <a:avLst/>
            <a:gdLst/>
            <a:ahLst/>
            <a:cxnLst/>
            <a:rect l="l" t="t" r="r" b="b"/>
            <a:pathLst>
              <a:path w="4340" h="4341" extrusionOk="0">
                <a:moveTo>
                  <a:pt x="4340" y="2171"/>
                </a:moveTo>
                <a:cubicBezTo>
                  <a:pt x="4340" y="3369"/>
                  <a:pt x="3368" y="4340"/>
                  <a:pt x="2170" y="4340"/>
                </a:cubicBezTo>
                <a:cubicBezTo>
                  <a:pt x="972" y="4340"/>
                  <a:pt x="0" y="3369"/>
                  <a:pt x="0" y="2171"/>
                </a:cubicBezTo>
                <a:cubicBezTo>
                  <a:pt x="0" y="972"/>
                  <a:pt x="972" y="1"/>
                  <a:pt x="2170" y="1"/>
                </a:cubicBezTo>
                <a:cubicBezTo>
                  <a:pt x="3368" y="1"/>
                  <a:pt x="4340" y="972"/>
                  <a:pt x="4340" y="217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37"/>
          <p:cNvSpPr/>
          <p:nvPr/>
        </p:nvSpPr>
        <p:spPr>
          <a:xfrm>
            <a:off x="1225324" y="1803585"/>
            <a:ext cx="121519" cy="121519"/>
          </a:xfrm>
          <a:custGeom>
            <a:avLst/>
            <a:gdLst/>
            <a:ahLst/>
            <a:cxnLst/>
            <a:rect l="l" t="t" r="r" b="b"/>
            <a:pathLst>
              <a:path w="6251" h="6251" extrusionOk="0">
                <a:moveTo>
                  <a:pt x="6250" y="3142"/>
                </a:moveTo>
                <a:cubicBezTo>
                  <a:pt x="6250" y="4858"/>
                  <a:pt x="4858" y="6250"/>
                  <a:pt x="3109" y="6250"/>
                </a:cubicBezTo>
                <a:cubicBezTo>
                  <a:pt x="1393" y="6250"/>
                  <a:pt x="0" y="4858"/>
                  <a:pt x="0" y="3142"/>
                </a:cubicBezTo>
                <a:cubicBezTo>
                  <a:pt x="0" y="1393"/>
                  <a:pt x="1393" y="0"/>
                  <a:pt x="3109" y="0"/>
                </a:cubicBezTo>
                <a:cubicBezTo>
                  <a:pt x="4858" y="0"/>
                  <a:pt x="6250" y="1393"/>
                  <a:pt x="6250" y="3142"/>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37"/>
          <p:cNvSpPr/>
          <p:nvPr/>
        </p:nvSpPr>
        <p:spPr>
          <a:xfrm>
            <a:off x="1116426" y="1822461"/>
            <a:ext cx="83748" cy="84389"/>
          </a:xfrm>
          <a:custGeom>
            <a:avLst/>
            <a:gdLst/>
            <a:ahLst/>
            <a:cxnLst/>
            <a:rect l="l" t="t" r="r" b="b"/>
            <a:pathLst>
              <a:path w="4308" h="4341" extrusionOk="0">
                <a:moveTo>
                  <a:pt x="4307" y="2171"/>
                </a:moveTo>
                <a:cubicBezTo>
                  <a:pt x="4307" y="3369"/>
                  <a:pt x="3336" y="4340"/>
                  <a:pt x="2170" y="4340"/>
                </a:cubicBezTo>
                <a:cubicBezTo>
                  <a:pt x="972" y="4340"/>
                  <a:pt x="0" y="3369"/>
                  <a:pt x="0" y="2171"/>
                </a:cubicBezTo>
                <a:cubicBezTo>
                  <a:pt x="0" y="972"/>
                  <a:pt x="972" y="1"/>
                  <a:pt x="2170" y="1"/>
                </a:cubicBezTo>
                <a:cubicBezTo>
                  <a:pt x="3336" y="1"/>
                  <a:pt x="4307" y="972"/>
                  <a:pt x="4307" y="217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37"/>
          <p:cNvSpPr/>
          <p:nvPr/>
        </p:nvSpPr>
        <p:spPr>
          <a:xfrm>
            <a:off x="-537904" y="1760159"/>
            <a:ext cx="1514668" cy="209019"/>
          </a:xfrm>
          <a:custGeom>
            <a:avLst/>
            <a:gdLst/>
            <a:ahLst/>
            <a:cxnLst/>
            <a:rect l="l" t="t" r="r" b="b"/>
            <a:pathLst>
              <a:path w="77915" h="10752" extrusionOk="0">
                <a:moveTo>
                  <a:pt x="77914" y="5376"/>
                </a:moveTo>
                <a:cubicBezTo>
                  <a:pt x="77914" y="8322"/>
                  <a:pt x="75485" y="10751"/>
                  <a:pt x="72539" y="10751"/>
                </a:cubicBezTo>
                <a:lnTo>
                  <a:pt x="5376" y="10751"/>
                </a:lnTo>
                <a:cubicBezTo>
                  <a:pt x="2397" y="10751"/>
                  <a:pt x="1" y="8322"/>
                  <a:pt x="1" y="5376"/>
                </a:cubicBezTo>
                <a:lnTo>
                  <a:pt x="1" y="5376"/>
                </a:lnTo>
                <a:cubicBezTo>
                  <a:pt x="1" y="2396"/>
                  <a:pt x="2397" y="0"/>
                  <a:pt x="5376" y="0"/>
                </a:cubicBezTo>
                <a:lnTo>
                  <a:pt x="72539" y="0"/>
                </a:lnTo>
                <a:cubicBezTo>
                  <a:pt x="75485" y="0"/>
                  <a:pt x="77914" y="2396"/>
                  <a:pt x="77914" y="5376"/>
                </a:cubicBezTo>
                <a:close/>
              </a:path>
            </a:pathLst>
          </a:custGeom>
          <a:solidFill>
            <a:srgbClr val="A8A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37"/>
          <p:cNvSpPr/>
          <p:nvPr/>
        </p:nvSpPr>
        <p:spPr>
          <a:xfrm>
            <a:off x="-548595" y="1750711"/>
            <a:ext cx="1536052" cy="227895"/>
          </a:xfrm>
          <a:custGeom>
            <a:avLst/>
            <a:gdLst/>
            <a:ahLst/>
            <a:cxnLst/>
            <a:rect l="l" t="t" r="r" b="b"/>
            <a:pathLst>
              <a:path w="79015" h="11723" extrusionOk="0">
                <a:moveTo>
                  <a:pt x="73089" y="11626"/>
                </a:moveTo>
                <a:lnTo>
                  <a:pt x="5926" y="11626"/>
                </a:lnTo>
                <a:cubicBezTo>
                  <a:pt x="2656" y="11723"/>
                  <a:pt x="0" y="9100"/>
                  <a:pt x="0" y="5862"/>
                </a:cubicBezTo>
                <a:cubicBezTo>
                  <a:pt x="0" y="2591"/>
                  <a:pt x="2656" y="0"/>
                  <a:pt x="5926" y="65"/>
                </a:cubicBezTo>
                <a:lnTo>
                  <a:pt x="73089" y="65"/>
                </a:lnTo>
                <a:cubicBezTo>
                  <a:pt x="76327" y="0"/>
                  <a:pt x="79015" y="2591"/>
                  <a:pt x="79015" y="5862"/>
                </a:cubicBezTo>
                <a:cubicBezTo>
                  <a:pt x="79015" y="9100"/>
                  <a:pt x="76327" y="11723"/>
                  <a:pt x="73089" y="11626"/>
                </a:cubicBezTo>
                <a:close/>
                <a:moveTo>
                  <a:pt x="5926" y="875"/>
                </a:moveTo>
                <a:cubicBezTo>
                  <a:pt x="3109" y="810"/>
                  <a:pt x="810" y="3044"/>
                  <a:pt x="810" y="5862"/>
                </a:cubicBezTo>
                <a:cubicBezTo>
                  <a:pt x="810" y="8647"/>
                  <a:pt x="3109" y="10913"/>
                  <a:pt x="5926" y="10816"/>
                </a:cubicBezTo>
                <a:lnTo>
                  <a:pt x="73089" y="10816"/>
                </a:lnTo>
                <a:cubicBezTo>
                  <a:pt x="75873" y="10913"/>
                  <a:pt x="78205" y="8647"/>
                  <a:pt x="78205" y="5862"/>
                </a:cubicBezTo>
                <a:cubicBezTo>
                  <a:pt x="78205" y="3044"/>
                  <a:pt x="75873" y="810"/>
                  <a:pt x="73089" y="875"/>
                </a:cubicBezTo>
                <a:close/>
              </a:path>
            </a:pathLst>
          </a:custGeom>
          <a:solidFill>
            <a:srgbClr val="6060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37"/>
          <p:cNvSpPr/>
          <p:nvPr/>
        </p:nvSpPr>
        <p:spPr>
          <a:xfrm>
            <a:off x="-537904" y="2001241"/>
            <a:ext cx="1514668" cy="29607"/>
          </a:xfrm>
          <a:custGeom>
            <a:avLst/>
            <a:gdLst/>
            <a:ahLst/>
            <a:cxnLst/>
            <a:rect l="l" t="t" r="r" b="b"/>
            <a:pathLst>
              <a:path w="77915" h="1523" extrusionOk="0">
                <a:moveTo>
                  <a:pt x="77914" y="746"/>
                </a:moveTo>
                <a:cubicBezTo>
                  <a:pt x="77914" y="1199"/>
                  <a:pt x="77558" y="1523"/>
                  <a:pt x="77137" y="1523"/>
                </a:cubicBezTo>
                <a:lnTo>
                  <a:pt x="778" y="1523"/>
                </a:lnTo>
                <a:cubicBezTo>
                  <a:pt x="325" y="1523"/>
                  <a:pt x="1" y="1199"/>
                  <a:pt x="1" y="746"/>
                </a:cubicBezTo>
                <a:lnTo>
                  <a:pt x="1" y="746"/>
                </a:lnTo>
                <a:cubicBezTo>
                  <a:pt x="1" y="325"/>
                  <a:pt x="325" y="1"/>
                  <a:pt x="778" y="1"/>
                </a:cubicBezTo>
                <a:lnTo>
                  <a:pt x="77137" y="1"/>
                </a:lnTo>
                <a:cubicBezTo>
                  <a:pt x="77558" y="1"/>
                  <a:pt x="77914" y="325"/>
                  <a:pt x="77914" y="746"/>
                </a:cubicBezTo>
                <a:close/>
              </a:path>
            </a:pathLst>
          </a:custGeom>
          <a:solidFill>
            <a:srgbClr val="6060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37"/>
          <p:cNvSpPr/>
          <p:nvPr/>
        </p:nvSpPr>
        <p:spPr>
          <a:xfrm>
            <a:off x="-347693" y="1795402"/>
            <a:ext cx="81862" cy="139774"/>
          </a:xfrm>
          <a:custGeom>
            <a:avLst/>
            <a:gdLst/>
            <a:ahLst/>
            <a:cxnLst/>
            <a:rect l="l" t="t" r="r" b="b"/>
            <a:pathLst>
              <a:path w="4211" h="7190" extrusionOk="0">
                <a:moveTo>
                  <a:pt x="227" y="5991"/>
                </a:moveTo>
                <a:cubicBezTo>
                  <a:pt x="713" y="6283"/>
                  <a:pt x="1296" y="6445"/>
                  <a:pt x="1847" y="6445"/>
                </a:cubicBezTo>
                <a:cubicBezTo>
                  <a:pt x="2786" y="6445"/>
                  <a:pt x="3304" y="5959"/>
                  <a:pt x="3304" y="5279"/>
                </a:cubicBezTo>
                <a:cubicBezTo>
                  <a:pt x="3304" y="4567"/>
                  <a:pt x="2948" y="4243"/>
                  <a:pt x="2008" y="3886"/>
                </a:cubicBezTo>
                <a:cubicBezTo>
                  <a:pt x="875" y="3465"/>
                  <a:pt x="163" y="2915"/>
                  <a:pt x="163" y="1911"/>
                </a:cubicBezTo>
                <a:cubicBezTo>
                  <a:pt x="163" y="842"/>
                  <a:pt x="1069" y="33"/>
                  <a:pt x="2429" y="33"/>
                </a:cubicBezTo>
                <a:cubicBezTo>
                  <a:pt x="2948" y="1"/>
                  <a:pt x="3466" y="130"/>
                  <a:pt x="3951" y="389"/>
                </a:cubicBezTo>
                <a:lnTo>
                  <a:pt x="3692" y="1102"/>
                </a:lnTo>
                <a:cubicBezTo>
                  <a:pt x="3304" y="875"/>
                  <a:pt x="2818" y="778"/>
                  <a:pt x="2365" y="778"/>
                </a:cubicBezTo>
                <a:cubicBezTo>
                  <a:pt x="1426" y="778"/>
                  <a:pt x="1069" y="1328"/>
                  <a:pt x="1069" y="1814"/>
                </a:cubicBezTo>
                <a:cubicBezTo>
                  <a:pt x="1069" y="2462"/>
                  <a:pt x="1458" y="2785"/>
                  <a:pt x="2429" y="3142"/>
                </a:cubicBezTo>
                <a:cubicBezTo>
                  <a:pt x="3595" y="3595"/>
                  <a:pt x="4211" y="4178"/>
                  <a:pt x="4211" y="5182"/>
                </a:cubicBezTo>
                <a:cubicBezTo>
                  <a:pt x="4211" y="6186"/>
                  <a:pt x="3401" y="7190"/>
                  <a:pt x="1782" y="7190"/>
                </a:cubicBezTo>
                <a:cubicBezTo>
                  <a:pt x="1167" y="7190"/>
                  <a:pt x="551" y="7028"/>
                  <a:pt x="1" y="673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37"/>
          <p:cNvSpPr/>
          <p:nvPr/>
        </p:nvSpPr>
        <p:spPr>
          <a:xfrm>
            <a:off x="-245074" y="1795402"/>
            <a:ext cx="103246" cy="140396"/>
          </a:xfrm>
          <a:custGeom>
            <a:avLst/>
            <a:gdLst/>
            <a:ahLst/>
            <a:cxnLst/>
            <a:rect l="l" t="t" r="r" b="b"/>
            <a:pathLst>
              <a:path w="5311" h="7222" extrusionOk="0">
                <a:moveTo>
                  <a:pt x="5279" y="6866"/>
                </a:moveTo>
                <a:cubicBezTo>
                  <a:pt x="4696" y="7092"/>
                  <a:pt x="4080" y="7222"/>
                  <a:pt x="3433" y="7190"/>
                </a:cubicBezTo>
                <a:cubicBezTo>
                  <a:pt x="1490" y="7190"/>
                  <a:pt x="0" y="5959"/>
                  <a:pt x="0" y="3692"/>
                </a:cubicBezTo>
                <a:cubicBezTo>
                  <a:pt x="0" y="1523"/>
                  <a:pt x="1490" y="33"/>
                  <a:pt x="3659" y="33"/>
                </a:cubicBezTo>
                <a:cubicBezTo>
                  <a:pt x="4210" y="1"/>
                  <a:pt x="4760" y="130"/>
                  <a:pt x="5311" y="357"/>
                </a:cubicBezTo>
                <a:lnTo>
                  <a:pt x="5084" y="1069"/>
                </a:lnTo>
                <a:cubicBezTo>
                  <a:pt x="4631" y="875"/>
                  <a:pt x="4178" y="778"/>
                  <a:pt x="3692" y="778"/>
                </a:cubicBezTo>
                <a:cubicBezTo>
                  <a:pt x="2073" y="778"/>
                  <a:pt x="972" y="1814"/>
                  <a:pt x="972" y="3660"/>
                </a:cubicBezTo>
                <a:cubicBezTo>
                  <a:pt x="972" y="5344"/>
                  <a:pt x="1943" y="6445"/>
                  <a:pt x="3627" y="6445"/>
                </a:cubicBezTo>
                <a:cubicBezTo>
                  <a:pt x="4145" y="6445"/>
                  <a:pt x="4631" y="6348"/>
                  <a:pt x="5117" y="615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37"/>
          <p:cNvSpPr/>
          <p:nvPr/>
        </p:nvSpPr>
        <p:spPr>
          <a:xfrm>
            <a:off x="-116037" y="1798551"/>
            <a:ext cx="100738" cy="134739"/>
          </a:xfrm>
          <a:custGeom>
            <a:avLst/>
            <a:gdLst/>
            <a:ahLst/>
            <a:cxnLst/>
            <a:rect l="l" t="t" r="r" b="b"/>
            <a:pathLst>
              <a:path w="5182" h="6931" extrusionOk="0">
                <a:moveTo>
                  <a:pt x="907" y="0"/>
                </a:moveTo>
                <a:lnTo>
                  <a:pt x="907" y="2883"/>
                </a:lnTo>
                <a:lnTo>
                  <a:pt x="4275" y="2883"/>
                </a:lnTo>
                <a:lnTo>
                  <a:pt x="4275" y="0"/>
                </a:lnTo>
                <a:lnTo>
                  <a:pt x="5182" y="0"/>
                </a:lnTo>
                <a:lnTo>
                  <a:pt x="5182" y="6930"/>
                </a:lnTo>
                <a:lnTo>
                  <a:pt x="4275" y="6930"/>
                </a:lnTo>
                <a:lnTo>
                  <a:pt x="4275" y="3692"/>
                </a:lnTo>
                <a:lnTo>
                  <a:pt x="907" y="3692"/>
                </a:lnTo>
                <a:lnTo>
                  <a:pt x="907" y="6930"/>
                </a:lnTo>
                <a:lnTo>
                  <a:pt x="1" y="693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37"/>
          <p:cNvSpPr/>
          <p:nvPr/>
        </p:nvSpPr>
        <p:spPr>
          <a:xfrm>
            <a:off x="11756" y="1796024"/>
            <a:ext cx="123405" cy="139152"/>
          </a:xfrm>
          <a:custGeom>
            <a:avLst/>
            <a:gdLst/>
            <a:ahLst/>
            <a:cxnLst/>
            <a:rect l="l" t="t" r="r" b="b"/>
            <a:pathLst>
              <a:path w="6348" h="7158" extrusionOk="0">
                <a:moveTo>
                  <a:pt x="6347" y="3531"/>
                </a:moveTo>
                <a:cubicBezTo>
                  <a:pt x="6347" y="5895"/>
                  <a:pt x="4890" y="7158"/>
                  <a:pt x="3109" y="7158"/>
                </a:cubicBezTo>
                <a:cubicBezTo>
                  <a:pt x="1263" y="7158"/>
                  <a:pt x="0" y="5733"/>
                  <a:pt x="0" y="3628"/>
                </a:cubicBezTo>
                <a:cubicBezTo>
                  <a:pt x="0" y="1426"/>
                  <a:pt x="1360" y="1"/>
                  <a:pt x="3239" y="1"/>
                </a:cubicBezTo>
                <a:cubicBezTo>
                  <a:pt x="5085" y="1"/>
                  <a:pt x="6347" y="1458"/>
                  <a:pt x="6347" y="3531"/>
                </a:cubicBezTo>
                <a:close/>
                <a:moveTo>
                  <a:pt x="972" y="3628"/>
                </a:moveTo>
                <a:cubicBezTo>
                  <a:pt x="972" y="5117"/>
                  <a:pt x="1781" y="6445"/>
                  <a:pt x="3174" y="6445"/>
                </a:cubicBezTo>
                <a:cubicBezTo>
                  <a:pt x="4566" y="6445"/>
                  <a:pt x="5408" y="5150"/>
                  <a:pt x="5408" y="3563"/>
                </a:cubicBezTo>
                <a:cubicBezTo>
                  <a:pt x="5408" y="2171"/>
                  <a:pt x="4664" y="713"/>
                  <a:pt x="3174" y="713"/>
                </a:cubicBezTo>
                <a:cubicBezTo>
                  <a:pt x="1684" y="713"/>
                  <a:pt x="972" y="2106"/>
                  <a:pt x="972" y="3628"/>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37"/>
          <p:cNvSpPr/>
          <p:nvPr/>
        </p:nvSpPr>
        <p:spPr>
          <a:xfrm>
            <a:off x="154653" y="1796024"/>
            <a:ext cx="123405" cy="139152"/>
          </a:xfrm>
          <a:custGeom>
            <a:avLst/>
            <a:gdLst/>
            <a:ahLst/>
            <a:cxnLst/>
            <a:rect l="l" t="t" r="r" b="b"/>
            <a:pathLst>
              <a:path w="6348" h="7158" extrusionOk="0">
                <a:moveTo>
                  <a:pt x="6347" y="3531"/>
                </a:moveTo>
                <a:cubicBezTo>
                  <a:pt x="6347" y="5895"/>
                  <a:pt x="4890" y="7158"/>
                  <a:pt x="3109" y="7158"/>
                </a:cubicBezTo>
                <a:cubicBezTo>
                  <a:pt x="1263" y="7158"/>
                  <a:pt x="0" y="5733"/>
                  <a:pt x="0" y="3628"/>
                </a:cubicBezTo>
                <a:cubicBezTo>
                  <a:pt x="0" y="1426"/>
                  <a:pt x="1360" y="1"/>
                  <a:pt x="3239" y="1"/>
                </a:cubicBezTo>
                <a:cubicBezTo>
                  <a:pt x="5084" y="1"/>
                  <a:pt x="6347" y="1458"/>
                  <a:pt x="6347" y="3531"/>
                </a:cubicBezTo>
                <a:close/>
                <a:moveTo>
                  <a:pt x="972" y="3628"/>
                </a:moveTo>
                <a:cubicBezTo>
                  <a:pt x="972" y="5117"/>
                  <a:pt x="1781" y="6445"/>
                  <a:pt x="3174" y="6445"/>
                </a:cubicBezTo>
                <a:cubicBezTo>
                  <a:pt x="4566" y="6445"/>
                  <a:pt x="5408" y="5150"/>
                  <a:pt x="5408" y="3563"/>
                </a:cubicBezTo>
                <a:cubicBezTo>
                  <a:pt x="5408" y="2171"/>
                  <a:pt x="4696" y="713"/>
                  <a:pt x="3174" y="713"/>
                </a:cubicBezTo>
                <a:cubicBezTo>
                  <a:pt x="1684" y="713"/>
                  <a:pt x="972" y="2106"/>
                  <a:pt x="972" y="3628"/>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37"/>
          <p:cNvSpPr/>
          <p:nvPr/>
        </p:nvSpPr>
        <p:spPr>
          <a:xfrm>
            <a:off x="305734" y="1798551"/>
            <a:ext cx="74922" cy="134739"/>
          </a:xfrm>
          <a:custGeom>
            <a:avLst/>
            <a:gdLst/>
            <a:ahLst/>
            <a:cxnLst/>
            <a:rect l="l" t="t" r="r" b="b"/>
            <a:pathLst>
              <a:path w="3854" h="6931" extrusionOk="0">
                <a:moveTo>
                  <a:pt x="0" y="0"/>
                </a:moveTo>
                <a:lnTo>
                  <a:pt x="907" y="0"/>
                </a:lnTo>
                <a:lnTo>
                  <a:pt x="907" y="6186"/>
                </a:lnTo>
                <a:lnTo>
                  <a:pt x="3854" y="6186"/>
                </a:lnTo>
                <a:lnTo>
                  <a:pt x="3854" y="6930"/>
                </a:lnTo>
                <a:lnTo>
                  <a:pt x="0" y="693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37"/>
          <p:cNvSpPr/>
          <p:nvPr/>
        </p:nvSpPr>
        <p:spPr>
          <a:xfrm>
            <a:off x="452402" y="1797287"/>
            <a:ext cx="85011" cy="137266"/>
          </a:xfrm>
          <a:custGeom>
            <a:avLst/>
            <a:gdLst/>
            <a:ahLst/>
            <a:cxnLst/>
            <a:rect l="l" t="t" r="r" b="b"/>
            <a:pathLst>
              <a:path w="4373" h="7061" extrusionOk="0">
                <a:moveTo>
                  <a:pt x="0" y="130"/>
                </a:moveTo>
                <a:cubicBezTo>
                  <a:pt x="551" y="33"/>
                  <a:pt x="1101" y="1"/>
                  <a:pt x="1620" y="1"/>
                </a:cubicBezTo>
                <a:cubicBezTo>
                  <a:pt x="2526" y="1"/>
                  <a:pt x="3109" y="163"/>
                  <a:pt x="3530" y="519"/>
                </a:cubicBezTo>
                <a:cubicBezTo>
                  <a:pt x="3919" y="778"/>
                  <a:pt x="4145" y="1231"/>
                  <a:pt x="4113" y="1717"/>
                </a:cubicBezTo>
                <a:cubicBezTo>
                  <a:pt x="4081" y="2429"/>
                  <a:pt x="3627" y="3045"/>
                  <a:pt x="2947" y="3239"/>
                </a:cubicBezTo>
                <a:lnTo>
                  <a:pt x="2947" y="3271"/>
                </a:lnTo>
                <a:cubicBezTo>
                  <a:pt x="3757" y="3433"/>
                  <a:pt x="4372" y="4146"/>
                  <a:pt x="4372" y="5020"/>
                </a:cubicBezTo>
                <a:cubicBezTo>
                  <a:pt x="4372" y="5538"/>
                  <a:pt x="4178" y="6024"/>
                  <a:pt x="3789" y="6412"/>
                </a:cubicBezTo>
                <a:cubicBezTo>
                  <a:pt x="3304" y="6833"/>
                  <a:pt x="2526" y="7060"/>
                  <a:pt x="1393" y="7060"/>
                </a:cubicBezTo>
                <a:cubicBezTo>
                  <a:pt x="940" y="7060"/>
                  <a:pt x="454" y="7028"/>
                  <a:pt x="0" y="6963"/>
                </a:cubicBezTo>
                <a:close/>
                <a:moveTo>
                  <a:pt x="907" y="2980"/>
                </a:moveTo>
                <a:lnTo>
                  <a:pt x="1717" y="2980"/>
                </a:lnTo>
                <a:cubicBezTo>
                  <a:pt x="2656" y="2980"/>
                  <a:pt x="3239" y="2494"/>
                  <a:pt x="3239" y="1814"/>
                </a:cubicBezTo>
                <a:cubicBezTo>
                  <a:pt x="3239" y="1005"/>
                  <a:pt x="2591" y="681"/>
                  <a:pt x="1684" y="681"/>
                </a:cubicBezTo>
                <a:cubicBezTo>
                  <a:pt x="1425" y="681"/>
                  <a:pt x="1166" y="681"/>
                  <a:pt x="875" y="745"/>
                </a:cubicBezTo>
                <a:close/>
                <a:moveTo>
                  <a:pt x="907" y="6315"/>
                </a:moveTo>
                <a:cubicBezTo>
                  <a:pt x="1166" y="6348"/>
                  <a:pt x="1425" y="6348"/>
                  <a:pt x="1684" y="6348"/>
                </a:cubicBezTo>
                <a:cubicBezTo>
                  <a:pt x="2623" y="6348"/>
                  <a:pt x="3465" y="5992"/>
                  <a:pt x="3465" y="4988"/>
                </a:cubicBezTo>
                <a:cubicBezTo>
                  <a:pt x="3465" y="4049"/>
                  <a:pt x="2656" y="3660"/>
                  <a:pt x="1684" y="3660"/>
                </a:cubicBezTo>
                <a:lnTo>
                  <a:pt x="907" y="366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37"/>
          <p:cNvSpPr/>
          <p:nvPr/>
        </p:nvSpPr>
        <p:spPr>
          <a:xfrm>
            <a:off x="566335" y="1798551"/>
            <a:ext cx="99494" cy="137246"/>
          </a:xfrm>
          <a:custGeom>
            <a:avLst/>
            <a:gdLst/>
            <a:ahLst/>
            <a:cxnLst/>
            <a:rect l="l" t="t" r="r" b="b"/>
            <a:pathLst>
              <a:path w="5118" h="7060" extrusionOk="0">
                <a:moveTo>
                  <a:pt x="908" y="0"/>
                </a:moveTo>
                <a:lnTo>
                  <a:pt x="908" y="4081"/>
                </a:lnTo>
                <a:cubicBezTo>
                  <a:pt x="908" y="5667"/>
                  <a:pt x="1588" y="6315"/>
                  <a:pt x="2527" y="6315"/>
                </a:cubicBezTo>
                <a:cubicBezTo>
                  <a:pt x="3531" y="6315"/>
                  <a:pt x="4211" y="5635"/>
                  <a:pt x="4211" y="4081"/>
                </a:cubicBezTo>
                <a:lnTo>
                  <a:pt x="4211" y="0"/>
                </a:lnTo>
                <a:lnTo>
                  <a:pt x="5117" y="0"/>
                </a:lnTo>
                <a:lnTo>
                  <a:pt x="5117" y="4048"/>
                </a:lnTo>
                <a:cubicBezTo>
                  <a:pt x="5117" y="6186"/>
                  <a:pt x="3984" y="7060"/>
                  <a:pt x="2494" y="7060"/>
                </a:cubicBezTo>
                <a:cubicBezTo>
                  <a:pt x="1069" y="7060"/>
                  <a:pt x="1" y="6250"/>
                  <a:pt x="1" y="4081"/>
                </a:cubicBez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37"/>
          <p:cNvSpPr/>
          <p:nvPr/>
        </p:nvSpPr>
        <p:spPr>
          <a:xfrm>
            <a:off x="694128" y="1795402"/>
            <a:ext cx="81862" cy="139774"/>
          </a:xfrm>
          <a:custGeom>
            <a:avLst/>
            <a:gdLst/>
            <a:ahLst/>
            <a:cxnLst/>
            <a:rect l="l" t="t" r="r" b="b"/>
            <a:pathLst>
              <a:path w="4211" h="7190" extrusionOk="0">
                <a:moveTo>
                  <a:pt x="227" y="5991"/>
                </a:moveTo>
                <a:cubicBezTo>
                  <a:pt x="713" y="6283"/>
                  <a:pt x="1263" y="6445"/>
                  <a:pt x="1846" y="6445"/>
                </a:cubicBezTo>
                <a:cubicBezTo>
                  <a:pt x="2753" y="6445"/>
                  <a:pt x="3304" y="5959"/>
                  <a:pt x="3304" y="5279"/>
                </a:cubicBezTo>
                <a:cubicBezTo>
                  <a:pt x="3304" y="4567"/>
                  <a:pt x="2915" y="4243"/>
                  <a:pt x="1976" y="3886"/>
                </a:cubicBezTo>
                <a:cubicBezTo>
                  <a:pt x="842" y="3465"/>
                  <a:pt x="162" y="2915"/>
                  <a:pt x="162" y="1911"/>
                </a:cubicBezTo>
                <a:cubicBezTo>
                  <a:pt x="162" y="842"/>
                  <a:pt x="1037" y="33"/>
                  <a:pt x="2397" y="33"/>
                </a:cubicBezTo>
                <a:cubicBezTo>
                  <a:pt x="2915" y="1"/>
                  <a:pt x="3465" y="130"/>
                  <a:pt x="3919" y="389"/>
                </a:cubicBezTo>
                <a:lnTo>
                  <a:pt x="3692" y="1102"/>
                </a:lnTo>
                <a:cubicBezTo>
                  <a:pt x="3271" y="875"/>
                  <a:pt x="2818" y="778"/>
                  <a:pt x="2364" y="778"/>
                </a:cubicBezTo>
                <a:cubicBezTo>
                  <a:pt x="1425" y="778"/>
                  <a:pt x="1069" y="1361"/>
                  <a:pt x="1069" y="1814"/>
                </a:cubicBezTo>
                <a:cubicBezTo>
                  <a:pt x="1069" y="2462"/>
                  <a:pt x="1458" y="2785"/>
                  <a:pt x="2429" y="3174"/>
                </a:cubicBezTo>
                <a:cubicBezTo>
                  <a:pt x="3627" y="3627"/>
                  <a:pt x="4210" y="4178"/>
                  <a:pt x="4210" y="5182"/>
                </a:cubicBezTo>
                <a:cubicBezTo>
                  <a:pt x="4210" y="6186"/>
                  <a:pt x="3401" y="7190"/>
                  <a:pt x="1782" y="7190"/>
                </a:cubicBezTo>
                <a:cubicBezTo>
                  <a:pt x="1166" y="7190"/>
                  <a:pt x="551" y="7028"/>
                  <a:pt x="1" y="673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37"/>
          <p:cNvSpPr/>
          <p:nvPr/>
        </p:nvSpPr>
        <p:spPr>
          <a:xfrm>
            <a:off x="-856414" y="3886568"/>
            <a:ext cx="587982" cy="867510"/>
          </a:xfrm>
          <a:custGeom>
            <a:avLst/>
            <a:gdLst/>
            <a:ahLst/>
            <a:cxnLst/>
            <a:rect l="l" t="t" r="r" b="b"/>
            <a:pathLst>
              <a:path w="30246" h="44625" extrusionOk="0">
                <a:moveTo>
                  <a:pt x="28691" y="35525"/>
                </a:moveTo>
                <a:cubicBezTo>
                  <a:pt x="28367" y="36626"/>
                  <a:pt x="27979" y="37662"/>
                  <a:pt x="27428" y="38666"/>
                </a:cubicBezTo>
                <a:cubicBezTo>
                  <a:pt x="26554" y="40285"/>
                  <a:pt x="24967" y="42001"/>
                  <a:pt x="23348" y="42811"/>
                </a:cubicBezTo>
                <a:cubicBezTo>
                  <a:pt x="20110" y="44430"/>
                  <a:pt x="15350" y="44624"/>
                  <a:pt x="11885" y="44106"/>
                </a:cubicBezTo>
                <a:cubicBezTo>
                  <a:pt x="7869" y="43459"/>
                  <a:pt x="4404" y="40965"/>
                  <a:pt x="2493" y="37403"/>
                </a:cubicBezTo>
                <a:cubicBezTo>
                  <a:pt x="874" y="34294"/>
                  <a:pt x="518" y="30700"/>
                  <a:pt x="291" y="27202"/>
                </a:cubicBezTo>
                <a:cubicBezTo>
                  <a:pt x="32" y="23608"/>
                  <a:pt x="0" y="20046"/>
                  <a:pt x="130" y="16451"/>
                </a:cubicBezTo>
                <a:cubicBezTo>
                  <a:pt x="356" y="12824"/>
                  <a:pt x="777" y="8841"/>
                  <a:pt x="2591" y="5700"/>
                </a:cubicBezTo>
                <a:cubicBezTo>
                  <a:pt x="4793" y="1879"/>
                  <a:pt x="9197" y="195"/>
                  <a:pt x="13245" y="98"/>
                </a:cubicBezTo>
                <a:cubicBezTo>
                  <a:pt x="16515" y="1"/>
                  <a:pt x="20822" y="195"/>
                  <a:pt x="23737" y="1944"/>
                </a:cubicBezTo>
                <a:cubicBezTo>
                  <a:pt x="27105" y="3984"/>
                  <a:pt x="28691" y="7967"/>
                  <a:pt x="29242" y="11756"/>
                </a:cubicBezTo>
                <a:cubicBezTo>
                  <a:pt x="29987" y="16419"/>
                  <a:pt x="30246" y="21147"/>
                  <a:pt x="29987" y="25842"/>
                </a:cubicBezTo>
                <a:cubicBezTo>
                  <a:pt x="29760" y="28886"/>
                  <a:pt x="29566" y="32416"/>
                  <a:pt x="28691" y="35525"/>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37"/>
          <p:cNvSpPr/>
          <p:nvPr/>
        </p:nvSpPr>
        <p:spPr>
          <a:xfrm>
            <a:off x="-800390" y="4206359"/>
            <a:ext cx="110186" cy="491035"/>
          </a:xfrm>
          <a:custGeom>
            <a:avLst/>
            <a:gdLst/>
            <a:ahLst/>
            <a:cxnLst/>
            <a:rect l="l" t="t" r="r" b="b"/>
            <a:pathLst>
              <a:path w="5668" h="25259" extrusionOk="0">
                <a:moveTo>
                  <a:pt x="0" y="0"/>
                </a:moveTo>
                <a:lnTo>
                  <a:pt x="162" y="1101"/>
                </a:lnTo>
                <a:lnTo>
                  <a:pt x="292" y="2397"/>
                </a:lnTo>
                <a:lnTo>
                  <a:pt x="356" y="3174"/>
                </a:lnTo>
                <a:lnTo>
                  <a:pt x="486" y="4048"/>
                </a:lnTo>
                <a:lnTo>
                  <a:pt x="745" y="5991"/>
                </a:lnTo>
                <a:cubicBezTo>
                  <a:pt x="842" y="6671"/>
                  <a:pt x="1004" y="7383"/>
                  <a:pt x="1101" y="8128"/>
                </a:cubicBezTo>
                <a:cubicBezTo>
                  <a:pt x="1231" y="8873"/>
                  <a:pt x="1360" y="9650"/>
                  <a:pt x="1522" y="10427"/>
                </a:cubicBezTo>
                <a:lnTo>
                  <a:pt x="2008" y="12824"/>
                </a:lnTo>
                <a:lnTo>
                  <a:pt x="2558" y="15155"/>
                </a:lnTo>
                <a:cubicBezTo>
                  <a:pt x="2720" y="15933"/>
                  <a:pt x="2979" y="16710"/>
                  <a:pt x="3141" y="17422"/>
                </a:cubicBezTo>
                <a:cubicBezTo>
                  <a:pt x="3336" y="18135"/>
                  <a:pt x="3530" y="18879"/>
                  <a:pt x="3757" y="19527"/>
                </a:cubicBezTo>
                <a:lnTo>
                  <a:pt x="4339" y="21405"/>
                </a:lnTo>
                <a:lnTo>
                  <a:pt x="4598" y="22247"/>
                </a:lnTo>
                <a:lnTo>
                  <a:pt x="4858" y="22960"/>
                </a:lnTo>
                <a:lnTo>
                  <a:pt x="5279" y="24190"/>
                </a:lnTo>
                <a:lnTo>
                  <a:pt x="5667" y="25259"/>
                </a:lnTo>
                <a:lnTo>
                  <a:pt x="5181" y="24223"/>
                </a:lnTo>
                <a:lnTo>
                  <a:pt x="4663" y="23057"/>
                </a:lnTo>
                <a:lnTo>
                  <a:pt x="4339" y="22344"/>
                </a:lnTo>
                <a:lnTo>
                  <a:pt x="4016" y="21535"/>
                </a:lnTo>
                <a:lnTo>
                  <a:pt x="3303" y="19689"/>
                </a:lnTo>
                <a:cubicBezTo>
                  <a:pt x="3076" y="19041"/>
                  <a:pt x="2882" y="18329"/>
                  <a:pt x="2655" y="17584"/>
                </a:cubicBezTo>
                <a:cubicBezTo>
                  <a:pt x="2396" y="16872"/>
                  <a:pt x="2170" y="16095"/>
                  <a:pt x="2008" y="15317"/>
                </a:cubicBezTo>
                <a:lnTo>
                  <a:pt x="1393" y="12953"/>
                </a:lnTo>
                <a:lnTo>
                  <a:pt x="939" y="10557"/>
                </a:lnTo>
                <a:cubicBezTo>
                  <a:pt x="777" y="9780"/>
                  <a:pt x="680" y="9003"/>
                  <a:pt x="583" y="8225"/>
                </a:cubicBezTo>
                <a:cubicBezTo>
                  <a:pt x="453" y="7481"/>
                  <a:pt x="356" y="6768"/>
                  <a:pt x="292" y="6056"/>
                </a:cubicBezTo>
                <a:lnTo>
                  <a:pt x="130" y="4080"/>
                </a:lnTo>
                <a:lnTo>
                  <a:pt x="65" y="3206"/>
                </a:lnTo>
                <a:lnTo>
                  <a:pt x="65" y="2397"/>
                </a:lnTo>
                <a:lnTo>
                  <a:pt x="32" y="1101"/>
                </a:lnTo>
                <a:close/>
              </a:path>
            </a:pathLst>
          </a:custGeom>
          <a:solidFill>
            <a:srgbClr val="F9F3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37"/>
          <p:cNvSpPr/>
          <p:nvPr/>
        </p:nvSpPr>
        <p:spPr>
          <a:xfrm>
            <a:off x="-719815" y="4150336"/>
            <a:ext cx="64852" cy="458298"/>
          </a:xfrm>
          <a:custGeom>
            <a:avLst/>
            <a:gdLst/>
            <a:ahLst/>
            <a:cxnLst/>
            <a:rect l="l" t="t" r="r" b="b"/>
            <a:pathLst>
              <a:path w="3336" h="23575" extrusionOk="0">
                <a:moveTo>
                  <a:pt x="97" y="0"/>
                </a:moveTo>
                <a:cubicBezTo>
                  <a:pt x="97" y="0"/>
                  <a:pt x="130" y="356"/>
                  <a:pt x="162" y="1036"/>
                </a:cubicBezTo>
                <a:lnTo>
                  <a:pt x="227" y="2202"/>
                </a:lnTo>
                <a:lnTo>
                  <a:pt x="259" y="2915"/>
                </a:lnTo>
                <a:lnTo>
                  <a:pt x="356" y="3724"/>
                </a:lnTo>
                <a:lnTo>
                  <a:pt x="518" y="5505"/>
                </a:lnTo>
                <a:cubicBezTo>
                  <a:pt x="551" y="6153"/>
                  <a:pt x="680" y="6833"/>
                  <a:pt x="745" y="7513"/>
                </a:cubicBezTo>
                <a:cubicBezTo>
                  <a:pt x="810" y="8193"/>
                  <a:pt x="907" y="8905"/>
                  <a:pt x="1036" y="9650"/>
                </a:cubicBezTo>
                <a:lnTo>
                  <a:pt x="1328" y="11820"/>
                </a:lnTo>
                <a:cubicBezTo>
                  <a:pt x="1587" y="13309"/>
                  <a:pt x="1814" y="14767"/>
                  <a:pt x="2040" y="16127"/>
                </a:cubicBezTo>
                <a:lnTo>
                  <a:pt x="2396" y="18135"/>
                </a:lnTo>
                <a:lnTo>
                  <a:pt x="2720" y="19916"/>
                </a:lnTo>
                <a:lnTo>
                  <a:pt x="3174" y="22571"/>
                </a:lnTo>
                <a:cubicBezTo>
                  <a:pt x="3271" y="23219"/>
                  <a:pt x="3336" y="23575"/>
                  <a:pt x="3336" y="23575"/>
                </a:cubicBezTo>
                <a:cubicBezTo>
                  <a:pt x="3336" y="23575"/>
                  <a:pt x="3238" y="23219"/>
                  <a:pt x="3044" y="22571"/>
                </a:cubicBezTo>
                <a:cubicBezTo>
                  <a:pt x="2882" y="21956"/>
                  <a:pt x="2623" y="21049"/>
                  <a:pt x="2364" y="19980"/>
                </a:cubicBezTo>
                <a:cubicBezTo>
                  <a:pt x="2105" y="18879"/>
                  <a:pt x="1814" y="17616"/>
                  <a:pt x="1522" y="16256"/>
                </a:cubicBezTo>
                <a:cubicBezTo>
                  <a:pt x="1393" y="15576"/>
                  <a:pt x="1231" y="14864"/>
                  <a:pt x="1134" y="14119"/>
                </a:cubicBezTo>
                <a:lnTo>
                  <a:pt x="745" y="11917"/>
                </a:lnTo>
                <a:lnTo>
                  <a:pt x="453" y="9715"/>
                </a:lnTo>
                <a:cubicBezTo>
                  <a:pt x="356" y="9003"/>
                  <a:pt x="292" y="8258"/>
                  <a:pt x="227" y="7578"/>
                </a:cubicBezTo>
                <a:cubicBezTo>
                  <a:pt x="162" y="6865"/>
                  <a:pt x="97" y="6185"/>
                  <a:pt x="65" y="5538"/>
                </a:cubicBezTo>
                <a:lnTo>
                  <a:pt x="0" y="3724"/>
                </a:lnTo>
                <a:lnTo>
                  <a:pt x="0" y="2915"/>
                </a:lnTo>
                <a:lnTo>
                  <a:pt x="32" y="2202"/>
                </a:lnTo>
                <a:lnTo>
                  <a:pt x="65" y="1004"/>
                </a:lnTo>
                <a:cubicBezTo>
                  <a:pt x="65" y="356"/>
                  <a:pt x="97" y="0"/>
                  <a:pt x="97" y="0"/>
                </a:cubicBezTo>
                <a:close/>
              </a:path>
            </a:pathLst>
          </a:custGeom>
          <a:solidFill>
            <a:srgbClr val="F9F3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37"/>
          <p:cNvSpPr/>
          <p:nvPr/>
        </p:nvSpPr>
        <p:spPr>
          <a:xfrm>
            <a:off x="-648065" y="4192499"/>
            <a:ext cx="51652" cy="480984"/>
          </a:xfrm>
          <a:custGeom>
            <a:avLst/>
            <a:gdLst/>
            <a:ahLst/>
            <a:cxnLst/>
            <a:rect l="l" t="t" r="r" b="b"/>
            <a:pathLst>
              <a:path w="2657" h="24742" extrusionOk="0">
                <a:moveTo>
                  <a:pt x="1" y="1"/>
                </a:moveTo>
                <a:lnTo>
                  <a:pt x="130" y="1069"/>
                </a:lnTo>
                <a:cubicBezTo>
                  <a:pt x="195" y="1749"/>
                  <a:pt x="325" y="2689"/>
                  <a:pt x="422" y="3854"/>
                </a:cubicBezTo>
                <a:lnTo>
                  <a:pt x="584" y="5733"/>
                </a:lnTo>
                <a:cubicBezTo>
                  <a:pt x="648" y="6413"/>
                  <a:pt x="746" y="7093"/>
                  <a:pt x="810" y="7837"/>
                </a:cubicBezTo>
                <a:cubicBezTo>
                  <a:pt x="972" y="9295"/>
                  <a:pt x="1134" y="10817"/>
                  <a:pt x="1264" y="12371"/>
                </a:cubicBezTo>
                <a:cubicBezTo>
                  <a:pt x="1426" y="13925"/>
                  <a:pt x="1652" y="15480"/>
                  <a:pt x="1814" y="16905"/>
                </a:cubicBezTo>
                <a:cubicBezTo>
                  <a:pt x="1879" y="17649"/>
                  <a:pt x="1944" y="18330"/>
                  <a:pt x="2041" y="19010"/>
                </a:cubicBezTo>
                <a:lnTo>
                  <a:pt x="2268" y="20888"/>
                </a:lnTo>
                <a:cubicBezTo>
                  <a:pt x="2397" y="22021"/>
                  <a:pt x="2494" y="22993"/>
                  <a:pt x="2559" y="23673"/>
                </a:cubicBezTo>
                <a:lnTo>
                  <a:pt x="2656" y="24741"/>
                </a:lnTo>
                <a:lnTo>
                  <a:pt x="2429" y="23705"/>
                </a:lnTo>
                <a:cubicBezTo>
                  <a:pt x="2332" y="23025"/>
                  <a:pt x="2106" y="22086"/>
                  <a:pt x="1911" y="20920"/>
                </a:cubicBezTo>
                <a:lnTo>
                  <a:pt x="1588" y="19074"/>
                </a:lnTo>
                <a:cubicBezTo>
                  <a:pt x="1458" y="18427"/>
                  <a:pt x="1361" y="17714"/>
                  <a:pt x="1264" y="17002"/>
                </a:cubicBezTo>
                <a:cubicBezTo>
                  <a:pt x="1069" y="15545"/>
                  <a:pt x="875" y="13990"/>
                  <a:pt x="681" y="12436"/>
                </a:cubicBezTo>
                <a:cubicBezTo>
                  <a:pt x="487" y="10914"/>
                  <a:pt x="389" y="9327"/>
                  <a:pt x="260" y="7870"/>
                </a:cubicBezTo>
                <a:cubicBezTo>
                  <a:pt x="227" y="7157"/>
                  <a:pt x="163" y="6445"/>
                  <a:pt x="130" y="5765"/>
                </a:cubicBezTo>
                <a:lnTo>
                  <a:pt x="66" y="3887"/>
                </a:lnTo>
                <a:cubicBezTo>
                  <a:pt x="33" y="2721"/>
                  <a:pt x="33" y="1749"/>
                  <a:pt x="1" y="1037"/>
                </a:cubicBezTo>
                <a:cubicBezTo>
                  <a:pt x="1" y="357"/>
                  <a:pt x="1" y="1"/>
                  <a:pt x="1" y="1"/>
                </a:cubicBezTo>
                <a:close/>
              </a:path>
            </a:pathLst>
          </a:custGeom>
          <a:solidFill>
            <a:srgbClr val="F9F3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37"/>
          <p:cNvSpPr/>
          <p:nvPr/>
        </p:nvSpPr>
        <p:spPr>
          <a:xfrm>
            <a:off x="-557421" y="4152843"/>
            <a:ext cx="22064" cy="527563"/>
          </a:xfrm>
          <a:custGeom>
            <a:avLst/>
            <a:gdLst/>
            <a:ahLst/>
            <a:cxnLst/>
            <a:rect l="l" t="t" r="r" b="b"/>
            <a:pathLst>
              <a:path w="1135" h="27138" extrusionOk="0">
                <a:moveTo>
                  <a:pt x="33" y="1"/>
                </a:moveTo>
                <a:lnTo>
                  <a:pt x="130" y="1166"/>
                </a:lnTo>
                <a:cubicBezTo>
                  <a:pt x="195" y="1879"/>
                  <a:pt x="292" y="2947"/>
                  <a:pt x="389" y="4210"/>
                </a:cubicBezTo>
                <a:cubicBezTo>
                  <a:pt x="454" y="5506"/>
                  <a:pt x="551" y="6963"/>
                  <a:pt x="649" y="8582"/>
                </a:cubicBezTo>
                <a:cubicBezTo>
                  <a:pt x="746" y="10169"/>
                  <a:pt x="810" y="11853"/>
                  <a:pt x="875" y="13569"/>
                </a:cubicBezTo>
                <a:cubicBezTo>
                  <a:pt x="940" y="15253"/>
                  <a:pt x="1005" y="16937"/>
                  <a:pt x="1037" y="18556"/>
                </a:cubicBezTo>
                <a:cubicBezTo>
                  <a:pt x="1070" y="20143"/>
                  <a:pt x="1102" y="21632"/>
                  <a:pt x="1102" y="22895"/>
                </a:cubicBezTo>
                <a:cubicBezTo>
                  <a:pt x="1134" y="24191"/>
                  <a:pt x="1102" y="25227"/>
                  <a:pt x="1102" y="25972"/>
                </a:cubicBezTo>
                <a:lnTo>
                  <a:pt x="1102" y="27138"/>
                </a:lnTo>
                <a:lnTo>
                  <a:pt x="1005" y="25972"/>
                </a:lnTo>
                <a:cubicBezTo>
                  <a:pt x="972" y="25259"/>
                  <a:pt x="843" y="24191"/>
                  <a:pt x="778" y="22895"/>
                </a:cubicBezTo>
                <a:cubicBezTo>
                  <a:pt x="713" y="21632"/>
                  <a:pt x="584" y="20143"/>
                  <a:pt x="519" y="18556"/>
                </a:cubicBezTo>
                <a:cubicBezTo>
                  <a:pt x="422" y="16969"/>
                  <a:pt x="357" y="15285"/>
                  <a:pt x="260" y="13569"/>
                </a:cubicBezTo>
                <a:cubicBezTo>
                  <a:pt x="195" y="11885"/>
                  <a:pt x="163" y="10169"/>
                  <a:pt x="98" y="8582"/>
                </a:cubicBezTo>
                <a:cubicBezTo>
                  <a:pt x="66" y="6995"/>
                  <a:pt x="66" y="5506"/>
                  <a:pt x="33" y="4243"/>
                </a:cubicBezTo>
                <a:cubicBezTo>
                  <a:pt x="1" y="2947"/>
                  <a:pt x="33" y="1879"/>
                  <a:pt x="33" y="1134"/>
                </a:cubicBezTo>
                <a:close/>
              </a:path>
            </a:pathLst>
          </a:custGeom>
          <a:solidFill>
            <a:srgbClr val="F9F3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37"/>
          <p:cNvSpPr/>
          <p:nvPr/>
        </p:nvSpPr>
        <p:spPr>
          <a:xfrm>
            <a:off x="-468020" y="4145301"/>
            <a:ext cx="23931" cy="521264"/>
          </a:xfrm>
          <a:custGeom>
            <a:avLst/>
            <a:gdLst/>
            <a:ahLst/>
            <a:cxnLst/>
            <a:rect l="l" t="t" r="r" b="b"/>
            <a:pathLst>
              <a:path w="1231" h="26814" extrusionOk="0">
                <a:moveTo>
                  <a:pt x="0" y="0"/>
                </a:moveTo>
                <a:lnTo>
                  <a:pt x="162" y="1166"/>
                </a:lnTo>
                <a:cubicBezTo>
                  <a:pt x="227" y="1878"/>
                  <a:pt x="389" y="2915"/>
                  <a:pt x="518" y="4177"/>
                </a:cubicBezTo>
                <a:lnTo>
                  <a:pt x="745" y="6185"/>
                </a:lnTo>
                <a:cubicBezTo>
                  <a:pt x="842" y="6930"/>
                  <a:pt x="875" y="7675"/>
                  <a:pt x="939" y="8452"/>
                </a:cubicBezTo>
                <a:cubicBezTo>
                  <a:pt x="1037" y="10039"/>
                  <a:pt x="1101" y="11690"/>
                  <a:pt x="1198" y="13407"/>
                </a:cubicBezTo>
                <a:cubicBezTo>
                  <a:pt x="1198" y="15090"/>
                  <a:pt x="1231" y="16742"/>
                  <a:pt x="1231" y="18329"/>
                </a:cubicBezTo>
                <a:lnTo>
                  <a:pt x="1231" y="20596"/>
                </a:lnTo>
                <a:lnTo>
                  <a:pt x="1166" y="22636"/>
                </a:lnTo>
                <a:cubicBezTo>
                  <a:pt x="1134" y="23899"/>
                  <a:pt x="1069" y="24935"/>
                  <a:pt x="1037" y="25680"/>
                </a:cubicBezTo>
                <a:lnTo>
                  <a:pt x="972" y="26813"/>
                </a:lnTo>
                <a:lnTo>
                  <a:pt x="939" y="25680"/>
                </a:lnTo>
                <a:cubicBezTo>
                  <a:pt x="907" y="24935"/>
                  <a:pt x="842" y="23899"/>
                  <a:pt x="842" y="22636"/>
                </a:cubicBezTo>
                <a:cubicBezTo>
                  <a:pt x="842" y="21988"/>
                  <a:pt x="810" y="21308"/>
                  <a:pt x="777" y="20596"/>
                </a:cubicBezTo>
                <a:cubicBezTo>
                  <a:pt x="777" y="19883"/>
                  <a:pt x="745" y="19106"/>
                  <a:pt x="713" y="18329"/>
                </a:cubicBezTo>
                <a:cubicBezTo>
                  <a:pt x="680" y="16774"/>
                  <a:pt x="648" y="15090"/>
                  <a:pt x="616" y="13407"/>
                </a:cubicBezTo>
                <a:cubicBezTo>
                  <a:pt x="551" y="11723"/>
                  <a:pt x="454" y="10071"/>
                  <a:pt x="421" y="8484"/>
                </a:cubicBezTo>
                <a:cubicBezTo>
                  <a:pt x="356" y="7707"/>
                  <a:pt x="389" y="6962"/>
                  <a:pt x="324" y="6250"/>
                </a:cubicBezTo>
                <a:lnTo>
                  <a:pt x="195" y="4210"/>
                </a:lnTo>
                <a:cubicBezTo>
                  <a:pt x="130" y="2947"/>
                  <a:pt x="97" y="1911"/>
                  <a:pt x="65" y="1166"/>
                </a:cubicBezTo>
                <a:close/>
              </a:path>
            </a:pathLst>
          </a:custGeom>
          <a:solidFill>
            <a:srgbClr val="F9F3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37"/>
          <p:cNvSpPr/>
          <p:nvPr/>
        </p:nvSpPr>
        <p:spPr>
          <a:xfrm>
            <a:off x="-379261" y="4203832"/>
            <a:ext cx="27721" cy="418018"/>
          </a:xfrm>
          <a:custGeom>
            <a:avLst/>
            <a:gdLst/>
            <a:ahLst/>
            <a:cxnLst/>
            <a:rect l="l" t="t" r="r" b="b"/>
            <a:pathLst>
              <a:path w="1426" h="21503" extrusionOk="0">
                <a:moveTo>
                  <a:pt x="486" y="1"/>
                </a:moveTo>
                <a:cubicBezTo>
                  <a:pt x="486" y="1"/>
                  <a:pt x="551" y="357"/>
                  <a:pt x="648" y="940"/>
                </a:cubicBezTo>
                <a:lnTo>
                  <a:pt x="777" y="1976"/>
                </a:lnTo>
                <a:cubicBezTo>
                  <a:pt x="842" y="2397"/>
                  <a:pt x="907" y="2850"/>
                  <a:pt x="972" y="3368"/>
                </a:cubicBezTo>
                <a:lnTo>
                  <a:pt x="1134" y="4988"/>
                </a:lnTo>
                <a:cubicBezTo>
                  <a:pt x="1198" y="5571"/>
                  <a:pt x="1231" y="6186"/>
                  <a:pt x="1263" y="6801"/>
                </a:cubicBezTo>
                <a:cubicBezTo>
                  <a:pt x="1328" y="7449"/>
                  <a:pt x="1360" y="8096"/>
                  <a:pt x="1360" y="8744"/>
                </a:cubicBezTo>
                <a:cubicBezTo>
                  <a:pt x="1360" y="9424"/>
                  <a:pt x="1393" y="10104"/>
                  <a:pt x="1425" y="10784"/>
                </a:cubicBezTo>
                <a:cubicBezTo>
                  <a:pt x="1425" y="11464"/>
                  <a:pt x="1360" y="12144"/>
                  <a:pt x="1360" y="12792"/>
                </a:cubicBezTo>
                <a:cubicBezTo>
                  <a:pt x="1328" y="13472"/>
                  <a:pt x="1263" y="14120"/>
                  <a:pt x="1231" y="14767"/>
                </a:cubicBezTo>
                <a:cubicBezTo>
                  <a:pt x="1166" y="15383"/>
                  <a:pt x="1134" y="15998"/>
                  <a:pt x="1037" y="16581"/>
                </a:cubicBezTo>
                <a:lnTo>
                  <a:pt x="777" y="18200"/>
                </a:lnTo>
                <a:lnTo>
                  <a:pt x="648" y="18912"/>
                </a:lnTo>
                <a:lnTo>
                  <a:pt x="486" y="19560"/>
                </a:lnTo>
                <a:lnTo>
                  <a:pt x="227" y="20596"/>
                </a:lnTo>
                <a:cubicBezTo>
                  <a:pt x="97" y="21179"/>
                  <a:pt x="0" y="21503"/>
                  <a:pt x="0" y="21503"/>
                </a:cubicBezTo>
                <a:cubicBezTo>
                  <a:pt x="0" y="21503"/>
                  <a:pt x="33" y="21179"/>
                  <a:pt x="130" y="20596"/>
                </a:cubicBezTo>
                <a:lnTo>
                  <a:pt x="259" y="19528"/>
                </a:lnTo>
                <a:lnTo>
                  <a:pt x="356" y="18880"/>
                </a:lnTo>
                <a:lnTo>
                  <a:pt x="421" y="18167"/>
                </a:lnTo>
                <a:lnTo>
                  <a:pt x="583" y="16548"/>
                </a:lnTo>
                <a:cubicBezTo>
                  <a:pt x="648" y="15965"/>
                  <a:pt x="648" y="15350"/>
                  <a:pt x="680" y="14735"/>
                </a:cubicBezTo>
                <a:cubicBezTo>
                  <a:pt x="713" y="14087"/>
                  <a:pt x="745" y="13440"/>
                  <a:pt x="745" y="12792"/>
                </a:cubicBezTo>
                <a:cubicBezTo>
                  <a:pt x="745" y="12112"/>
                  <a:pt x="777" y="11432"/>
                  <a:pt x="810" y="10752"/>
                </a:cubicBezTo>
                <a:cubicBezTo>
                  <a:pt x="810" y="10072"/>
                  <a:pt x="810" y="9392"/>
                  <a:pt x="810" y="8744"/>
                </a:cubicBezTo>
                <a:cubicBezTo>
                  <a:pt x="810" y="8064"/>
                  <a:pt x="777" y="7416"/>
                  <a:pt x="745" y="6769"/>
                </a:cubicBezTo>
                <a:cubicBezTo>
                  <a:pt x="745" y="6153"/>
                  <a:pt x="745" y="5538"/>
                  <a:pt x="713" y="4955"/>
                </a:cubicBezTo>
                <a:lnTo>
                  <a:pt x="648" y="3336"/>
                </a:lnTo>
                <a:cubicBezTo>
                  <a:pt x="616" y="2332"/>
                  <a:pt x="551" y="1490"/>
                  <a:pt x="551" y="907"/>
                </a:cubicBezTo>
                <a:cubicBezTo>
                  <a:pt x="518" y="357"/>
                  <a:pt x="486" y="1"/>
                  <a:pt x="486" y="1"/>
                </a:cubicBezTo>
                <a:close/>
              </a:path>
            </a:pathLst>
          </a:custGeom>
          <a:solidFill>
            <a:srgbClr val="F9F3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37"/>
          <p:cNvSpPr/>
          <p:nvPr/>
        </p:nvSpPr>
        <p:spPr>
          <a:xfrm>
            <a:off x="707251" y="3887210"/>
            <a:ext cx="587982" cy="866868"/>
          </a:xfrm>
          <a:custGeom>
            <a:avLst/>
            <a:gdLst/>
            <a:ahLst/>
            <a:cxnLst/>
            <a:rect l="l" t="t" r="r" b="b"/>
            <a:pathLst>
              <a:path w="30246" h="44592" extrusionOk="0">
                <a:moveTo>
                  <a:pt x="1555" y="35492"/>
                </a:moveTo>
                <a:cubicBezTo>
                  <a:pt x="1846" y="36593"/>
                  <a:pt x="2267" y="37629"/>
                  <a:pt x="2785" y="38633"/>
                </a:cubicBezTo>
                <a:cubicBezTo>
                  <a:pt x="3659" y="40252"/>
                  <a:pt x="5279" y="41968"/>
                  <a:pt x="6898" y="42778"/>
                </a:cubicBezTo>
                <a:cubicBezTo>
                  <a:pt x="10136" y="44397"/>
                  <a:pt x="14864" y="44591"/>
                  <a:pt x="18361" y="44073"/>
                </a:cubicBezTo>
                <a:cubicBezTo>
                  <a:pt x="22344" y="43426"/>
                  <a:pt x="25809" y="40932"/>
                  <a:pt x="27752" y="37370"/>
                </a:cubicBezTo>
                <a:cubicBezTo>
                  <a:pt x="29372" y="34261"/>
                  <a:pt x="29728" y="30667"/>
                  <a:pt x="29922" y="27169"/>
                </a:cubicBezTo>
                <a:cubicBezTo>
                  <a:pt x="30181" y="23607"/>
                  <a:pt x="30246" y="20013"/>
                  <a:pt x="30084" y="16418"/>
                </a:cubicBezTo>
                <a:cubicBezTo>
                  <a:pt x="29890" y="12824"/>
                  <a:pt x="29469" y="8808"/>
                  <a:pt x="27623" y="5667"/>
                </a:cubicBezTo>
                <a:cubicBezTo>
                  <a:pt x="25421" y="1846"/>
                  <a:pt x="21017" y="162"/>
                  <a:pt x="17001" y="65"/>
                </a:cubicBezTo>
                <a:cubicBezTo>
                  <a:pt x="13731" y="0"/>
                  <a:pt x="9424" y="162"/>
                  <a:pt x="6509" y="1943"/>
                </a:cubicBezTo>
                <a:cubicBezTo>
                  <a:pt x="3141" y="3951"/>
                  <a:pt x="1555" y="7934"/>
                  <a:pt x="1004" y="11723"/>
                </a:cubicBezTo>
                <a:cubicBezTo>
                  <a:pt x="259" y="16386"/>
                  <a:pt x="0" y="21114"/>
                  <a:pt x="259" y="25809"/>
                </a:cubicBezTo>
                <a:cubicBezTo>
                  <a:pt x="486" y="28853"/>
                  <a:pt x="680" y="32383"/>
                  <a:pt x="1555" y="35492"/>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37"/>
          <p:cNvSpPr/>
          <p:nvPr/>
        </p:nvSpPr>
        <p:spPr>
          <a:xfrm>
            <a:off x="1129003" y="4206359"/>
            <a:ext cx="109564" cy="491035"/>
          </a:xfrm>
          <a:custGeom>
            <a:avLst/>
            <a:gdLst/>
            <a:ahLst/>
            <a:cxnLst/>
            <a:rect l="l" t="t" r="r" b="b"/>
            <a:pathLst>
              <a:path w="5636" h="25259" extrusionOk="0">
                <a:moveTo>
                  <a:pt x="5635" y="0"/>
                </a:moveTo>
                <a:lnTo>
                  <a:pt x="5635" y="1101"/>
                </a:lnTo>
                <a:cubicBezTo>
                  <a:pt x="5635" y="1457"/>
                  <a:pt x="5635" y="1911"/>
                  <a:pt x="5603" y="2397"/>
                </a:cubicBezTo>
                <a:lnTo>
                  <a:pt x="5603" y="3206"/>
                </a:lnTo>
                <a:lnTo>
                  <a:pt x="5538" y="4080"/>
                </a:lnTo>
                <a:lnTo>
                  <a:pt x="5376" y="6056"/>
                </a:lnTo>
                <a:cubicBezTo>
                  <a:pt x="5312" y="6768"/>
                  <a:pt x="5182" y="7481"/>
                  <a:pt x="5085" y="8225"/>
                </a:cubicBezTo>
                <a:cubicBezTo>
                  <a:pt x="4988" y="9003"/>
                  <a:pt x="4891" y="9780"/>
                  <a:pt x="4729" y="10557"/>
                </a:cubicBezTo>
                <a:lnTo>
                  <a:pt x="4243" y="12953"/>
                </a:lnTo>
                <a:lnTo>
                  <a:pt x="3660" y="15317"/>
                </a:lnTo>
                <a:cubicBezTo>
                  <a:pt x="3498" y="16095"/>
                  <a:pt x="3239" y="16872"/>
                  <a:pt x="3012" y="17584"/>
                </a:cubicBezTo>
                <a:cubicBezTo>
                  <a:pt x="2786" y="18329"/>
                  <a:pt x="2591" y="19041"/>
                  <a:pt x="2332" y="19689"/>
                </a:cubicBezTo>
                <a:lnTo>
                  <a:pt x="1652" y="21535"/>
                </a:lnTo>
                <a:lnTo>
                  <a:pt x="1328" y="22344"/>
                </a:lnTo>
                <a:lnTo>
                  <a:pt x="1005" y="23057"/>
                </a:lnTo>
                <a:lnTo>
                  <a:pt x="487" y="24223"/>
                </a:lnTo>
                <a:lnTo>
                  <a:pt x="1" y="25259"/>
                </a:lnTo>
                <a:lnTo>
                  <a:pt x="357" y="24190"/>
                </a:lnTo>
                <a:lnTo>
                  <a:pt x="810" y="22960"/>
                </a:lnTo>
                <a:lnTo>
                  <a:pt x="1069" y="22247"/>
                </a:lnTo>
                <a:lnTo>
                  <a:pt x="1328" y="21405"/>
                </a:lnTo>
                <a:lnTo>
                  <a:pt x="1911" y="19527"/>
                </a:lnTo>
                <a:cubicBezTo>
                  <a:pt x="2138" y="18879"/>
                  <a:pt x="2300" y="18135"/>
                  <a:pt x="2494" y="17422"/>
                </a:cubicBezTo>
                <a:cubicBezTo>
                  <a:pt x="2721" y="16677"/>
                  <a:pt x="2915" y="15933"/>
                  <a:pt x="3110" y="15155"/>
                </a:cubicBezTo>
                <a:lnTo>
                  <a:pt x="3660" y="12824"/>
                </a:lnTo>
                <a:lnTo>
                  <a:pt x="4146" y="10427"/>
                </a:lnTo>
                <a:cubicBezTo>
                  <a:pt x="4308" y="9650"/>
                  <a:pt x="4437" y="8873"/>
                  <a:pt x="4534" y="8128"/>
                </a:cubicBezTo>
                <a:cubicBezTo>
                  <a:pt x="4664" y="7383"/>
                  <a:pt x="4826" y="6671"/>
                  <a:pt x="4891" y="5991"/>
                </a:cubicBezTo>
                <a:lnTo>
                  <a:pt x="5182" y="4048"/>
                </a:lnTo>
                <a:lnTo>
                  <a:pt x="5279" y="3174"/>
                </a:lnTo>
                <a:lnTo>
                  <a:pt x="5376" y="2397"/>
                </a:lnTo>
                <a:lnTo>
                  <a:pt x="5506" y="1101"/>
                </a:lnTo>
                <a:close/>
              </a:path>
            </a:pathLst>
          </a:custGeom>
          <a:solidFill>
            <a:srgbClr val="F9F3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37"/>
          <p:cNvSpPr/>
          <p:nvPr/>
        </p:nvSpPr>
        <p:spPr>
          <a:xfrm>
            <a:off x="1093760" y="4150336"/>
            <a:ext cx="65493" cy="458298"/>
          </a:xfrm>
          <a:custGeom>
            <a:avLst/>
            <a:gdLst/>
            <a:ahLst/>
            <a:cxnLst/>
            <a:rect l="l" t="t" r="r" b="b"/>
            <a:pathLst>
              <a:path w="3369" h="23575" extrusionOk="0">
                <a:moveTo>
                  <a:pt x="3239" y="0"/>
                </a:moveTo>
                <a:cubicBezTo>
                  <a:pt x="3239" y="0"/>
                  <a:pt x="3239" y="356"/>
                  <a:pt x="3271" y="1036"/>
                </a:cubicBezTo>
                <a:cubicBezTo>
                  <a:pt x="3271" y="1360"/>
                  <a:pt x="3303" y="1749"/>
                  <a:pt x="3303" y="2202"/>
                </a:cubicBezTo>
                <a:cubicBezTo>
                  <a:pt x="3303" y="2429"/>
                  <a:pt x="3336" y="2656"/>
                  <a:pt x="3336" y="2915"/>
                </a:cubicBezTo>
                <a:cubicBezTo>
                  <a:pt x="3368" y="3174"/>
                  <a:pt x="3336" y="3465"/>
                  <a:pt x="3303" y="3724"/>
                </a:cubicBezTo>
                <a:lnTo>
                  <a:pt x="3271" y="5538"/>
                </a:lnTo>
                <a:cubicBezTo>
                  <a:pt x="3239" y="6185"/>
                  <a:pt x="3174" y="6865"/>
                  <a:pt x="3109" y="7578"/>
                </a:cubicBezTo>
                <a:cubicBezTo>
                  <a:pt x="3044" y="8290"/>
                  <a:pt x="2980" y="9003"/>
                  <a:pt x="2882" y="9715"/>
                </a:cubicBezTo>
                <a:lnTo>
                  <a:pt x="2591" y="11917"/>
                </a:lnTo>
                <a:lnTo>
                  <a:pt x="2202" y="14119"/>
                </a:lnTo>
                <a:cubicBezTo>
                  <a:pt x="2105" y="14864"/>
                  <a:pt x="1943" y="15576"/>
                  <a:pt x="1814" y="16256"/>
                </a:cubicBezTo>
                <a:cubicBezTo>
                  <a:pt x="1522" y="17616"/>
                  <a:pt x="1231" y="18879"/>
                  <a:pt x="972" y="19980"/>
                </a:cubicBezTo>
                <a:cubicBezTo>
                  <a:pt x="680" y="21049"/>
                  <a:pt x="421" y="21956"/>
                  <a:pt x="259" y="22603"/>
                </a:cubicBezTo>
                <a:cubicBezTo>
                  <a:pt x="97" y="23219"/>
                  <a:pt x="0" y="23575"/>
                  <a:pt x="0" y="23575"/>
                </a:cubicBezTo>
                <a:cubicBezTo>
                  <a:pt x="0" y="23575"/>
                  <a:pt x="33" y="23219"/>
                  <a:pt x="162" y="22571"/>
                </a:cubicBezTo>
                <a:lnTo>
                  <a:pt x="616" y="19916"/>
                </a:lnTo>
                <a:lnTo>
                  <a:pt x="939" y="18135"/>
                </a:lnTo>
                <a:lnTo>
                  <a:pt x="1263" y="16127"/>
                </a:lnTo>
                <a:cubicBezTo>
                  <a:pt x="1522" y="14767"/>
                  <a:pt x="1749" y="13309"/>
                  <a:pt x="1976" y="11820"/>
                </a:cubicBezTo>
                <a:lnTo>
                  <a:pt x="2300" y="9650"/>
                </a:lnTo>
                <a:cubicBezTo>
                  <a:pt x="2429" y="8905"/>
                  <a:pt x="2494" y="8193"/>
                  <a:pt x="2591" y="7513"/>
                </a:cubicBezTo>
                <a:cubicBezTo>
                  <a:pt x="2656" y="6833"/>
                  <a:pt x="2753" y="6153"/>
                  <a:pt x="2818" y="5505"/>
                </a:cubicBezTo>
                <a:lnTo>
                  <a:pt x="2980" y="3724"/>
                </a:lnTo>
                <a:lnTo>
                  <a:pt x="3044" y="2915"/>
                </a:lnTo>
                <a:cubicBezTo>
                  <a:pt x="3044" y="2656"/>
                  <a:pt x="3077" y="2429"/>
                  <a:pt x="3077" y="2202"/>
                </a:cubicBezTo>
                <a:cubicBezTo>
                  <a:pt x="3109" y="1749"/>
                  <a:pt x="3141" y="1360"/>
                  <a:pt x="3174" y="1036"/>
                </a:cubicBezTo>
                <a:cubicBezTo>
                  <a:pt x="3206" y="356"/>
                  <a:pt x="3239" y="0"/>
                  <a:pt x="3239" y="0"/>
                </a:cubicBezTo>
                <a:close/>
              </a:path>
            </a:pathLst>
          </a:custGeom>
          <a:solidFill>
            <a:srgbClr val="F9F3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7"/>
          <p:cNvSpPr/>
          <p:nvPr/>
        </p:nvSpPr>
        <p:spPr>
          <a:xfrm>
            <a:off x="1035209" y="4192499"/>
            <a:ext cx="51011" cy="481607"/>
          </a:xfrm>
          <a:custGeom>
            <a:avLst/>
            <a:gdLst/>
            <a:ahLst/>
            <a:cxnLst/>
            <a:rect l="l" t="t" r="r" b="b"/>
            <a:pathLst>
              <a:path w="2624" h="24774" extrusionOk="0">
                <a:moveTo>
                  <a:pt x="2624" y="1"/>
                </a:moveTo>
                <a:lnTo>
                  <a:pt x="2624" y="1069"/>
                </a:lnTo>
                <a:cubicBezTo>
                  <a:pt x="2624" y="1717"/>
                  <a:pt x="2624" y="2721"/>
                  <a:pt x="2591" y="3887"/>
                </a:cubicBezTo>
                <a:lnTo>
                  <a:pt x="2527" y="5797"/>
                </a:lnTo>
                <a:cubicBezTo>
                  <a:pt x="2494" y="6445"/>
                  <a:pt x="2429" y="7157"/>
                  <a:pt x="2365" y="7902"/>
                </a:cubicBezTo>
                <a:cubicBezTo>
                  <a:pt x="2268" y="9359"/>
                  <a:pt x="2106" y="10914"/>
                  <a:pt x="1976" y="12468"/>
                </a:cubicBezTo>
                <a:cubicBezTo>
                  <a:pt x="1814" y="14023"/>
                  <a:pt x="1555" y="15545"/>
                  <a:pt x="1361" y="17002"/>
                </a:cubicBezTo>
                <a:cubicBezTo>
                  <a:pt x="1264" y="17714"/>
                  <a:pt x="1167" y="18427"/>
                  <a:pt x="1069" y="19074"/>
                </a:cubicBezTo>
                <a:lnTo>
                  <a:pt x="746" y="20953"/>
                </a:lnTo>
                <a:cubicBezTo>
                  <a:pt x="519" y="22086"/>
                  <a:pt x="325" y="23057"/>
                  <a:pt x="195" y="23705"/>
                </a:cubicBezTo>
                <a:lnTo>
                  <a:pt x="1" y="24774"/>
                </a:lnTo>
                <a:lnTo>
                  <a:pt x="98" y="23705"/>
                </a:lnTo>
                <a:cubicBezTo>
                  <a:pt x="163" y="23025"/>
                  <a:pt x="260" y="22054"/>
                  <a:pt x="389" y="20888"/>
                </a:cubicBezTo>
                <a:lnTo>
                  <a:pt x="616" y="19010"/>
                </a:lnTo>
                <a:cubicBezTo>
                  <a:pt x="713" y="18362"/>
                  <a:pt x="746" y="17649"/>
                  <a:pt x="843" y="16937"/>
                </a:cubicBezTo>
                <a:cubicBezTo>
                  <a:pt x="1005" y="15480"/>
                  <a:pt x="1167" y="13925"/>
                  <a:pt x="1361" y="12403"/>
                </a:cubicBezTo>
                <a:cubicBezTo>
                  <a:pt x="1555" y="10849"/>
                  <a:pt x="1685" y="9295"/>
                  <a:pt x="1847" y="7837"/>
                </a:cubicBezTo>
                <a:cubicBezTo>
                  <a:pt x="1911" y="7125"/>
                  <a:pt x="2008" y="6413"/>
                  <a:pt x="2041" y="5765"/>
                </a:cubicBezTo>
                <a:lnTo>
                  <a:pt x="2235" y="3887"/>
                </a:lnTo>
                <a:cubicBezTo>
                  <a:pt x="2332" y="2721"/>
                  <a:pt x="2429" y="1749"/>
                  <a:pt x="2527" y="1069"/>
                </a:cubicBezTo>
                <a:close/>
              </a:path>
            </a:pathLst>
          </a:custGeom>
          <a:solidFill>
            <a:srgbClr val="F9F3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37"/>
          <p:cNvSpPr/>
          <p:nvPr/>
        </p:nvSpPr>
        <p:spPr>
          <a:xfrm>
            <a:off x="974151" y="4152843"/>
            <a:ext cx="21423" cy="528185"/>
          </a:xfrm>
          <a:custGeom>
            <a:avLst/>
            <a:gdLst/>
            <a:ahLst/>
            <a:cxnLst/>
            <a:rect l="l" t="t" r="r" b="b"/>
            <a:pathLst>
              <a:path w="1102" h="27170" extrusionOk="0">
                <a:moveTo>
                  <a:pt x="1102" y="1"/>
                </a:moveTo>
                <a:lnTo>
                  <a:pt x="1102" y="1166"/>
                </a:lnTo>
                <a:lnTo>
                  <a:pt x="1102" y="4243"/>
                </a:lnTo>
                <a:cubicBezTo>
                  <a:pt x="1102" y="5506"/>
                  <a:pt x="1069" y="6995"/>
                  <a:pt x="1004" y="8582"/>
                </a:cubicBezTo>
                <a:cubicBezTo>
                  <a:pt x="972" y="10169"/>
                  <a:pt x="907" y="11885"/>
                  <a:pt x="843" y="13569"/>
                </a:cubicBezTo>
                <a:cubicBezTo>
                  <a:pt x="778" y="15285"/>
                  <a:pt x="713" y="16969"/>
                  <a:pt x="616" y="18556"/>
                </a:cubicBezTo>
                <a:cubicBezTo>
                  <a:pt x="519" y="20143"/>
                  <a:pt x="422" y="21632"/>
                  <a:pt x="357" y="22928"/>
                </a:cubicBezTo>
                <a:cubicBezTo>
                  <a:pt x="260" y="24191"/>
                  <a:pt x="163" y="25259"/>
                  <a:pt x="98" y="26004"/>
                </a:cubicBezTo>
                <a:lnTo>
                  <a:pt x="1" y="27170"/>
                </a:lnTo>
                <a:lnTo>
                  <a:pt x="1" y="26004"/>
                </a:lnTo>
                <a:lnTo>
                  <a:pt x="1" y="22895"/>
                </a:lnTo>
                <a:cubicBezTo>
                  <a:pt x="1" y="21632"/>
                  <a:pt x="33" y="20143"/>
                  <a:pt x="65" y="18556"/>
                </a:cubicBezTo>
                <a:cubicBezTo>
                  <a:pt x="130" y="16969"/>
                  <a:pt x="195" y="15253"/>
                  <a:pt x="227" y="13569"/>
                </a:cubicBezTo>
                <a:cubicBezTo>
                  <a:pt x="292" y="11853"/>
                  <a:pt x="389" y="10169"/>
                  <a:pt x="486" y="8582"/>
                </a:cubicBezTo>
                <a:cubicBezTo>
                  <a:pt x="551" y="6995"/>
                  <a:pt x="681" y="5506"/>
                  <a:pt x="745" y="4243"/>
                </a:cubicBezTo>
                <a:cubicBezTo>
                  <a:pt x="810" y="2947"/>
                  <a:pt x="907" y="1911"/>
                  <a:pt x="972" y="1166"/>
                </a:cubicBezTo>
                <a:close/>
              </a:path>
            </a:pathLst>
          </a:custGeom>
          <a:solidFill>
            <a:srgbClr val="F9F3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37"/>
          <p:cNvSpPr/>
          <p:nvPr/>
        </p:nvSpPr>
        <p:spPr>
          <a:xfrm>
            <a:off x="882243" y="4145301"/>
            <a:ext cx="23950" cy="521264"/>
          </a:xfrm>
          <a:custGeom>
            <a:avLst/>
            <a:gdLst/>
            <a:ahLst/>
            <a:cxnLst/>
            <a:rect l="l" t="t" r="r" b="b"/>
            <a:pathLst>
              <a:path w="1232" h="26814" extrusionOk="0">
                <a:moveTo>
                  <a:pt x="1231" y="0"/>
                </a:moveTo>
                <a:lnTo>
                  <a:pt x="1199" y="1166"/>
                </a:lnTo>
                <a:cubicBezTo>
                  <a:pt x="1166" y="1911"/>
                  <a:pt x="1134" y="2947"/>
                  <a:pt x="1069" y="4210"/>
                </a:cubicBezTo>
                <a:lnTo>
                  <a:pt x="940" y="6218"/>
                </a:lnTo>
                <a:cubicBezTo>
                  <a:pt x="875" y="6962"/>
                  <a:pt x="875" y="7707"/>
                  <a:pt x="843" y="8484"/>
                </a:cubicBezTo>
                <a:cubicBezTo>
                  <a:pt x="810" y="10071"/>
                  <a:pt x="745" y="11723"/>
                  <a:pt x="648" y="13407"/>
                </a:cubicBezTo>
                <a:cubicBezTo>
                  <a:pt x="584" y="15090"/>
                  <a:pt x="584" y="16742"/>
                  <a:pt x="551" y="18329"/>
                </a:cubicBezTo>
                <a:cubicBezTo>
                  <a:pt x="551" y="19106"/>
                  <a:pt x="486" y="19883"/>
                  <a:pt x="454" y="20596"/>
                </a:cubicBezTo>
                <a:cubicBezTo>
                  <a:pt x="454" y="21308"/>
                  <a:pt x="454" y="21988"/>
                  <a:pt x="422" y="22636"/>
                </a:cubicBezTo>
                <a:cubicBezTo>
                  <a:pt x="422" y="23866"/>
                  <a:pt x="357" y="24935"/>
                  <a:pt x="325" y="25647"/>
                </a:cubicBezTo>
                <a:lnTo>
                  <a:pt x="292" y="26813"/>
                </a:lnTo>
                <a:lnTo>
                  <a:pt x="227" y="25647"/>
                </a:lnTo>
                <a:cubicBezTo>
                  <a:pt x="195" y="24935"/>
                  <a:pt x="130" y="23866"/>
                  <a:pt x="98" y="22636"/>
                </a:cubicBezTo>
                <a:lnTo>
                  <a:pt x="33" y="20596"/>
                </a:lnTo>
                <a:cubicBezTo>
                  <a:pt x="1" y="19883"/>
                  <a:pt x="1" y="19106"/>
                  <a:pt x="33" y="18329"/>
                </a:cubicBezTo>
                <a:cubicBezTo>
                  <a:pt x="33" y="16742"/>
                  <a:pt x="33" y="15090"/>
                  <a:pt x="65" y="13407"/>
                </a:cubicBezTo>
                <a:cubicBezTo>
                  <a:pt x="163" y="11723"/>
                  <a:pt x="227" y="10039"/>
                  <a:pt x="325" y="8452"/>
                </a:cubicBezTo>
                <a:cubicBezTo>
                  <a:pt x="389" y="7675"/>
                  <a:pt x="422" y="6898"/>
                  <a:pt x="519" y="6185"/>
                </a:cubicBezTo>
                <a:lnTo>
                  <a:pt x="745" y="4177"/>
                </a:lnTo>
                <a:cubicBezTo>
                  <a:pt x="875" y="2915"/>
                  <a:pt x="1005" y="1878"/>
                  <a:pt x="1102" y="1166"/>
                </a:cubicBezTo>
                <a:close/>
              </a:path>
            </a:pathLst>
          </a:custGeom>
          <a:solidFill>
            <a:srgbClr val="F9F3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37"/>
          <p:cNvSpPr/>
          <p:nvPr/>
        </p:nvSpPr>
        <p:spPr>
          <a:xfrm>
            <a:off x="789712" y="4203832"/>
            <a:ext cx="28344" cy="418660"/>
          </a:xfrm>
          <a:custGeom>
            <a:avLst/>
            <a:gdLst/>
            <a:ahLst/>
            <a:cxnLst/>
            <a:rect l="l" t="t" r="r" b="b"/>
            <a:pathLst>
              <a:path w="1458" h="21536" extrusionOk="0">
                <a:moveTo>
                  <a:pt x="972" y="1"/>
                </a:moveTo>
                <a:cubicBezTo>
                  <a:pt x="972" y="1"/>
                  <a:pt x="972" y="357"/>
                  <a:pt x="939" y="940"/>
                </a:cubicBezTo>
                <a:cubicBezTo>
                  <a:pt x="907" y="1523"/>
                  <a:pt x="875" y="2365"/>
                  <a:pt x="842" y="3368"/>
                </a:cubicBezTo>
                <a:lnTo>
                  <a:pt x="745" y="4988"/>
                </a:lnTo>
                <a:cubicBezTo>
                  <a:pt x="713" y="5571"/>
                  <a:pt x="745" y="6186"/>
                  <a:pt x="713" y="6801"/>
                </a:cubicBezTo>
                <a:cubicBezTo>
                  <a:pt x="680" y="7449"/>
                  <a:pt x="648" y="8096"/>
                  <a:pt x="680" y="8744"/>
                </a:cubicBezTo>
                <a:cubicBezTo>
                  <a:pt x="680" y="9424"/>
                  <a:pt x="680" y="10104"/>
                  <a:pt x="680" y="10784"/>
                </a:cubicBezTo>
                <a:cubicBezTo>
                  <a:pt x="680" y="11464"/>
                  <a:pt x="680" y="12112"/>
                  <a:pt x="713" y="12792"/>
                </a:cubicBezTo>
                <a:cubicBezTo>
                  <a:pt x="713" y="13472"/>
                  <a:pt x="745" y="14120"/>
                  <a:pt x="778" y="14735"/>
                </a:cubicBezTo>
                <a:cubicBezTo>
                  <a:pt x="810" y="15383"/>
                  <a:pt x="842" y="15998"/>
                  <a:pt x="875" y="16548"/>
                </a:cubicBezTo>
                <a:lnTo>
                  <a:pt x="1037" y="18167"/>
                </a:lnTo>
                <a:lnTo>
                  <a:pt x="1101" y="18912"/>
                </a:lnTo>
                <a:lnTo>
                  <a:pt x="1199" y="19560"/>
                </a:lnTo>
                <a:lnTo>
                  <a:pt x="1328" y="20596"/>
                </a:lnTo>
                <a:cubicBezTo>
                  <a:pt x="1425" y="21211"/>
                  <a:pt x="1458" y="21535"/>
                  <a:pt x="1458" y="21535"/>
                </a:cubicBezTo>
                <a:cubicBezTo>
                  <a:pt x="1458" y="21535"/>
                  <a:pt x="1360" y="21211"/>
                  <a:pt x="1231" y="20629"/>
                </a:cubicBezTo>
                <a:lnTo>
                  <a:pt x="972" y="19592"/>
                </a:lnTo>
                <a:lnTo>
                  <a:pt x="778" y="18945"/>
                </a:lnTo>
                <a:lnTo>
                  <a:pt x="680" y="18232"/>
                </a:lnTo>
                <a:lnTo>
                  <a:pt x="421" y="16613"/>
                </a:lnTo>
                <a:cubicBezTo>
                  <a:pt x="324" y="16030"/>
                  <a:pt x="292" y="15415"/>
                  <a:pt x="227" y="14800"/>
                </a:cubicBezTo>
                <a:cubicBezTo>
                  <a:pt x="162" y="14152"/>
                  <a:pt x="98" y="13504"/>
                  <a:pt x="98" y="12824"/>
                </a:cubicBezTo>
                <a:cubicBezTo>
                  <a:pt x="98" y="12177"/>
                  <a:pt x="65" y="11497"/>
                  <a:pt x="33" y="10817"/>
                </a:cubicBezTo>
                <a:cubicBezTo>
                  <a:pt x="0" y="10137"/>
                  <a:pt x="65" y="9456"/>
                  <a:pt x="65" y="8776"/>
                </a:cubicBezTo>
                <a:cubicBezTo>
                  <a:pt x="98" y="8129"/>
                  <a:pt x="130" y="7449"/>
                  <a:pt x="162" y="6833"/>
                </a:cubicBezTo>
                <a:cubicBezTo>
                  <a:pt x="195" y="6186"/>
                  <a:pt x="259" y="5571"/>
                  <a:pt x="292" y="5020"/>
                </a:cubicBezTo>
                <a:lnTo>
                  <a:pt x="486" y="3401"/>
                </a:lnTo>
                <a:cubicBezTo>
                  <a:pt x="519" y="2883"/>
                  <a:pt x="583" y="2429"/>
                  <a:pt x="648" y="2008"/>
                </a:cubicBezTo>
                <a:lnTo>
                  <a:pt x="810" y="972"/>
                </a:lnTo>
                <a:cubicBezTo>
                  <a:pt x="907" y="324"/>
                  <a:pt x="972" y="1"/>
                  <a:pt x="972" y="1"/>
                </a:cubicBezTo>
                <a:close/>
              </a:path>
            </a:pathLst>
          </a:custGeom>
          <a:solidFill>
            <a:srgbClr val="F9F3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7"/>
          <p:cNvSpPr/>
          <p:nvPr/>
        </p:nvSpPr>
        <p:spPr>
          <a:xfrm>
            <a:off x="-1089975" y="3865166"/>
            <a:ext cx="2618840" cy="635221"/>
          </a:xfrm>
          <a:custGeom>
            <a:avLst/>
            <a:gdLst/>
            <a:ahLst/>
            <a:cxnLst/>
            <a:rect l="l" t="t" r="r" b="b"/>
            <a:pathLst>
              <a:path w="134714" h="32676" extrusionOk="0">
                <a:moveTo>
                  <a:pt x="134293" y="5506"/>
                </a:moveTo>
                <a:cubicBezTo>
                  <a:pt x="133678" y="1"/>
                  <a:pt x="128464" y="1911"/>
                  <a:pt x="128464" y="1911"/>
                </a:cubicBezTo>
                <a:lnTo>
                  <a:pt x="6218" y="1911"/>
                </a:lnTo>
                <a:cubicBezTo>
                  <a:pt x="6218" y="1911"/>
                  <a:pt x="1037" y="1"/>
                  <a:pt x="422" y="5506"/>
                </a:cubicBezTo>
                <a:cubicBezTo>
                  <a:pt x="1" y="9295"/>
                  <a:pt x="681" y="13310"/>
                  <a:pt x="1296" y="17034"/>
                </a:cubicBezTo>
                <a:cubicBezTo>
                  <a:pt x="1847" y="20661"/>
                  <a:pt x="2171" y="23770"/>
                  <a:pt x="5668" y="25680"/>
                </a:cubicBezTo>
                <a:cubicBezTo>
                  <a:pt x="8161" y="26976"/>
                  <a:pt x="10882" y="27818"/>
                  <a:pt x="13569" y="28562"/>
                </a:cubicBezTo>
                <a:cubicBezTo>
                  <a:pt x="25972" y="31865"/>
                  <a:pt x="39152" y="32448"/>
                  <a:pt x="51911" y="32675"/>
                </a:cubicBezTo>
                <a:cubicBezTo>
                  <a:pt x="51587" y="30894"/>
                  <a:pt x="51360" y="28724"/>
                  <a:pt x="51749" y="27818"/>
                </a:cubicBezTo>
                <a:lnTo>
                  <a:pt x="86366" y="27818"/>
                </a:lnTo>
                <a:cubicBezTo>
                  <a:pt x="86755" y="28692"/>
                  <a:pt x="86496" y="30829"/>
                  <a:pt x="86204" y="32610"/>
                </a:cubicBezTo>
                <a:lnTo>
                  <a:pt x="88536" y="32545"/>
                </a:lnTo>
                <a:cubicBezTo>
                  <a:pt x="99481" y="32222"/>
                  <a:pt x="110621" y="31380"/>
                  <a:pt x="121146" y="28562"/>
                </a:cubicBezTo>
                <a:cubicBezTo>
                  <a:pt x="123833" y="27818"/>
                  <a:pt x="126586" y="26976"/>
                  <a:pt x="129047" y="25648"/>
                </a:cubicBezTo>
                <a:cubicBezTo>
                  <a:pt x="132577" y="23770"/>
                  <a:pt x="132868" y="20661"/>
                  <a:pt x="133451" y="17034"/>
                </a:cubicBezTo>
                <a:cubicBezTo>
                  <a:pt x="134034" y="13310"/>
                  <a:pt x="134714" y="9295"/>
                  <a:pt x="134293" y="5506"/>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7"/>
          <p:cNvSpPr/>
          <p:nvPr/>
        </p:nvSpPr>
        <p:spPr>
          <a:xfrm>
            <a:off x="-92222" y="4405900"/>
            <a:ext cx="688098" cy="99494"/>
          </a:xfrm>
          <a:custGeom>
            <a:avLst/>
            <a:gdLst/>
            <a:ahLst/>
            <a:cxnLst/>
            <a:rect l="l" t="t" r="r" b="b"/>
            <a:pathLst>
              <a:path w="35396" h="5118" extrusionOk="0">
                <a:moveTo>
                  <a:pt x="35007" y="1"/>
                </a:moveTo>
                <a:lnTo>
                  <a:pt x="389" y="1"/>
                </a:lnTo>
                <a:cubicBezTo>
                  <a:pt x="1" y="907"/>
                  <a:pt x="260" y="3077"/>
                  <a:pt x="584" y="4858"/>
                </a:cubicBezTo>
                <a:lnTo>
                  <a:pt x="1588" y="4858"/>
                </a:lnTo>
                <a:cubicBezTo>
                  <a:pt x="8777" y="4988"/>
                  <a:pt x="14962" y="5052"/>
                  <a:pt x="20370" y="5117"/>
                </a:cubicBezTo>
                <a:lnTo>
                  <a:pt x="34845" y="4793"/>
                </a:lnTo>
                <a:cubicBezTo>
                  <a:pt x="35169" y="3012"/>
                  <a:pt x="35395" y="875"/>
                  <a:pt x="3500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37"/>
          <p:cNvSpPr/>
          <p:nvPr/>
        </p:nvSpPr>
        <p:spPr>
          <a:xfrm>
            <a:off x="-1112000" y="3043053"/>
            <a:ext cx="2662269" cy="1144491"/>
          </a:xfrm>
          <a:custGeom>
            <a:avLst/>
            <a:gdLst/>
            <a:ahLst/>
            <a:cxnLst/>
            <a:rect l="l" t="t" r="r" b="b"/>
            <a:pathLst>
              <a:path w="136948" h="58873" extrusionOk="0">
                <a:moveTo>
                  <a:pt x="131896" y="17746"/>
                </a:moveTo>
                <a:cubicBezTo>
                  <a:pt x="130730" y="8744"/>
                  <a:pt x="127557" y="2591"/>
                  <a:pt x="117907" y="1425"/>
                </a:cubicBezTo>
                <a:cubicBezTo>
                  <a:pt x="110944" y="583"/>
                  <a:pt x="95433" y="227"/>
                  <a:pt x="81573" y="98"/>
                </a:cubicBezTo>
                <a:lnTo>
                  <a:pt x="81573" y="33"/>
                </a:lnTo>
                <a:cubicBezTo>
                  <a:pt x="81573" y="33"/>
                  <a:pt x="76198" y="1"/>
                  <a:pt x="68490" y="33"/>
                </a:cubicBezTo>
                <a:cubicBezTo>
                  <a:pt x="60783" y="33"/>
                  <a:pt x="55375" y="33"/>
                  <a:pt x="55375" y="33"/>
                </a:cubicBezTo>
                <a:lnTo>
                  <a:pt x="55375" y="98"/>
                </a:lnTo>
                <a:cubicBezTo>
                  <a:pt x="41515" y="227"/>
                  <a:pt x="26004" y="583"/>
                  <a:pt x="19042" y="1425"/>
                </a:cubicBezTo>
                <a:cubicBezTo>
                  <a:pt x="9392" y="2591"/>
                  <a:pt x="6218" y="8744"/>
                  <a:pt x="5052" y="17746"/>
                </a:cubicBezTo>
                <a:cubicBezTo>
                  <a:pt x="3595" y="28854"/>
                  <a:pt x="1" y="43458"/>
                  <a:pt x="9910" y="51910"/>
                </a:cubicBezTo>
                <a:cubicBezTo>
                  <a:pt x="18038" y="58873"/>
                  <a:pt x="31315" y="56703"/>
                  <a:pt x="41386" y="56703"/>
                </a:cubicBezTo>
                <a:lnTo>
                  <a:pt x="95563" y="56703"/>
                </a:lnTo>
                <a:cubicBezTo>
                  <a:pt x="105634" y="56703"/>
                  <a:pt x="118911" y="58873"/>
                  <a:pt x="127071" y="51910"/>
                </a:cubicBezTo>
                <a:cubicBezTo>
                  <a:pt x="136948" y="43458"/>
                  <a:pt x="133353" y="28854"/>
                  <a:pt x="131896" y="17746"/>
                </a:cubicBezTo>
                <a:close/>
              </a:path>
            </a:pathLst>
          </a:custGeom>
          <a:solidFill>
            <a:srgbClr val="F0B0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7"/>
          <p:cNvSpPr/>
          <p:nvPr/>
        </p:nvSpPr>
        <p:spPr>
          <a:xfrm>
            <a:off x="-496343" y="2835328"/>
            <a:ext cx="1451060" cy="550852"/>
          </a:xfrm>
          <a:custGeom>
            <a:avLst/>
            <a:gdLst/>
            <a:ahLst/>
            <a:cxnLst/>
            <a:rect l="l" t="t" r="r" b="b"/>
            <a:pathLst>
              <a:path w="74643" h="28336" extrusionOk="0">
                <a:moveTo>
                  <a:pt x="12467" y="26878"/>
                </a:moveTo>
                <a:cubicBezTo>
                  <a:pt x="5149" y="25486"/>
                  <a:pt x="0" y="22636"/>
                  <a:pt x="3562" y="16904"/>
                </a:cubicBezTo>
                <a:cubicBezTo>
                  <a:pt x="7999" y="9780"/>
                  <a:pt x="18782" y="4372"/>
                  <a:pt x="26781" y="2623"/>
                </a:cubicBezTo>
                <a:cubicBezTo>
                  <a:pt x="38827" y="0"/>
                  <a:pt x="53043" y="907"/>
                  <a:pt x="63114" y="8711"/>
                </a:cubicBezTo>
                <a:cubicBezTo>
                  <a:pt x="66612" y="11399"/>
                  <a:pt x="74643" y="19818"/>
                  <a:pt x="69591" y="23834"/>
                </a:cubicBezTo>
                <a:cubicBezTo>
                  <a:pt x="65284" y="27267"/>
                  <a:pt x="59585" y="27720"/>
                  <a:pt x="54306" y="27882"/>
                </a:cubicBezTo>
                <a:cubicBezTo>
                  <a:pt x="48283" y="28011"/>
                  <a:pt x="42227" y="28076"/>
                  <a:pt x="36204" y="28173"/>
                </a:cubicBezTo>
                <a:cubicBezTo>
                  <a:pt x="28335" y="28238"/>
                  <a:pt x="20239" y="28335"/>
                  <a:pt x="12467" y="26878"/>
                </a:cubicBezTo>
                <a:close/>
              </a:path>
            </a:pathLst>
          </a:custGeom>
          <a:solidFill>
            <a:srgbClr val="F0B0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7"/>
          <p:cNvSpPr/>
          <p:nvPr/>
        </p:nvSpPr>
        <p:spPr>
          <a:xfrm>
            <a:off x="211825" y="2865536"/>
            <a:ext cx="15144" cy="481607"/>
          </a:xfrm>
          <a:custGeom>
            <a:avLst/>
            <a:gdLst/>
            <a:ahLst/>
            <a:cxnLst/>
            <a:rect l="l" t="t" r="r" b="b"/>
            <a:pathLst>
              <a:path w="779" h="24774" extrusionOk="0">
                <a:moveTo>
                  <a:pt x="389" y="1"/>
                </a:moveTo>
                <a:cubicBezTo>
                  <a:pt x="389" y="1"/>
                  <a:pt x="519" y="1555"/>
                  <a:pt x="616" y="3854"/>
                </a:cubicBezTo>
                <a:cubicBezTo>
                  <a:pt x="681" y="5020"/>
                  <a:pt x="713" y="6380"/>
                  <a:pt x="746" y="7837"/>
                </a:cubicBezTo>
                <a:cubicBezTo>
                  <a:pt x="746" y="8550"/>
                  <a:pt x="778" y="9327"/>
                  <a:pt x="778" y="10072"/>
                </a:cubicBezTo>
                <a:cubicBezTo>
                  <a:pt x="778" y="10849"/>
                  <a:pt x="778" y="11626"/>
                  <a:pt x="778" y="12371"/>
                </a:cubicBezTo>
                <a:lnTo>
                  <a:pt x="778" y="14702"/>
                </a:lnTo>
                <a:cubicBezTo>
                  <a:pt x="778" y="15447"/>
                  <a:pt x="746" y="16224"/>
                  <a:pt x="746" y="16937"/>
                </a:cubicBezTo>
                <a:cubicBezTo>
                  <a:pt x="713" y="18394"/>
                  <a:pt x="681" y="19754"/>
                  <a:pt x="616" y="20920"/>
                </a:cubicBezTo>
                <a:cubicBezTo>
                  <a:pt x="519" y="23219"/>
                  <a:pt x="389" y="24773"/>
                  <a:pt x="389" y="24773"/>
                </a:cubicBezTo>
                <a:cubicBezTo>
                  <a:pt x="389" y="24773"/>
                  <a:pt x="260" y="23219"/>
                  <a:pt x="163" y="20920"/>
                </a:cubicBezTo>
                <a:cubicBezTo>
                  <a:pt x="98" y="19754"/>
                  <a:pt x="66" y="18394"/>
                  <a:pt x="33" y="16937"/>
                </a:cubicBezTo>
                <a:cubicBezTo>
                  <a:pt x="33" y="16224"/>
                  <a:pt x="1" y="15447"/>
                  <a:pt x="1" y="14702"/>
                </a:cubicBezTo>
                <a:lnTo>
                  <a:pt x="1" y="12371"/>
                </a:lnTo>
                <a:lnTo>
                  <a:pt x="1" y="10072"/>
                </a:lnTo>
                <a:cubicBezTo>
                  <a:pt x="1" y="9327"/>
                  <a:pt x="33" y="8550"/>
                  <a:pt x="33" y="7837"/>
                </a:cubicBezTo>
                <a:cubicBezTo>
                  <a:pt x="66" y="6380"/>
                  <a:pt x="98" y="5020"/>
                  <a:pt x="163" y="3854"/>
                </a:cubicBezTo>
                <a:cubicBezTo>
                  <a:pt x="260" y="1555"/>
                  <a:pt x="389" y="1"/>
                  <a:pt x="3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7"/>
          <p:cNvSpPr/>
          <p:nvPr/>
        </p:nvSpPr>
        <p:spPr>
          <a:xfrm>
            <a:off x="-425215" y="3331994"/>
            <a:ext cx="1289280" cy="841694"/>
          </a:xfrm>
          <a:custGeom>
            <a:avLst/>
            <a:gdLst/>
            <a:ahLst/>
            <a:cxnLst/>
            <a:rect l="l" t="t" r="r" b="b"/>
            <a:pathLst>
              <a:path w="66321" h="43297" extrusionOk="0">
                <a:moveTo>
                  <a:pt x="66321" y="36334"/>
                </a:moveTo>
                <a:cubicBezTo>
                  <a:pt x="66321" y="40188"/>
                  <a:pt x="63082" y="43296"/>
                  <a:pt x="59099" y="43296"/>
                </a:cubicBezTo>
                <a:lnTo>
                  <a:pt x="7222" y="43296"/>
                </a:lnTo>
                <a:cubicBezTo>
                  <a:pt x="3239" y="43296"/>
                  <a:pt x="0" y="40188"/>
                  <a:pt x="0" y="36334"/>
                </a:cubicBezTo>
                <a:lnTo>
                  <a:pt x="0" y="6963"/>
                </a:lnTo>
                <a:cubicBezTo>
                  <a:pt x="0" y="3141"/>
                  <a:pt x="3239" y="0"/>
                  <a:pt x="7222" y="0"/>
                </a:cubicBezTo>
                <a:lnTo>
                  <a:pt x="59099" y="0"/>
                </a:lnTo>
                <a:cubicBezTo>
                  <a:pt x="63082" y="0"/>
                  <a:pt x="66321" y="3141"/>
                  <a:pt x="66321" y="6963"/>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37"/>
          <p:cNvSpPr/>
          <p:nvPr/>
        </p:nvSpPr>
        <p:spPr>
          <a:xfrm>
            <a:off x="-282318" y="3430200"/>
            <a:ext cx="1002851" cy="74922"/>
          </a:xfrm>
          <a:custGeom>
            <a:avLst/>
            <a:gdLst/>
            <a:ahLst/>
            <a:cxnLst/>
            <a:rect l="l" t="t" r="r" b="b"/>
            <a:pathLst>
              <a:path w="51587" h="3854" extrusionOk="0">
                <a:moveTo>
                  <a:pt x="51586" y="1943"/>
                </a:moveTo>
                <a:cubicBezTo>
                  <a:pt x="51586" y="3012"/>
                  <a:pt x="50712" y="3854"/>
                  <a:pt x="49676" y="3854"/>
                </a:cubicBezTo>
                <a:lnTo>
                  <a:pt x="1943" y="3854"/>
                </a:lnTo>
                <a:cubicBezTo>
                  <a:pt x="875" y="3854"/>
                  <a:pt x="0" y="3012"/>
                  <a:pt x="0" y="1943"/>
                </a:cubicBezTo>
                <a:lnTo>
                  <a:pt x="0" y="1943"/>
                </a:lnTo>
                <a:cubicBezTo>
                  <a:pt x="0" y="874"/>
                  <a:pt x="875" y="0"/>
                  <a:pt x="1943" y="0"/>
                </a:cubicBezTo>
                <a:lnTo>
                  <a:pt x="49676" y="0"/>
                </a:lnTo>
                <a:cubicBezTo>
                  <a:pt x="50712" y="0"/>
                  <a:pt x="51586" y="874"/>
                  <a:pt x="51586" y="1943"/>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37"/>
          <p:cNvSpPr/>
          <p:nvPr/>
        </p:nvSpPr>
        <p:spPr>
          <a:xfrm>
            <a:off x="-282318" y="3551674"/>
            <a:ext cx="1002851" cy="74941"/>
          </a:xfrm>
          <a:custGeom>
            <a:avLst/>
            <a:gdLst/>
            <a:ahLst/>
            <a:cxnLst/>
            <a:rect l="l" t="t" r="r" b="b"/>
            <a:pathLst>
              <a:path w="51587" h="3855" extrusionOk="0">
                <a:moveTo>
                  <a:pt x="51586" y="1944"/>
                </a:moveTo>
                <a:cubicBezTo>
                  <a:pt x="51586" y="3013"/>
                  <a:pt x="50712" y="3854"/>
                  <a:pt x="49676" y="3854"/>
                </a:cubicBezTo>
                <a:lnTo>
                  <a:pt x="1943" y="3854"/>
                </a:lnTo>
                <a:cubicBezTo>
                  <a:pt x="875" y="3854"/>
                  <a:pt x="0" y="3013"/>
                  <a:pt x="0" y="1944"/>
                </a:cubicBezTo>
                <a:lnTo>
                  <a:pt x="0" y="1944"/>
                </a:lnTo>
                <a:cubicBezTo>
                  <a:pt x="0" y="875"/>
                  <a:pt x="875" y="1"/>
                  <a:pt x="1943" y="1"/>
                </a:cubicBezTo>
                <a:lnTo>
                  <a:pt x="49676" y="1"/>
                </a:lnTo>
                <a:cubicBezTo>
                  <a:pt x="50712" y="1"/>
                  <a:pt x="51586" y="875"/>
                  <a:pt x="51586" y="1944"/>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37"/>
          <p:cNvSpPr/>
          <p:nvPr/>
        </p:nvSpPr>
        <p:spPr>
          <a:xfrm>
            <a:off x="-282318" y="3664361"/>
            <a:ext cx="1002851" cy="74300"/>
          </a:xfrm>
          <a:custGeom>
            <a:avLst/>
            <a:gdLst/>
            <a:ahLst/>
            <a:cxnLst/>
            <a:rect l="l" t="t" r="r" b="b"/>
            <a:pathLst>
              <a:path w="51587" h="3822" extrusionOk="0">
                <a:moveTo>
                  <a:pt x="51586" y="1911"/>
                </a:moveTo>
                <a:cubicBezTo>
                  <a:pt x="51586" y="2980"/>
                  <a:pt x="50712" y="3822"/>
                  <a:pt x="49676" y="3822"/>
                </a:cubicBezTo>
                <a:lnTo>
                  <a:pt x="1943" y="3822"/>
                </a:lnTo>
                <a:cubicBezTo>
                  <a:pt x="875" y="3822"/>
                  <a:pt x="0" y="2980"/>
                  <a:pt x="0" y="1911"/>
                </a:cubicBezTo>
                <a:lnTo>
                  <a:pt x="0" y="1911"/>
                </a:lnTo>
                <a:cubicBezTo>
                  <a:pt x="0" y="842"/>
                  <a:pt x="875" y="0"/>
                  <a:pt x="1943" y="0"/>
                </a:cubicBezTo>
                <a:lnTo>
                  <a:pt x="49676" y="0"/>
                </a:lnTo>
                <a:cubicBezTo>
                  <a:pt x="50712" y="0"/>
                  <a:pt x="51586" y="842"/>
                  <a:pt x="51586" y="1911"/>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37"/>
          <p:cNvSpPr/>
          <p:nvPr/>
        </p:nvSpPr>
        <p:spPr>
          <a:xfrm>
            <a:off x="-282318" y="3776408"/>
            <a:ext cx="1002851" cy="74941"/>
          </a:xfrm>
          <a:custGeom>
            <a:avLst/>
            <a:gdLst/>
            <a:ahLst/>
            <a:cxnLst/>
            <a:rect l="l" t="t" r="r" b="b"/>
            <a:pathLst>
              <a:path w="51587" h="3855" extrusionOk="0">
                <a:moveTo>
                  <a:pt x="51586" y="1911"/>
                </a:moveTo>
                <a:cubicBezTo>
                  <a:pt x="51586" y="2980"/>
                  <a:pt x="50712" y="3854"/>
                  <a:pt x="49676" y="3854"/>
                </a:cubicBezTo>
                <a:lnTo>
                  <a:pt x="1943" y="3854"/>
                </a:lnTo>
                <a:cubicBezTo>
                  <a:pt x="875" y="3854"/>
                  <a:pt x="0" y="2980"/>
                  <a:pt x="0" y="1911"/>
                </a:cubicBezTo>
                <a:lnTo>
                  <a:pt x="0" y="1911"/>
                </a:lnTo>
                <a:cubicBezTo>
                  <a:pt x="0" y="843"/>
                  <a:pt x="875" y="1"/>
                  <a:pt x="1943" y="1"/>
                </a:cubicBezTo>
                <a:lnTo>
                  <a:pt x="49676" y="1"/>
                </a:lnTo>
                <a:cubicBezTo>
                  <a:pt x="50712" y="1"/>
                  <a:pt x="51586" y="843"/>
                  <a:pt x="51586" y="1911"/>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37"/>
          <p:cNvSpPr/>
          <p:nvPr/>
        </p:nvSpPr>
        <p:spPr>
          <a:xfrm>
            <a:off x="-282318" y="3893489"/>
            <a:ext cx="1002851" cy="74319"/>
          </a:xfrm>
          <a:custGeom>
            <a:avLst/>
            <a:gdLst/>
            <a:ahLst/>
            <a:cxnLst/>
            <a:rect l="l" t="t" r="r" b="b"/>
            <a:pathLst>
              <a:path w="51587" h="3823" extrusionOk="0">
                <a:moveTo>
                  <a:pt x="51586" y="1911"/>
                </a:moveTo>
                <a:cubicBezTo>
                  <a:pt x="51586" y="2980"/>
                  <a:pt x="50712" y="3822"/>
                  <a:pt x="49676" y="3822"/>
                </a:cubicBezTo>
                <a:lnTo>
                  <a:pt x="1943" y="3822"/>
                </a:lnTo>
                <a:cubicBezTo>
                  <a:pt x="875" y="3822"/>
                  <a:pt x="0" y="2980"/>
                  <a:pt x="0" y="1911"/>
                </a:cubicBezTo>
                <a:lnTo>
                  <a:pt x="0" y="1911"/>
                </a:lnTo>
                <a:cubicBezTo>
                  <a:pt x="0" y="843"/>
                  <a:pt x="875" y="1"/>
                  <a:pt x="1943" y="1"/>
                </a:cubicBezTo>
                <a:lnTo>
                  <a:pt x="49676" y="1"/>
                </a:lnTo>
                <a:cubicBezTo>
                  <a:pt x="50712" y="1"/>
                  <a:pt x="51586" y="843"/>
                  <a:pt x="51586" y="1911"/>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37"/>
          <p:cNvSpPr/>
          <p:nvPr/>
        </p:nvSpPr>
        <p:spPr>
          <a:xfrm>
            <a:off x="-282318" y="4005554"/>
            <a:ext cx="1002851" cy="74300"/>
          </a:xfrm>
          <a:custGeom>
            <a:avLst/>
            <a:gdLst/>
            <a:ahLst/>
            <a:cxnLst/>
            <a:rect l="l" t="t" r="r" b="b"/>
            <a:pathLst>
              <a:path w="51587" h="3822" extrusionOk="0">
                <a:moveTo>
                  <a:pt x="51586" y="1911"/>
                </a:moveTo>
                <a:cubicBezTo>
                  <a:pt x="51586" y="2979"/>
                  <a:pt x="50712" y="3821"/>
                  <a:pt x="49676" y="3821"/>
                </a:cubicBezTo>
                <a:lnTo>
                  <a:pt x="1943" y="3821"/>
                </a:lnTo>
                <a:cubicBezTo>
                  <a:pt x="875" y="3821"/>
                  <a:pt x="0" y="2979"/>
                  <a:pt x="0" y="1911"/>
                </a:cubicBezTo>
                <a:lnTo>
                  <a:pt x="0" y="1911"/>
                </a:lnTo>
                <a:cubicBezTo>
                  <a:pt x="0" y="842"/>
                  <a:pt x="875" y="0"/>
                  <a:pt x="1943" y="0"/>
                </a:cubicBezTo>
                <a:lnTo>
                  <a:pt x="49676" y="0"/>
                </a:lnTo>
                <a:cubicBezTo>
                  <a:pt x="50712" y="0"/>
                  <a:pt x="51586" y="842"/>
                  <a:pt x="51586" y="1911"/>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37"/>
          <p:cNvSpPr/>
          <p:nvPr/>
        </p:nvSpPr>
        <p:spPr>
          <a:xfrm>
            <a:off x="1249876" y="3515809"/>
            <a:ext cx="84992" cy="551474"/>
          </a:xfrm>
          <a:custGeom>
            <a:avLst/>
            <a:gdLst/>
            <a:ahLst/>
            <a:cxnLst/>
            <a:rect l="l" t="t" r="r" b="b"/>
            <a:pathLst>
              <a:path w="4372" h="28368" extrusionOk="0">
                <a:moveTo>
                  <a:pt x="4113" y="0"/>
                </a:moveTo>
                <a:cubicBezTo>
                  <a:pt x="4113" y="0"/>
                  <a:pt x="4145" y="453"/>
                  <a:pt x="4210" y="1231"/>
                </a:cubicBezTo>
                <a:cubicBezTo>
                  <a:pt x="4242" y="2040"/>
                  <a:pt x="4307" y="3174"/>
                  <a:pt x="4340" y="4534"/>
                </a:cubicBezTo>
                <a:cubicBezTo>
                  <a:pt x="4372" y="5894"/>
                  <a:pt x="4372" y="7481"/>
                  <a:pt x="4340" y="9164"/>
                </a:cubicBezTo>
                <a:cubicBezTo>
                  <a:pt x="4307" y="10006"/>
                  <a:pt x="4275" y="10881"/>
                  <a:pt x="4210" y="11787"/>
                </a:cubicBezTo>
                <a:cubicBezTo>
                  <a:pt x="4145" y="12662"/>
                  <a:pt x="4081" y="13569"/>
                  <a:pt x="4016" y="14475"/>
                </a:cubicBezTo>
                <a:cubicBezTo>
                  <a:pt x="3919" y="15382"/>
                  <a:pt x="3789" y="16289"/>
                  <a:pt x="3627" y="17163"/>
                </a:cubicBezTo>
                <a:cubicBezTo>
                  <a:pt x="3465" y="18070"/>
                  <a:pt x="3303" y="18912"/>
                  <a:pt x="3141" y="19754"/>
                </a:cubicBezTo>
                <a:cubicBezTo>
                  <a:pt x="2980" y="20596"/>
                  <a:pt x="2753" y="21373"/>
                  <a:pt x="2526" y="22150"/>
                </a:cubicBezTo>
                <a:lnTo>
                  <a:pt x="2202" y="23219"/>
                </a:lnTo>
                <a:cubicBezTo>
                  <a:pt x="2073" y="23575"/>
                  <a:pt x="1943" y="23899"/>
                  <a:pt x="1846" y="24223"/>
                </a:cubicBezTo>
                <a:cubicBezTo>
                  <a:pt x="1717" y="24546"/>
                  <a:pt x="1619" y="24870"/>
                  <a:pt x="1490" y="25162"/>
                </a:cubicBezTo>
                <a:lnTo>
                  <a:pt x="1134" y="25971"/>
                </a:lnTo>
                <a:lnTo>
                  <a:pt x="842" y="26684"/>
                </a:lnTo>
                <a:lnTo>
                  <a:pt x="551" y="27267"/>
                </a:lnTo>
                <a:cubicBezTo>
                  <a:pt x="195" y="27979"/>
                  <a:pt x="0" y="28368"/>
                  <a:pt x="0" y="28368"/>
                </a:cubicBezTo>
                <a:cubicBezTo>
                  <a:pt x="0" y="28368"/>
                  <a:pt x="130" y="27947"/>
                  <a:pt x="389" y="27202"/>
                </a:cubicBezTo>
                <a:lnTo>
                  <a:pt x="616" y="26586"/>
                </a:lnTo>
                <a:lnTo>
                  <a:pt x="842" y="25842"/>
                </a:lnTo>
                <a:cubicBezTo>
                  <a:pt x="1037" y="25324"/>
                  <a:pt x="1198" y="24741"/>
                  <a:pt x="1393" y="24093"/>
                </a:cubicBezTo>
                <a:cubicBezTo>
                  <a:pt x="1458" y="23769"/>
                  <a:pt x="1587" y="23413"/>
                  <a:pt x="1652" y="23057"/>
                </a:cubicBezTo>
                <a:lnTo>
                  <a:pt x="1911" y="21988"/>
                </a:lnTo>
                <a:cubicBezTo>
                  <a:pt x="2008" y="21600"/>
                  <a:pt x="2105" y="21211"/>
                  <a:pt x="2170" y="20822"/>
                </a:cubicBezTo>
                <a:lnTo>
                  <a:pt x="2429" y="19592"/>
                </a:lnTo>
                <a:cubicBezTo>
                  <a:pt x="2591" y="18782"/>
                  <a:pt x="2720" y="17908"/>
                  <a:pt x="2850" y="17034"/>
                </a:cubicBezTo>
                <a:cubicBezTo>
                  <a:pt x="2947" y="16159"/>
                  <a:pt x="3077" y="15285"/>
                  <a:pt x="3174" y="14378"/>
                </a:cubicBezTo>
                <a:cubicBezTo>
                  <a:pt x="3271" y="13504"/>
                  <a:pt x="3368" y="12597"/>
                  <a:pt x="3433" y="11723"/>
                </a:cubicBezTo>
                <a:cubicBezTo>
                  <a:pt x="3498" y="10848"/>
                  <a:pt x="3562" y="9974"/>
                  <a:pt x="3595" y="9132"/>
                </a:cubicBezTo>
                <a:cubicBezTo>
                  <a:pt x="3660" y="8290"/>
                  <a:pt x="3692" y="7481"/>
                  <a:pt x="3724" y="6703"/>
                </a:cubicBezTo>
                <a:cubicBezTo>
                  <a:pt x="3757" y="5926"/>
                  <a:pt x="3822" y="5181"/>
                  <a:pt x="3822" y="4501"/>
                </a:cubicBezTo>
                <a:lnTo>
                  <a:pt x="4016" y="1231"/>
                </a:lnTo>
                <a:cubicBezTo>
                  <a:pt x="4081" y="453"/>
                  <a:pt x="4113" y="0"/>
                  <a:pt x="411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37"/>
          <p:cNvSpPr/>
          <p:nvPr/>
        </p:nvSpPr>
        <p:spPr>
          <a:xfrm>
            <a:off x="-896711" y="3515809"/>
            <a:ext cx="85011" cy="551474"/>
          </a:xfrm>
          <a:custGeom>
            <a:avLst/>
            <a:gdLst/>
            <a:ahLst/>
            <a:cxnLst/>
            <a:rect l="l" t="t" r="r" b="b"/>
            <a:pathLst>
              <a:path w="4373" h="28368" extrusionOk="0">
                <a:moveTo>
                  <a:pt x="260" y="0"/>
                </a:moveTo>
                <a:cubicBezTo>
                  <a:pt x="260" y="0"/>
                  <a:pt x="292" y="453"/>
                  <a:pt x="357" y="1231"/>
                </a:cubicBezTo>
                <a:lnTo>
                  <a:pt x="519" y="4501"/>
                </a:lnTo>
                <a:lnTo>
                  <a:pt x="616" y="6703"/>
                </a:lnTo>
                <a:lnTo>
                  <a:pt x="745" y="9132"/>
                </a:lnTo>
                <a:cubicBezTo>
                  <a:pt x="810" y="9974"/>
                  <a:pt x="875" y="10848"/>
                  <a:pt x="940" y="11723"/>
                </a:cubicBezTo>
                <a:cubicBezTo>
                  <a:pt x="1004" y="12597"/>
                  <a:pt x="1102" y="13504"/>
                  <a:pt x="1166" y="14378"/>
                </a:cubicBezTo>
                <a:cubicBezTo>
                  <a:pt x="1263" y="15285"/>
                  <a:pt x="1361" y="16192"/>
                  <a:pt x="1522" y="17034"/>
                </a:cubicBezTo>
                <a:cubicBezTo>
                  <a:pt x="1652" y="17908"/>
                  <a:pt x="1782" y="18782"/>
                  <a:pt x="1911" y="19592"/>
                </a:cubicBezTo>
                <a:lnTo>
                  <a:pt x="2170" y="20822"/>
                </a:lnTo>
                <a:cubicBezTo>
                  <a:pt x="2267" y="21211"/>
                  <a:pt x="2332" y="21600"/>
                  <a:pt x="2429" y="21988"/>
                </a:cubicBezTo>
                <a:lnTo>
                  <a:pt x="2688" y="23057"/>
                </a:lnTo>
                <a:cubicBezTo>
                  <a:pt x="2785" y="23413"/>
                  <a:pt x="2883" y="23769"/>
                  <a:pt x="2980" y="24093"/>
                </a:cubicBezTo>
                <a:cubicBezTo>
                  <a:pt x="3142" y="24741"/>
                  <a:pt x="3336" y="25324"/>
                  <a:pt x="3498" y="25842"/>
                </a:cubicBezTo>
                <a:lnTo>
                  <a:pt x="3725" y="26586"/>
                </a:lnTo>
                <a:lnTo>
                  <a:pt x="3951" y="27202"/>
                </a:lnTo>
                <a:cubicBezTo>
                  <a:pt x="4210" y="27947"/>
                  <a:pt x="4372" y="28368"/>
                  <a:pt x="4372" y="28368"/>
                </a:cubicBezTo>
                <a:cubicBezTo>
                  <a:pt x="4372" y="28368"/>
                  <a:pt x="4146" y="27979"/>
                  <a:pt x="3789" y="27267"/>
                </a:cubicBezTo>
                <a:lnTo>
                  <a:pt x="3530" y="26684"/>
                </a:lnTo>
                <a:lnTo>
                  <a:pt x="3206" y="25971"/>
                </a:lnTo>
                <a:lnTo>
                  <a:pt x="2850" y="25162"/>
                </a:lnTo>
                <a:cubicBezTo>
                  <a:pt x="2753" y="24870"/>
                  <a:pt x="2656" y="24546"/>
                  <a:pt x="2526" y="24223"/>
                </a:cubicBezTo>
                <a:cubicBezTo>
                  <a:pt x="2397" y="23899"/>
                  <a:pt x="2267" y="23575"/>
                  <a:pt x="2170" y="23219"/>
                </a:cubicBezTo>
                <a:lnTo>
                  <a:pt x="1846" y="22150"/>
                </a:lnTo>
                <a:cubicBezTo>
                  <a:pt x="1587" y="21405"/>
                  <a:pt x="1425" y="20596"/>
                  <a:pt x="1231" y="19754"/>
                </a:cubicBezTo>
                <a:cubicBezTo>
                  <a:pt x="1004" y="18912"/>
                  <a:pt x="842" y="18070"/>
                  <a:pt x="713" y="17163"/>
                </a:cubicBezTo>
                <a:cubicBezTo>
                  <a:pt x="583" y="16289"/>
                  <a:pt x="454" y="15382"/>
                  <a:pt x="357" y="14475"/>
                </a:cubicBezTo>
                <a:cubicBezTo>
                  <a:pt x="227" y="13569"/>
                  <a:pt x="195" y="12662"/>
                  <a:pt x="130" y="11787"/>
                </a:cubicBezTo>
                <a:cubicBezTo>
                  <a:pt x="98" y="10881"/>
                  <a:pt x="65" y="10006"/>
                  <a:pt x="33" y="9164"/>
                </a:cubicBezTo>
                <a:cubicBezTo>
                  <a:pt x="0" y="7481"/>
                  <a:pt x="0" y="5894"/>
                  <a:pt x="33" y="4534"/>
                </a:cubicBezTo>
                <a:cubicBezTo>
                  <a:pt x="65" y="3174"/>
                  <a:pt x="130" y="2040"/>
                  <a:pt x="162" y="1231"/>
                </a:cubicBezTo>
                <a:cubicBezTo>
                  <a:pt x="195" y="453"/>
                  <a:pt x="260" y="0"/>
                  <a:pt x="26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37"/>
          <p:cNvSpPr/>
          <p:nvPr/>
        </p:nvSpPr>
        <p:spPr>
          <a:xfrm>
            <a:off x="-1050942" y="3247007"/>
            <a:ext cx="453905" cy="453905"/>
          </a:xfrm>
          <a:custGeom>
            <a:avLst/>
            <a:gdLst/>
            <a:ahLst/>
            <a:cxnLst/>
            <a:rect l="l" t="t" r="r" b="b"/>
            <a:pathLst>
              <a:path w="23349" h="23349" extrusionOk="0">
                <a:moveTo>
                  <a:pt x="23349" y="11691"/>
                </a:moveTo>
                <a:cubicBezTo>
                  <a:pt x="23349" y="18135"/>
                  <a:pt x="18135" y="23349"/>
                  <a:pt x="11659" y="23349"/>
                </a:cubicBezTo>
                <a:cubicBezTo>
                  <a:pt x="5214" y="23349"/>
                  <a:pt x="1" y="18135"/>
                  <a:pt x="1" y="11691"/>
                </a:cubicBezTo>
                <a:cubicBezTo>
                  <a:pt x="1" y="5247"/>
                  <a:pt x="5214" y="1"/>
                  <a:pt x="11659" y="1"/>
                </a:cubicBezTo>
                <a:cubicBezTo>
                  <a:pt x="18135" y="1"/>
                  <a:pt x="23349" y="5247"/>
                  <a:pt x="23349" y="11691"/>
                </a:cubicBezTo>
                <a:close/>
              </a:path>
            </a:pathLst>
          </a:custGeom>
          <a:solidFill>
            <a:srgbClr val="F7D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37"/>
          <p:cNvSpPr/>
          <p:nvPr/>
        </p:nvSpPr>
        <p:spPr>
          <a:xfrm>
            <a:off x="-1042116" y="3256454"/>
            <a:ext cx="435650" cy="435650"/>
          </a:xfrm>
          <a:custGeom>
            <a:avLst/>
            <a:gdLst/>
            <a:ahLst/>
            <a:cxnLst/>
            <a:rect l="l" t="t" r="r" b="b"/>
            <a:pathLst>
              <a:path w="22410" h="22410" extrusionOk="0">
                <a:moveTo>
                  <a:pt x="22409" y="11205"/>
                </a:moveTo>
                <a:cubicBezTo>
                  <a:pt x="22409" y="17390"/>
                  <a:pt x="17422" y="22409"/>
                  <a:pt x="11205" y="22409"/>
                </a:cubicBezTo>
                <a:cubicBezTo>
                  <a:pt x="5019" y="22409"/>
                  <a:pt x="0" y="17390"/>
                  <a:pt x="0" y="11205"/>
                </a:cubicBezTo>
                <a:cubicBezTo>
                  <a:pt x="0" y="5020"/>
                  <a:pt x="5019" y="0"/>
                  <a:pt x="11205" y="0"/>
                </a:cubicBezTo>
                <a:cubicBezTo>
                  <a:pt x="17422" y="0"/>
                  <a:pt x="22409" y="5020"/>
                  <a:pt x="22409" y="11205"/>
                </a:cubicBezTo>
                <a:close/>
              </a:path>
            </a:pathLst>
          </a:custGeom>
          <a:solidFill>
            <a:srgbClr val="F7DB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37"/>
          <p:cNvSpPr/>
          <p:nvPr/>
        </p:nvSpPr>
        <p:spPr>
          <a:xfrm>
            <a:off x="-1032688" y="3265260"/>
            <a:ext cx="417396" cy="418018"/>
          </a:xfrm>
          <a:custGeom>
            <a:avLst/>
            <a:gdLst/>
            <a:ahLst/>
            <a:cxnLst/>
            <a:rect l="l" t="t" r="r" b="b"/>
            <a:pathLst>
              <a:path w="21471" h="21503" extrusionOk="0">
                <a:moveTo>
                  <a:pt x="21471" y="10752"/>
                </a:moveTo>
                <a:cubicBezTo>
                  <a:pt x="21471" y="16678"/>
                  <a:pt x="16678" y="21503"/>
                  <a:pt x="10720" y="21503"/>
                </a:cubicBezTo>
                <a:cubicBezTo>
                  <a:pt x="4793" y="21503"/>
                  <a:pt x="1" y="16678"/>
                  <a:pt x="1" y="10752"/>
                </a:cubicBezTo>
                <a:cubicBezTo>
                  <a:pt x="1" y="4826"/>
                  <a:pt x="4793" y="1"/>
                  <a:pt x="10720" y="1"/>
                </a:cubicBezTo>
                <a:cubicBezTo>
                  <a:pt x="16678" y="1"/>
                  <a:pt x="21471" y="4826"/>
                  <a:pt x="21471" y="10752"/>
                </a:cubicBezTo>
                <a:close/>
              </a:path>
            </a:pathLst>
          </a:custGeom>
          <a:solidFill>
            <a:srgbClr val="F8DC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37"/>
          <p:cNvSpPr/>
          <p:nvPr/>
        </p:nvSpPr>
        <p:spPr>
          <a:xfrm>
            <a:off x="-1023863" y="3274707"/>
            <a:ext cx="399764" cy="399142"/>
          </a:xfrm>
          <a:custGeom>
            <a:avLst/>
            <a:gdLst/>
            <a:ahLst/>
            <a:cxnLst/>
            <a:rect l="l" t="t" r="r" b="b"/>
            <a:pathLst>
              <a:path w="20564" h="20532" extrusionOk="0">
                <a:moveTo>
                  <a:pt x="20563" y="10266"/>
                </a:moveTo>
                <a:cubicBezTo>
                  <a:pt x="20563" y="15933"/>
                  <a:pt x="15965" y="20531"/>
                  <a:pt x="10266" y="20531"/>
                </a:cubicBezTo>
                <a:cubicBezTo>
                  <a:pt x="4599" y="20531"/>
                  <a:pt x="0" y="15933"/>
                  <a:pt x="0" y="10266"/>
                </a:cubicBezTo>
                <a:cubicBezTo>
                  <a:pt x="0" y="4599"/>
                  <a:pt x="4599" y="0"/>
                  <a:pt x="10266" y="0"/>
                </a:cubicBezTo>
                <a:cubicBezTo>
                  <a:pt x="15965" y="0"/>
                  <a:pt x="20563" y="4599"/>
                  <a:pt x="20563" y="10266"/>
                </a:cubicBezTo>
                <a:close/>
              </a:path>
            </a:pathLst>
          </a:custGeom>
          <a:solidFill>
            <a:srgbClr val="F8DD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37"/>
          <p:cNvSpPr/>
          <p:nvPr/>
        </p:nvSpPr>
        <p:spPr>
          <a:xfrm>
            <a:off x="-1014435" y="3283513"/>
            <a:ext cx="380888" cy="381510"/>
          </a:xfrm>
          <a:custGeom>
            <a:avLst/>
            <a:gdLst/>
            <a:ahLst/>
            <a:cxnLst/>
            <a:rect l="l" t="t" r="r" b="b"/>
            <a:pathLst>
              <a:path w="19593" h="19625" extrusionOk="0">
                <a:moveTo>
                  <a:pt x="19593" y="9813"/>
                </a:moveTo>
                <a:cubicBezTo>
                  <a:pt x="19593" y="15221"/>
                  <a:pt x="15221" y="19625"/>
                  <a:pt x="9781" y="19625"/>
                </a:cubicBezTo>
                <a:cubicBezTo>
                  <a:pt x="4373" y="19625"/>
                  <a:pt x="1" y="15221"/>
                  <a:pt x="1" y="9813"/>
                </a:cubicBezTo>
                <a:cubicBezTo>
                  <a:pt x="1" y="4405"/>
                  <a:pt x="4373" y="1"/>
                  <a:pt x="9781" y="1"/>
                </a:cubicBezTo>
                <a:cubicBezTo>
                  <a:pt x="15221" y="1"/>
                  <a:pt x="19593" y="4405"/>
                  <a:pt x="19593" y="9813"/>
                </a:cubicBezTo>
                <a:close/>
              </a:path>
            </a:pathLst>
          </a:custGeom>
          <a:solidFill>
            <a:srgbClr val="F8DE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37"/>
          <p:cNvSpPr/>
          <p:nvPr/>
        </p:nvSpPr>
        <p:spPr>
          <a:xfrm>
            <a:off x="-1005609" y="3292960"/>
            <a:ext cx="363256" cy="362634"/>
          </a:xfrm>
          <a:custGeom>
            <a:avLst/>
            <a:gdLst/>
            <a:ahLst/>
            <a:cxnLst/>
            <a:rect l="l" t="t" r="r" b="b"/>
            <a:pathLst>
              <a:path w="18686" h="18654" extrusionOk="0">
                <a:moveTo>
                  <a:pt x="18685" y="9327"/>
                </a:moveTo>
                <a:cubicBezTo>
                  <a:pt x="18685" y="14476"/>
                  <a:pt x="14508" y="18653"/>
                  <a:pt x="9327" y="18653"/>
                </a:cubicBezTo>
                <a:cubicBezTo>
                  <a:pt x="4178" y="18653"/>
                  <a:pt x="0" y="14476"/>
                  <a:pt x="0" y="9327"/>
                </a:cubicBezTo>
                <a:cubicBezTo>
                  <a:pt x="0" y="4178"/>
                  <a:pt x="4178" y="1"/>
                  <a:pt x="9327" y="1"/>
                </a:cubicBezTo>
                <a:cubicBezTo>
                  <a:pt x="14508" y="1"/>
                  <a:pt x="18685" y="4178"/>
                  <a:pt x="18685" y="9327"/>
                </a:cubicBezTo>
                <a:close/>
              </a:path>
            </a:pathLst>
          </a:custGeom>
          <a:solidFill>
            <a:srgbClr val="F9DF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37"/>
          <p:cNvSpPr/>
          <p:nvPr/>
        </p:nvSpPr>
        <p:spPr>
          <a:xfrm>
            <a:off x="-996804" y="3301766"/>
            <a:ext cx="345002" cy="345002"/>
          </a:xfrm>
          <a:custGeom>
            <a:avLst/>
            <a:gdLst/>
            <a:ahLst/>
            <a:cxnLst/>
            <a:rect l="l" t="t" r="r" b="b"/>
            <a:pathLst>
              <a:path w="17747" h="17747" extrusionOk="0">
                <a:moveTo>
                  <a:pt x="17746" y="8874"/>
                </a:moveTo>
                <a:cubicBezTo>
                  <a:pt x="17746" y="13764"/>
                  <a:pt x="13796" y="17747"/>
                  <a:pt x="8874" y="17747"/>
                </a:cubicBezTo>
                <a:cubicBezTo>
                  <a:pt x="3984" y="17747"/>
                  <a:pt x="1" y="13764"/>
                  <a:pt x="1" y="8874"/>
                </a:cubicBezTo>
                <a:cubicBezTo>
                  <a:pt x="1" y="3984"/>
                  <a:pt x="3984" y="1"/>
                  <a:pt x="8874" y="1"/>
                </a:cubicBezTo>
                <a:cubicBezTo>
                  <a:pt x="13796" y="1"/>
                  <a:pt x="17746" y="3984"/>
                  <a:pt x="17746" y="8874"/>
                </a:cubicBezTo>
                <a:close/>
              </a:path>
            </a:pathLst>
          </a:custGeom>
          <a:solidFill>
            <a:srgbClr val="F9E0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37"/>
          <p:cNvSpPr/>
          <p:nvPr/>
        </p:nvSpPr>
        <p:spPr>
          <a:xfrm>
            <a:off x="-987356" y="3310592"/>
            <a:ext cx="326748" cy="326728"/>
          </a:xfrm>
          <a:custGeom>
            <a:avLst/>
            <a:gdLst/>
            <a:ahLst/>
            <a:cxnLst/>
            <a:rect l="l" t="t" r="r" b="b"/>
            <a:pathLst>
              <a:path w="16808" h="16807" extrusionOk="0">
                <a:moveTo>
                  <a:pt x="16807" y="8420"/>
                </a:moveTo>
                <a:cubicBezTo>
                  <a:pt x="16807" y="13051"/>
                  <a:pt x="13051" y="16807"/>
                  <a:pt x="8388" y="16807"/>
                </a:cubicBezTo>
                <a:cubicBezTo>
                  <a:pt x="3757" y="16807"/>
                  <a:pt x="0" y="13051"/>
                  <a:pt x="0" y="8420"/>
                </a:cubicBezTo>
                <a:cubicBezTo>
                  <a:pt x="0" y="3789"/>
                  <a:pt x="3757" y="0"/>
                  <a:pt x="8388" y="0"/>
                </a:cubicBezTo>
                <a:cubicBezTo>
                  <a:pt x="13051" y="0"/>
                  <a:pt x="16807" y="3789"/>
                  <a:pt x="16807" y="8420"/>
                </a:cubicBezTo>
                <a:close/>
              </a:path>
            </a:pathLst>
          </a:custGeom>
          <a:solidFill>
            <a:srgbClr val="F9E1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37"/>
          <p:cNvSpPr/>
          <p:nvPr/>
        </p:nvSpPr>
        <p:spPr>
          <a:xfrm>
            <a:off x="-978550" y="3320039"/>
            <a:ext cx="309115" cy="308474"/>
          </a:xfrm>
          <a:custGeom>
            <a:avLst/>
            <a:gdLst/>
            <a:ahLst/>
            <a:cxnLst/>
            <a:rect l="l" t="t" r="r" b="b"/>
            <a:pathLst>
              <a:path w="15901" h="15868" extrusionOk="0">
                <a:moveTo>
                  <a:pt x="15901" y="7934"/>
                </a:moveTo>
                <a:cubicBezTo>
                  <a:pt x="15901" y="12306"/>
                  <a:pt x="12339" y="15868"/>
                  <a:pt x="7935" y="15868"/>
                </a:cubicBezTo>
                <a:cubicBezTo>
                  <a:pt x="3563" y="15868"/>
                  <a:pt x="1" y="12306"/>
                  <a:pt x="1" y="7934"/>
                </a:cubicBezTo>
                <a:cubicBezTo>
                  <a:pt x="1" y="3562"/>
                  <a:pt x="3563" y="0"/>
                  <a:pt x="7935" y="0"/>
                </a:cubicBezTo>
                <a:cubicBezTo>
                  <a:pt x="12339" y="0"/>
                  <a:pt x="15901" y="3562"/>
                  <a:pt x="15901" y="7934"/>
                </a:cubicBezTo>
                <a:close/>
              </a:path>
            </a:pathLst>
          </a:custGeom>
          <a:solidFill>
            <a:srgbClr val="FAE2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7"/>
          <p:cNvSpPr/>
          <p:nvPr/>
        </p:nvSpPr>
        <p:spPr>
          <a:xfrm>
            <a:off x="-969103" y="3328845"/>
            <a:ext cx="290220" cy="290861"/>
          </a:xfrm>
          <a:custGeom>
            <a:avLst/>
            <a:gdLst/>
            <a:ahLst/>
            <a:cxnLst/>
            <a:rect l="l" t="t" r="r" b="b"/>
            <a:pathLst>
              <a:path w="14929" h="14962" extrusionOk="0">
                <a:moveTo>
                  <a:pt x="14929" y="7481"/>
                </a:moveTo>
                <a:cubicBezTo>
                  <a:pt x="14929" y="11593"/>
                  <a:pt x="11594" y="14961"/>
                  <a:pt x="7449" y="14961"/>
                </a:cubicBezTo>
                <a:cubicBezTo>
                  <a:pt x="3336" y="14961"/>
                  <a:pt x="0" y="11593"/>
                  <a:pt x="0" y="7481"/>
                </a:cubicBezTo>
                <a:cubicBezTo>
                  <a:pt x="0" y="3368"/>
                  <a:pt x="3336" y="0"/>
                  <a:pt x="7449" y="0"/>
                </a:cubicBezTo>
                <a:cubicBezTo>
                  <a:pt x="11594" y="0"/>
                  <a:pt x="14929" y="3368"/>
                  <a:pt x="14929" y="7481"/>
                </a:cubicBezTo>
                <a:close/>
              </a:path>
            </a:pathLst>
          </a:custGeom>
          <a:solidFill>
            <a:srgbClr val="FAE3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37"/>
          <p:cNvSpPr/>
          <p:nvPr/>
        </p:nvSpPr>
        <p:spPr>
          <a:xfrm>
            <a:off x="-960297" y="3338292"/>
            <a:ext cx="272607" cy="271966"/>
          </a:xfrm>
          <a:custGeom>
            <a:avLst/>
            <a:gdLst/>
            <a:ahLst/>
            <a:cxnLst/>
            <a:rect l="l" t="t" r="r" b="b"/>
            <a:pathLst>
              <a:path w="14023" h="13990" extrusionOk="0">
                <a:moveTo>
                  <a:pt x="14023" y="6995"/>
                </a:moveTo>
                <a:cubicBezTo>
                  <a:pt x="14023" y="10848"/>
                  <a:pt x="10881" y="13990"/>
                  <a:pt x="6996" y="13990"/>
                </a:cubicBezTo>
                <a:cubicBezTo>
                  <a:pt x="3142" y="13990"/>
                  <a:pt x="1" y="10848"/>
                  <a:pt x="1" y="6995"/>
                </a:cubicBezTo>
                <a:cubicBezTo>
                  <a:pt x="1" y="3141"/>
                  <a:pt x="3142" y="0"/>
                  <a:pt x="6996" y="0"/>
                </a:cubicBezTo>
                <a:cubicBezTo>
                  <a:pt x="10881" y="0"/>
                  <a:pt x="14023" y="3141"/>
                  <a:pt x="14023" y="6995"/>
                </a:cubicBezTo>
                <a:close/>
              </a:path>
            </a:pathLst>
          </a:custGeom>
          <a:solidFill>
            <a:srgbClr val="FAE4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37"/>
          <p:cNvSpPr/>
          <p:nvPr/>
        </p:nvSpPr>
        <p:spPr>
          <a:xfrm>
            <a:off x="-950849" y="3347098"/>
            <a:ext cx="253711" cy="254353"/>
          </a:xfrm>
          <a:custGeom>
            <a:avLst/>
            <a:gdLst/>
            <a:ahLst/>
            <a:cxnLst/>
            <a:rect l="l" t="t" r="r" b="b"/>
            <a:pathLst>
              <a:path w="13051" h="13084" extrusionOk="0">
                <a:moveTo>
                  <a:pt x="13051" y="6542"/>
                </a:moveTo>
                <a:cubicBezTo>
                  <a:pt x="13051" y="10136"/>
                  <a:pt x="10136" y="13083"/>
                  <a:pt x="6510" y="13083"/>
                </a:cubicBezTo>
                <a:cubicBezTo>
                  <a:pt x="2915" y="13083"/>
                  <a:pt x="1" y="10136"/>
                  <a:pt x="1" y="6542"/>
                </a:cubicBezTo>
                <a:cubicBezTo>
                  <a:pt x="1" y="2947"/>
                  <a:pt x="2915" y="0"/>
                  <a:pt x="6510" y="0"/>
                </a:cubicBezTo>
                <a:cubicBezTo>
                  <a:pt x="10136" y="0"/>
                  <a:pt x="13051" y="2947"/>
                  <a:pt x="13051" y="6542"/>
                </a:cubicBezTo>
                <a:close/>
              </a:path>
            </a:pathLst>
          </a:custGeom>
          <a:solidFill>
            <a:srgbClr val="FBE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37"/>
          <p:cNvSpPr/>
          <p:nvPr/>
        </p:nvSpPr>
        <p:spPr>
          <a:xfrm>
            <a:off x="-942043" y="3355904"/>
            <a:ext cx="236099" cy="236099"/>
          </a:xfrm>
          <a:custGeom>
            <a:avLst/>
            <a:gdLst/>
            <a:ahLst/>
            <a:cxnLst/>
            <a:rect l="l" t="t" r="r" b="b"/>
            <a:pathLst>
              <a:path w="12145" h="12145" extrusionOk="0">
                <a:moveTo>
                  <a:pt x="12145" y="6089"/>
                </a:moveTo>
                <a:cubicBezTo>
                  <a:pt x="12145" y="9457"/>
                  <a:pt x="9424" y="12144"/>
                  <a:pt x="6057" y="12144"/>
                </a:cubicBezTo>
                <a:cubicBezTo>
                  <a:pt x="2721" y="12144"/>
                  <a:pt x="1" y="9457"/>
                  <a:pt x="1" y="6089"/>
                </a:cubicBezTo>
                <a:cubicBezTo>
                  <a:pt x="1" y="2721"/>
                  <a:pt x="2721" y="1"/>
                  <a:pt x="6057" y="1"/>
                </a:cubicBezTo>
                <a:cubicBezTo>
                  <a:pt x="9424" y="1"/>
                  <a:pt x="12145" y="2721"/>
                  <a:pt x="12145" y="6089"/>
                </a:cubicBezTo>
                <a:close/>
              </a:path>
            </a:pathLst>
          </a:custGeom>
          <a:solidFill>
            <a:srgbClr val="FBE7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37"/>
          <p:cNvSpPr/>
          <p:nvPr/>
        </p:nvSpPr>
        <p:spPr>
          <a:xfrm>
            <a:off x="-933218" y="3365351"/>
            <a:ext cx="217825" cy="217845"/>
          </a:xfrm>
          <a:custGeom>
            <a:avLst/>
            <a:gdLst/>
            <a:ahLst/>
            <a:cxnLst/>
            <a:rect l="l" t="t" r="r" b="b"/>
            <a:pathLst>
              <a:path w="11205" h="11206" extrusionOk="0">
                <a:moveTo>
                  <a:pt x="11205" y="5603"/>
                </a:moveTo>
                <a:cubicBezTo>
                  <a:pt x="11205" y="8712"/>
                  <a:pt x="8711" y="11205"/>
                  <a:pt x="5603" y="11205"/>
                </a:cubicBezTo>
                <a:cubicBezTo>
                  <a:pt x="2526" y="11205"/>
                  <a:pt x="0" y="8712"/>
                  <a:pt x="0" y="5603"/>
                </a:cubicBezTo>
                <a:cubicBezTo>
                  <a:pt x="0" y="2494"/>
                  <a:pt x="2526" y="1"/>
                  <a:pt x="5603" y="1"/>
                </a:cubicBezTo>
                <a:cubicBezTo>
                  <a:pt x="8711" y="1"/>
                  <a:pt x="11205" y="2494"/>
                  <a:pt x="11205" y="5603"/>
                </a:cubicBezTo>
                <a:close/>
              </a:path>
            </a:pathLst>
          </a:custGeom>
          <a:solidFill>
            <a:srgbClr val="FBE8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37"/>
          <p:cNvSpPr/>
          <p:nvPr/>
        </p:nvSpPr>
        <p:spPr>
          <a:xfrm>
            <a:off x="-923771" y="3374157"/>
            <a:ext cx="199571" cy="200213"/>
          </a:xfrm>
          <a:custGeom>
            <a:avLst/>
            <a:gdLst/>
            <a:ahLst/>
            <a:cxnLst/>
            <a:rect l="l" t="t" r="r" b="b"/>
            <a:pathLst>
              <a:path w="10266" h="10299" extrusionOk="0">
                <a:moveTo>
                  <a:pt x="10265" y="5150"/>
                </a:moveTo>
                <a:cubicBezTo>
                  <a:pt x="10265" y="8000"/>
                  <a:pt x="7966" y="10299"/>
                  <a:pt x="5117" y="10299"/>
                </a:cubicBezTo>
                <a:cubicBezTo>
                  <a:pt x="2299" y="10299"/>
                  <a:pt x="0" y="8000"/>
                  <a:pt x="0" y="5150"/>
                </a:cubicBezTo>
                <a:cubicBezTo>
                  <a:pt x="0" y="2300"/>
                  <a:pt x="2299" y="1"/>
                  <a:pt x="5117" y="1"/>
                </a:cubicBezTo>
                <a:cubicBezTo>
                  <a:pt x="7966" y="1"/>
                  <a:pt x="10265" y="2300"/>
                  <a:pt x="10265" y="5150"/>
                </a:cubicBezTo>
                <a:close/>
              </a:path>
            </a:pathLst>
          </a:custGeom>
          <a:solidFill>
            <a:srgbClr val="FCE9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37"/>
          <p:cNvSpPr/>
          <p:nvPr/>
        </p:nvSpPr>
        <p:spPr>
          <a:xfrm>
            <a:off x="-914965" y="3383604"/>
            <a:ext cx="181958" cy="181317"/>
          </a:xfrm>
          <a:custGeom>
            <a:avLst/>
            <a:gdLst/>
            <a:ahLst/>
            <a:cxnLst/>
            <a:rect l="l" t="t" r="r" b="b"/>
            <a:pathLst>
              <a:path w="9360" h="9327" extrusionOk="0">
                <a:moveTo>
                  <a:pt x="9359" y="4664"/>
                </a:moveTo>
                <a:cubicBezTo>
                  <a:pt x="9359" y="7254"/>
                  <a:pt x="7254" y="9327"/>
                  <a:pt x="4664" y="9327"/>
                </a:cubicBezTo>
                <a:cubicBezTo>
                  <a:pt x="2105" y="9327"/>
                  <a:pt x="0" y="7254"/>
                  <a:pt x="0" y="4664"/>
                </a:cubicBezTo>
                <a:cubicBezTo>
                  <a:pt x="0" y="2073"/>
                  <a:pt x="2105" y="1"/>
                  <a:pt x="4664" y="1"/>
                </a:cubicBezTo>
                <a:cubicBezTo>
                  <a:pt x="7254" y="1"/>
                  <a:pt x="9359" y="2073"/>
                  <a:pt x="9359" y="4664"/>
                </a:cubicBezTo>
                <a:close/>
              </a:path>
            </a:pathLst>
          </a:custGeom>
          <a:solidFill>
            <a:srgbClr val="FCEA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37"/>
          <p:cNvSpPr/>
          <p:nvPr/>
        </p:nvSpPr>
        <p:spPr>
          <a:xfrm>
            <a:off x="-905517" y="3392430"/>
            <a:ext cx="163063" cy="163685"/>
          </a:xfrm>
          <a:custGeom>
            <a:avLst/>
            <a:gdLst/>
            <a:ahLst/>
            <a:cxnLst/>
            <a:rect l="l" t="t" r="r" b="b"/>
            <a:pathLst>
              <a:path w="8388" h="8420" extrusionOk="0">
                <a:moveTo>
                  <a:pt x="8387" y="4210"/>
                </a:moveTo>
                <a:cubicBezTo>
                  <a:pt x="8387" y="6541"/>
                  <a:pt x="6509" y="8420"/>
                  <a:pt x="4178" y="8420"/>
                </a:cubicBezTo>
                <a:cubicBezTo>
                  <a:pt x="1878" y="8420"/>
                  <a:pt x="0" y="6541"/>
                  <a:pt x="0" y="4210"/>
                </a:cubicBezTo>
                <a:cubicBezTo>
                  <a:pt x="0" y="1878"/>
                  <a:pt x="1878" y="0"/>
                  <a:pt x="4178" y="0"/>
                </a:cubicBezTo>
                <a:cubicBezTo>
                  <a:pt x="6509" y="0"/>
                  <a:pt x="8387" y="1878"/>
                  <a:pt x="8387" y="4210"/>
                </a:cubicBezTo>
                <a:close/>
              </a:path>
            </a:pathLst>
          </a:custGeom>
          <a:solidFill>
            <a:srgbClr val="FCEB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37"/>
          <p:cNvSpPr/>
          <p:nvPr/>
        </p:nvSpPr>
        <p:spPr>
          <a:xfrm>
            <a:off x="-896711" y="3401858"/>
            <a:ext cx="145431" cy="144809"/>
          </a:xfrm>
          <a:custGeom>
            <a:avLst/>
            <a:gdLst/>
            <a:ahLst/>
            <a:cxnLst/>
            <a:rect l="l" t="t" r="r" b="b"/>
            <a:pathLst>
              <a:path w="7481" h="7449" extrusionOk="0">
                <a:moveTo>
                  <a:pt x="7481" y="3725"/>
                </a:moveTo>
                <a:cubicBezTo>
                  <a:pt x="7481" y="5797"/>
                  <a:pt x="5797" y="7449"/>
                  <a:pt x="3725" y="7449"/>
                </a:cubicBezTo>
                <a:cubicBezTo>
                  <a:pt x="1684" y="7449"/>
                  <a:pt x="0" y="5797"/>
                  <a:pt x="0" y="3725"/>
                </a:cubicBezTo>
                <a:cubicBezTo>
                  <a:pt x="0" y="1652"/>
                  <a:pt x="1684" y="1"/>
                  <a:pt x="3725" y="1"/>
                </a:cubicBezTo>
                <a:cubicBezTo>
                  <a:pt x="5797" y="1"/>
                  <a:pt x="7481" y="1652"/>
                  <a:pt x="7481" y="3725"/>
                </a:cubicBezTo>
                <a:close/>
              </a:path>
            </a:pathLst>
          </a:custGeom>
          <a:solidFill>
            <a:srgbClr val="FDEC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37"/>
          <p:cNvSpPr/>
          <p:nvPr/>
        </p:nvSpPr>
        <p:spPr>
          <a:xfrm>
            <a:off x="-887264" y="3410683"/>
            <a:ext cx="126554" cy="127176"/>
          </a:xfrm>
          <a:custGeom>
            <a:avLst/>
            <a:gdLst/>
            <a:ahLst/>
            <a:cxnLst/>
            <a:rect l="l" t="t" r="r" b="b"/>
            <a:pathLst>
              <a:path w="6510" h="6542" extrusionOk="0">
                <a:moveTo>
                  <a:pt x="6509" y="3271"/>
                </a:moveTo>
                <a:cubicBezTo>
                  <a:pt x="6509" y="5084"/>
                  <a:pt x="5052" y="6541"/>
                  <a:pt x="3239" y="6541"/>
                </a:cubicBezTo>
                <a:cubicBezTo>
                  <a:pt x="1457" y="6541"/>
                  <a:pt x="0" y="5084"/>
                  <a:pt x="0" y="3271"/>
                </a:cubicBezTo>
                <a:cubicBezTo>
                  <a:pt x="0" y="1457"/>
                  <a:pt x="1457" y="0"/>
                  <a:pt x="3239" y="0"/>
                </a:cubicBezTo>
                <a:cubicBezTo>
                  <a:pt x="5052" y="0"/>
                  <a:pt x="6509" y="1457"/>
                  <a:pt x="6509" y="3271"/>
                </a:cubicBezTo>
                <a:close/>
              </a:path>
            </a:pathLst>
          </a:custGeom>
          <a:solidFill>
            <a:srgbClr val="FDED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37"/>
          <p:cNvSpPr/>
          <p:nvPr/>
        </p:nvSpPr>
        <p:spPr>
          <a:xfrm>
            <a:off x="-878458" y="3419489"/>
            <a:ext cx="108922" cy="108922"/>
          </a:xfrm>
          <a:custGeom>
            <a:avLst/>
            <a:gdLst/>
            <a:ahLst/>
            <a:cxnLst/>
            <a:rect l="l" t="t" r="r" b="b"/>
            <a:pathLst>
              <a:path w="5603" h="5603" extrusionOk="0">
                <a:moveTo>
                  <a:pt x="5603" y="2818"/>
                </a:moveTo>
                <a:cubicBezTo>
                  <a:pt x="5603" y="4372"/>
                  <a:pt x="4340" y="5603"/>
                  <a:pt x="2786" y="5603"/>
                </a:cubicBezTo>
                <a:cubicBezTo>
                  <a:pt x="1264" y="5603"/>
                  <a:pt x="1" y="4372"/>
                  <a:pt x="1" y="2818"/>
                </a:cubicBezTo>
                <a:cubicBezTo>
                  <a:pt x="1" y="1263"/>
                  <a:pt x="1264" y="1"/>
                  <a:pt x="2786" y="1"/>
                </a:cubicBezTo>
                <a:cubicBezTo>
                  <a:pt x="4340" y="1"/>
                  <a:pt x="5603" y="1263"/>
                  <a:pt x="5603" y="2818"/>
                </a:cubicBezTo>
                <a:close/>
              </a:path>
            </a:pathLst>
          </a:custGeom>
          <a:solidFill>
            <a:srgbClr val="FDE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37"/>
          <p:cNvSpPr/>
          <p:nvPr/>
        </p:nvSpPr>
        <p:spPr>
          <a:xfrm>
            <a:off x="-869652" y="3428936"/>
            <a:ext cx="91310" cy="90668"/>
          </a:xfrm>
          <a:custGeom>
            <a:avLst/>
            <a:gdLst/>
            <a:ahLst/>
            <a:cxnLst/>
            <a:rect l="l" t="t" r="r" b="b"/>
            <a:pathLst>
              <a:path w="4697" h="4664" extrusionOk="0">
                <a:moveTo>
                  <a:pt x="4696" y="2332"/>
                </a:moveTo>
                <a:cubicBezTo>
                  <a:pt x="4696" y="3627"/>
                  <a:pt x="3628" y="4663"/>
                  <a:pt x="2333" y="4663"/>
                </a:cubicBezTo>
                <a:cubicBezTo>
                  <a:pt x="1070" y="4663"/>
                  <a:pt x="1" y="3627"/>
                  <a:pt x="1" y="2332"/>
                </a:cubicBezTo>
                <a:cubicBezTo>
                  <a:pt x="1" y="1037"/>
                  <a:pt x="1070" y="0"/>
                  <a:pt x="2333" y="0"/>
                </a:cubicBezTo>
                <a:cubicBezTo>
                  <a:pt x="3628" y="0"/>
                  <a:pt x="4696" y="1037"/>
                  <a:pt x="4696" y="2332"/>
                </a:cubicBezTo>
                <a:close/>
              </a:path>
            </a:pathLst>
          </a:custGeom>
          <a:solidFill>
            <a:srgbClr val="FEEF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37"/>
          <p:cNvSpPr/>
          <p:nvPr/>
        </p:nvSpPr>
        <p:spPr>
          <a:xfrm>
            <a:off x="-860205" y="3437742"/>
            <a:ext cx="72414" cy="73056"/>
          </a:xfrm>
          <a:custGeom>
            <a:avLst/>
            <a:gdLst/>
            <a:ahLst/>
            <a:cxnLst/>
            <a:rect l="l" t="t" r="r" b="b"/>
            <a:pathLst>
              <a:path w="3725" h="3758" extrusionOk="0">
                <a:moveTo>
                  <a:pt x="3725" y="1879"/>
                </a:moveTo>
                <a:cubicBezTo>
                  <a:pt x="3725" y="2915"/>
                  <a:pt x="2883" y="3757"/>
                  <a:pt x="1847" y="3757"/>
                </a:cubicBezTo>
                <a:cubicBezTo>
                  <a:pt x="843" y="3757"/>
                  <a:pt x="1" y="2915"/>
                  <a:pt x="1" y="1879"/>
                </a:cubicBezTo>
                <a:cubicBezTo>
                  <a:pt x="1" y="843"/>
                  <a:pt x="843" y="1"/>
                  <a:pt x="1847" y="1"/>
                </a:cubicBezTo>
                <a:cubicBezTo>
                  <a:pt x="2883" y="1"/>
                  <a:pt x="3725" y="843"/>
                  <a:pt x="3725" y="1879"/>
                </a:cubicBezTo>
                <a:close/>
              </a:path>
            </a:pathLst>
          </a:custGeom>
          <a:solidFill>
            <a:srgbClr val="FEF0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37"/>
          <p:cNvSpPr/>
          <p:nvPr/>
        </p:nvSpPr>
        <p:spPr>
          <a:xfrm>
            <a:off x="-851379" y="3447189"/>
            <a:ext cx="54782" cy="54160"/>
          </a:xfrm>
          <a:custGeom>
            <a:avLst/>
            <a:gdLst/>
            <a:ahLst/>
            <a:cxnLst/>
            <a:rect l="l" t="t" r="r" b="b"/>
            <a:pathLst>
              <a:path w="2818" h="2786" extrusionOk="0">
                <a:moveTo>
                  <a:pt x="2817" y="1393"/>
                </a:moveTo>
                <a:cubicBezTo>
                  <a:pt x="2817" y="2170"/>
                  <a:pt x="2170" y="2785"/>
                  <a:pt x="1393" y="2785"/>
                </a:cubicBezTo>
                <a:cubicBezTo>
                  <a:pt x="648" y="2785"/>
                  <a:pt x="0" y="2170"/>
                  <a:pt x="0" y="1393"/>
                </a:cubicBezTo>
                <a:cubicBezTo>
                  <a:pt x="0" y="616"/>
                  <a:pt x="648" y="0"/>
                  <a:pt x="1393" y="0"/>
                </a:cubicBezTo>
                <a:cubicBezTo>
                  <a:pt x="2170" y="0"/>
                  <a:pt x="2817" y="616"/>
                  <a:pt x="2817" y="1393"/>
                </a:cubicBezTo>
                <a:close/>
              </a:path>
            </a:pathLst>
          </a:custGeom>
          <a:solidFill>
            <a:srgbClr val="FEF1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37"/>
          <p:cNvSpPr/>
          <p:nvPr/>
        </p:nvSpPr>
        <p:spPr>
          <a:xfrm>
            <a:off x="-841951" y="3455995"/>
            <a:ext cx="35906" cy="36528"/>
          </a:xfrm>
          <a:custGeom>
            <a:avLst/>
            <a:gdLst/>
            <a:ahLst/>
            <a:cxnLst/>
            <a:rect l="l" t="t" r="r" b="b"/>
            <a:pathLst>
              <a:path w="1847" h="1879" extrusionOk="0">
                <a:moveTo>
                  <a:pt x="1847" y="940"/>
                </a:moveTo>
                <a:cubicBezTo>
                  <a:pt x="1847" y="1458"/>
                  <a:pt x="1426" y="1879"/>
                  <a:pt x="908" y="1879"/>
                </a:cubicBezTo>
                <a:cubicBezTo>
                  <a:pt x="422" y="1879"/>
                  <a:pt x="1" y="1458"/>
                  <a:pt x="1" y="940"/>
                </a:cubicBezTo>
                <a:cubicBezTo>
                  <a:pt x="1" y="422"/>
                  <a:pt x="422" y="1"/>
                  <a:pt x="908" y="1"/>
                </a:cubicBezTo>
                <a:cubicBezTo>
                  <a:pt x="1426" y="1"/>
                  <a:pt x="1847" y="422"/>
                  <a:pt x="1847" y="940"/>
                </a:cubicBezTo>
                <a:close/>
              </a:path>
            </a:pathLst>
          </a:custGeom>
          <a:solidFill>
            <a:srgbClr val="FFF2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37"/>
          <p:cNvSpPr/>
          <p:nvPr/>
        </p:nvSpPr>
        <p:spPr>
          <a:xfrm>
            <a:off x="-833126" y="3465442"/>
            <a:ext cx="18274" cy="17652"/>
          </a:xfrm>
          <a:custGeom>
            <a:avLst/>
            <a:gdLst/>
            <a:ahLst/>
            <a:cxnLst/>
            <a:rect l="l" t="t" r="r" b="b"/>
            <a:pathLst>
              <a:path w="940" h="908" extrusionOk="0">
                <a:moveTo>
                  <a:pt x="939" y="454"/>
                </a:moveTo>
                <a:cubicBezTo>
                  <a:pt x="939" y="713"/>
                  <a:pt x="713" y="907"/>
                  <a:pt x="454" y="907"/>
                </a:cubicBezTo>
                <a:cubicBezTo>
                  <a:pt x="227" y="907"/>
                  <a:pt x="0" y="713"/>
                  <a:pt x="0" y="454"/>
                </a:cubicBezTo>
                <a:cubicBezTo>
                  <a:pt x="0" y="195"/>
                  <a:pt x="227" y="0"/>
                  <a:pt x="454" y="0"/>
                </a:cubicBezTo>
                <a:cubicBezTo>
                  <a:pt x="713" y="0"/>
                  <a:pt x="939" y="195"/>
                  <a:pt x="939" y="454"/>
                </a:cubicBezTo>
                <a:close/>
              </a:path>
            </a:pathLst>
          </a:custGeom>
          <a:solidFill>
            <a:srgbClr val="FFF3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37"/>
          <p:cNvSpPr/>
          <p:nvPr/>
        </p:nvSpPr>
        <p:spPr>
          <a:xfrm>
            <a:off x="1035209" y="3247007"/>
            <a:ext cx="453905" cy="453905"/>
          </a:xfrm>
          <a:custGeom>
            <a:avLst/>
            <a:gdLst/>
            <a:ahLst/>
            <a:cxnLst/>
            <a:rect l="l" t="t" r="r" b="b"/>
            <a:pathLst>
              <a:path w="23349" h="23349" extrusionOk="0">
                <a:moveTo>
                  <a:pt x="23349" y="11691"/>
                </a:moveTo>
                <a:cubicBezTo>
                  <a:pt x="23349" y="18135"/>
                  <a:pt x="18135" y="23349"/>
                  <a:pt x="11691" y="23349"/>
                </a:cubicBezTo>
                <a:cubicBezTo>
                  <a:pt x="5247" y="23349"/>
                  <a:pt x="1" y="18135"/>
                  <a:pt x="1" y="11691"/>
                </a:cubicBezTo>
                <a:cubicBezTo>
                  <a:pt x="1" y="5247"/>
                  <a:pt x="5247" y="1"/>
                  <a:pt x="11691" y="1"/>
                </a:cubicBezTo>
                <a:cubicBezTo>
                  <a:pt x="18135" y="1"/>
                  <a:pt x="23349" y="5247"/>
                  <a:pt x="23349" y="11691"/>
                </a:cubicBezTo>
                <a:close/>
              </a:path>
            </a:pathLst>
          </a:custGeom>
          <a:solidFill>
            <a:srgbClr val="F7DA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37"/>
          <p:cNvSpPr/>
          <p:nvPr/>
        </p:nvSpPr>
        <p:spPr>
          <a:xfrm>
            <a:off x="1044657" y="3256454"/>
            <a:ext cx="435650" cy="435650"/>
          </a:xfrm>
          <a:custGeom>
            <a:avLst/>
            <a:gdLst/>
            <a:ahLst/>
            <a:cxnLst/>
            <a:rect l="l" t="t" r="r" b="b"/>
            <a:pathLst>
              <a:path w="22410" h="22410" extrusionOk="0">
                <a:moveTo>
                  <a:pt x="22409" y="11205"/>
                </a:moveTo>
                <a:cubicBezTo>
                  <a:pt x="22409" y="17390"/>
                  <a:pt x="17390" y="22409"/>
                  <a:pt x="11205" y="22409"/>
                </a:cubicBezTo>
                <a:cubicBezTo>
                  <a:pt x="5020" y="22409"/>
                  <a:pt x="0" y="17390"/>
                  <a:pt x="0" y="11205"/>
                </a:cubicBezTo>
                <a:cubicBezTo>
                  <a:pt x="0" y="5020"/>
                  <a:pt x="5020" y="0"/>
                  <a:pt x="11205" y="0"/>
                </a:cubicBezTo>
                <a:cubicBezTo>
                  <a:pt x="17390" y="0"/>
                  <a:pt x="22409" y="5020"/>
                  <a:pt x="22409" y="11205"/>
                </a:cubicBezTo>
                <a:close/>
              </a:path>
            </a:pathLst>
          </a:custGeom>
          <a:solidFill>
            <a:srgbClr val="F7DB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37"/>
          <p:cNvSpPr/>
          <p:nvPr/>
        </p:nvSpPr>
        <p:spPr>
          <a:xfrm>
            <a:off x="1053463" y="3265260"/>
            <a:ext cx="417396" cy="418018"/>
          </a:xfrm>
          <a:custGeom>
            <a:avLst/>
            <a:gdLst/>
            <a:ahLst/>
            <a:cxnLst/>
            <a:rect l="l" t="t" r="r" b="b"/>
            <a:pathLst>
              <a:path w="21471" h="21503" extrusionOk="0">
                <a:moveTo>
                  <a:pt x="21471" y="10752"/>
                </a:moveTo>
                <a:cubicBezTo>
                  <a:pt x="21471" y="16678"/>
                  <a:pt x="16678" y="21503"/>
                  <a:pt x="10752" y="21503"/>
                </a:cubicBezTo>
                <a:cubicBezTo>
                  <a:pt x="4826" y="21503"/>
                  <a:pt x="1" y="16678"/>
                  <a:pt x="1" y="10752"/>
                </a:cubicBezTo>
                <a:cubicBezTo>
                  <a:pt x="1" y="4826"/>
                  <a:pt x="4826" y="1"/>
                  <a:pt x="10752" y="1"/>
                </a:cubicBezTo>
                <a:cubicBezTo>
                  <a:pt x="16678" y="1"/>
                  <a:pt x="21471" y="4826"/>
                  <a:pt x="21471" y="10752"/>
                </a:cubicBezTo>
                <a:close/>
              </a:path>
            </a:pathLst>
          </a:custGeom>
          <a:solidFill>
            <a:srgbClr val="F8DC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37"/>
          <p:cNvSpPr/>
          <p:nvPr/>
        </p:nvSpPr>
        <p:spPr>
          <a:xfrm>
            <a:off x="1062910" y="3274707"/>
            <a:ext cx="399142" cy="399142"/>
          </a:xfrm>
          <a:custGeom>
            <a:avLst/>
            <a:gdLst/>
            <a:ahLst/>
            <a:cxnLst/>
            <a:rect l="l" t="t" r="r" b="b"/>
            <a:pathLst>
              <a:path w="20532" h="20532" extrusionOk="0">
                <a:moveTo>
                  <a:pt x="20531" y="10266"/>
                </a:moveTo>
                <a:cubicBezTo>
                  <a:pt x="20531" y="15933"/>
                  <a:pt x="15933" y="20531"/>
                  <a:pt x="10266" y="20531"/>
                </a:cubicBezTo>
                <a:cubicBezTo>
                  <a:pt x="4599" y="20531"/>
                  <a:pt x="1" y="15933"/>
                  <a:pt x="1" y="10266"/>
                </a:cubicBezTo>
                <a:cubicBezTo>
                  <a:pt x="1" y="4599"/>
                  <a:pt x="4599" y="0"/>
                  <a:pt x="10266" y="0"/>
                </a:cubicBezTo>
                <a:cubicBezTo>
                  <a:pt x="15933" y="0"/>
                  <a:pt x="20531" y="4599"/>
                  <a:pt x="20531" y="10266"/>
                </a:cubicBezTo>
                <a:close/>
              </a:path>
            </a:pathLst>
          </a:custGeom>
          <a:solidFill>
            <a:srgbClr val="F8DD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37"/>
          <p:cNvSpPr/>
          <p:nvPr/>
        </p:nvSpPr>
        <p:spPr>
          <a:xfrm>
            <a:off x="1071716" y="3283513"/>
            <a:ext cx="381510" cy="381510"/>
          </a:xfrm>
          <a:custGeom>
            <a:avLst/>
            <a:gdLst/>
            <a:ahLst/>
            <a:cxnLst/>
            <a:rect l="l" t="t" r="r" b="b"/>
            <a:pathLst>
              <a:path w="19625" h="19625" extrusionOk="0">
                <a:moveTo>
                  <a:pt x="19625" y="9813"/>
                </a:moveTo>
                <a:cubicBezTo>
                  <a:pt x="19625" y="15221"/>
                  <a:pt x="15221" y="19625"/>
                  <a:pt x="9813" y="19625"/>
                </a:cubicBezTo>
                <a:cubicBezTo>
                  <a:pt x="4405" y="19625"/>
                  <a:pt x="1" y="15221"/>
                  <a:pt x="1" y="9813"/>
                </a:cubicBezTo>
                <a:cubicBezTo>
                  <a:pt x="1" y="4405"/>
                  <a:pt x="4405" y="1"/>
                  <a:pt x="9813" y="1"/>
                </a:cubicBezTo>
                <a:cubicBezTo>
                  <a:pt x="15221" y="1"/>
                  <a:pt x="19625" y="4405"/>
                  <a:pt x="19625" y="9813"/>
                </a:cubicBezTo>
                <a:close/>
              </a:path>
            </a:pathLst>
          </a:custGeom>
          <a:solidFill>
            <a:srgbClr val="F8DE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37"/>
          <p:cNvSpPr/>
          <p:nvPr/>
        </p:nvSpPr>
        <p:spPr>
          <a:xfrm>
            <a:off x="1080541" y="3292960"/>
            <a:ext cx="363256" cy="362634"/>
          </a:xfrm>
          <a:custGeom>
            <a:avLst/>
            <a:gdLst/>
            <a:ahLst/>
            <a:cxnLst/>
            <a:rect l="l" t="t" r="r" b="b"/>
            <a:pathLst>
              <a:path w="18686" h="18654" extrusionOk="0">
                <a:moveTo>
                  <a:pt x="18685" y="9327"/>
                </a:moveTo>
                <a:cubicBezTo>
                  <a:pt x="18685" y="14476"/>
                  <a:pt x="14508" y="18653"/>
                  <a:pt x="9359" y="18653"/>
                </a:cubicBezTo>
                <a:cubicBezTo>
                  <a:pt x="4210" y="18653"/>
                  <a:pt x="0" y="14476"/>
                  <a:pt x="0" y="9327"/>
                </a:cubicBezTo>
                <a:cubicBezTo>
                  <a:pt x="0" y="4178"/>
                  <a:pt x="4210" y="1"/>
                  <a:pt x="9359" y="1"/>
                </a:cubicBezTo>
                <a:cubicBezTo>
                  <a:pt x="14508" y="1"/>
                  <a:pt x="18685" y="4178"/>
                  <a:pt x="18685" y="9327"/>
                </a:cubicBezTo>
                <a:close/>
              </a:path>
            </a:pathLst>
          </a:custGeom>
          <a:solidFill>
            <a:srgbClr val="F9DF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37"/>
          <p:cNvSpPr/>
          <p:nvPr/>
        </p:nvSpPr>
        <p:spPr>
          <a:xfrm>
            <a:off x="1089989" y="3301766"/>
            <a:ext cx="344982" cy="345002"/>
          </a:xfrm>
          <a:custGeom>
            <a:avLst/>
            <a:gdLst/>
            <a:ahLst/>
            <a:cxnLst/>
            <a:rect l="l" t="t" r="r" b="b"/>
            <a:pathLst>
              <a:path w="17746" h="17747" extrusionOk="0">
                <a:moveTo>
                  <a:pt x="17746" y="8874"/>
                </a:moveTo>
                <a:cubicBezTo>
                  <a:pt x="17746" y="13764"/>
                  <a:pt x="13763" y="17747"/>
                  <a:pt x="8873" y="17747"/>
                </a:cubicBezTo>
                <a:cubicBezTo>
                  <a:pt x="3983" y="17747"/>
                  <a:pt x="0" y="13764"/>
                  <a:pt x="0" y="8874"/>
                </a:cubicBezTo>
                <a:cubicBezTo>
                  <a:pt x="0" y="3984"/>
                  <a:pt x="3983" y="1"/>
                  <a:pt x="8873" y="1"/>
                </a:cubicBezTo>
                <a:cubicBezTo>
                  <a:pt x="13763" y="1"/>
                  <a:pt x="17746" y="3984"/>
                  <a:pt x="17746" y="8874"/>
                </a:cubicBezTo>
                <a:close/>
              </a:path>
            </a:pathLst>
          </a:custGeom>
          <a:solidFill>
            <a:srgbClr val="F9E0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37"/>
          <p:cNvSpPr/>
          <p:nvPr/>
        </p:nvSpPr>
        <p:spPr>
          <a:xfrm>
            <a:off x="1098795" y="3310592"/>
            <a:ext cx="326748" cy="326728"/>
          </a:xfrm>
          <a:custGeom>
            <a:avLst/>
            <a:gdLst/>
            <a:ahLst/>
            <a:cxnLst/>
            <a:rect l="l" t="t" r="r" b="b"/>
            <a:pathLst>
              <a:path w="16808" h="16807" extrusionOk="0">
                <a:moveTo>
                  <a:pt x="16807" y="8420"/>
                </a:moveTo>
                <a:cubicBezTo>
                  <a:pt x="16807" y="13051"/>
                  <a:pt x="13051" y="16807"/>
                  <a:pt x="8420" y="16807"/>
                </a:cubicBezTo>
                <a:cubicBezTo>
                  <a:pt x="3789" y="16807"/>
                  <a:pt x="0" y="13051"/>
                  <a:pt x="0" y="8420"/>
                </a:cubicBezTo>
                <a:cubicBezTo>
                  <a:pt x="0" y="3789"/>
                  <a:pt x="3789" y="0"/>
                  <a:pt x="8420" y="0"/>
                </a:cubicBezTo>
                <a:cubicBezTo>
                  <a:pt x="13051" y="0"/>
                  <a:pt x="16807" y="3789"/>
                  <a:pt x="16807" y="8420"/>
                </a:cubicBezTo>
                <a:close/>
              </a:path>
            </a:pathLst>
          </a:custGeom>
          <a:solidFill>
            <a:srgbClr val="F9E1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37"/>
          <p:cNvSpPr/>
          <p:nvPr/>
        </p:nvSpPr>
        <p:spPr>
          <a:xfrm>
            <a:off x="1108242" y="3320039"/>
            <a:ext cx="308474" cy="308474"/>
          </a:xfrm>
          <a:custGeom>
            <a:avLst/>
            <a:gdLst/>
            <a:ahLst/>
            <a:cxnLst/>
            <a:rect l="l" t="t" r="r" b="b"/>
            <a:pathLst>
              <a:path w="15868" h="15868" extrusionOk="0">
                <a:moveTo>
                  <a:pt x="15868" y="7934"/>
                </a:moveTo>
                <a:cubicBezTo>
                  <a:pt x="15868" y="12306"/>
                  <a:pt x="12306" y="15868"/>
                  <a:pt x="7934" y="15868"/>
                </a:cubicBezTo>
                <a:cubicBezTo>
                  <a:pt x="3530" y="15868"/>
                  <a:pt x="0" y="12306"/>
                  <a:pt x="0" y="7934"/>
                </a:cubicBezTo>
                <a:cubicBezTo>
                  <a:pt x="0" y="3562"/>
                  <a:pt x="3530" y="0"/>
                  <a:pt x="7934" y="0"/>
                </a:cubicBezTo>
                <a:cubicBezTo>
                  <a:pt x="12306" y="0"/>
                  <a:pt x="15868" y="3562"/>
                  <a:pt x="15868" y="7934"/>
                </a:cubicBezTo>
                <a:close/>
              </a:path>
            </a:pathLst>
          </a:custGeom>
          <a:solidFill>
            <a:srgbClr val="FAE2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37"/>
          <p:cNvSpPr/>
          <p:nvPr/>
        </p:nvSpPr>
        <p:spPr>
          <a:xfrm>
            <a:off x="1117048" y="3328845"/>
            <a:ext cx="290861" cy="290861"/>
          </a:xfrm>
          <a:custGeom>
            <a:avLst/>
            <a:gdLst/>
            <a:ahLst/>
            <a:cxnLst/>
            <a:rect l="l" t="t" r="r" b="b"/>
            <a:pathLst>
              <a:path w="14962" h="14962" extrusionOk="0">
                <a:moveTo>
                  <a:pt x="14961" y="7481"/>
                </a:moveTo>
                <a:cubicBezTo>
                  <a:pt x="14961" y="11593"/>
                  <a:pt x="11594" y="14961"/>
                  <a:pt x="7481" y="14961"/>
                </a:cubicBezTo>
                <a:cubicBezTo>
                  <a:pt x="3336" y="14961"/>
                  <a:pt x="1" y="11593"/>
                  <a:pt x="1" y="7481"/>
                </a:cubicBezTo>
                <a:cubicBezTo>
                  <a:pt x="1" y="3368"/>
                  <a:pt x="3336" y="0"/>
                  <a:pt x="7481" y="0"/>
                </a:cubicBezTo>
                <a:cubicBezTo>
                  <a:pt x="11594" y="0"/>
                  <a:pt x="14961" y="3368"/>
                  <a:pt x="14961" y="7481"/>
                </a:cubicBezTo>
                <a:close/>
              </a:path>
            </a:pathLst>
          </a:custGeom>
          <a:solidFill>
            <a:srgbClr val="FAE3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37"/>
          <p:cNvSpPr/>
          <p:nvPr/>
        </p:nvSpPr>
        <p:spPr>
          <a:xfrm>
            <a:off x="1126495" y="3338292"/>
            <a:ext cx="271966" cy="271966"/>
          </a:xfrm>
          <a:custGeom>
            <a:avLst/>
            <a:gdLst/>
            <a:ahLst/>
            <a:cxnLst/>
            <a:rect l="l" t="t" r="r" b="b"/>
            <a:pathLst>
              <a:path w="13990" h="13990" extrusionOk="0">
                <a:moveTo>
                  <a:pt x="13990" y="6995"/>
                </a:moveTo>
                <a:cubicBezTo>
                  <a:pt x="13990" y="10848"/>
                  <a:pt x="10849" y="13990"/>
                  <a:pt x="6995" y="13990"/>
                </a:cubicBezTo>
                <a:cubicBezTo>
                  <a:pt x="3109" y="13990"/>
                  <a:pt x="0" y="10848"/>
                  <a:pt x="0" y="6995"/>
                </a:cubicBezTo>
                <a:cubicBezTo>
                  <a:pt x="0" y="3141"/>
                  <a:pt x="3109" y="0"/>
                  <a:pt x="6995" y="0"/>
                </a:cubicBezTo>
                <a:cubicBezTo>
                  <a:pt x="10849" y="0"/>
                  <a:pt x="13990" y="3141"/>
                  <a:pt x="13990" y="6995"/>
                </a:cubicBezTo>
                <a:close/>
              </a:path>
            </a:pathLst>
          </a:custGeom>
          <a:solidFill>
            <a:srgbClr val="FAE4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37"/>
          <p:cNvSpPr/>
          <p:nvPr/>
        </p:nvSpPr>
        <p:spPr>
          <a:xfrm>
            <a:off x="1135301" y="3347098"/>
            <a:ext cx="254353" cy="254353"/>
          </a:xfrm>
          <a:custGeom>
            <a:avLst/>
            <a:gdLst/>
            <a:ahLst/>
            <a:cxnLst/>
            <a:rect l="l" t="t" r="r" b="b"/>
            <a:pathLst>
              <a:path w="13084" h="13084" extrusionOk="0">
                <a:moveTo>
                  <a:pt x="13083" y="6542"/>
                </a:moveTo>
                <a:cubicBezTo>
                  <a:pt x="13083" y="10136"/>
                  <a:pt x="10136" y="13083"/>
                  <a:pt x="6542" y="13083"/>
                </a:cubicBezTo>
                <a:cubicBezTo>
                  <a:pt x="2915" y="13083"/>
                  <a:pt x="1" y="10136"/>
                  <a:pt x="1" y="6542"/>
                </a:cubicBezTo>
                <a:cubicBezTo>
                  <a:pt x="1" y="2947"/>
                  <a:pt x="2915" y="0"/>
                  <a:pt x="6542" y="0"/>
                </a:cubicBezTo>
                <a:cubicBezTo>
                  <a:pt x="10136" y="0"/>
                  <a:pt x="13083" y="2947"/>
                  <a:pt x="13083" y="6542"/>
                </a:cubicBezTo>
                <a:close/>
              </a:path>
            </a:pathLst>
          </a:custGeom>
          <a:solidFill>
            <a:srgbClr val="FBE5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37"/>
          <p:cNvSpPr/>
          <p:nvPr/>
        </p:nvSpPr>
        <p:spPr>
          <a:xfrm>
            <a:off x="1144107" y="3355904"/>
            <a:ext cx="236099" cy="236099"/>
          </a:xfrm>
          <a:custGeom>
            <a:avLst/>
            <a:gdLst/>
            <a:ahLst/>
            <a:cxnLst/>
            <a:rect l="l" t="t" r="r" b="b"/>
            <a:pathLst>
              <a:path w="12145" h="12145" extrusionOk="0">
                <a:moveTo>
                  <a:pt x="12145" y="6089"/>
                </a:moveTo>
                <a:cubicBezTo>
                  <a:pt x="12145" y="9457"/>
                  <a:pt x="9424" y="12144"/>
                  <a:pt x="6089" y="12144"/>
                </a:cubicBezTo>
                <a:cubicBezTo>
                  <a:pt x="2721" y="12144"/>
                  <a:pt x="1" y="9457"/>
                  <a:pt x="1" y="6089"/>
                </a:cubicBezTo>
                <a:cubicBezTo>
                  <a:pt x="1" y="2721"/>
                  <a:pt x="2721" y="1"/>
                  <a:pt x="6089" y="1"/>
                </a:cubicBezTo>
                <a:cubicBezTo>
                  <a:pt x="9424" y="1"/>
                  <a:pt x="12145" y="2721"/>
                  <a:pt x="12145" y="6089"/>
                </a:cubicBezTo>
                <a:close/>
              </a:path>
            </a:pathLst>
          </a:custGeom>
          <a:solidFill>
            <a:srgbClr val="FBE7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37"/>
          <p:cNvSpPr/>
          <p:nvPr/>
        </p:nvSpPr>
        <p:spPr>
          <a:xfrm>
            <a:off x="1153555" y="3365351"/>
            <a:ext cx="217845" cy="217845"/>
          </a:xfrm>
          <a:custGeom>
            <a:avLst/>
            <a:gdLst/>
            <a:ahLst/>
            <a:cxnLst/>
            <a:rect l="l" t="t" r="r" b="b"/>
            <a:pathLst>
              <a:path w="11206" h="11206" extrusionOk="0">
                <a:moveTo>
                  <a:pt x="11205" y="5603"/>
                </a:moveTo>
                <a:cubicBezTo>
                  <a:pt x="11205" y="8712"/>
                  <a:pt x="8679" y="11205"/>
                  <a:pt x="5603" y="11205"/>
                </a:cubicBezTo>
                <a:cubicBezTo>
                  <a:pt x="2494" y="11205"/>
                  <a:pt x="1" y="8712"/>
                  <a:pt x="1" y="5603"/>
                </a:cubicBezTo>
                <a:cubicBezTo>
                  <a:pt x="1" y="2494"/>
                  <a:pt x="2494" y="1"/>
                  <a:pt x="5603" y="1"/>
                </a:cubicBezTo>
                <a:cubicBezTo>
                  <a:pt x="8679" y="1"/>
                  <a:pt x="11205" y="2494"/>
                  <a:pt x="11205" y="5603"/>
                </a:cubicBezTo>
                <a:close/>
              </a:path>
            </a:pathLst>
          </a:custGeom>
          <a:solidFill>
            <a:srgbClr val="FBE8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37"/>
          <p:cNvSpPr/>
          <p:nvPr/>
        </p:nvSpPr>
        <p:spPr>
          <a:xfrm>
            <a:off x="1162380" y="3374157"/>
            <a:ext cx="199571" cy="200213"/>
          </a:xfrm>
          <a:custGeom>
            <a:avLst/>
            <a:gdLst/>
            <a:ahLst/>
            <a:cxnLst/>
            <a:rect l="l" t="t" r="r" b="b"/>
            <a:pathLst>
              <a:path w="10266" h="10299" extrusionOk="0">
                <a:moveTo>
                  <a:pt x="10265" y="5150"/>
                </a:moveTo>
                <a:cubicBezTo>
                  <a:pt x="10265" y="8000"/>
                  <a:pt x="7966" y="10299"/>
                  <a:pt x="5149" y="10299"/>
                </a:cubicBezTo>
                <a:cubicBezTo>
                  <a:pt x="2299" y="10299"/>
                  <a:pt x="0" y="8000"/>
                  <a:pt x="0" y="5150"/>
                </a:cubicBezTo>
                <a:cubicBezTo>
                  <a:pt x="0" y="2300"/>
                  <a:pt x="2299" y="1"/>
                  <a:pt x="5149" y="1"/>
                </a:cubicBezTo>
                <a:cubicBezTo>
                  <a:pt x="7966" y="1"/>
                  <a:pt x="10265" y="2300"/>
                  <a:pt x="10265" y="5150"/>
                </a:cubicBezTo>
                <a:close/>
              </a:path>
            </a:pathLst>
          </a:custGeom>
          <a:solidFill>
            <a:srgbClr val="FCE9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37"/>
          <p:cNvSpPr/>
          <p:nvPr/>
        </p:nvSpPr>
        <p:spPr>
          <a:xfrm>
            <a:off x="1171808" y="3383604"/>
            <a:ext cx="181336" cy="181317"/>
          </a:xfrm>
          <a:custGeom>
            <a:avLst/>
            <a:gdLst/>
            <a:ahLst/>
            <a:cxnLst/>
            <a:rect l="l" t="t" r="r" b="b"/>
            <a:pathLst>
              <a:path w="9328" h="9327" extrusionOk="0">
                <a:moveTo>
                  <a:pt x="9327" y="4664"/>
                </a:moveTo>
                <a:cubicBezTo>
                  <a:pt x="9327" y="7254"/>
                  <a:pt x="7255" y="9327"/>
                  <a:pt x="4664" y="9327"/>
                </a:cubicBezTo>
                <a:cubicBezTo>
                  <a:pt x="2073" y="9327"/>
                  <a:pt x="1" y="7254"/>
                  <a:pt x="1" y="4664"/>
                </a:cubicBezTo>
                <a:cubicBezTo>
                  <a:pt x="1" y="2073"/>
                  <a:pt x="2073" y="1"/>
                  <a:pt x="4664" y="1"/>
                </a:cubicBezTo>
                <a:cubicBezTo>
                  <a:pt x="7255" y="1"/>
                  <a:pt x="9327" y="2073"/>
                  <a:pt x="9327" y="4664"/>
                </a:cubicBezTo>
                <a:close/>
              </a:path>
            </a:pathLst>
          </a:custGeom>
          <a:solidFill>
            <a:srgbClr val="FCEA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37"/>
          <p:cNvSpPr/>
          <p:nvPr/>
        </p:nvSpPr>
        <p:spPr>
          <a:xfrm>
            <a:off x="1180633" y="3392430"/>
            <a:ext cx="163685" cy="163685"/>
          </a:xfrm>
          <a:custGeom>
            <a:avLst/>
            <a:gdLst/>
            <a:ahLst/>
            <a:cxnLst/>
            <a:rect l="l" t="t" r="r" b="b"/>
            <a:pathLst>
              <a:path w="8420" h="8420" extrusionOk="0">
                <a:moveTo>
                  <a:pt x="8420" y="4210"/>
                </a:moveTo>
                <a:cubicBezTo>
                  <a:pt x="8420" y="6541"/>
                  <a:pt x="6542" y="8420"/>
                  <a:pt x="4210" y="8420"/>
                </a:cubicBezTo>
                <a:cubicBezTo>
                  <a:pt x="1878" y="8420"/>
                  <a:pt x="0" y="6541"/>
                  <a:pt x="0" y="4210"/>
                </a:cubicBezTo>
                <a:cubicBezTo>
                  <a:pt x="0" y="1878"/>
                  <a:pt x="1878" y="0"/>
                  <a:pt x="4210" y="0"/>
                </a:cubicBezTo>
                <a:cubicBezTo>
                  <a:pt x="6542" y="0"/>
                  <a:pt x="8420" y="1878"/>
                  <a:pt x="8420" y="4210"/>
                </a:cubicBezTo>
                <a:close/>
              </a:path>
            </a:pathLst>
          </a:custGeom>
          <a:solidFill>
            <a:srgbClr val="FCEB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37"/>
          <p:cNvSpPr/>
          <p:nvPr/>
        </p:nvSpPr>
        <p:spPr>
          <a:xfrm>
            <a:off x="1189439" y="3401858"/>
            <a:ext cx="145431" cy="144809"/>
          </a:xfrm>
          <a:custGeom>
            <a:avLst/>
            <a:gdLst/>
            <a:ahLst/>
            <a:cxnLst/>
            <a:rect l="l" t="t" r="r" b="b"/>
            <a:pathLst>
              <a:path w="7481" h="7449" extrusionOk="0">
                <a:moveTo>
                  <a:pt x="7481" y="3725"/>
                </a:moveTo>
                <a:cubicBezTo>
                  <a:pt x="7481" y="5797"/>
                  <a:pt x="5829" y="7449"/>
                  <a:pt x="3757" y="7449"/>
                </a:cubicBezTo>
                <a:cubicBezTo>
                  <a:pt x="1684" y="7449"/>
                  <a:pt x="1" y="5797"/>
                  <a:pt x="1" y="3725"/>
                </a:cubicBezTo>
                <a:cubicBezTo>
                  <a:pt x="1" y="1652"/>
                  <a:pt x="1684" y="1"/>
                  <a:pt x="3757" y="1"/>
                </a:cubicBezTo>
                <a:cubicBezTo>
                  <a:pt x="5829" y="1"/>
                  <a:pt x="7481" y="1652"/>
                  <a:pt x="7481" y="3725"/>
                </a:cubicBezTo>
                <a:close/>
              </a:path>
            </a:pathLst>
          </a:custGeom>
          <a:solidFill>
            <a:srgbClr val="FDEC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37"/>
          <p:cNvSpPr/>
          <p:nvPr/>
        </p:nvSpPr>
        <p:spPr>
          <a:xfrm>
            <a:off x="1198887" y="3410683"/>
            <a:ext cx="127176" cy="127176"/>
          </a:xfrm>
          <a:custGeom>
            <a:avLst/>
            <a:gdLst/>
            <a:ahLst/>
            <a:cxnLst/>
            <a:rect l="l" t="t" r="r" b="b"/>
            <a:pathLst>
              <a:path w="6542" h="6542" extrusionOk="0">
                <a:moveTo>
                  <a:pt x="6542" y="3271"/>
                </a:moveTo>
                <a:cubicBezTo>
                  <a:pt x="6542" y="5084"/>
                  <a:pt x="5084" y="6541"/>
                  <a:pt x="3271" y="6541"/>
                </a:cubicBezTo>
                <a:cubicBezTo>
                  <a:pt x="1458" y="6541"/>
                  <a:pt x="0" y="5084"/>
                  <a:pt x="0" y="3271"/>
                </a:cubicBezTo>
                <a:cubicBezTo>
                  <a:pt x="0" y="1457"/>
                  <a:pt x="1458" y="0"/>
                  <a:pt x="3271" y="0"/>
                </a:cubicBezTo>
                <a:cubicBezTo>
                  <a:pt x="5084" y="0"/>
                  <a:pt x="6542" y="1457"/>
                  <a:pt x="6542" y="3271"/>
                </a:cubicBezTo>
                <a:close/>
              </a:path>
            </a:pathLst>
          </a:custGeom>
          <a:solidFill>
            <a:srgbClr val="FDED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37"/>
          <p:cNvSpPr/>
          <p:nvPr/>
        </p:nvSpPr>
        <p:spPr>
          <a:xfrm>
            <a:off x="1207693" y="3419489"/>
            <a:ext cx="108922" cy="108922"/>
          </a:xfrm>
          <a:custGeom>
            <a:avLst/>
            <a:gdLst/>
            <a:ahLst/>
            <a:cxnLst/>
            <a:rect l="l" t="t" r="r" b="b"/>
            <a:pathLst>
              <a:path w="5603" h="5603" extrusionOk="0">
                <a:moveTo>
                  <a:pt x="5603" y="2818"/>
                </a:moveTo>
                <a:cubicBezTo>
                  <a:pt x="5603" y="4372"/>
                  <a:pt x="4372" y="5603"/>
                  <a:pt x="2818" y="5603"/>
                </a:cubicBezTo>
                <a:cubicBezTo>
                  <a:pt x="1264" y="5603"/>
                  <a:pt x="1" y="4372"/>
                  <a:pt x="1" y="2818"/>
                </a:cubicBezTo>
                <a:cubicBezTo>
                  <a:pt x="1" y="1263"/>
                  <a:pt x="1264" y="1"/>
                  <a:pt x="2818" y="1"/>
                </a:cubicBezTo>
                <a:cubicBezTo>
                  <a:pt x="4372" y="1"/>
                  <a:pt x="5603" y="1263"/>
                  <a:pt x="5603" y="2818"/>
                </a:cubicBezTo>
                <a:close/>
              </a:path>
            </a:pathLst>
          </a:custGeom>
          <a:solidFill>
            <a:srgbClr val="FDE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37"/>
          <p:cNvSpPr/>
          <p:nvPr/>
        </p:nvSpPr>
        <p:spPr>
          <a:xfrm>
            <a:off x="1217140" y="3428936"/>
            <a:ext cx="90668" cy="90668"/>
          </a:xfrm>
          <a:custGeom>
            <a:avLst/>
            <a:gdLst/>
            <a:ahLst/>
            <a:cxnLst/>
            <a:rect l="l" t="t" r="r" b="b"/>
            <a:pathLst>
              <a:path w="4664" h="4664" extrusionOk="0">
                <a:moveTo>
                  <a:pt x="4664" y="2332"/>
                </a:moveTo>
                <a:cubicBezTo>
                  <a:pt x="4664" y="3627"/>
                  <a:pt x="3627" y="4663"/>
                  <a:pt x="2332" y="4663"/>
                </a:cubicBezTo>
                <a:cubicBezTo>
                  <a:pt x="1037" y="4663"/>
                  <a:pt x="0" y="3627"/>
                  <a:pt x="0" y="2332"/>
                </a:cubicBezTo>
                <a:cubicBezTo>
                  <a:pt x="0" y="1037"/>
                  <a:pt x="1037" y="0"/>
                  <a:pt x="2332" y="0"/>
                </a:cubicBezTo>
                <a:cubicBezTo>
                  <a:pt x="3627" y="0"/>
                  <a:pt x="4664" y="1037"/>
                  <a:pt x="4664" y="2332"/>
                </a:cubicBezTo>
                <a:close/>
              </a:path>
            </a:pathLst>
          </a:custGeom>
          <a:solidFill>
            <a:srgbClr val="FEEF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37"/>
          <p:cNvSpPr/>
          <p:nvPr/>
        </p:nvSpPr>
        <p:spPr>
          <a:xfrm>
            <a:off x="1225946" y="3437742"/>
            <a:ext cx="72414" cy="73056"/>
          </a:xfrm>
          <a:custGeom>
            <a:avLst/>
            <a:gdLst/>
            <a:ahLst/>
            <a:cxnLst/>
            <a:rect l="l" t="t" r="r" b="b"/>
            <a:pathLst>
              <a:path w="3725" h="3758" extrusionOk="0">
                <a:moveTo>
                  <a:pt x="3725" y="1879"/>
                </a:moveTo>
                <a:cubicBezTo>
                  <a:pt x="3725" y="2915"/>
                  <a:pt x="2915" y="3757"/>
                  <a:pt x="1879" y="3757"/>
                </a:cubicBezTo>
                <a:cubicBezTo>
                  <a:pt x="843" y="3757"/>
                  <a:pt x="1" y="2915"/>
                  <a:pt x="1" y="1879"/>
                </a:cubicBezTo>
                <a:cubicBezTo>
                  <a:pt x="1" y="843"/>
                  <a:pt x="843" y="1"/>
                  <a:pt x="1879" y="1"/>
                </a:cubicBezTo>
                <a:cubicBezTo>
                  <a:pt x="2915" y="1"/>
                  <a:pt x="3725" y="843"/>
                  <a:pt x="3725" y="1879"/>
                </a:cubicBezTo>
                <a:close/>
              </a:path>
            </a:pathLst>
          </a:custGeom>
          <a:solidFill>
            <a:srgbClr val="FEF0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37"/>
          <p:cNvSpPr/>
          <p:nvPr/>
        </p:nvSpPr>
        <p:spPr>
          <a:xfrm>
            <a:off x="1235393" y="3447189"/>
            <a:ext cx="54160" cy="54160"/>
          </a:xfrm>
          <a:custGeom>
            <a:avLst/>
            <a:gdLst/>
            <a:ahLst/>
            <a:cxnLst/>
            <a:rect l="l" t="t" r="r" b="b"/>
            <a:pathLst>
              <a:path w="2786" h="2786" extrusionOk="0">
                <a:moveTo>
                  <a:pt x="2785" y="1393"/>
                </a:moveTo>
                <a:cubicBezTo>
                  <a:pt x="2785" y="2170"/>
                  <a:pt x="2170" y="2785"/>
                  <a:pt x="1393" y="2785"/>
                </a:cubicBezTo>
                <a:cubicBezTo>
                  <a:pt x="616" y="2785"/>
                  <a:pt x="1" y="2170"/>
                  <a:pt x="1" y="1393"/>
                </a:cubicBezTo>
                <a:cubicBezTo>
                  <a:pt x="1" y="616"/>
                  <a:pt x="616" y="0"/>
                  <a:pt x="1393" y="0"/>
                </a:cubicBezTo>
                <a:cubicBezTo>
                  <a:pt x="2170" y="0"/>
                  <a:pt x="2785" y="616"/>
                  <a:pt x="2785" y="1393"/>
                </a:cubicBezTo>
                <a:close/>
              </a:path>
            </a:pathLst>
          </a:custGeom>
          <a:solidFill>
            <a:srgbClr val="FEF1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37"/>
          <p:cNvSpPr/>
          <p:nvPr/>
        </p:nvSpPr>
        <p:spPr>
          <a:xfrm>
            <a:off x="1244199" y="3455995"/>
            <a:ext cx="36547" cy="36528"/>
          </a:xfrm>
          <a:custGeom>
            <a:avLst/>
            <a:gdLst/>
            <a:ahLst/>
            <a:cxnLst/>
            <a:rect l="l" t="t" r="r" b="b"/>
            <a:pathLst>
              <a:path w="1880" h="1879" extrusionOk="0">
                <a:moveTo>
                  <a:pt x="1879" y="940"/>
                </a:moveTo>
                <a:cubicBezTo>
                  <a:pt x="1879" y="1458"/>
                  <a:pt x="1458" y="1879"/>
                  <a:pt x="940" y="1879"/>
                </a:cubicBezTo>
                <a:cubicBezTo>
                  <a:pt x="422" y="1879"/>
                  <a:pt x="1" y="1458"/>
                  <a:pt x="1" y="940"/>
                </a:cubicBezTo>
                <a:cubicBezTo>
                  <a:pt x="1" y="422"/>
                  <a:pt x="422" y="1"/>
                  <a:pt x="940" y="1"/>
                </a:cubicBezTo>
                <a:cubicBezTo>
                  <a:pt x="1458" y="1"/>
                  <a:pt x="1879" y="422"/>
                  <a:pt x="1879" y="940"/>
                </a:cubicBezTo>
                <a:close/>
              </a:path>
            </a:pathLst>
          </a:custGeom>
          <a:solidFill>
            <a:srgbClr val="FFF2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37"/>
          <p:cNvSpPr/>
          <p:nvPr/>
        </p:nvSpPr>
        <p:spPr>
          <a:xfrm>
            <a:off x="1253025" y="3465442"/>
            <a:ext cx="18274" cy="17652"/>
          </a:xfrm>
          <a:custGeom>
            <a:avLst/>
            <a:gdLst/>
            <a:ahLst/>
            <a:cxnLst/>
            <a:rect l="l" t="t" r="r" b="b"/>
            <a:pathLst>
              <a:path w="940" h="908" extrusionOk="0">
                <a:moveTo>
                  <a:pt x="939" y="454"/>
                </a:moveTo>
                <a:cubicBezTo>
                  <a:pt x="939" y="713"/>
                  <a:pt x="745" y="907"/>
                  <a:pt x="486" y="907"/>
                </a:cubicBezTo>
                <a:cubicBezTo>
                  <a:pt x="227" y="907"/>
                  <a:pt x="0" y="713"/>
                  <a:pt x="0" y="454"/>
                </a:cubicBezTo>
                <a:cubicBezTo>
                  <a:pt x="0" y="195"/>
                  <a:pt x="227" y="0"/>
                  <a:pt x="486" y="0"/>
                </a:cubicBezTo>
                <a:cubicBezTo>
                  <a:pt x="745" y="0"/>
                  <a:pt x="939" y="195"/>
                  <a:pt x="939" y="454"/>
                </a:cubicBezTo>
                <a:close/>
              </a:path>
            </a:pathLst>
          </a:custGeom>
          <a:solidFill>
            <a:srgbClr val="FFF3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37"/>
          <p:cNvSpPr/>
          <p:nvPr/>
        </p:nvSpPr>
        <p:spPr>
          <a:xfrm>
            <a:off x="-927561" y="3250778"/>
            <a:ext cx="342494" cy="275756"/>
          </a:xfrm>
          <a:custGeom>
            <a:avLst/>
            <a:gdLst/>
            <a:ahLst/>
            <a:cxnLst/>
            <a:rect l="l" t="t" r="r" b="b"/>
            <a:pathLst>
              <a:path w="17618" h="14185" extrusionOk="0">
                <a:moveTo>
                  <a:pt x="1" y="325"/>
                </a:moveTo>
                <a:lnTo>
                  <a:pt x="260" y="1"/>
                </a:lnTo>
                <a:lnTo>
                  <a:pt x="17617" y="13861"/>
                </a:lnTo>
                <a:lnTo>
                  <a:pt x="17358" y="14185"/>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37"/>
          <p:cNvSpPr/>
          <p:nvPr/>
        </p:nvSpPr>
        <p:spPr>
          <a:xfrm>
            <a:off x="-850757" y="3243236"/>
            <a:ext cx="259388" cy="209019"/>
          </a:xfrm>
          <a:custGeom>
            <a:avLst/>
            <a:gdLst/>
            <a:ahLst/>
            <a:cxnLst/>
            <a:rect l="l" t="t" r="r" b="b"/>
            <a:pathLst>
              <a:path w="13343" h="10752" extrusionOk="0">
                <a:moveTo>
                  <a:pt x="0" y="324"/>
                </a:moveTo>
                <a:lnTo>
                  <a:pt x="227" y="0"/>
                </a:lnTo>
                <a:lnTo>
                  <a:pt x="13342" y="10460"/>
                </a:lnTo>
                <a:lnTo>
                  <a:pt x="13083" y="1075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37"/>
          <p:cNvSpPr/>
          <p:nvPr/>
        </p:nvSpPr>
        <p:spPr>
          <a:xfrm>
            <a:off x="-968481" y="3289189"/>
            <a:ext cx="342494" cy="275737"/>
          </a:xfrm>
          <a:custGeom>
            <a:avLst/>
            <a:gdLst/>
            <a:ahLst/>
            <a:cxnLst/>
            <a:rect l="l" t="t" r="r" b="b"/>
            <a:pathLst>
              <a:path w="17618" h="14184" extrusionOk="0">
                <a:moveTo>
                  <a:pt x="1" y="324"/>
                </a:moveTo>
                <a:lnTo>
                  <a:pt x="260" y="0"/>
                </a:lnTo>
                <a:lnTo>
                  <a:pt x="17617" y="13860"/>
                </a:lnTo>
                <a:lnTo>
                  <a:pt x="17358" y="14184"/>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37"/>
          <p:cNvSpPr/>
          <p:nvPr/>
        </p:nvSpPr>
        <p:spPr>
          <a:xfrm>
            <a:off x="-1056598" y="3441513"/>
            <a:ext cx="316036" cy="254353"/>
          </a:xfrm>
          <a:custGeom>
            <a:avLst/>
            <a:gdLst/>
            <a:ahLst/>
            <a:cxnLst/>
            <a:rect l="l" t="t" r="r" b="b"/>
            <a:pathLst>
              <a:path w="16257" h="13084" extrusionOk="0">
                <a:moveTo>
                  <a:pt x="0" y="325"/>
                </a:moveTo>
                <a:lnTo>
                  <a:pt x="259" y="1"/>
                </a:lnTo>
                <a:lnTo>
                  <a:pt x="16256" y="12760"/>
                </a:lnTo>
                <a:lnTo>
                  <a:pt x="15997" y="13084"/>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37"/>
          <p:cNvSpPr/>
          <p:nvPr/>
        </p:nvSpPr>
        <p:spPr>
          <a:xfrm>
            <a:off x="-1053449" y="3517053"/>
            <a:ext cx="237343" cy="195800"/>
          </a:xfrm>
          <a:custGeom>
            <a:avLst/>
            <a:gdLst/>
            <a:ahLst/>
            <a:cxnLst/>
            <a:rect l="l" t="t" r="r" b="b"/>
            <a:pathLst>
              <a:path w="12209" h="10072" extrusionOk="0">
                <a:moveTo>
                  <a:pt x="0" y="292"/>
                </a:moveTo>
                <a:lnTo>
                  <a:pt x="259" y="1"/>
                </a:lnTo>
                <a:lnTo>
                  <a:pt x="12209" y="9748"/>
                </a:lnTo>
                <a:lnTo>
                  <a:pt x="11949" y="10072"/>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37"/>
          <p:cNvSpPr/>
          <p:nvPr/>
        </p:nvSpPr>
        <p:spPr>
          <a:xfrm>
            <a:off x="-1000575" y="3338292"/>
            <a:ext cx="355072" cy="285185"/>
          </a:xfrm>
          <a:custGeom>
            <a:avLst/>
            <a:gdLst/>
            <a:ahLst/>
            <a:cxnLst/>
            <a:rect l="l" t="t" r="r" b="b"/>
            <a:pathLst>
              <a:path w="18265" h="14670" extrusionOk="0">
                <a:moveTo>
                  <a:pt x="0" y="324"/>
                </a:moveTo>
                <a:lnTo>
                  <a:pt x="259" y="0"/>
                </a:lnTo>
                <a:lnTo>
                  <a:pt x="18264" y="14378"/>
                </a:lnTo>
                <a:lnTo>
                  <a:pt x="18005" y="1467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37"/>
          <p:cNvSpPr/>
          <p:nvPr/>
        </p:nvSpPr>
        <p:spPr>
          <a:xfrm>
            <a:off x="-1039609" y="3375421"/>
            <a:ext cx="354450" cy="285204"/>
          </a:xfrm>
          <a:custGeom>
            <a:avLst/>
            <a:gdLst/>
            <a:ahLst/>
            <a:cxnLst/>
            <a:rect l="l" t="t" r="r" b="b"/>
            <a:pathLst>
              <a:path w="18233" h="14671" extrusionOk="0">
                <a:moveTo>
                  <a:pt x="1" y="325"/>
                </a:moveTo>
                <a:lnTo>
                  <a:pt x="260" y="1"/>
                </a:lnTo>
                <a:lnTo>
                  <a:pt x="18232" y="14346"/>
                </a:lnTo>
                <a:lnTo>
                  <a:pt x="18005" y="1467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37"/>
          <p:cNvSpPr/>
          <p:nvPr/>
        </p:nvSpPr>
        <p:spPr>
          <a:xfrm>
            <a:off x="-1053449" y="3245121"/>
            <a:ext cx="326728" cy="294633"/>
          </a:xfrm>
          <a:custGeom>
            <a:avLst/>
            <a:gdLst/>
            <a:ahLst/>
            <a:cxnLst/>
            <a:rect l="l" t="t" r="r" b="b"/>
            <a:pathLst>
              <a:path w="16807" h="15156" extrusionOk="0">
                <a:moveTo>
                  <a:pt x="0" y="14832"/>
                </a:moveTo>
                <a:lnTo>
                  <a:pt x="16548" y="0"/>
                </a:lnTo>
                <a:lnTo>
                  <a:pt x="16807" y="292"/>
                </a:lnTo>
                <a:lnTo>
                  <a:pt x="292" y="15156"/>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37"/>
          <p:cNvSpPr/>
          <p:nvPr/>
        </p:nvSpPr>
        <p:spPr>
          <a:xfrm>
            <a:off x="-1051564" y="3241972"/>
            <a:ext cx="248054" cy="223502"/>
          </a:xfrm>
          <a:custGeom>
            <a:avLst/>
            <a:gdLst/>
            <a:ahLst/>
            <a:cxnLst/>
            <a:rect l="l" t="t" r="r" b="b"/>
            <a:pathLst>
              <a:path w="12760" h="11497" extrusionOk="0">
                <a:moveTo>
                  <a:pt x="0" y="11173"/>
                </a:moveTo>
                <a:lnTo>
                  <a:pt x="12500" y="1"/>
                </a:lnTo>
                <a:lnTo>
                  <a:pt x="12759" y="292"/>
                </a:lnTo>
                <a:lnTo>
                  <a:pt x="292" y="11496"/>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37"/>
          <p:cNvSpPr/>
          <p:nvPr/>
        </p:nvSpPr>
        <p:spPr>
          <a:xfrm>
            <a:off x="-1010022" y="3281005"/>
            <a:ext cx="326106" cy="294633"/>
          </a:xfrm>
          <a:custGeom>
            <a:avLst/>
            <a:gdLst/>
            <a:ahLst/>
            <a:cxnLst/>
            <a:rect l="l" t="t" r="r" b="b"/>
            <a:pathLst>
              <a:path w="16775" h="15156" extrusionOk="0">
                <a:moveTo>
                  <a:pt x="1" y="14832"/>
                </a:moveTo>
                <a:lnTo>
                  <a:pt x="16516" y="0"/>
                </a:lnTo>
                <a:lnTo>
                  <a:pt x="16775" y="324"/>
                </a:lnTo>
                <a:lnTo>
                  <a:pt x="260" y="15155"/>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37"/>
          <p:cNvSpPr/>
          <p:nvPr/>
        </p:nvSpPr>
        <p:spPr>
          <a:xfrm>
            <a:off x="-887905" y="3428295"/>
            <a:ext cx="300931" cy="271344"/>
          </a:xfrm>
          <a:custGeom>
            <a:avLst/>
            <a:gdLst/>
            <a:ahLst/>
            <a:cxnLst/>
            <a:rect l="l" t="t" r="r" b="b"/>
            <a:pathLst>
              <a:path w="15480" h="13958" extrusionOk="0">
                <a:moveTo>
                  <a:pt x="1" y="13666"/>
                </a:moveTo>
                <a:lnTo>
                  <a:pt x="15221" y="1"/>
                </a:lnTo>
                <a:lnTo>
                  <a:pt x="15480" y="292"/>
                </a:lnTo>
                <a:lnTo>
                  <a:pt x="260" y="13958"/>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37"/>
          <p:cNvSpPr/>
          <p:nvPr/>
        </p:nvSpPr>
        <p:spPr>
          <a:xfrm>
            <a:off x="-811723" y="3503834"/>
            <a:ext cx="226009" cy="208397"/>
          </a:xfrm>
          <a:custGeom>
            <a:avLst/>
            <a:gdLst/>
            <a:ahLst/>
            <a:cxnLst/>
            <a:rect l="l" t="t" r="r" b="b"/>
            <a:pathLst>
              <a:path w="11626" h="10720" extrusionOk="0">
                <a:moveTo>
                  <a:pt x="0" y="10428"/>
                </a:moveTo>
                <a:lnTo>
                  <a:pt x="11367" y="1"/>
                </a:lnTo>
                <a:lnTo>
                  <a:pt x="11626" y="292"/>
                </a:lnTo>
                <a:lnTo>
                  <a:pt x="259" y="1072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37"/>
          <p:cNvSpPr/>
          <p:nvPr/>
        </p:nvSpPr>
        <p:spPr>
          <a:xfrm>
            <a:off x="-987356" y="3328845"/>
            <a:ext cx="338703" cy="304703"/>
          </a:xfrm>
          <a:custGeom>
            <a:avLst/>
            <a:gdLst/>
            <a:ahLst/>
            <a:cxnLst/>
            <a:rect l="l" t="t" r="r" b="b"/>
            <a:pathLst>
              <a:path w="17423" h="15674" extrusionOk="0">
                <a:moveTo>
                  <a:pt x="0" y="15382"/>
                </a:moveTo>
                <a:lnTo>
                  <a:pt x="17163" y="0"/>
                </a:lnTo>
                <a:lnTo>
                  <a:pt x="17422" y="292"/>
                </a:lnTo>
                <a:lnTo>
                  <a:pt x="259" y="15674"/>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37"/>
          <p:cNvSpPr/>
          <p:nvPr/>
        </p:nvSpPr>
        <p:spPr>
          <a:xfrm>
            <a:off x="-945815" y="3363466"/>
            <a:ext cx="338703" cy="304703"/>
          </a:xfrm>
          <a:custGeom>
            <a:avLst/>
            <a:gdLst/>
            <a:ahLst/>
            <a:cxnLst/>
            <a:rect l="l" t="t" r="r" b="b"/>
            <a:pathLst>
              <a:path w="17423" h="15674" extrusionOk="0">
                <a:moveTo>
                  <a:pt x="1" y="15382"/>
                </a:moveTo>
                <a:lnTo>
                  <a:pt x="17131" y="0"/>
                </a:lnTo>
                <a:lnTo>
                  <a:pt x="17423" y="292"/>
                </a:lnTo>
                <a:lnTo>
                  <a:pt x="260" y="15674"/>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37"/>
          <p:cNvSpPr/>
          <p:nvPr/>
        </p:nvSpPr>
        <p:spPr>
          <a:xfrm>
            <a:off x="1156082" y="3250778"/>
            <a:ext cx="341852" cy="275756"/>
          </a:xfrm>
          <a:custGeom>
            <a:avLst/>
            <a:gdLst/>
            <a:ahLst/>
            <a:cxnLst/>
            <a:rect l="l" t="t" r="r" b="b"/>
            <a:pathLst>
              <a:path w="17585" h="14185" extrusionOk="0">
                <a:moveTo>
                  <a:pt x="0" y="325"/>
                </a:moveTo>
                <a:lnTo>
                  <a:pt x="227" y="1"/>
                </a:lnTo>
                <a:lnTo>
                  <a:pt x="17584" y="13861"/>
                </a:lnTo>
                <a:lnTo>
                  <a:pt x="17358" y="14185"/>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37"/>
          <p:cNvSpPr/>
          <p:nvPr/>
        </p:nvSpPr>
        <p:spPr>
          <a:xfrm>
            <a:off x="1232244" y="3243236"/>
            <a:ext cx="259388" cy="209019"/>
          </a:xfrm>
          <a:custGeom>
            <a:avLst/>
            <a:gdLst/>
            <a:ahLst/>
            <a:cxnLst/>
            <a:rect l="l" t="t" r="r" b="b"/>
            <a:pathLst>
              <a:path w="13343" h="10752" extrusionOk="0">
                <a:moveTo>
                  <a:pt x="1" y="324"/>
                </a:moveTo>
                <a:lnTo>
                  <a:pt x="260" y="0"/>
                </a:lnTo>
                <a:lnTo>
                  <a:pt x="13342" y="10460"/>
                </a:lnTo>
                <a:lnTo>
                  <a:pt x="13116" y="1075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37"/>
          <p:cNvSpPr/>
          <p:nvPr/>
        </p:nvSpPr>
        <p:spPr>
          <a:xfrm>
            <a:off x="1115162" y="3289189"/>
            <a:ext cx="341852" cy="275737"/>
          </a:xfrm>
          <a:custGeom>
            <a:avLst/>
            <a:gdLst/>
            <a:ahLst/>
            <a:cxnLst/>
            <a:rect l="l" t="t" r="r" b="b"/>
            <a:pathLst>
              <a:path w="17585" h="14184" extrusionOk="0">
                <a:moveTo>
                  <a:pt x="0" y="324"/>
                </a:moveTo>
                <a:lnTo>
                  <a:pt x="227" y="0"/>
                </a:lnTo>
                <a:lnTo>
                  <a:pt x="17584" y="13860"/>
                </a:lnTo>
                <a:lnTo>
                  <a:pt x="17358" y="14184"/>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37"/>
          <p:cNvSpPr/>
          <p:nvPr/>
        </p:nvSpPr>
        <p:spPr>
          <a:xfrm>
            <a:off x="1027025" y="3441513"/>
            <a:ext cx="315414" cy="254353"/>
          </a:xfrm>
          <a:custGeom>
            <a:avLst/>
            <a:gdLst/>
            <a:ahLst/>
            <a:cxnLst/>
            <a:rect l="l" t="t" r="r" b="b"/>
            <a:pathLst>
              <a:path w="16225" h="13084" extrusionOk="0">
                <a:moveTo>
                  <a:pt x="1" y="325"/>
                </a:moveTo>
                <a:lnTo>
                  <a:pt x="260" y="1"/>
                </a:lnTo>
                <a:lnTo>
                  <a:pt x="16225" y="12760"/>
                </a:lnTo>
                <a:lnTo>
                  <a:pt x="15998" y="13084"/>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37"/>
          <p:cNvSpPr/>
          <p:nvPr/>
        </p:nvSpPr>
        <p:spPr>
          <a:xfrm>
            <a:off x="1029552" y="3517053"/>
            <a:ext cx="237343" cy="195800"/>
          </a:xfrm>
          <a:custGeom>
            <a:avLst/>
            <a:gdLst/>
            <a:ahLst/>
            <a:cxnLst/>
            <a:rect l="l" t="t" r="r" b="b"/>
            <a:pathLst>
              <a:path w="12209" h="10072" extrusionOk="0">
                <a:moveTo>
                  <a:pt x="0" y="292"/>
                </a:moveTo>
                <a:lnTo>
                  <a:pt x="259" y="1"/>
                </a:lnTo>
                <a:lnTo>
                  <a:pt x="12209" y="9748"/>
                </a:lnTo>
                <a:lnTo>
                  <a:pt x="11950" y="10072"/>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37"/>
          <p:cNvSpPr/>
          <p:nvPr/>
        </p:nvSpPr>
        <p:spPr>
          <a:xfrm>
            <a:off x="1082427" y="3338292"/>
            <a:ext cx="355072" cy="285185"/>
          </a:xfrm>
          <a:custGeom>
            <a:avLst/>
            <a:gdLst/>
            <a:ahLst/>
            <a:cxnLst/>
            <a:rect l="l" t="t" r="r" b="b"/>
            <a:pathLst>
              <a:path w="18265" h="14670" extrusionOk="0">
                <a:moveTo>
                  <a:pt x="0" y="324"/>
                </a:moveTo>
                <a:lnTo>
                  <a:pt x="260" y="0"/>
                </a:lnTo>
                <a:lnTo>
                  <a:pt x="18264" y="14378"/>
                </a:lnTo>
                <a:lnTo>
                  <a:pt x="18005" y="1467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37"/>
          <p:cNvSpPr/>
          <p:nvPr/>
        </p:nvSpPr>
        <p:spPr>
          <a:xfrm>
            <a:off x="1025762" y="3375421"/>
            <a:ext cx="354450" cy="283319"/>
          </a:xfrm>
          <a:custGeom>
            <a:avLst/>
            <a:gdLst/>
            <a:ahLst/>
            <a:cxnLst/>
            <a:rect l="l" t="t" r="r" b="b"/>
            <a:pathLst>
              <a:path w="18233" h="14574" extrusionOk="0">
                <a:moveTo>
                  <a:pt x="1" y="292"/>
                </a:moveTo>
                <a:lnTo>
                  <a:pt x="260" y="1"/>
                </a:lnTo>
                <a:lnTo>
                  <a:pt x="18233" y="14249"/>
                </a:lnTo>
                <a:lnTo>
                  <a:pt x="17974" y="14573"/>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37"/>
          <p:cNvSpPr/>
          <p:nvPr/>
        </p:nvSpPr>
        <p:spPr>
          <a:xfrm>
            <a:off x="1018841" y="3228754"/>
            <a:ext cx="324862" cy="295274"/>
          </a:xfrm>
          <a:custGeom>
            <a:avLst/>
            <a:gdLst/>
            <a:ahLst/>
            <a:cxnLst/>
            <a:rect l="l" t="t" r="r" b="b"/>
            <a:pathLst>
              <a:path w="16711" h="15189" extrusionOk="0">
                <a:moveTo>
                  <a:pt x="1" y="14864"/>
                </a:moveTo>
                <a:lnTo>
                  <a:pt x="16451" y="0"/>
                </a:lnTo>
                <a:lnTo>
                  <a:pt x="16710" y="292"/>
                </a:lnTo>
                <a:lnTo>
                  <a:pt x="292" y="15188"/>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37"/>
          <p:cNvSpPr/>
          <p:nvPr/>
        </p:nvSpPr>
        <p:spPr>
          <a:xfrm>
            <a:off x="1072979" y="3281005"/>
            <a:ext cx="326748" cy="294011"/>
          </a:xfrm>
          <a:custGeom>
            <a:avLst/>
            <a:gdLst/>
            <a:ahLst/>
            <a:cxnLst/>
            <a:rect l="l" t="t" r="r" b="b"/>
            <a:pathLst>
              <a:path w="16808" h="15124" extrusionOk="0">
                <a:moveTo>
                  <a:pt x="1" y="14832"/>
                </a:moveTo>
                <a:lnTo>
                  <a:pt x="16516" y="0"/>
                </a:lnTo>
                <a:lnTo>
                  <a:pt x="16807" y="292"/>
                </a:lnTo>
                <a:lnTo>
                  <a:pt x="260" y="15123"/>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37"/>
          <p:cNvSpPr/>
          <p:nvPr/>
        </p:nvSpPr>
        <p:spPr>
          <a:xfrm>
            <a:off x="1195096" y="3428295"/>
            <a:ext cx="300951" cy="271344"/>
          </a:xfrm>
          <a:custGeom>
            <a:avLst/>
            <a:gdLst/>
            <a:ahLst/>
            <a:cxnLst/>
            <a:rect l="l" t="t" r="r" b="b"/>
            <a:pathLst>
              <a:path w="15481" h="13958" extrusionOk="0">
                <a:moveTo>
                  <a:pt x="1" y="13666"/>
                </a:moveTo>
                <a:lnTo>
                  <a:pt x="15221" y="1"/>
                </a:lnTo>
                <a:lnTo>
                  <a:pt x="15480" y="292"/>
                </a:lnTo>
                <a:lnTo>
                  <a:pt x="260" y="13958"/>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37"/>
          <p:cNvSpPr/>
          <p:nvPr/>
        </p:nvSpPr>
        <p:spPr>
          <a:xfrm>
            <a:off x="1271278" y="3503834"/>
            <a:ext cx="226009" cy="208397"/>
          </a:xfrm>
          <a:custGeom>
            <a:avLst/>
            <a:gdLst/>
            <a:ahLst/>
            <a:cxnLst/>
            <a:rect l="l" t="t" r="r" b="b"/>
            <a:pathLst>
              <a:path w="11626" h="10720" extrusionOk="0">
                <a:moveTo>
                  <a:pt x="0" y="10428"/>
                </a:moveTo>
                <a:lnTo>
                  <a:pt x="11367" y="1"/>
                </a:lnTo>
                <a:lnTo>
                  <a:pt x="11626" y="292"/>
                </a:lnTo>
                <a:lnTo>
                  <a:pt x="259" y="1072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37"/>
          <p:cNvSpPr/>
          <p:nvPr/>
        </p:nvSpPr>
        <p:spPr>
          <a:xfrm>
            <a:off x="1096267" y="3328203"/>
            <a:ext cx="338081" cy="305344"/>
          </a:xfrm>
          <a:custGeom>
            <a:avLst/>
            <a:gdLst/>
            <a:ahLst/>
            <a:cxnLst/>
            <a:rect l="l" t="t" r="r" b="b"/>
            <a:pathLst>
              <a:path w="17391" h="15707" extrusionOk="0">
                <a:moveTo>
                  <a:pt x="1" y="15383"/>
                </a:moveTo>
                <a:lnTo>
                  <a:pt x="17131" y="1"/>
                </a:lnTo>
                <a:lnTo>
                  <a:pt x="17391" y="292"/>
                </a:lnTo>
                <a:lnTo>
                  <a:pt x="260" y="15707"/>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37"/>
          <p:cNvSpPr/>
          <p:nvPr/>
        </p:nvSpPr>
        <p:spPr>
          <a:xfrm>
            <a:off x="1137187" y="3363466"/>
            <a:ext cx="338703" cy="304703"/>
          </a:xfrm>
          <a:custGeom>
            <a:avLst/>
            <a:gdLst/>
            <a:ahLst/>
            <a:cxnLst/>
            <a:rect l="l" t="t" r="r" b="b"/>
            <a:pathLst>
              <a:path w="17423" h="15674" extrusionOk="0">
                <a:moveTo>
                  <a:pt x="1" y="15382"/>
                </a:moveTo>
                <a:lnTo>
                  <a:pt x="17131" y="0"/>
                </a:lnTo>
                <a:lnTo>
                  <a:pt x="17423" y="292"/>
                </a:lnTo>
                <a:lnTo>
                  <a:pt x="292" y="15674"/>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37"/>
          <p:cNvSpPr/>
          <p:nvPr/>
        </p:nvSpPr>
        <p:spPr>
          <a:xfrm>
            <a:off x="-1101289" y="3207973"/>
            <a:ext cx="524413" cy="513080"/>
          </a:xfrm>
          <a:custGeom>
            <a:avLst/>
            <a:gdLst/>
            <a:ahLst/>
            <a:cxnLst/>
            <a:rect l="l" t="t" r="r" b="b"/>
            <a:pathLst>
              <a:path w="26976" h="26393" extrusionOk="0">
                <a:moveTo>
                  <a:pt x="14281" y="26393"/>
                </a:moveTo>
                <a:cubicBezTo>
                  <a:pt x="9132" y="26393"/>
                  <a:pt x="4501" y="23317"/>
                  <a:pt x="2526" y="18556"/>
                </a:cubicBezTo>
                <a:cubicBezTo>
                  <a:pt x="583" y="13828"/>
                  <a:pt x="1652" y="8356"/>
                  <a:pt x="5311" y="4729"/>
                </a:cubicBezTo>
                <a:cubicBezTo>
                  <a:pt x="8938" y="1069"/>
                  <a:pt x="14378" y="1"/>
                  <a:pt x="19138" y="1976"/>
                </a:cubicBezTo>
                <a:cubicBezTo>
                  <a:pt x="23899" y="3919"/>
                  <a:pt x="26975" y="8550"/>
                  <a:pt x="26975" y="13699"/>
                </a:cubicBezTo>
                <a:cubicBezTo>
                  <a:pt x="26975" y="20726"/>
                  <a:pt x="21276" y="26393"/>
                  <a:pt x="14281" y="26393"/>
                </a:cubicBezTo>
                <a:close/>
                <a:moveTo>
                  <a:pt x="14281" y="3012"/>
                </a:moveTo>
                <a:cubicBezTo>
                  <a:pt x="4760" y="3012"/>
                  <a:pt x="0" y="14541"/>
                  <a:pt x="6736" y="21244"/>
                </a:cubicBezTo>
                <a:cubicBezTo>
                  <a:pt x="9780" y="24320"/>
                  <a:pt x="14378" y="25227"/>
                  <a:pt x="18361" y="23576"/>
                </a:cubicBezTo>
                <a:cubicBezTo>
                  <a:pt x="22344" y="21924"/>
                  <a:pt x="24967" y="18006"/>
                  <a:pt x="24967" y="13699"/>
                </a:cubicBezTo>
                <a:cubicBezTo>
                  <a:pt x="24935" y="7805"/>
                  <a:pt x="20175" y="3045"/>
                  <a:pt x="14281" y="3012"/>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7"/>
          <p:cNvSpPr/>
          <p:nvPr/>
        </p:nvSpPr>
        <p:spPr>
          <a:xfrm>
            <a:off x="984862" y="3207973"/>
            <a:ext cx="524413" cy="513080"/>
          </a:xfrm>
          <a:custGeom>
            <a:avLst/>
            <a:gdLst/>
            <a:ahLst/>
            <a:cxnLst/>
            <a:rect l="l" t="t" r="r" b="b"/>
            <a:pathLst>
              <a:path w="26976" h="26393" extrusionOk="0">
                <a:moveTo>
                  <a:pt x="14281" y="26393"/>
                </a:moveTo>
                <a:cubicBezTo>
                  <a:pt x="9132" y="26393"/>
                  <a:pt x="4501" y="23317"/>
                  <a:pt x="2526" y="18556"/>
                </a:cubicBezTo>
                <a:cubicBezTo>
                  <a:pt x="583" y="13828"/>
                  <a:pt x="1652" y="8356"/>
                  <a:pt x="5311" y="4729"/>
                </a:cubicBezTo>
                <a:cubicBezTo>
                  <a:pt x="8938" y="1069"/>
                  <a:pt x="14378" y="1"/>
                  <a:pt x="19138" y="1976"/>
                </a:cubicBezTo>
                <a:cubicBezTo>
                  <a:pt x="23899" y="3919"/>
                  <a:pt x="26975" y="8550"/>
                  <a:pt x="26975" y="13699"/>
                </a:cubicBezTo>
                <a:cubicBezTo>
                  <a:pt x="26975" y="20726"/>
                  <a:pt x="21276" y="26393"/>
                  <a:pt x="14281" y="26393"/>
                </a:cubicBezTo>
                <a:close/>
                <a:moveTo>
                  <a:pt x="14281" y="3012"/>
                </a:moveTo>
                <a:cubicBezTo>
                  <a:pt x="4760" y="3012"/>
                  <a:pt x="0" y="14541"/>
                  <a:pt x="6736" y="21244"/>
                </a:cubicBezTo>
                <a:cubicBezTo>
                  <a:pt x="9780" y="24320"/>
                  <a:pt x="14378" y="25227"/>
                  <a:pt x="18361" y="23576"/>
                </a:cubicBezTo>
                <a:cubicBezTo>
                  <a:pt x="22344" y="21924"/>
                  <a:pt x="24967" y="18006"/>
                  <a:pt x="24967" y="13699"/>
                </a:cubicBezTo>
                <a:cubicBezTo>
                  <a:pt x="24935" y="7805"/>
                  <a:pt x="20175" y="3045"/>
                  <a:pt x="14281" y="3012"/>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37"/>
          <p:cNvSpPr/>
          <p:nvPr/>
        </p:nvSpPr>
        <p:spPr>
          <a:xfrm>
            <a:off x="-842381" y="2116244"/>
            <a:ext cx="1001768" cy="876273"/>
          </a:xfrm>
          <a:custGeom>
            <a:avLst/>
            <a:gdLst/>
            <a:ahLst/>
            <a:cxnLst/>
            <a:rect l="l" t="t" r="r" b="b"/>
            <a:pathLst>
              <a:path w="36481" h="31908" extrusionOk="0">
                <a:moveTo>
                  <a:pt x="36481" y="285"/>
                </a:moveTo>
                <a:lnTo>
                  <a:pt x="381" y="31908"/>
                </a:lnTo>
                <a:lnTo>
                  <a:pt x="0" y="25146"/>
                </a:lnTo>
                <a:lnTo>
                  <a:pt x="0" y="18097"/>
                </a:lnTo>
                <a:lnTo>
                  <a:pt x="762" y="9525"/>
                </a:lnTo>
                <a:lnTo>
                  <a:pt x="2191" y="762"/>
                </a:lnTo>
                <a:lnTo>
                  <a:pt x="15716" y="190"/>
                </a:lnTo>
                <a:lnTo>
                  <a:pt x="31813" y="0"/>
                </a:lnTo>
                <a:close/>
              </a:path>
            </a:pathLst>
          </a:custGeom>
          <a:solidFill>
            <a:srgbClr val="FFFFFF"/>
          </a:solidFill>
          <a:ln>
            <a:noFill/>
          </a:ln>
        </p:spPr>
      </p:sp>
      <p:sp>
        <p:nvSpPr>
          <p:cNvPr id="1105" name="Google Shape;1105;p37"/>
          <p:cNvSpPr/>
          <p:nvPr/>
        </p:nvSpPr>
        <p:spPr>
          <a:xfrm>
            <a:off x="235229" y="2121461"/>
            <a:ext cx="952066" cy="745497"/>
          </a:xfrm>
          <a:custGeom>
            <a:avLst/>
            <a:gdLst/>
            <a:ahLst/>
            <a:cxnLst/>
            <a:rect l="l" t="t" r="r" b="b"/>
            <a:pathLst>
              <a:path w="34671" h="27146" extrusionOk="0">
                <a:moveTo>
                  <a:pt x="34671" y="762"/>
                </a:moveTo>
                <a:lnTo>
                  <a:pt x="5619" y="27146"/>
                </a:lnTo>
                <a:lnTo>
                  <a:pt x="2571" y="26956"/>
                </a:lnTo>
                <a:lnTo>
                  <a:pt x="285" y="27051"/>
                </a:lnTo>
                <a:lnTo>
                  <a:pt x="0" y="0"/>
                </a:lnTo>
                <a:lnTo>
                  <a:pt x="15811" y="95"/>
                </a:lnTo>
                <a:lnTo>
                  <a:pt x="31432" y="667"/>
                </a:lnTo>
                <a:close/>
              </a:path>
            </a:pathLst>
          </a:custGeom>
          <a:solidFill>
            <a:srgbClr val="FFFFFF"/>
          </a:solidFill>
          <a:ln>
            <a:noFill/>
          </a:ln>
        </p:spPr>
      </p:sp>
      <p:grpSp>
        <p:nvGrpSpPr>
          <p:cNvPr id="1106" name="Google Shape;1106;p37"/>
          <p:cNvGrpSpPr/>
          <p:nvPr/>
        </p:nvGrpSpPr>
        <p:grpSpPr>
          <a:xfrm>
            <a:off x="5700045" y="246450"/>
            <a:ext cx="4265696" cy="1274430"/>
            <a:chOff x="5700045" y="246450"/>
            <a:chExt cx="4265696" cy="1274430"/>
          </a:xfrm>
        </p:grpSpPr>
        <p:sp>
          <p:nvSpPr>
            <p:cNvPr id="1107" name="Google Shape;1107;p37"/>
            <p:cNvSpPr/>
            <p:nvPr/>
          </p:nvSpPr>
          <p:spPr>
            <a:xfrm>
              <a:off x="8292027" y="246450"/>
              <a:ext cx="1673714" cy="797667"/>
            </a:xfrm>
            <a:custGeom>
              <a:avLst/>
              <a:gdLst/>
              <a:ahLst/>
              <a:cxnLst/>
              <a:rect l="l" t="t" r="r" b="b"/>
              <a:pathLst>
                <a:path w="35175" h="16763" extrusionOk="0">
                  <a:moveTo>
                    <a:pt x="18530" y="0"/>
                  </a:moveTo>
                  <a:cubicBezTo>
                    <a:pt x="12681" y="0"/>
                    <a:pt x="7931" y="2866"/>
                    <a:pt x="7931" y="6399"/>
                  </a:cubicBezTo>
                  <a:lnTo>
                    <a:pt x="7931" y="6713"/>
                  </a:lnTo>
                  <a:cubicBezTo>
                    <a:pt x="3338" y="7341"/>
                    <a:pt x="1" y="9225"/>
                    <a:pt x="1" y="11502"/>
                  </a:cubicBezTo>
                  <a:cubicBezTo>
                    <a:pt x="1" y="14289"/>
                    <a:pt x="5026" y="16527"/>
                    <a:pt x="11228" y="16527"/>
                  </a:cubicBezTo>
                  <a:cubicBezTo>
                    <a:pt x="11328" y="16528"/>
                    <a:pt x="11427" y="16529"/>
                    <a:pt x="11527" y="16529"/>
                  </a:cubicBezTo>
                  <a:cubicBezTo>
                    <a:pt x="14211" y="16529"/>
                    <a:pt x="16854" y="16018"/>
                    <a:pt x="19315" y="14996"/>
                  </a:cubicBezTo>
                  <a:cubicBezTo>
                    <a:pt x="20846" y="16056"/>
                    <a:pt x="23515" y="16762"/>
                    <a:pt x="26499" y="16762"/>
                  </a:cubicBezTo>
                  <a:cubicBezTo>
                    <a:pt x="31288" y="16762"/>
                    <a:pt x="35174" y="14996"/>
                    <a:pt x="35174" y="12837"/>
                  </a:cubicBezTo>
                  <a:cubicBezTo>
                    <a:pt x="35174" y="10913"/>
                    <a:pt x="32230" y="9304"/>
                    <a:pt x="28265" y="8950"/>
                  </a:cubicBezTo>
                  <a:cubicBezTo>
                    <a:pt x="28815" y="8205"/>
                    <a:pt x="29129" y="7341"/>
                    <a:pt x="29129" y="6399"/>
                  </a:cubicBezTo>
                  <a:cubicBezTo>
                    <a:pt x="29129" y="2866"/>
                    <a:pt x="24379" y="0"/>
                    <a:pt x="185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37"/>
            <p:cNvSpPr/>
            <p:nvPr/>
          </p:nvSpPr>
          <p:spPr>
            <a:xfrm>
              <a:off x="7511824" y="1149999"/>
              <a:ext cx="857646" cy="370881"/>
            </a:xfrm>
            <a:custGeom>
              <a:avLst/>
              <a:gdLst/>
              <a:ahLst/>
              <a:cxnLst/>
              <a:rect l="l" t="t" r="r" b="b"/>
              <a:pathLst>
                <a:path w="26970" h="11662" extrusionOk="0">
                  <a:moveTo>
                    <a:pt x="10639" y="0"/>
                  </a:moveTo>
                  <a:cubicBezTo>
                    <a:pt x="7655" y="0"/>
                    <a:pt x="5221" y="1257"/>
                    <a:pt x="5221" y="2827"/>
                  </a:cubicBezTo>
                  <a:cubicBezTo>
                    <a:pt x="5221" y="2905"/>
                    <a:pt x="5221" y="2945"/>
                    <a:pt x="5221" y="3023"/>
                  </a:cubicBezTo>
                  <a:cubicBezTo>
                    <a:pt x="2199" y="3573"/>
                    <a:pt x="0" y="5222"/>
                    <a:pt x="0" y="7224"/>
                  </a:cubicBezTo>
                  <a:cubicBezTo>
                    <a:pt x="0" y="9697"/>
                    <a:pt x="3259" y="11660"/>
                    <a:pt x="7263" y="11660"/>
                  </a:cubicBezTo>
                  <a:cubicBezTo>
                    <a:pt x="7328" y="11661"/>
                    <a:pt x="7394" y="11662"/>
                    <a:pt x="7460" y="11662"/>
                  </a:cubicBezTo>
                  <a:cubicBezTo>
                    <a:pt x="9354" y="11662"/>
                    <a:pt x="11204" y="11115"/>
                    <a:pt x="12798" y="10129"/>
                  </a:cubicBezTo>
                  <a:cubicBezTo>
                    <a:pt x="14172" y="11031"/>
                    <a:pt x="16527" y="11660"/>
                    <a:pt x="19236" y="11660"/>
                  </a:cubicBezTo>
                  <a:cubicBezTo>
                    <a:pt x="23476" y="11660"/>
                    <a:pt x="26930" y="10089"/>
                    <a:pt x="26930" y="8205"/>
                  </a:cubicBezTo>
                  <a:cubicBezTo>
                    <a:pt x="26969" y="6831"/>
                    <a:pt x="25242" y="5653"/>
                    <a:pt x="22730" y="5104"/>
                  </a:cubicBezTo>
                  <a:cubicBezTo>
                    <a:pt x="22730" y="4986"/>
                    <a:pt x="22769" y="4907"/>
                    <a:pt x="22769" y="4790"/>
                  </a:cubicBezTo>
                  <a:cubicBezTo>
                    <a:pt x="22769" y="3455"/>
                    <a:pt x="20257" y="2395"/>
                    <a:pt x="17155" y="2395"/>
                  </a:cubicBezTo>
                  <a:cubicBezTo>
                    <a:pt x="16763" y="2395"/>
                    <a:pt x="16409" y="2395"/>
                    <a:pt x="16056" y="2434"/>
                  </a:cubicBezTo>
                  <a:cubicBezTo>
                    <a:pt x="15664" y="1060"/>
                    <a:pt x="13426" y="0"/>
                    <a:pt x="106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37"/>
            <p:cNvSpPr/>
            <p:nvPr/>
          </p:nvSpPr>
          <p:spPr>
            <a:xfrm>
              <a:off x="5700045" y="246461"/>
              <a:ext cx="1453312" cy="627789"/>
            </a:xfrm>
            <a:custGeom>
              <a:avLst/>
              <a:gdLst/>
              <a:ahLst/>
              <a:cxnLst/>
              <a:rect l="l" t="t" r="r" b="b"/>
              <a:pathLst>
                <a:path w="30543" h="13193" extrusionOk="0">
                  <a:moveTo>
                    <a:pt x="18490" y="1"/>
                  </a:moveTo>
                  <a:cubicBezTo>
                    <a:pt x="15389" y="1"/>
                    <a:pt x="12838" y="1179"/>
                    <a:pt x="12406" y="2749"/>
                  </a:cubicBezTo>
                  <a:cubicBezTo>
                    <a:pt x="12013" y="2710"/>
                    <a:pt x="11581" y="2710"/>
                    <a:pt x="11150" y="2710"/>
                  </a:cubicBezTo>
                  <a:cubicBezTo>
                    <a:pt x="7616" y="2710"/>
                    <a:pt x="4790" y="3927"/>
                    <a:pt x="4790" y="5418"/>
                  </a:cubicBezTo>
                  <a:cubicBezTo>
                    <a:pt x="4790" y="5536"/>
                    <a:pt x="4790" y="5654"/>
                    <a:pt x="4829" y="5772"/>
                  </a:cubicBezTo>
                  <a:cubicBezTo>
                    <a:pt x="1964" y="6400"/>
                    <a:pt x="1" y="7734"/>
                    <a:pt x="1" y="9265"/>
                  </a:cubicBezTo>
                  <a:cubicBezTo>
                    <a:pt x="1" y="11425"/>
                    <a:pt x="3926" y="13191"/>
                    <a:pt x="8755" y="13191"/>
                  </a:cubicBezTo>
                  <a:cubicBezTo>
                    <a:pt x="11817" y="13191"/>
                    <a:pt x="14486" y="12484"/>
                    <a:pt x="16057" y="11425"/>
                  </a:cubicBezTo>
                  <a:cubicBezTo>
                    <a:pt x="17844" y="12603"/>
                    <a:pt x="19963" y="13193"/>
                    <a:pt x="22092" y="13193"/>
                  </a:cubicBezTo>
                  <a:cubicBezTo>
                    <a:pt x="22161" y="13193"/>
                    <a:pt x="22230" y="13192"/>
                    <a:pt x="22298" y="13191"/>
                  </a:cubicBezTo>
                  <a:cubicBezTo>
                    <a:pt x="26852" y="13191"/>
                    <a:pt x="30542" y="10953"/>
                    <a:pt x="30542" y="8206"/>
                  </a:cubicBezTo>
                  <a:cubicBezTo>
                    <a:pt x="30542" y="5929"/>
                    <a:pt x="28108" y="4005"/>
                    <a:pt x="24654" y="3416"/>
                  </a:cubicBezTo>
                  <a:cubicBezTo>
                    <a:pt x="24654" y="3338"/>
                    <a:pt x="24654" y="3259"/>
                    <a:pt x="24654" y="3220"/>
                  </a:cubicBezTo>
                  <a:cubicBezTo>
                    <a:pt x="24654" y="1414"/>
                    <a:pt x="21906" y="1"/>
                    <a:pt x="184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3">
  <p:cSld name="CUSTOM_25">
    <p:spTree>
      <p:nvGrpSpPr>
        <p:cNvPr id="1" name="Shape 1110"/>
        <p:cNvGrpSpPr/>
        <p:nvPr/>
      </p:nvGrpSpPr>
      <p:grpSpPr>
        <a:xfrm>
          <a:off x="0" y="0"/>
          <a:ext cx="0" cy="0"/>
          <a:chOff x="0" y="0"/>
          <a:chExt cx="0" cy="0"/>
        </a:xfrm>
      </p:grpSpPr>
      <p:sp>
        <p:nvSpPr>
          <p:cNvPr id="1111" name="Google Shape;1111;p38"/>
          <p:cNvSpPr/>
          <p:nvPr/>
        </p:nvSpPr>
        <p:spPr>
          <a:xfrm>
            <a:off x="-14736" y="4227301"/>
            <a:ext cx="9322246" cy="774006"/>
          </a:xfrm>
          <a:custGeom>
            <a:avLst/>
            <a:gdLst/>
            <a:ahLst/>
            <a:cxnLst/>
            <a:rect l="l" t="t" r="r" b="b"/>
            <a:pathLst>
              <a:path w="209001" h="17352" extrusionOk="0">
                <a:moveTo>
                  <a:pt x="0" y="0"/>
                </a:moveTo>
                <a:lnTo>
                  <a:pt x="0" y="17352"/>
                </a:lnTo>
                <a:lnTo>
                  <a:pt x="209000" y="17352"/>
                </a:lnTo>
                <a:lnTo>
                  <a:pt x="20900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2" name="Google Shape;1112;p38"/>
          <p:cNvGrpSpPr/>
          <p:nvPr/>
        </p:nvGrpSpPr>
        <p:grpSpPr>
          <a:xfrm>
            <a:off x="8112208" y="528657"/>
            <a:ext cx="955667" cy="4758082"/>
            <a:chOff x="-5509963" y="1180077"/>
            <a:chExt cx="520006" cy="2589009"/>
          </a:xfrm>
        </p:grpSpPr>
        <p:sp>
          <p:nvSpPr>
            <p:cNvPr id="1113" name="Google Shape;1113;p38"/>
            <p:cNvSpPr/>
            <p:nvPr/>
          </p:nvSpPr>
          <p:spPr>
            <a:xfrm>
              <a:off x="-5293654" y="1411411"/>
              <a:ext cx="60752" cy="2357676"/>
            </a:xfrm>
            <a:custGeom>
              <a:avLst/>
              <a:gdLst/>
              <a:ahLst/>
              <a:cxnLst/>
              <a:rect l="l" t="t" r="r" b="b"/>
              <a:pathLst>
                <a:path w="2883" h="111884" extrusionOk="0">
                  <a:moveTo>
                    <a:pt x="1" y="0"/>
                  </a:moveTo>
                  <a:lnTo>
                    <a:pt x="1" y="111171"/>
                  </a:lnTo>
                  <a:cubicBezTo>
                    <a:pt x="1" y="111560"/>
                    <a:pt x="648" y="111883"/>
                    <a:pt x="1425" y="111883"/>
                  </a:cubicBezTo>
                  <a:cubicBezTo>
                    <a:pt x="2235" y="111883"/>
                    <a:pt x="2883" y="111560"/>
                    <a:pt x="2883" y="111171"/>
                  </a:cubicBezTo>
                  <a:lnTo>
                    <a:pt x="2883" y="0"/>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38"/>
            <p:cNvSpPr/>
            <p:nvPr/>
          </p:nvSpPr>
          <p:spPr>
            <a:xfrm>
              <a:off x="-5509963" y="1180077"/>
              <a:ext cx="520006" cy="522050"/>
            </a:xfrm>
            <a:custGeom>
              <a:avLst/>
              <a:gdLst/>
              <a:ahLst/>
              <a:cxnLst/>
              <a:rect l="l" t="t" r="r" b="b"/>
              <a:pathLst>
                <a:path w="24677" h="24774" extrusionOk="0">
                  <a:moveTo>
                    <a:pt x="1684" y="1"/>
                  </a:moveTo>
                  <a:lnTo>
                    <a:pt x="22960" y="1"/>
                  </a:lnTo>
                  <a:cubicBezTo>
                    <a:pt x="23931" y="1"/>
                    <a:pt x="24676" y="778"/>
                    <a:pt x="24676" y="1717"/>
                  </a:cubicBezTo>
                  <a:lnTo>
                    <a:pt x="24676" y="23057"/>
                  </a:lnTo>
                  <a:cubicBezTo>
                    <a:pt x="24676" y="23996"/>
                    <a:pt x="23931" y="24774"/>
                    <a:pt x="22960" y="24774"/>
                  </a:cubicBezTo>
                  <a:lnTo>
                    <a:pt x="1684" y="24774"/>
                  </a:lnTo>
                  <a:cubicBezTo>
                    <a:pt x="745" y="24774"/>
                    <a:pt x="0" y="23996"/>
                    <a:pt x="0" y="23057"/>
                  </a:cubicBezTo>
                  <a:lnTo>
                    <a:pt x="0" y="1717"/>
                  </a:lnTo>
                  <a:cubicBezTo>
                    <a:pt x="0" y="778"/>
                    <a:pt x="745" y="1"/>
                    <a:pt x="168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38"/>
            <p:cNvSpPr/>
            <p:nvPr/>
          </p:nvSpPr>
          <p:spPr>
            <a:xfrm>
              <a:off x="-5485392" y="1204647"/>
              <a:ext cx="470865" cy="472235"/>
            </a:xfrm>
            <a:custGeom>
              <a:avLst/>
              <a:gdLst/>
              <a:ahLst/>
              <a:cxnLst/>
              <a:rect l="l" t="t" r="r" b="b"/>
              <a:pathLst>
                <a:path w="22345" h="22410" extrusionOk="0">
                  <a:moveTo>
                    <a:pt x="1522" y="0"/>
                  </a:moveTo>
                  <a:lnTo>
                    <a:pt x="20790" y="0"/>
                  </a:lnTo>
                  <a:cubicBezTo>
                    <a:pt x="21664" y="0"/>
                    <a:pt x="22344" y="713"/>
                    <a:pt x="22344" y="1555"/>
                  </a:cubicBezTo>
                  <a:lnTo>
                    <a:pt x="22344" y="20887"/>
                  </a:lnTo>
                  <a:cubicBezTo>
                    <a:pt x="22344" y="21729"/>
                    <a:pt x="21664" y="22409"/>
                    <a:pt x="20790" y="22409"/>
                  </a:cubicBezTo>
                  <a:lnTo>
                    <a:pt x="1522" y="22409"/>
                  </a:lnTo>
                  <a:cubicBezTo>
                    <a:pt x="680" y="22409"/>
                    <a:pt x="0" y="21729"/>
                    <a:pt x="0" y="20887"/>
                  </a:cubicBezTo>
                  <a:lnTo>
                    <a:pt x="0" y="1555"/>
                  </a:lnTo>
                  <a:cubicBezTo>
                    <a:pt x="0" y="713"/>
                    <a:pt x="680" y="0"/>
                    <a:pt x="15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38"/>
            <p:cNvSpPr/>
            <p:nvPr/>
          </p:nvSpPr>
          <p:spPr>
            <a:xfrm>
              <a:off x="-5396003" y="1257181"/>
              <a:ext cx="292760" cy="368516"/>
            </a:xfrm>
            <a:custGeom>
              <a:avLst/>
              <a:gdLst/>
              <a:ahLst/>
              <a:cxnLst/>
              <a:rect l="l" t="t" r="r" b="b"/>
              <a:pathLst>
                <a:path w="13893" h="17488" extrusionOk="0">
                  <a:moveTo>
                    <a:pt x="2526" y="130"/>
                  </a:moveTo>
                  <a:cubicBezTo>
                    <a:pt x="2817" y="66"/>
                    <a:pt x="3141" y="1"/>
                    <a:pt x="3465" y="1"/>
                  </a:cubicBezTo>
                  <a:lnTo>
                    <a:pt x="10427" y="1"/>
                  </a:lnTo>
                  <a:cubicBezTo>
                    <a:pt x="10751" y="1"/>
                    <a:pt x="11075" y="66"/>
                    <a:pt x="11367" y="130"/>
                  </a:cubicBezTo>
                  <a:cubicBezTo>
                    <a:pt x="11561" y="195"/>
                    <a:pt x="11723" y="260"/>
                    <a:pt x="11885" y="325"/>
                  </a:cubicBezTo>
                  <a:cubicBezTo>
                    <a:pt x="12403" y="584"/>
                    <a:pt x="12856" y="940"/>
                    <a:pt x="13212" y="1393"/>
                  </a:cubicBezTo>
                  <a:lnTo>
                    <a:pt x="13374" y="1620"/>
                  </a:lnTo>
                  <a:lnTo>
                    <a:pt x="13374" y="1652"/>
                  </a:lnTo>
                  <a:cubicBezTo>
                    <a:pt x="13439" y="1750"/>
                    <a:pt x="13504" y="1879"/>
                    <a:pt x="13569" y="2009"/>
                  </a:cubicBezTo>
                  <a:cubicBezTo>
                    <a:pt x="13633" y="2106"/>
                    <a:pt x="13666" y="2235"/>
                    <a:pt x="13731" y="2365"/>
                  </a:cubicBezTo>
                  <a:cubicBezTo>
                    <a:pt x="13763" y="2527"/>
                    <a:pt x="13828" y="2721"/>
                    <a:pt x="13860" y="2915"/>
                  </a:cubicBezTo>
                  <a:cubicBezTo>
                    <a:pt x="13892" y="3110"/>
                    <a:pt x="13892" y="3304"/>
                    <a:pt x="13892" y="3498"/>
                  </a:cubicBezTo>
                  <a:lnTo>
                    <a:pt x="13892" y="13084"/>
                  </a:lnTo>
                  <a:lnTo>
                    <a:pt x="13892" y="14185"/>
                  </a:lnTo>
                  <a:lnTo>
                    <a:pt x="13892" y="14185"/>
                  </a:lnTo>
                  <a:lnTo>
                    <a:pt x="13860" y="14282"/>
                  </a:lnTo>
                  <a:cubicBezTo>
                    <a:pt x="13860" y="14379"/>
                    <a:pt x="13795" y="14476"/>
                    <a:pt x="13763" y="14541"/>
                  </a:cubicBezTo>
                  <a:cubicBezTo>
                    <a:pt x="13633" y="14767"/>
                    <a:pt x="13439" y="14929"/>
                    <a:pt x="13212" y="15027"/>
                  </a:cubicBezTo>
                  <a:cubicBezTo>
                    <a:pt x="13083" y="15091"/>
                    <a:pt x="12921" y="15124"/>
                    <a:pt x="12759" y="15124"/>
                  </a:cubicBezTo>
                  <a:lnTo>
                    <a:pt x="12759" y="16387"/>
                  </a:lnTo>
                  <a:cubicBezTo>
                    <a:pt x="12727" y="16678"/>
                    <a:pt x="12597" y="16937"/>
                    <a:pt x="12370" y="17164"/>
                  </a:cubicBezTo>
                  <a:cubicBezTo>
                    <a:pt x="12306" y="17229"/>
                    <a:pt x="12209" y="17261"/>
                    <a:pt x="12144" y="17326"/>
                  </a:cubicBezTo>
                  <a:cubicBezTo>
                    <a:pt x="11885" y="17423"/>
                    <a:pt x="11626" y="17455"/>
                    <a:pt x="11367" y="17455"/>
                  </a:cubicBezTo>
                  <a:lnTo>
                    <a:pt x="10266" y="17455"/>
                  </a:lnTo>
                  <a:cubicBezTo>
                    <a:pt x="10007" y="17391"/>
                    <a:pt x="9812" y="17293"/>
                    <a:pt x="9618" y="17131"/>
                  </a:cubicBezTo>
                  <a:cubicBezTo>
                    <a:pt x="9586" y="17099"/>
                    <a:pt x="9553" y="17034"/>
                    <a:pt x="9521" y="17002"/>
                  </a:cubicBezTo>
                  <a:lnTo>
                    <a:pt x="9456" y="16905"/>
                  </a:lnTo>
                  <a:cubicBezTo>
                    <a:pt x="9391" y="16808"/>
                    <a:pt x="9359" y="16710"/>
                    <a:pt x="9326" y="16581"/>
                  </a:cubicBezTo>
                  <a:cubicBezTo>
                    <a:pt x="9326" y="16484"/>
                    <a:pt x="9262" y="16387"/>
                    <a:pt x="9294" y="16257"/>
                  </a:cubicBezTo>
                  <a:lnTo>
                    <a:pt x="9294" y="15124"/>
                  </a:lnTo>
                  <a:lnTo>
                    <a:pt x="4599" y="15124"/>
                  </a:lnTo>
                  <a:lnTo>
                    <a:pt x="4599" y="16451"/>
                  </a:lnTo>
                  <a:lnTo>
                    <a:pt x="4599" y="16451"/>
                  </a:lnTo>
                  <a:cubicBezTo>
                    <a:pt x="4599" y="16516"/>
                    <a:pt x="4599" y="16581"/>
                    <a:pt x="4566" y="16646"/>
                  </a:cubicBezTo>
                  <a:cubicBezTo>
                    <a:pt x="4534" y="16808"/>
                    <a:pt x="4404" y="17002"/>
                    <a:pt x="4275" y="17131"/>
                  </a:cubicBezTo>
                  <a:cubicBezTo>
                    <a:pt x="4178" y="17229"/>
                    <a:pt x="4048" y="17326"/>
                    <a:pt x="3919" y="17391"/>
                  </a:cubicBezTo>
                  <a:cubicBezTo>
                    <a:pt x="3692" y="17455"/>
                    <a:pt x="3465" y="17488"/>
                    <a:pt x="3206" y="17455"/>
                  </a:cubicBezTo>
                  <a:lnTo>
                    <a:pt x="2202" y="17455"/>
                  </a:lnTo>
                  <a:cubicBezTo>
                    <a:pt x="1716" y="17423"/>
                    <a:pt x="1295" y="17099"/>
                    <a:pt x="1198" y="16646"/>
                  </a:cubicBezTo>
                  <a:cubicBezTo>
                    <a:pt x="1198" y="16613"/>
                    <a:pt x="1198" y="16581"/>
                    <a:pt x="1166" y="16549"/>
                  </a:cubicBezTo>
                  <a:cubicBezTo>
                    <a:pt x="1166" y="16484"/>
                    <a:pt x="1166" y="16419"/>
                    <a:pt x="1166" y="16354"/>
                  </a:cubicBezTo>
                  <a:lnTo>
                    <a:pt x="1166" y="15156"/>
                  </a:lnTo>
                  <a:cubicBezTo>
                    <a:pt x="745" y="15156"/>
                    <a:pt x="389" y="14962"/>
                    <a:pt x="162" y="14606"/>
                  </a:cubicBezTo>
                  <a:cubicBezTo>
                    <a:pt x="130" y="14508"/>
                    <a:pt x="65" y="14411"/>
                    <a:pt x="33" y="14314"/>
                  </a:cubicBezTo>
                  <a:lnTo>
                    <a:pt x="33" y="14217"/>
                  </a:lnTo>
                  <a:cubicBezTo>
                    <a:pt x="0" y="14120"/>
                    <a:pt x="0" y="14023"/>
                    <a:pt x="0" y="13926"/>
                  </a:cubicBezTo>
                  <a:lnTo>
                    <a:pt x="0" y="4761"/>
                  </a:lnTo>
                  <a:lnTo>
                    <a:pt x="0" y="3174"/>
                  </a:lnTo>
                  <a:cubicBezTo>
                    <a:pt x="33" y="2915"/>
                    <a:pt x="97" y="2624"/>
                    <a:pt x="162" y="2365"/>
                  </a:cubicBezTo>
                  <a:cubicBezTo>
                    <a:pt x="227" y="2268"/>
                    <a:pt x="259" y="2171"/>
                    <a:pt x="292" y="2073"/>
                  </a:cubicBezTo>
                  <a:cubicBezTo>
                    <a:pt x="356" y="1911"/>
                    <a:pt x="454" y="1782"/>
                    <a:pt x="551" y="1620"/>
                  </a:cubicBezTo>
                  <a:cubicBezTo>
                    <a:pt x="777" y="1231"/>
                    <a:pt x="1101" y="908"/>
                    <a:pt x="1457" y="649"/>
                  </a:cubicBezTo>
                  <a:cubicBezTo>
                    <a:pt x="1555" y="584"/>
                    <a:pt x="1684" y="551"/>
                    <a:pt x="1749" y="454"/>
                  </a:cubicBezTo>
                  <a:cubicBezTo>
                    <a:pt x="1846" y="389"/>
                    <a:pt x="1943" y="357"/>
                    <a:pt x="2040" y="325"/>
                  </a:cubicBezTo>
                  <a:cubicBezTo>
                    <a:pt x="2170" y="260"/>
                    <a:pt x="2299" y="195"/>
                    <a:pt x="2429" y="163"/>
                  </a:cubicBezTo>
                  <a:cubicBezTo>
                    <a:pt x="2494" y="163"/>
                    <a:pt x="2526" y="130"/>
                    <a:pt x="2558" y="130"/>
                  </a:cubicBezTo>
                  <a:close/>
                  <a:moveTo>
                    <a:pt x="4599" y="1167"/>
                  </a:moveTo>
                  <a:lnTo>
                    <a:pt x="4599" y="2332"/>
                  </a:lnTo>
                  <a:lnTo>
                    <a:pt x="9262" y="2332"/>
                  </a:lnTo>
                  <a:lnTo>
                    <a:pt x="9262" y="1167"/>
                  </a:lnTo>
                  <a:close/>
                  <a:moveTo>
                    <a:pt x="1101" y="3498"/>
                  </a:moveTo>
                  <a:lnTo>
                    <a:pt x="1101" y="10493"/>
                  </a:lnTo>
                  <a:lnTo>
                    <a:pt x="12759" y="10493"/>
                  </a:lnTo>
                  <a:lnTo>
                    <a:pt x="12759" y="3498"/>
                  </a:lnTo>
                  <a:close/>
                  <a:moveTo>
                    <a:pt x="2235" y="11626"/>
                  </a:moveTo>
                  <a:cubicBezTo>
                    <a:pt x="2040" y="11659"/>
                    <a:pt x="1878" y="11691"/>
                    <a:pt x="1716" y="11788"/>
                  </a:cubicBezTo>
                  <a:cubicBezTo>
                    <a:pt x="1425" y="11918"/>
                    <a:pt x="1231" y="12209"/>
                    <a:pt x="1166" y="12501"/>
                  </a:cubicBezTo>
                  <a:lnTo>
                    <a:pt x="1134" y="12598"/>
                  </a:lnTo>
                  <a:cubicBezTo>
                    <a:pt x="1101" y="12695"/>
                    <a:pt x="1101" y="12825"/>
                    <a:pt x="1134" y="12922"/>
                  </a:cubicBezTo>
                  <a:cubicBezTo>
                    <a:pt x="1134" y="12986"/>
                    <a:pt x="1166" y="13051"/>
                    <a:pt x="1166" y="13116"/>
                  </a:cubicBezTo>
                  <a:cubicBezTo>
                    <a:pt x="1263" y="13472"/>
                    <a:pt x="1522" y="13731"/>
                    <a:pt x="1846" y="13893"/>
                  </a:cubicBezTo>
                  <a:cubicBezTo>
                    <a:pt x="2137" y="13990"/>
                    <a:pt x="2494" y="13990"/>
                    <a:pt x="2785" y="13861"/>
                  </a:cubicBezTo>
                  <a:cubicBezTo>
                    <a:pt x="3077" y="13699"/>
                    <a:pt x="3303" y="13440"/>
                    <a:pt x="3400" y="13116"/>
                  </a:cubicBezTo>
                  <a:lnTo>
                    <a:pt x="3433" y="13019"/>
                  </a:lnTo>
                  <a:cubicBezTo>
                    <a:pt x="3465" y="12889"/>
                    <a:pt x="3465" y="12760"/>
                    <a:pt x="3433" y="12630"/>
                  </a:cubicBezTo>
                  <a:lnTo>
                    <a:pt x="3400" y="12533"/>
                  </a:lnTo>
                  <a:cubicBezTo>
                    <a:pt x="3303" y="12144"/>
                    <a:pt x="3012" y="11853"/>
                    <a:pt x="2656" y="11723"/>
                  </a:cubicBezTo>
                  <a:cubicBezTo>
                    <a:pt x="2526" y="11659"/>
                    <a:pt x="2364" y="11659"/>
                    <a:pt x="2235" y="11626"/>
                  </a:cubicBezTo>
                  <a:close/>
                  <a:moveTo>
                    <a:pt x="11010" y="11788"/>
                  </a:moveTo>
                  <a:cubicBezTo>
                    <a:pt x="10751" y="11950"/>
                    <a:pt x="10525" y="12209"/>
                    <a:pt x="10460" y="12501"/>
                  </a:cubicBezTo>
                  <a:lnTo>
                    <a:pt x="10427" y="12598"/>
                  </a:lnTo>
                  <a:cubicBezTo>
                    <a:pt x="10427" y="12727"/>
                    <a:pt x="10427" y="12857"/>
                    <a:pt x="10427" y="12986"/>
                  </a:cubicBezTo>
                  <a:cubicBezTo>
                    <a:pt x="10460" y="13181"/>
                    <a:pt x="10557" y="13343"/>
                    <a:pt x="10654" y="13472"/>
                  </a:cubicBezTo>
                  <a:cubicBezTo>
                    <a:pt x="10784" y="13634"/>
                    <a:pt x="10946" y="13764"/>
                    <a:pt x="11108" y="13861"/>
                  </a:cubicBezTo>
                  <a:lnTo>
                    <a:pt x="11237" y="13893"/>
                  </a:lnTo>
                  <a:cubicBezTo>
                    <a:pt x="11496" y="13990"/>
                    <a:pt x="11820" y="13958"/>
                    <a:pt x="12079" y="13828"/>
                  </a:cubicBezTo>
                  <a:cubicBezTo>
                    <a:pt x="12176" y="13796"/>
                    <a:pt x="12273" y="13731"/>
                    <a:pt x="12338" y="13666"/>
                  </a:cubicBezTo>
                  <a:cubicBezTo>
                    <a:pt x="12532" y="13505"/>
                    <a:pt x="12630" y="13310"/>
                    <a:pt x="12694" y="13084"/>
                  </a:cubicBezTo>
                  <a:cubicBezTo>
                    <a:pt x="12694" y="13019"/>
                    <a:pt x="12727" y="12986"/>
                    <a:pt x="12727" y="12922"/>
                  </a:cubicBezTo>
                  <a:cubicBezTo>
                    <a:pt x="12759" y="12792"/>
                    <a:pt x="12759" y="12695"/>
                    <a:pt x="12727" y="12565"/>
                  </a:cubicBezTo>
                  <a:lnTo>
                    <a:pt x="12727" y="12468"/>
                  </a:lnTo>
                  <a:cubicBezTo>
                    <a:pt x="12630" y="12112"/>
                    <a:pt x="12338" y="11821"/>
                    <a:pt x="11982" y="11659"/>
                  </a:cubicBezTo>
                  <a:cubicBezTo>
                    <a:pt x="11852" y="11626"/>
                    <a:pt x="11690" y="11594"/>
                    <a:pt x="11561" y="11594"/>
                  </a:cubicBezTo>
                  <a:cubicBezTo>
                    <a:pt x="11367" y="11626"/>
                    <a:pt x="11172" y="11691"/>
                    <a:pt x="11043" y="11788"/>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38"/>
            <p:cNvSpPr/>
            <p:nvPr/>
          </p:nvSpPr>
          <p:spPr>
            <a:xfrm>
              <a:off x="-5445818" y="1355463"/>
              <a:ext cx="24592" cy="73712"/>
            </a:xfrm>
            <a:custGeom>
              <a:avLst/>
              <a:gdLst/>
              <a:ahLst/>
              <a:cxnLst/>
              <a:rect l="l" t="t" r="r" b="b"/>
              <a:pathLst>
                <a:path w="1167" h="3498" extrusionOk="0">
                  <a:moveTo>
                    <a:pt x="0" y="486"/>
                  </a:moveTo>
                  <a:cubicBezTo>
                    <a:pt x="33" y="227"/>
                    <a:pt x="259" y="0"/>
                    <a:pt x="551" y="0"/>
                  </a:cubicBezTo>
                  <a:lnTo>
                    <a:pt x="1166" y="0"/>
                  </a:lnTo>
                  <a:lnTo>
                    <a:pt x="1166" y="3497"/>
                  </a:lnTo>
                  <a:lnTo>
                    <a:pt x="486" y="3497"/>
                  </a:lnTo>
                  <a:cubicBezTo>
                    <a:pt x="195" y="3465"/>
                    <a:pt x="0" y="3206"/>
                    <a:pt x="0" y="2914"/>
                  </a:cubicBezTo>
                  <a:lnTo>
                    <a:pt x="0" y="389"/>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38"/>
            <p:cNvSpPr/>
            <p:nvPr/>
          </p:nvSpPr>
          <p:spPr>
            <a:xfrm>
              <a:off x="-5078693" y="1355463"/>
              <a:ext cx="24592" cy="73016"/>
            </a:xfrm>
            <a:custGeom>
              <a:avLst/>
              <a:gdLst/>
              <a:ahLst/>
              <a:cxnLst/>
              <a:rect l="l" t="t" r="r" b="b"/>
              <a:pathLst>
                <a:path w="1167" h="3465" extrusionOk="0">
                  <a:moveTo>
                    <a:pt x="0" y="0"/>
                  </a:moveTo>
                  <a:lnTo>
                    <a:pt x="616" y="0"/>
                  </a:lnTo>
                  <a:cubicBezTo>
                    <a:pt x="907" y="0"/>
                    <a:pt x="1166" y="259"/>
                    <a:pt x="1166" y="551"/>
                  </a:cubicBezTo>
                  <a:lnTo>
                    <a:pt x="1166" y="2914"/>
                  </a:lnTo>
                  <a:cubicBezTo>
                    <a:pt x="1166" y="3076"/>
                    <a:pt x="1101" y="3238"/>
                    <a:pt x="972" y="3335"/>
                  </a:cubicBezTo>
                  <a:cubicBezTo>
                    <a:pt x="875" y="3400"/>
                    <a:pt x="713" y="3465"/>
                    <a:pt x="583" y="3465"/>
                  </a:cubicBezTo>
                  <a:lnTo>
                    <a:pt x="0" y="3465"/>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9" name="Google Shape;1119;p38"/>
          <p:cNvGrpSpPr/>
          <p:nvPr/>
        </p:nvGrpSpPr>
        <p:grpSpPr>
          <a:xfrm>
            <a:off x="-179259" y="4453048"/>
            <a:ext cx="9944799" cy="717401"/>
            <a:chOff x="-179259" y="4453048"/>
            <a:chExt cx="9944799" cy="717401"/>
          </a:xfrm>
        </p:grpSpPr>
        <p:sp>
          <p:nvSpPr>
            <p:cNvPr id="1120" name="Google Shape;1120;p38"/>
            <p:cNvSpPr/>
            <p:nvPr/>
          </p:nvSpPr>
          <p:spPr>
            <a:xfrm>
              <a:off x="-179250" y="4453048"/>
              <a:ext cx="9944790" cy="717401"/>
            </a:xfrm>
            <a:custGeom>
              <a:avLst/>
              <a:gdLst/>
              <a:ahLst/>
              <a:cxnLst/>
              <a:rect l="l" t="t" r="r" b="b"/>
              <a:pathLst>
                <a:path w="209001" h="11307" extrusionOk="0">
                  <a:moveTo>
                    <a:pt x="0" y="1"/>
                  </a:moveTo>
                  <a:lnTo>
                    <a:pt x="0" y="11307"/>
                  </a:lnTo>
                  <a:lnTo>
                    <a:pt x="209000" y="11307"/>
                  </a:lnTo>
                  <a:lnTo>
                    <a:pt x="20900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38"/>
            <p:cNvSpPr/>
            <p:nvPr/>
          </p:nvSpPr>
          <p:spPr>
            <a:xfrm>
              <a:off x="-179259" y="4798245"/>
              <a:ext cx="9944790" cy="48"/>
            </a:xfrm>
            <a:custGeom>
              <a:avLst/>
              <a:gdLst/>
              <a:ahLst/>
              <a:cxnLst/>
              <a:rect l="l" t="t" r="r" b="b"/>
              <a:pathLst>
                <a:path w="209001" h="1" fill="none" extrusionOk="0">
                  <a:moveTo>
                    <a:pt x="0" y="1"/>
                  </a:moveTo>
                  <a:lnTo>
                    <a:pt x="209000" y="1"/>
                  </a:lnTo>
                </a:path>
              </a:pathLst>
            </a:custGeom>
            <a:noFill/>
            <a:ln w="43175" cap="rnd" cmpd="sng">
              <a:solidFill>
                <a:srgbClr val="FFFFFF"/>
              </a:solidFill>
              <a:prstDash val="solid"/>
              <a:miter lim="3925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2" name="Google Shape;1122;p38"/>
          <p:cNvGrpSpPr/>
          <p:nvPr/>
        </p:nvGrpSpPr>
        <p:grpSpPr>
          <a:xfrm flipH="1">
            <a:off x="-292905" y="206910"/>
            <a:ext cx="8176513" cy="1200257"/>
            <a:chOff x="2084504" y="-50265"/>
            <a:chExt cx="8176513" cy="1200257"/>
          </a:xfrm>
        </p:grpSpPr>
        <p:sp>
          <p:nvSpPr>
            <p:cNvPr id="1123" name="Google Shape;1123;p38"/>
            <p:cNvSpPr/>
            <p:nvPr/>
          </p:nvSpPr>
          <p:spPr>
            <a:xfrm>
              <a:off x="8587302" y="352325"/>
              <a:ext cx="1673714" cy="797667"/>
            </a:xfrm>
            <a:custGeom>
              <a:avLst/>
              <a:gdLst/>
              <a:ahLst/>
              <a:cxnLst/>
              <a:rect l="l" t="t" r="r" b="b"/>
              <a:pathLst>
                <a:path w="35175" h="16763" extrusionOk="0">
                  <a:moveTo>
                    <a:pt x="18530" y="0"/>
                  </a:moveTo>
                  <a:cubicBezTo>
                    <a:pt x="12681" y="0"/>
                    <a:pt x="7931" y="2866"/>
                    <a:pt x="7931" y="6399"/>
                  </a:cubicBezTo>
                  <a:lnTo>
                    <a:pt x="7931" y="6713"/>
                  </a:lnTo>
                  <a:cubicBezTo>
                    <a:pt x="3338" y="7341"/>
                    <a:pt x="1" y="9225"/>
                    <a:pt x="1" y="11502"/>
                  </a:cubicBezTo>
                  <a:cubicBezTo>
                    <a:pt x="1" y="14289"/>
                    <a:pt x="5026" y="16527"/>
                    <a:pt x="11228" y="16527"/>
                  </a:cubicBezTo>
                  <a:cubicBezTo>
                    <a:pt x="11328" y="16528"/>
                    <a:pt x="11427" y="16529"/>
                    <a:pt x="11527" y="16529"/>
                  </a:cubicBezTo>
                  <a:cubicBezTo>
                    <a:pt x="14211" y="16529"/>
                    <a:pt x="16854" y="16018"/>
                    <a:pt x="19315" y="14996"/>
                  </a:cubicBezTo>
                  <a:cubicBezTo>
                    <a:pt x="20846" y="16056"/>
                    <a:pt x="23515" y="16762"/>
                    <a:pt x="26499" y="16762"/>
                  </a:cubicBezTo>
                  <a:cubicBezTo>
                    <a:pt x="31288" y="16762"/>
                    <a:pt x="35174" y="14996"/>
                    <a:pt x="35174" y="12837"/>
                  </a:cubicBezTo>
                  <a:cubicBezTo>
                    <a:pt x="35174" y="10913"/>
                    <a:pt x="32230" y="9304"/>
                    <a:pt x="28265" y="8950"/>
                  </a:cubicBezTo>
                  <a:cubicBezTo>
                    <a:pt x="28815" y="8205"/>
                    <a:pt x="29129" y="7341"/>
                    <a:pt x="29129" y="6399"/>
                  </a:cubicBezTo>
                  <a:cubicBezTo>
                    <a:pt x="29129" y="2866"/>
                    <a:pt x="24379" y="0"/>
                    <a:pt x="185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38"/>
            <p:cNvSpPr/>
            <p:nvPr/>
          </p:nvSpPr>
          <p:spPr>
            <a:xfrm>
              <a:off x="7619796" y="-50265"/>
              <a:ext cx="1283300" cy="554936"/>
            </a:xfrm>
            <a:custGeom>
              <a:avLst/>
              <a:gdLst/>
              <a:ahLst/>
              <a:cxnLst/>
              <a:rect l="l" t="t" r="r" b="b"/>
              <a:pathLst>
                <a:path w="26970" h="11662" extrusionOk="0">
                  <a:moveTo>
                    <a:pt x="10639" y="0"/>
                  </a:moveTo>
                  <a:cubicBezTo>
                    <a:pt x="7655" y="0"/>
                    <a:pt x="5221" y="1257"/>
                    <a:pt x="5221" y="2827"/>
                  </a:cubicBezTo>
                  <a:cubicBezTo>
                    <a:pt x="5221" y="2905"/>
                    <a:pt x="5221" y="2945"/>
                    <a:pt x="5221" y="3023"/>
                  </a:cubicBezTo>
                  <a:cubicBezTo>
                    <a:pt x="2199" y="3573"/>
                    <a:pt x="0" y="5222"/>
                    <a:pt x="0" y="7224"/>
                  </a:cubicBezTo>
                  <a:cubicBezTo>
                    <a:pt x="0" y="9697"/>
                    <a:pt x="3259" y="11660"/>
                    <a:pt x="7263" y="11660"/>
                  </a:cubicBezTo>
                  <a:cubicBezTo>
                    <a:pt x="7328" y="11661"/>
                    <a:pt x="7394" y="11662"/>
                    <a:pt x="7460" y="11662"/>
                  </a:cubicBezTo>
                  <a:cubicBezTo>
                    <a:pt x="9354" y="11662"/>
                    <a:pt x="11204" y="11115"/>
                    <a:pt x="12798" y="10129"/>
                  </a:cubicBezTo>
                  <a:cubicBezTo>
                    <a:pt x="14172" y="11031"/>
                    <a:pt x="16527" y="11660"/>
                    <a:pt x="19236" y="11660"/>
                  </a:cubicBezTo>
                  <a:cubicBezTo>
                    <a:pt x="23476" y="11660"/>
                    <a:pt x="26930" y="10089"/>
                    <a:pt x="26930" y="8205"/>
                  </a:cubicBezTo>
                  <a:cubicBezTo>
                    <a:pt x="26969" y="6831"/>
                    <a:pt x="25242" y="5653"/>
                    <a:pt x="22730" y="5104"/>
                  </a:cubicBezTo>
                  <a:cubicBezTo>
                    <a:pt x="22730" y="4986"/>
                    <a:pt x="22769" y="4907"/>
                    <a:pt x="22769" y="4790"/>
                  </a:cubicBezTo>
                  <a:cubicBezTo>
                    <a:pt x="22769" y="3455"/>
                    <a:pt x="20257" y="2395"/>
                    <a:pt x="17155" y="2395"/>
                  </a:cubicBezTo>
                  <a:cubicBezTo>
                    <a:pt x="16763" y="2395"/>
                    <a:pt x="16409" y="2395"/>
                    <a:pt x="16056" y="2434"/>
                  </a:cubicBezTo>
                  <a:cubicBezTo>
                    <a:pt x="15664" y="1060"/>
                    <a:pt x="13426" y="0"/>
                    <a:pt x="106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38"/>
            <p:cNvSpPr/>
            <p:nvPr/>
          </p:nvSpPr>
          <p:spPr>
            <a:xfrm>
              <a:off x="2084504" y="107214"/>
              <a:ext cx="1316941" cy="568022"/>
            </a:xfrm>
            <a:custGeom>
              <a:avLst/>
              <a:gdLst/>
              <a:ahLst/>
              <a:cxnLst/>
              <a:rect l="l" t="t" r="r" b="b"/>
              <a:pathLst>
                <a:path w="27677" h="11937" extrusionOk="0">
                  <a:moveTo>
                    <a:pt x="10953" y="1"/>
                  </a:moveTo>
                  <a:cubicBezTo>
                    <a:pt x="7852" y="1"/>
                    <a:pt x="5379" y="1296"/>
                    <a:pt x="5379" y="2906"/>
                  </a:cubicBezTo>
                  <a:cubicBezTo>
                    <a:pt x="5379" y="2984"/>
                    <a:pt x="5379" y="3024"/>
                    <a:pt x="5379" y="3102"/>
                  </a:cubicBezTo>
                  <a:cubicBezTo>
                    <a:pt x="2278" y="3652"/>
                    <a:pt x="1" y="5379"/>
                    <a:pt x="1" y="7420"/>
                  </a:cubicBezTo>
                  <a:cubicBezTo>
                    <a:pt x="1" y="9933"/>
                    <a:pt x="3338" y="11935"/>
                    <a:pt x="7499" y="11935"/>
                  </a:cubicBezTo>
                  <a:cubicBezTo>
                    <a:pt x="7566" y="11936"/>
                    <a:pt x="7633" y="11937"/>
                    <a:pt x="7699" y="11937"/>
                  </a:cubicBezTo>
                  <a:cubicBezTo>
                    <a:pt x="9632" y="11937"/>
                    <a:pt x="11520" y="11389"/>
                    <a:pt x="13152" y="10365"/>
                  </a:cubicBezTo>
                  <a:cubicBezTo>
                    <a:pt x="14565" y="11307"/>
                    <a:pt x="16999" y="11935"/>
                    <a:pt x="19747" y="11935"/>
                  </a:cubicBezTo>
                  <a:cubicBezTo>
                    <a:pt x="24104" y="11935"/>
                    <a:pt x="27677" y="10365"/>
                    <a:pt x="27677" y="8402"/>
                  </a:cubicBezTo>
                  <a:cubicBezTo>
                    <a:pt x="27677" y="6988"/>
                    <a:pt x="25910" y="5811"/>
                    <a:pt x="23319" y="5222"/>
                  </a:cubicBezTo>
                  <a:cubicBezTo>
                    <a:pt x="23358" y="5143"/>
                    <a:pt x="23358" y="5026"/>
                    <a:pt x="23358" y="4908"/>
                  </a:cubicBezTo>
                  <a:cubicBezTo>
                    <a:pt x="23358" y="3573"/>
                    <a:pt x="20767" y="2474"/>
                    <a:pt x="17588" y="2474"/>
                  </a:cubicBezTo>
                  <a:cubicBezTo>
                    <a:pt x="17195" y="2474"/>
                    <a:pt x="16842" y="2474"/>
                    <a:pt x="16449" y="2513"/>
                  </a:cubicBezTo>
                  <a:cubicBezTo>
                    <a:pt x="16096" y="1100"/>
                    <a:pt x="13780" y="1"/>
                    <a:pt x="109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26" name="Google Shape;1126;p38"/>
          <p:cNvSpPr/>
          <p:nvPr/>
        </p:nvSpPr>
        <p:spPr>
          <a:xfrm flipH="1">
            <a:off x="1595994" y="1672757"/>
            <a:ext cx="2409874" cy="2675453"/>
          </a:xfrm>
          <a:custGeom>
            <a:avLst/>
            <a:gdLst/>
            <a:ahLst/>
            <a:cxnLst/>
            <a:rect l="l" t="t" r="r" b="b"/>
            <a:pathLst>
              <a:path w="54027" h="59981" extrusionOk="0">
                <a:moveTo>
                  <a:pt x="24883" y="0"/>
                </a:moveTo>
                <a:cubicBezTo>
                  <a:pt x="22921" y="0"/>
                  <a:pt x="20541" y="387"/>
                  <a:pt x="17658" y="1370"/>
                </a:cubicBezTo>
                <a:cubicBezTo>
                  <a:pt x="8590" y="4472"/>
                  <a:pt x="6274" y="11459"/>
                  <a:pt x="12751" y="12166"/>
                </a:cubicBezTo>
                <a:cubicBezTo>
                  <a:pt x="12751" y="12166"/>
                  <a:pt x="2544" y="13344"/>
                  <a:pt x="2544" y="20056"/>
                </a:cubicBezTo>
                <a:cubicBezTo>
                  <a:pt x="2544" y="23375"/>
                  <a:pt x="4734" y="24218"/>
                  <a:pt x="6962" y="24218"/>
                </a:cubicBezTo>
                <a:cubicBezTo>
                  <a:pt x="8693" y="24218"/>
                  <a:pt x="10448" y="23708"/>
                  <a:pt x="11213" y="23455"/>
                </a:cubicBezTo>
                <a:lnTo>
                  <a:pt x="11213" y="23455"/>
                </a:lnTo>
                <a:cubicBezTo>
                  <a:pt x="9153" y="24213"/>
                  <a:pt x="1" y="28030"/>
                  <a:pt x="4860" y="34463"/>
                </a:cubicBezTo>
                <a:cubicBezTo>
                  <a:pt x="4860" y="34463"/>
                  <a:pt x="7199" y="36328"/>
                  <a:pt x="10101" y="36328"/>
                </a:cubicBezTo>
                <a:cubicBezTo>
                  <a:pt x="11774" y="36328"/>
                  <a:pt x="13634" y="35709"/>
                  <a:pt x="15342" y="33757"/>
                </a:cubicBezTo>
                <a:lnTo>
                  <a:pt x="15342" y="33757"/>
                </a:lnTo>
                <a:cubicBezTo>
                  <a:pt x="15341" y="33758"/>
                  <a:pt x="12202" y="37683"/>
                  <a:pt x="15656" y="39331"/>
                </a:cubicBezTo>
                <a:cubicBezTo>
                  <a:pt x="16187" y="39582"/>
                  <a:pt x="16706" y="39684"/>
                  <a:pt x="17212" y="39684"/>
                </a:cubicBezTo>
                <a:cubicBezTo>
                  <a:pt x="19535" y="39684"/>
                  <a:pt x="21601" y="37525"/>
                  <a:pt x="23372" y="37525"/>
                </a:cubicBezTo>
                <a:cubicBezTo>
                  <a:pt x="23758" y="37525"/>
                  <a:pt x="24131" y="37628"/>
                  <a:pt x="24488" y="37879"/>
                </a:cubicBezTo>
                <a:cubicBezTo>
                  <a:pt x="24488" y="37879"/>
                  <a:pt x="29160" y="43492"/>
                  <a:pt x="26373" y="59980"/>
                </a:cubicBezTo>
                <a:lnTo>
                  <a:pt x="31476" y="59980"/>
                </a:lnTo>
                <a:cubicBezTo>
                  <a:pt x="31476" y="59980"/>
                  <a:pt x="27315" y="40980"/>
                  <a:pt x="33949" y="36897"/>
                </a:cubicBezTo>
                <a:cubicBezTo>
                  <a:pt x="33949" y="36897"/>
                  <a:pt x="34507" y="36568"/>
                  <a:pt x="35327" y="36568"/>
                </a:cubicBezTo>
                <a:cubicBezTo>
                  <a:pt x="36134" y="36568"/>
                  <a:pt x="37196" y="36887"/>
                  <a:pt x="38228" y="38154"/>
                </a:cubicBezTo>
                <a:cubicBezTo>
                  <a:pt x="38790" y="38843"/>
                  <a:pt x="39777" y="39169"/>
                  <a:pt x="40914" y="39169"/>
                </a:cubicBezTo>
                <a:cubicBezTo>
                  <a:pt x="43983" y="39169"/>
                  <a:pt x="48146" y="36796"/>
                  <a:pt x="48003" y="32815"/>
                </a:cubicBezTo>
                <a:cubicBezTo>
                  <a:pt x="47869" y="29719"/>
                  <a:pt x="46497" y="29049"/>
                  <a:pt x="45335" y="29049"/>
                </a:cubicBezTo>
                <a:cubicBezTo>
                  <a:pt x="45257" y="29049"/>
                  <a:pt x="45180" y="29052"/>
                  <a:pt x="45104" y="29058"/>
                </a:cubicBezTo>
                <a:lnTo>
                  <a:pt x="45104" y="29058"/>
                </a:lnTo>
                <a:cubicBezTo>
                  <a:pt x="47944" y="28167"/>
                  <a:pt x="54027" y="25555"/>
                  <a:pt x="53695" y="19585"/>
                </a:cubicBezTo>
                <a:cubicBezTo>
                  <a:pt x="53458" y="15679"/>
                  <a:pt x="50872" y="14708"/>
                  <a:pt x="48357" y="14708"/>
                </a:cubicBezTo>
                <a:cubicBezTo>
                  <a:pt x="45868" y="14708"/>
                  <a:pt x="43449" y="15660"/>
                  <a:pt x="43449" y="15660"/>
                </a:cubicBezTo>
                <a:cubicBezTo>
                  <a:pt x="43449" y="15660"/>
                  <a:pt x="51575" y="12048"/>
                  <a:pt x="48121" y="8672"/>
                </a:cubicBezTo>
                <a:cubicBezTo>
                  <a:pt x="47079" y="7677"/>
                  <a:pt x="45967" y="7328"/>
                  <a:pt x="44919" y="7328"/>
                </a:cubicBezTo>
                <a:cubicBezTo>
                  <a:pt x="42477" y="7328"/>
                  <a:pt x="40385" y="9227"/>
                  <a:pt x="40348" y="9260"/>
                </a:cubicBezTo>
                <a:lnTo>
                  <a:pt x="40348" y="9260"/>
                </a:lnTo>
                <a:cubicBezTo>
                  <a:pt x="40399" y="9214"/>
                  <a:pt x="44382" y="5559"/>
                  <a:pt x="42978" y="3687"/>
                </a:cubicBezTo>
                <a:cubicBezTo>
                  <a:pt x="42550" y="3111"/>
                  <a:pt x="41667" y="2872"/>
                  <a:pt x="40600" y="2872"/>
                </a:cubicBezTo>
                <a:cubicBezTo>
                  <a:pt x="38243" y="2872"/>
                  <a:pt x="34983" y="4038"/>
                  <a:pt x="33714" y="5335"/>
                </a:cubicBezTo>
                <a:cubicBezTo>
                  <a:pt x="33683" y="5335"/>
                  <a:pt x="32166" y="0"/>
                  <a:pt x="248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38"/>
          <p:cNvSpPr/>
          <p:nvPr/>
        </p:nvSpPr>
        <p:spPr>
          <a:xfrm flipH="1">
            <a:off x="1645846" y="3677461"/>
            <a:ext cx="190865" cy="672465"/>
          </a:xfrm>
          <a:custGeom>
            <a:avLst/>
            <a:gdLst/>
            <a:ahLst/>
            <a:cxnLst/>
            <a:rect l="l" t="t" r="r" b="b"/>
            <a:pathLst>
              <a:path w="4279" h="15076" extrusionOk="0">
                <a:moveTo>
                  <a:pt x="0" y="1"/>
                </a:moveTo>
                <a:lnTo>
                  <a:pt x="0" y="15075"/>
                </a:lnTo>
                <a:lnTo>
                  <a:pt x="4279" y="15075"/>
                </a:lnTo>
                <a:lnTo>
                  <a:pt x="4279" y="1"/>
                </a:lnTo>
                <a:close/>
              </a:path>
            </a:pathLst>
          </a:custGeom>
          <a:solidFill>
            <a:srgbClr val="82A6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38"/>
          <p:cNvSpPr/>
          <p:nvPr/>
        </p:nvSpPr>
        <p:spPr>
          <a:xfrm flipH="1">
            <a:off x="826352" y="1810897"/>
            <a:ext cx="1829831" cy="2127123"/>
          </a:xfrm>
          <a:custGeom>
            <a:avLst/>
            <a:gdLst/>
            <a:ahLst/>
            <a:cxnLst/>
            <a:rect l="l" t="t" r="r" b="b"/>
            <a:pathLst>
              <a:path w="41023" h="47688" extrusionOk="0">
                <a:moveTo>
                  <a:pt x="20256" y="1"/>
                </a:moveTo>
                <a:cubicBezTo>
                  <a:pt x="20256" y="14565"/>
                  <a:pt x="10953" y="21945"/>
                  <a:pt x="4318" y="23162"/>
                </a:cubicBezTo>
                <a:cubicBezTo>
                  <a:pt x="5031" y="23381"/>
                  <a:pt x="5755" y="23474"/>
                  <a:pt x="6470" y="23474"/>
                </a:cubicBezTo>
                <a:cubicBezTo>
                  <a:pt x="10361" y="23474"/>
                  <a:pt x="13975" y="20728"/>
                  <a:pt x="13975" y="20728"/>
                </a:cubicBezTo>
                <a:lnTo>
                  <a:pt x="13975" y="20767"/>
                </a:lnTo>
                <a:cubicBezTo>
                  <a:pt x="11541" y="23947"/>
                  <a:pt x="7969" y="26106"/>
                  <a:pt x="4004" y="26773"/>
                </a:cubicBezTo>
                <a:cubicBezTo>
                  <a:pt x="4004" y="26773"/>
                  <a:pt x="5296" y="27533"/>
                  <a:pt x="7655" y="27533"/>
                </a:cubicBezTo>
                <a:cubicBezTo>
                  <a:pt x="8687" y="27533"/>
                  <a:pt x="9923" y="27388"/>
                  <a:pt x="11345" y="26970"/>
                </a:cubicBezTo>
                <a:lnTo>
                  <a:pt x="11345" y="26970"/>
                </a:lnTo>
                <a:cubicBezTo>
                  <a:pt x="8990" y="30424"/>
                  <a:pt x="5771" y="33172"/>
                  <a:pt x="2002" y="34939"/>
                </a:cubicBezTo>
                <a:cubicBezTo>
                  <a:pt x="2039" y="34976"/>
                  <a:pt x="2174" y="34993"/>
                  <a:pt x="2385" y="34993"/>
                </a:cubicBezTo>
                <a:cubicBezTo>
                  <a:pt x="3752" y="34993"/>
                  <a:pt x="8324" y="34279"/>
                  <a:pt x="10364" y="33565"/>
                </a:cubicBezTo>
                <a:lnTo>
                  <a:pt x="10364" y="33565"/>
                </a:lnTo>
                <a:cubicBezTo>
                  <a:pt x="8951" y="36548"/>
                  <a:pt x="5457" y="41691"/>
                  <a:pt x="0" y="42397"/>
                </a:cubicBezTo>
                <a:cubicBezTo>
                  <a:pt x="0" y="42397"/>
                  <a:pt x="1522" y="42702"/>
                  <a:pt x="3640" y="42702"/>
                </a:cubicBezTo>
                <a:cubicBezTo>
                  <a:pt x="5823" y="42702"/>
                  <a:pt x="8639" y="42378"/>
                  <a:pt x="11070" y="41063"/>
                </a:cubicBezTo>
                <a:lnTo>
                  <a:pt x="11070" y="41063"/>
                </a:lnTo>
                <a:cubicBezTo>
                  <a:pt x="10756" y="41887"/>
                  <a:pt x="7537" y="46598"/>
                  <a:pt x="4358" y="47540"/>
                </a:cubicBezTo>
                <a:cubicBezTo>
                  <a:pt x="5334" y="47593"/>
                  <a:pt x="6250" y="47618"/>
                  <a:pt x="7111" y="47618"/>
                </a:cubicBezTo>
                <a:cubicBezTo>
                  <a:pt x="18993" y="47618"/>
                  <a:pt x="20256" y="42908"/>
                  <a:pt x="20256" y="42908"/>
                </a:cubicBezTo>
                <a:cubicBezTo>
                  <a:pt x="20256" y="42908"/>
                  <a:pt x="21083" y="47688"/>
                  <a:pt x="34325" y="47688"/>
                </a:cubicBezTo>
                <a:cubicBezTo>
                  <a:pt x="34923" y="47688"/>
                  <a:pt x="35545" y="47678"/>
                  <a:pt x="36194" y="47658"/>
                </a:cubicBezTo>
                <a:cubicBezTo>
                  <a:pt x="36194" y="47658"/>
                  <a:pt x="29089" y="43732"/>
                  <a:pt x="29089" y="41377"/>
                </a:cubicBezTo>
                <a:lnTo>
                  <a:pt x="29089" y="41377"/>
                </a:lnTo>
                <a:cubicBezTo>
                  <a:pt x="31633" y="42944"/>
                  <a:pt x="34419" y="43359"/>
                  <a:pt x="36660" y="43359"/>
                </a:cubicBezTo>
                <a:cubicBezTo>
                  <a:pt x="39190" y="43359"/>
                  <a:pt x="41023" y="42829"/>
                  <a:pt x="41023" y="42829"/>
                </a:cubicBezTo>
                <a:cubicBezTo>
                  <a:pt x="35566" y="42123"/>
                  <a:pt x="31601" y="36666"/>
                  <a:pt x="30149" y="33643"/>
                </a:cubicBezTo>
                <a:lnTo>
                  <a:pt x="30149" y="33643"/>
                </a:lnTo>
                <a:cubicBezTo>
                  <a:pt x="31989" y="34277"/>
                  <a:pt x="35963" y="35351"/>
                  <a:pt x="37704" y="35351"/>
                </a:cubicBezTo>
                <a:cubicBezTo>
                  <a:pt x="38228" y="35351"/>
                  <a:pt x="38550" y="35254"/>
                  <a:pt x="38550" y="35017"/>
                </a:cubicBezTo>
                <a:cubicBezTo>
                  <a:pt x="33407" y="32269"/>
                  <a:pt x="30463" y="29286"/>
                  <a:pt x="28814" y="26734"/>
                </a:cubicBezTo>
                <a:lnTo>
                  <a:pt x="28814" y="26734"/>
                </a:lnTo>
                <a:cubicBezTo>
                  <a:pt x="30502" y="27310"/>
                  <a:pt x="31955" y="27502"/>
                  <a:pt x="33141" y="27502"/>
                </a:cubicBezTo>
                <a:cubicBezTo>
                  <a:pt x="35514" y="27502"/>
                  <a:pt x="36822" y="26734"/>
                  <a:pt x="36822" y="26734"/>
                </a:cubicBezTo>
                <a:cubicBezTo>
                  <a:pt x="33407" y="26145"/>
                  <a:pt x="30227" y="24457"/>
                  <a:pt x="27833" y="21906"/>
                </a:cubicBezTo>
                <a:lnTo>
                  <a:pt x="27833" y="21906"/>
                </a:lnTo>
                <a:cubicBezTo>
                  <a:pt x="29824" y="23308"/>
                  <a:pt x="31952" y="23669"/>
                  <a:pt x="33564" y="23669"/>
                </a:cubicBezTo>
                <a:cubicBezTo>
                  <a:pt x="35066" y="23669"/>
                  <a:pt x="36119" y="23355"/>
                  <a:pt x="36194" y="23280"/>
                </a:cubicBezTo>
                <a:cubicBezTo>
                  <a:pt x="31837" y="23280"/>
                  <a:pt x="20256" y="14643"/>
                  <a:pt x="20256" y="118"/>
                </a:cubicBezTo>
                <a:lnTo>
                  <a:pt x="202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38"/>
          <p:cNvSpPr/>
          <p:nvPr/>
        </p:nvSpPr>
        <p:spPr>
          <a:xfrm flipH="1">
            <a:off x="628848" y="3481380"/>
            <a:ext cx="168161" cy="866809"/>
          </a:xfrm>
          <a:custGeom>
            <a:avLst/>
            <a:gdLst/>
            <a:ahLst/>
            <a:cxnLst/>
            <a:rect l="l" t="t" r="r" b="b"/>
            <a:pathLst>
              <a:path w="3770" h="19433" extrusionOk="0">
                <a:moveTo>
                  <a:pt x="1" y="0"/>
                </a:moveTo>
                <a:lnTo>
                  <a:pt x="1" y="19432"/>
                </a:lnTo>
                <a:lnTo>
                  <a:pt x="3769" y="19432"/>
                </a:lnTo>
                <a:lnTo>
                  <a:pt x="3769" y="0"/>
                </a:lnTo>
                <a:close/>
              </a:path>
            </a:pathLst>
          </a:custGeom>
          <a:solidFill>
            <a:srgbClr val="9ABC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38"/>
          <p:cNvSpPr/>
          <p:nvPr/>
        </p:nvSpPr>
        <p:spPr>
          <a:xfrm flipH="1">
            <a:off x="-62806" y="1527257"/>
            <a:ext cx="1549712" cy="2045228"/>
          </a:xfrm>
          <a:custGeom>
            <a:avLst/>
            <a:gdLst/>
            <a:ahLst/>
            <a:cxnLst/>
            <a:rect l="l" t="t" r="r" b="b"/>
            <a:pathLst>
              <a:path w="34743" h="45852" extrusionOk="0">
                <a:moveTo>
                  <a:pt x="17352" y="0"/>
                </a:moveTo>
                <a:cubicBezTo>
                  <a:pt x="11189" y="0"/>
                  <a:pt x="6164" y="3258"/>
                  <a:pt x="6164" y="7223"/>
                </a:cubicBezTo>
                <a:cubicBezTo>
                  <a:pt x="6164" y="7616"/>
                  <a:pt x="6242" y="8008"/>
                  <a:pt x="6321" y="8362"/>
                </a:cubicBezTo>
                <a:cubicBezTo>
                  <a:pt x="4240" y="9422"/>
                  <a:pt x="2906" y="11031"/>
                  <a:pt x="2906" y="12876"/>
                </a:cubicBezTo>
                <a:cubicBezTo>
                  <a:pt x="2906" y="14250"/>
                  <a:pt x="3691" y="15546"/>
                  <a:pt x="5026" y="16527"/>
                </a:cubicBezTo>
                <a:cubicBezTo>
                  <a:pt x="2906" y="17587"/>
                  <a:pt x="1532" y="19196"/>
                  <a:pt x="1532" y="21042"/>
                </a:cubicBezTo>
                <a:cubicBezTo>
                  <a:pt x="1532" y="22690"/>
                  <a:pt x="2631" y="24143"/>
                  <a:pt x="4319" y="25163"/>
                </a:cubicBezTo>
                <a:cubicBezTo>
                  <a:pt x="2474" y="26223"/>
                  <a:pt x="1335" y="27715"/>
                  <a:pt x="1335" y="29403"/>
                </a:cubicBezTo>
                <a:cubicBezTo>
                  <a:pt x="1335" y="30816"/>
                  <a:pt x="2121" y="32112"/>
                  <a:pt x="3455" y="33093"/>
                </a:cubicBezTo>
                <a:cubicBezTo>
                  <a:pt x="1335" y="34153"/>
                  <a:pt x="1" y="35763"/>
                  <a:pt x="1" y="37608"/>
                </a:cubicBezTo>
                <a:cubicBezTo>
                  <a:pt x="1" y="40709"/>
                  <a:pt x="3926" y="43261"/>
                  <a:pt x="8755" y="43261"/>
                </a:cubicBezTo>
                <a:cubicBezTo>
                  <a:pt x="9030" y="43261"/>
                  <a:pt x="9344" y="43261"/>
                  <a:pt x="9619" y="43221"/>
                </a:cubicBezTo>
                <a:cubicBezTo>
                  <a:pt x="11032" y="44792"/>
                  <a:pt x="13976" y="45851"/>
                  <a:pt x="17352" y="45851"/>
                </a:cubicBezTo>
                <a:cubicBezTo>
                  <a:pt x="20728" y="45851"/>
                  <a:pt x="23672" y="44792"/>
                  <a:pt x="25085" y="43221"/>
                </a:cubicBezTo>
                <a:cubicBezTo>
                  <a:pt x="25399" y="43221"/>
                  <a:pt x="25674" y="43261"/>
                  <a:pt x="25949" y="43261"/>
                </a:cubicBezTo>
                <a:cubicBezTo>
                  <a:pt x="30817" y="43261"/>
                  <a:pt x="34742" y="40709"/>
                  <a:pt x="34742" y="37608"/>
                </a:cubicBezTo>
                <a:cubicBezTo>
                  <a:pt x="34742" y="35763"/>
                  <a:pt x="33368" y="34153"/>
                  <a:pt x="31249" y="33093"/>
                </a:cubicBezTo>
                <a:cubicBezTo>
                  <a:pt x="32583" y="32112"/>
                  <a:pt x="33368" y="30816"/>
                  <a:pt x="33368" y="29403"/>
                </a:cubicBezTo>
                <a:cubicBezTo>
                  <a:pt x="33368" y="27715"/>
                  <a:pt x="32230" y="26184"/>
                  <a:pt x="30385" y="25163"/>
                </a:cubicBezTo>
                <a:cubicBezTo>
                  <a:pt x="32112" y="24143"/>
                  <a:pt x="33172" y="22651"/>
                  <a:pt x="33172" y="21042"/>
                </a:cubicBezTo>
                <a:cubicBezTo>
                  <a:pt x="33172" y="19196"/>
                  <a:pt x="31798" y="17587"/>
                  <a:pt x="29678" y="16527"/>
                </a:cubicBezTo>
                <a:cubicBezTo>
                  <a:pt x="31013" y="15546"/>
                  <a:pt x="31838" y="14250"/>
                  <a:pt x="31838" y="12837"/>
                </a:cubicBezTo>
                <a:cubicBezTo>
                  <a:pt x="31838" y="11031"/>
                  <a:pt x="30464" y="9422"/>
                  <a:pt x="28383" y="8362"/>
                </a:cubicBezTo>
                <a:cubicBezTo>
                  <a:pt x="28501" y="8008"/>
                  <a:pt x="28540" y="7616"/>
                  <a:pt x="28540" y="7223"/>
                </a:cubicBezTo>
                <a:cubicBezTo>
                  <a:pt x="28540" y="3219"/>
                  <a:pt x="23515" y="0"/>
                  <a:pt x="173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38"/>
          <p:cNvSpPr/>
          <p:nvPr/>
        </p:nvSpPr>
        <p:spPr>
          <a:xfrm flipH="1">
            <a:off x="5194325" y="2070183"/>
            <a:ext cx="2050313" cy="2278022"/>
          </a:xfrm>
          <a:custGeom>
            <a:avLst/>
            <a:gdLst/>
            <a:ahLst/>
            <a:cxnLst/>
            <a:rect l="l" t="t" r="r" b="b"/>
            <a:pathLst>
              <a:path w="45966" h="51071" extrusionOk="0">
                <a:moveTo>
                  <a:pt x="21184" y="0"/>
                </a:moveTo>
                <a:cubicBezTo>
                  <a:pt x="19510" y="0"/>
                  <a:pt x="17477" y="332"/>
                  <a:pt x="15015" y="1175"/>
                </a:cubicBezTo>
                <a:cubicBezTo>
                  <a:pt x="7321" y="3805"/>
                  <a:pt x="5319" y="9772"/>
                  <a:pt x="10854" y="10361"/>
                </a:cubicBezTo>
                <a:cubicBezTo>
                  <a:pt x="10854" y="10361"/>
                  <a:pt x="2178" y="11343"/>
                  <a:pt x="2178" y="17074"/>
                </a:cubicBezTo>
                <a:cubicBezTo>
                  <a:pt x="2178" y="19911"/>
                  <a:pt x="4038" y="20632"/>
                  <a:pt x="5929" y="20632"/>
                </a:cubicBezTo>
                <a:cubicBezTo>
                  <a:pt x="7411" y="20632"/>
                  <a:pt x="8913" y="20189"/>
                  <a:pt x="9552" y="19975"/>
                </a:cubicBezTo>
                <a:lnTo>
                  <a:pt x="9552" y="19975"/>
                </a:lnTo>
                <a:cubicBezTo>
                  <a:pt x="7841" y="20609"/>
                  <a:pt x="0" y="23887"/>
                  <a:pt x="4141" y="29361"/>
                </a:cubicBezTo>
                <a:cubicBezTo>
                  <a:pt x="4141" y="29361"/>
                  <a:pt x="6135" y="30944"/>
                  <a:pt x="8606" y="30944"/>
                </a:cubicBezTo>
                <a:cubicBezTo>
                  <a:pt x="10026" y="30944"/>
                  <a:pt x="11605" y="30421"/>
                  <a:pt x="13052" y="28772"/>
                </a:cubicBezTo>
                <a:lnTo>
                  <a:pt x="13052" y="28772"/>
                </a:lnTo>
                <a:cubicBezTo>
                  <a:pt x="13051" y="28773"/>
                  <a:pt x="10383" y="32109"/>
                  <a:pt x="13327" y="33483"/>
                </a:cubicBezTo>
                <a:cubicBezTo>
                  <a:pt x="13783" y="33699"/>
                  <a:pt x="14228" y="33788"/>
                  <a:pt x="14662" y="33788"/>
                </a:cubicBezTo>
                <a:cubicBezTo>
                  <a:pt x="16633" y="33788"/>
                  <a:pt x="18378" y="31962"/>
                  <a:pt x="19895" y="31962"/>
                </a:cubicBezTo>
                <a:cubicBezTo>
                  <a:pt x="20229" y="31962"/>
                  <a:pt x="20552" y="32050"/>
                  <a:pt x="20864" y="32266"/>
                </a:cubicBezTo>
                <a:cubicBezTo>
                  <a:pt x="20864" y="32266"/>
                  <a:pt x="24790" y="37056"/>
                  <a:pt x="22434" y="51070"/>
                </a:cubicBezTo>
                <a:lnTo>
                  <a:pt x="26792" y="51070"/>
                </a:lnTo>
                <a:cubicBezTo>
                  <a:pt x="26792" y="51070"/>
                  <a:pt x="23219" y="34936"/>
                  <a:pt x="28833" y="31442"/>
                </a:cubicBezTo>
                <a:cubicBezTo>
                  <a:pt x="28833" y="31442"/>
                  <a:pt x="29313" y="31162"/>
                  <a:pt x="30020" y="31162"/>
                </a:cubicBezTo>
                <a:cubicBezTo>
                  <a:pt x="30714" y="31162"/>
                  <a:pt x="31628" y="31432"/>
                  <a:pt x="32523" y="32502"/>
                </a:cubicBezTo>
                <a:cubicBezTo>
                  <a:pt x="33003" y="33099"/>
                  <a:pt x="33849" y="33381"/>
                  <a:pt x="34822" y="33381"/>
                </a:cubicBezTo>
                <a:cubicBezTo>
                  <a:pt x="37428" y="33381"/>
                  <a:pt x="40949" y="31361"/>
                  <a:pt x="40806" y="27987"/>
                </a:cubicBezTo>
                <a:cubicBezTo>
                  <a:pt x="40695" y="25353"/>
                  <a:pt x="39548" y="24778"/>
                  <a:pt x="38569" y="24778"/>
                </a:cubicBezTo>
                <a:cubicBezTo>
                  <a:pt x="38510" y="24778"/>
                  <a:pt x="38451" y="24780"/>
                  <a:pt x="38393" y="24784"/>
                </a:cubicBezTo>
                <a:lnTo>
                  <a:pt x="38393" y="24784"/>
                </a:lnTo>
                <a:cubicBezTo>
                  <a:pt x="40825" y="24010"/>
                  <a:pt x="45965" y="21767"/>
                  <a:pt x="45635" y="16721"/>
                </a:cubicBezTo>
                <a:cubicBezTo>
                  <a:pt x="45437" y="13374"/>
                  <a:pt x="43230" y="12545"/>
                  <a:pt x="41093" y="12545"/>
                </a:cubicBezTo>
                <a:cubicBezTo>
                  <a:pt x="38993" y="12545"/>
                  <a:pt x="36959" y="13345"/>
                  <a:pt x="36959" y="13345"/>
                </a:cubicBezTo>
                <a:cubicBezTo>
                  <a:pt x="36959" y="13345"/>
                  <a:pt x="43868" y="10283"/>
                  <a:pt x="40924" y="7417"/>
                </a:cubicBezTo>
                <a:cubicBezTo>
                  <a:pt x="40028" y="6556"/>
                  <a:pt x="39071" y="6255"/>
                  <a:pt x="38171" y="6255"/>
                </a:cubicBezTo>
                <a:cubicBezTo>
                  <a:pt x="36095" y="6255"/>
                  <a:pt x="34322" y="7859"/>
                  <a:pt x="34290" y="7888"/>
                </a:cubicBezTo>
                <a:lnTo>
                  <a:pt x="34290" y="7888"/>
                </a:lnTo>
                <a:cubicBezTo>
                  <a:pt x="34334" y="7848"/>
                  <a:pt x="37737" y="4737"/>
                  <a:pt x="36566" y="3138"/>
                </a:cubicBezTo>
                <a:cubicBezTo>
                  <a:pt x="36200" y="2649"/>
                  <a:pt x="35449" y="2446"/>
                  <a:pt x="34541" y="2446"/>
                </a:cubicBezTo>
                <a:cubicBezTo>
                  <a:pt x="32530" y="2446"/>
                  <a:pt x="29746" y="3443"/>
                  <a:pt x="28637" y="4551"/>
                </a:cubicBezTo>
                <a:lnTo>
                  <a:pt x="28637" y="4551"/>
                </a:lnTo>
                <a:cubicBezTo>
                  <a:pt x="28654" y="4504"/>
                  <a:pt x="27352" y="0"/>
                  <a:pt x="21184" y="0"/>
                </a:cubicBezTo>
                <a:close/>
              </a:path>
            </a:pathLst>
          </a:custGeom>
          <a:solidFill>
            <a:srgbClr val="9ABC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38"/>
          <p:cNvSpPr/>
          <p:nvPr/>
        </p:nvSpPr>
        <p:spPr>
          <a:xfrm>
            <a:off x="-14736" y="4426906"/>
            <a:ext cx="9322246" cy="70076"/>
          </a:xfrm>
          <a:custGeom>
            <a:avLst/>
            <a:gdLst/>
            <a:ahLst/>
            <a:cxnLst/>
            <a:rect l="l" t="t" r="r" b="b"/>
            <a:pathLst>
              <a:path w="209001" h="1571" extrusionOk="0">
                <a:moveTo>
                  <a:pt x="0" y="1"/>
                </a:moveTo>
                <a:lnTo>
                  <a:pt x="209000" y="1"/>
                </a:lnTo>
                <a:lnTo>
                  <a:pt x="209000" y="1571"/>
                </a:lnTo>
                <a:lnTo>
                  <a:pt x="0" y="157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38"/>
          <p:cNvSpPr/>
          <p:nvPr/>
        </p:nvSpPr>
        <p:spPr>
          <a:xfrm>
            <a:off x="-14736" y="4820514"/>
            <a:ext cx="9322246" cy="45"/>
          </a:xfrm>
          <a:custGeom>
            <a:avLst/>
            <a:gdLst/>
            <a:ahLst/>
            <a:cxnLst/>
            <a:rect l="l" t="t" r="r" b="b"/>
            <a:pathLst>
              <a:path w="209001" h="1" fill="none" extrusionOk="0">
                <a:moveTo>
                  <a:pt x="0" y="1"/>
                </a:moveTo>
                <a:lnTo>
                  <a:pt x="209000" y="1"/>
                </a:lnTo>
              </a:path>
            </a:pathLst>
          </a:custGeom>
          <a:noFill/>
          <a:ln w="43175" cap="rnd" cmpd="sng">
            <a:solidFill>
              <a:srgbClr val="FFFFFF"/>
            </a:solidFill>
            <a:prstDash val="solid"/>
            <a:miter lim="3925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4" name="Google Shape;1134;p38"/>
          <p:cNvGrpSpPr/>
          <p:nvPr/>
        </p:nvGrpSpPr>
        <p:grpSpPr>
          <a:xfrm>
            <a:off x="7006956" y="2285034"/>
            <a:ext cx="1361025" cy="2371915"/>
            <a:chOff x="6282452" y="1236847"/>
            <a:chExt cx="1533549" cy="2672881"/>
          </a:xfrm>
        </p:grpSpPr>
        <p:grpSp>
          <p:nvGrpSpPr>
            <p:cNvPr id="1135" name="Google Shape;1135;p38"/>
            <p:cNvGrpSpPr/>
            <p:nvPr/>
          </p:nvGrpSpPr>
          <p:grpSpPr>
            <a:xfrm>
              <a:off x="6282452" y="1236847"/>
              <a:ext cx="1533549" cy="2672881"/>
              <a:chOff x="12645075" y="2835438"/>
              <a:chExt cx="725700" cy="1264850"/>
            </a:xfrm>
          </p:grpSpPr>
          <p:sp>
            <p:nvSpPr>
              <p:cNvPr id="1136" name="Google Shape;1136;p38"/>
              <p:cNvSpPr/>
              <p:nvPr/>
            </p:nvSpPr>
            <p:spPr>
              <a:xfrm>
                <a:off x="12664825" y="3367913"/>
                <a:ext cx="25" cy="25"/>
              </a:xfrm>
              <a:custGeom>
                <a:avLst/>
                <a:gdLst/>
                <a:ahLst/>
                <a:cxnLst/>
                <a:rect l="l" t="t" r="r" b="b"/>
                <a:pathLst>
                  <a:path w="1" h="1" extrusionOk="0">
                    <a:moveTo>
                      <a:pt x="0" y="1"/>
                    </a:moveTo>
                    <a:lnTo>
                      <a:pt x="0" y="1"/>
                    </a:lnTo>
                    <a:close/>
                  </a:path>
                </a:pathLst>
              </a:custGeom>
              <a:solidFill>
                <a:srgbClr val="3A16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38"/>
              <p:cNvSpPr/>
              <p:nvPr/>
            </p:nvSpPr>
            <p:spPr>
              <a:xfrm>
                <a:off x="12722400" y="3335213"/>
                <a:ext cx="617100" cy="430125"/>
              </a:xfrm>
              <a:custGeom>
                <a:avLst/>
                <a:gdLst/>
                <a:ahLst/>
                <a:cxnLst/>
                <a:rect l="l" t="t" r="r" b="b"/>
                <a:pathLst>
                  <a:path w="24684" h="17205" extrusionOk="0">
                    <a:moveTo>
                      <a:pt x="1877" y="1"/>
                    </a:moveTo>
                    <a:lnTo>
                      <a:pt x="1" y="1423"/>
                    </a:lnTo>
                    <a:lnTo>
                      <a:pt x="2702" y="5517"/>
                    </a:lnTo>
                    <a:cubicBezTo>
                      <a:pt x="2987" y="5972"/>
                      <a:pt x="3385" y="6314"/>
                      <a:pt x="3840" y="6541"/>
                    </a:cubicBezTo>
                    <a:lnTo>
                      <a:pt x="8048" y="8674"/>
                    </a:lnTo>
                    <a:cubicBezTo>
                      <a:pt x="7906" y="10124"/>
                      <a:pt x="7792" y="11518"/>
                      <a:pt x="7821" y="12314"/>
                    </a:cubicBezTo>
                    <a:cubicBezTo>
                      <a:pt x="7906" y="13935"/>
                      <a:pt x="8105" y="15584"/>
                      <a:pt x="8418" y="17205"/>
                    </a:cubicBezTo>
                    <a:lnTo>
                      <a:pt x="20503" y="17205"/>
                    </a:lnTo>
                    <a:cubicBezTo>
                      <a:pt x="20816" y="15584"/>
                      <a:pt x="21015" y="13935"/>
                      <a:pt x="21101" y="12314"/>
                    </a:cubicBezTo>
                    <a:cubicBezTo>
                      <a:pt x="21101" y="11944"/>
                      <a:pt x="21101" y="11432"/>
                      <a:pt x="21072" y="10892"/>
                    </a:cubicBezTo>
                    <a:lnTo>
                      <a:pt x="21072" y="10892"/>
                    </a:lnTo>
                    <a:cubicBezTo>
                      <a:pt x="21584" y="12399"/>
                      <a:pt x="21897" y="13963"/>
                      <a:pt x="22039" y="15527"/>
                    </a:cubicBezTo>
                    <a:lnTo>
                      <a:pt x="24172" y="15186"/>
                    </a:lnTo>
                    <a:cubicBezTo>
                      <a:pt x="24172" y="15186"/>
                      <a:pt x="24684" y="13935"/>
                      <a:pt x="23774" y="10067"/>
                    </a:cubicBezTo>
                    <a:cubicBezTo>
                      <a:pt x="22864" y="6257"/>
                      <a:pt x="20390" y="4636"/>
                      <a:pt x="20390" y="4636"/>
                    </a:cubicBezTo>
                    <a:lnTo>
                      <a:pt x="20361" y="4664"/>
                    </a:lnTo>
                    <a:lnTo>
                      <a:pt x="20361" y="4636"/>
                    </a:lnTo>
                    <a:cubicBezTo>
                      <a:pt x="19707" y="3726"/>
                      <a:pt x="17575" y="3043"/>
                      <a:pt x="17120" y="2958"/>
                    </a:cubicBezTo>
                    <a:lnTo>
                      <a:pt x="11830" y="2958"/>
                    </a:lnTo>
                    <a:cubicBezTo>
                      <a:pt x="11375" y="3043"/>
                      <a:pt x="9584" y="3271"/>
                      <a:pt x="8589" y="3897"/>
                    </a:cubicBezTo>
                    <a:lnTo>
                      <a:pt x="5574" y="3527"/>
                    </a:lnTo>
                    <a:cubicBezTo>
                      <a:pt x="4721" y="3442"/>
                      <a:pt x="3953" y="2958"/>
                      <a:pt x="3441" y="2247"/>
                    </a:cubicBezTo>
                    <a:lnTo>
                      <a:pt x="18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38"/>
              <p:cNvSpPr/>
              <p:nvPr/>
            </p:nvSpPr>
            <p:spPr>
              <a:xfrm>
                <a:off x="13045875" y="3352288"/>
                <a:ext cx="76800" cy="90300"/>
              </a:xfrm>
              <a:custGeom>
                <a:avLst/>
                <a:gdLst/>
                <a:ahLst/>
                <a:cxnLst/>
                <a:rect l="l" t="t" r="r" b="b"/>
                <a:pathLst>
                  <a:path w="3072" h="3612" extrusionOk="0">
                    <a:moveTo>
                      <a:pt x="1536" y="0"/>
                    </a:moveTo>
                    <a:lnTo>
                      <a:pt x="0" y="398"/>
                    </a:lnTo>
                    <a:lnTo>
                      <a:pt x="0" y="1507"/>
                    </a:lnTo>
                    <a:lnTo>
                      <a:pt x="1536" y="3612"/>
                    </a:lnTo>
                    <a:lnTo>
                      <a:pt x="3072" y="1507"/>
                    </a:lnTo>
                    <a:lnTo>
                      <a:pt x="3072" y="398"/>
                    </a:lnTo>
                    <a:lnTo>
                      <a:pt x="1536" y="0"/>
                    </a:lnTo>
                    <a:close/>
                  </a:path>
                </a:pathLst>
              </a:custGeom>
              <a:solidFill>
                <a:srgbClr val="FFC2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38"/>
              <p:cNvSpPr/>
              <p:nvPr/>
            </p:nvSpPr>
            <p:spPr>
              <a:xfrm>
                <a:off x="12812675" y="3197938"/>
                <a:ext cx="101000" cy="79800"/>
              </a:xfrm>
              <a:custGeom>
                <a:avLst/>
                <a:gdLst/>
                <a:ahLst/>
                <a:cxnLst/>
                <a:rect l="l" t="t" r="r" b="b"/>
                <a:pathLst>
                  <a:path w="4040" h="3192" extrusionOk="0">
                    <a:moveTo>
                      <a:pt x="1287" y="0"/>
                    </a:moveTo>
                    <a:cubicBezTo>
                      <a:pt x="892" y="0"/>
                      <a:pt x="370" y="192"/>
                      <a:pt x="200" y="1141"/>
                    </a:cubicBezTo>
                    <a:cubicBezTo>
                      <a:pt x="1" y="2382"/>
                      <a:pt x="1322" y="3192"/>
                      <a:pt x="2345" y="3192"/>
                    </a:cubicBezTo>
                    <a:cubicBezTo>
                      <a:pt x="2635" y="3192"/>
                      <a:pt x="2900" y="3127"/>
                      <a:pt x="3101" y="2989"/>
                    </a:cubicBezTo>
                    <a:cubicBezTo>
                      <a:pt x="4039" y="2335"/>
                      <a:pt x="2532" y="117"/>
                      <a:pt x="1764" y="89"/>
                    </a:cubicBezTo>
                    <a:cubicBezTo>
                      <a:pt x="1764" y="89"/>
                      <a:pt x="1555" y="0"/>
                      <a:pt x="1287" y="0"/>
                    </a:cubicBezTo>
                    <a:close/>
                  </a:path>
                </a:pathLst>
              </a:custGeom>
              <a:solidFill>
                <a:srgbClr val="FFC2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38"/>
              <p:cNvSpPr/>
              <p:nvPr/>
            </p:nvSpPr>
            <p:spPr>
              <a:xfrm>
                <a:off x="13254875" y="3197938"/>
                <a:ext cx="101000" cy="79800"/>
              </a:xfrm>
              <a:custGeom>
                <a:avLst/>
                <a:gdLst/>
                <a:ahLst/>
                <a:cxnLst/>
                <a:rect l="l" t="t" r="r" b="b"/>
                <a:pathLst>
                  <a:path w="4040" h="3192" extrusionOk="0">
                    <a:moveTo>
                      <a:pt x="2761" y="0"/>
                    </a:moveTo>
                    <a:cubicBezTo>
                      <a:pt x="2489" y="0"/>
                      <a:pt x="2276" y="89"/>
                      <a:pt x="2276" y="89"/>
                    </a:cubicBezTo>
                    <a:cubicBezTo>
                      <a:pt x="1479" y="117"/>
                      <a:pt x="1" y="2335"/>
                      <a:pt x="939" y="2989"/>
                    </a:cubicBezTo>
                    <a:cubicBezTo>
                      <a:pt x="1140" y="3127"/>
                      <a:pt x="1405" y="3192"/>
                      <a:pt x="1694" y="3192"/>
                    </a:cubicBezTo>
                    <a:cubicBezTo>
                      <a:pt x="2718" y="3192"/>
                      <a:pt x="4039" y="2382"/>
                      <a:pt x="3840" y="1141"/>
                    </a:cubicBezTo>
                    <a:cubicBezTo>
                      <a:pt x="3687" y="192"/>
                      <a:pt x="3161" y="0"/>
                      <a:pt x="2761" y="0"/>
                    </a:cubicBezTo>
                    <a:close/>
                  </a:path>
                </a:pathLst>
              </a:custGeom>
              <a:solidFill>
                <a:srgbClr val="FFC2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38"/>
              <p:cNvSpPr/>
              <p:nvPr/>
            </p:nvSpPr>
            <p:spPr>
              <a:xfrm>
                <a:off x="13296825" y="3214363"/>
                <a:ext cx="34150" cy="51500"/>
              </a:xfrm>
              <a:custGeom>
                <a:avLst/>
                <a:gdLst/>
                <a:ahLst/>
                <a:cxnLst/>
                <a:rect l="l" t="t" r="r" b="b"/>
                <a:pathLst>
                  <a:path w="1366" h="2060" extrusionOk="0">
                    <a:moveTo>
                      <a:pt x="1195" y="1"/>
                    </a:moveTo>
                    <a:cubicBezTo>
                      <a:pt x="882" y="114"/>
                      <a:pt x="569" y="285"/>
                      <a:pt x="342" y="512"/>
                    </a:cubicBezTo>
                    <a:cubicBezTo>
                      <a:pt x="228" y="626"/>
                      <a:pt x="114" y="797"/>
                      <a:pt x="57" y="967"/>
                    </a:cubicBezTo>
                    <a:cubicBezTo>
                      <a:pt x="0" y="1138"/>
                      <a:pt x="0" y="1337"/>
                      <a:pt x="57" y="1536"/>
                    </a:cubicBezTo>
                    <a:cubicBezTo>
                      <a:pt x="86" y="1593"/>
                      <a:pt x="86" y="1621"/>
                      <a:pt x="114" y="1678"/>
                    </a:cubicBezTo>
                    <a:cubicBezTo>
                      <a:pt x="143" y="1707"/>
                      <a:pt x="171" y="1764"/>
                      <a:pt x="200" y="1792"/>
                    </a:cubicBezTo>
                    <a:cubicBezTo>
                      <a:pt x="256" y="1877"/>
                      <a:pt x="342" y="1963"/>
                      <a:pt x="427" y="2020"/>
                    </a:cubicBezTo>
                    <a:cubicBezTo>
                      <a:pt x="507" y="2040"/>
                      <a:pt x="588" y="2060"/>
                      <a:pt x="668" y="2060"/>
                    </a:cubicBezTo>
                    <a:cubicBezTo>
                      <a:pt x="702" y="2060"/>
                      <a:pt x="735" y="2056"/>
                      <a:pt x="768" y="2048"/>
                    </a:cubicBezTo>
                    <a:cubicBezTo>
                      <a:pt x="854" y="2020"/>
                      <a:pt x="967" y="1991"/>
                      <a:pt x="1024" y="1934"/>
                    </a:cubicBezTo>
                    <a:cubicBezTo>
                      <a:pt x="1195" y="1820"/>
                      <a:pt x="1309" y="1650"/>
                      <a:pt x="1337" y="1479"/>
                    </a:cubicBezTo>
                    <a:cubicBezTo>
                      <a:pt x="1365" y="1394"/>
                      <a:pt x="1365" y="1280"/>
                      <a:pt x="1309" y="1195"/>
                    </a:cubicBezTo>
                    <a:cubicBezTo>
                      <a:pt x="1280" y="1110"/>
                      <a:pt x="1195" y="1053"/>
                      <a:pt x="1110" y="1053"/>
                    </a:cubicBezTo>
                    <a:cubicBezTo>
                      <a:pt x="1166" y="1081"/>
                      <a:pt x="1223" y="1166"/>
                      <a:pt x="1223" y="1223"/>
                    </a:cubicBezTo>
                    <a:cubicBezTo>
                      <a:pt x="1223" y="1280"/>
                      <a:pt x="1195" y="1365"/>
                      <a:pt x="1166" y="1422"/>
                    </a:cubicBezTo>
                    <a:cubicBezTo>
                      <a:pt x="1110" y="1536"/>
                      <a:pt x="996" y="1621"/>
                      <a:pt x="882" y="1678"/>
                    </a:cubicBezTo>
                    <a:cubicBezTo>
                      <a:pt x="839" y="1707"/>
                      <a:pt x="790" y="1721"/>
                      <a:pt x="740" y="1721"/>
                    </a:cubicBezTo>
                    <a:cubicBezTo>
                      <a:pt x="690" y="1721"/>
                      <a:pt x="640" y="1707"/>
                      <a:pt x="598" y="1678"/>
                    </a:cubicBezTo>
                    <a:cubicBezTo>
                      <a:pt x="512" y="1621"/>
                      <a:pt x="455" y="1508"/>
                      <a:pt x="427" y="1422"/>
                    </a:cubicBezTo>
                    <a:cubicBezTo>
                      <a:pt x="342" y="1166"/>
                      <a:pt x="427" y="882"/>
                      <a:pt x="569" y="711"/>
                    </a:cubicBezTo>
                    <a:cubicBezTo>
                      <a:pt x="768" y="455"/>
                      <a:pt x="967" y="228"/>
                      <a:pt x="1195" y="1"/>
                    </a:cubicBezTo>
                    <a:close/>
                  </a:path>
                </a:pathLst>
              </a:custGeom>
              <a:solidFill>
                <a:srgbClr val="E890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38"/>
              <p:cNvSpPr/>
              <p:nvPr/>
            </p:nvSpPr>
            <p:spPr>
              <a:xfrm>
                <a:off x="12837575" y="3214363"/>
                <a:ext cx="34150" cy="51500"/>
              </a:xfrm>
              <a:custGeom>
                <a:avLst/>
                <a:gdLst/>
                <a:ahLst/>
                <a:cxnLst/>
                <a:rect l="l" t="t" r="r" b="b"/>
                <a:pathLst>
                  <a:path w="1366" h="2060" extrusionOk="0">
                    <a:moveTo>
                      <a:pt x="171" y="1"/>
                    </a:moveTo>
                    <a:cubicBezTo>
                      <a:pt x="399" y="228"/>
                      <a:pt x="598" y="455"/>
                      <a:pt x="768" y="711"/>
                    </a:cubicBezTo>
                    <a:cubicBezTo>
                      <a:pt x="939" y="882"/>
                      <a:pt x="996" y="1166"/>
                      <a:pt x="939" y="1422"/>
                    </a:cubicBezTo>
                    <a:cubicBezTo>
                      <a:pt x="910" y="1508"/>
                      <a:pt x="854" y="1621"/>
                      <a:pt x="768" y="1678"/>
                    </a:cubicBezTo>
                    <a:cubicBezTo>
                      <a:pt x="726" y="1707"/>
                      <a:pt x="676" y="1721"/>
                      <a:pt x="626" y="1721"/>
                    </a:cubicBezTo>
                    <a:cubicBezTo>
                      <a:pt x="576" y="1721"/>
                      <a:pt x="526" y="1707"/>
                      <a:pt x="484" y="1678"/>
                    </a:cubicBezTo>
                    <a:cubicBezTo>
                      <a:pt x="370" y="1621"/>
                      <a:pt x="256" y="1536"/>
                      <a:pt x="199" y="1422"/>
                    </a:cubicBezTo>
                    <a:cubicBezTo>
                      <a:pt x="171" y="1365"/>
                      <a:pt x="143" y="1280"/>
                      <a:pt x="143" y="1223"/>
                    </a:cubicBezTo>
                    <a:cubicBezTo>
                      <a:pt x="143" y="1166"/>
                      <a:pt x="199" y="1081"/>
                      <a:pt x="256" y="1053"/>
                    </a:cubicBezTo>
                    <a:cubicBezTo>
                      <a:pt x="143" y="1053"/>
                      <a:pt x="86" y="1110"/>
                      <a:pt x="29" y="1195"/>
                    </a:cubicBezTo>
                    <a:cubicBezTo>
                      <a:pt x="0" y="1280"/>
                      <a:pt x="0" y="1394"/>
                      <a:pt x="29" y="1479"/>
                    </a:cubicBezTo>
                    <a:cubicBezTo>
                      <a:pt x="57" y="1650"/>
                      <a:pt x="171" y="1820"/>
                      <a:pt x="313" y="1934"/>
                    </a:cubicBezTo>
                    <a:cubicBezTo>
                      <a:pt x="399" y="1991"/>
                      <a:pt x="484" y="2020"/>
                      <a:pt x="598" y="2048"/>
                    </a:cubicBezTo>
                    <a:cubicBezTo>
                      <a:pt x="631" y="2056"/>
                      <a:pt x="664" y="2060"/>
                      <a:pt x="698" y="2060"/>
                    </a:cubicBezTo>
                    <a:cubicBezTo>
                      <a:pt x="778" y="2060"/>
                      <a:pt x="858" y="2040"/>
                      <a:pt x="939" y="2020"/>
                    </a:cubicBezTo>
                    <a:cubicBezTo>
                      <a:pt x="1024" y="1963"/>
                      <a:pt x="1109" y="1877"/>
                      <a:pt x="1166" y="1792"/>
                    </a:cubicBezTo>
                    <a:cubicBezTo>
                      <a:pt x="1195" y="1764"/>
                      <a:pt x="1223" y="1707"/>
                      <a:pt x="1252" y="1678"/>
                    </a:cubicBezTo>
                    <a:lnTo>
                      <a:pt x="1308" y="1536"/>
                    </a:lnTo>
                    <a:cubicBezTo>
                      <a:pt x="1365" y="1337"/>
                      <a:pt x="1365" y="1138"/>
                      <a:pt x="1308" y="967"/>
                    </a:cubicBezTo>
                    <a:cubicBezTo>
                      <a:pt x="1223" y="797"/>
                      <a:pt x="1138" y="626"/>
                      <a:pt x="1024" y="512"/>
                    </a:cubicBezTo>
                    <a:cubicBezTo>
                      <a:pt x="768" y="285"/>
                      <a:pt x="484" y="114"/>
                      <a:pt x="171" y="1"/>
                    </a:cubicBezTo>
                    <a:close/>
                  </a:path>
                </a:pathLst>
              </a:custGeom>
              <a:solidFill>
                <a:srgbClr val="E890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38"/>
              <p:cNvSpPr/>
              <p:nvPr/>
            </p:nvSpPr>
            <p:spPr>
              <a:xfrm>
                <a:off x="12933550" y="3765313"/>
                <a:ext cx="301450" cy="258100"/>
              </a:xfrm>
              <a:custGeom>
                <a:avLst/>
                <a:gdLst/>
                <a:ahLst/>
                <a:cxnLst/>
                <a:rect l="l" t="t" r="r" b="b"/>
                <a:pathLst>
                  <a:path w="12058" h="10324" extrusionOk="0">
                    <a:moveTo>
                      <a:pt x="0" y="1"/>
                    </a:moveTo>
                    <a:lnTo>
                      <a:pt x="1820" y="10323"/>
                    </a:lnTo>
                    <a:lnTo>
                      <a:pt x="5346" y="10323"/>
                    </a:lnTo>
                    <a:lnTo>
                      <a:pt x="6029" y="2674"/>
                    </a:lnTo>
                    <a:lnTo>
                      <a:pt x="6711" y="10323"/>
                    </a:lnTo>
                    <a:lnTo>
                      <a:pt x="10238" y="10323"/>
                    </a:lnTo>
                    <a:lnTo>
                      <a:pt x="120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38"/>
              <p:cNvSpPr/>
              <p:nvPr/>
            </p:nvSpPr>
            <p:spPr>
              <a:xfrm>
                <a:off x="13259150" y="3714838"/>
                <a:ext cx="76800" cy="106425"/>
              </a:xfrm>
              <a:custGeom>
                <a:avLst/>
                <a:gdLst/>
                <a:ahLst/>
                <a:cxnLst/>
                <a:rect l="l" t="t" r="r" b="b"/>
                <a:pathLst>
                  <a:path w="3072" h="4257" extrusionOk="0">
                    <a:moveTo>
                      <a:pt x="2702" y="1"/>
                    </a:moveTo>
                    <a:lnTo>
                      <a:pt x="569" y="399"/>
                    </a:lnTo>
                    <a:cubicBezTo>
                      <a:pt x="569" y="399"/>
                      <a:pt x="0" y="1537"/>
                      <a:pt x="313" y="2020"/>
                    </a:cubicBezTo>
                    <a:cubicBezTo>
                      <a:pt x="424" y="2242"/>
                      <a:pt x="640" y="2360"/>
                      <a:pt x="851" y="2360"/>
                    </a:cubicBezTo>
                    <a:cubicBezTo>
                      <a:pt x="910" y="2360"/>
                      <a:pt x="968" y="2351"/>
                      <a:pt x="1024" y="2333"/>
                    </a:cubicBezTo>
                    <a:lnTo>
                      <a:pt x="1024" y="2333"/>
                    </a:lnTo>
                    <a:cubicBezTo>
                      <a:pt x="1024" y="2333"/>
                      <a:pt x="626" y="3755"/>
                      <a:pt x="1024" y="4124"/>
                    </a:cubicBezTo>
                    <a:cubicBezTo>
                      <a:pt x="1122" y="4208"/>
                      <a:pt x="1277" y="4256"/>
                      <a:pt x="1459" y="4256"/>
                    </a:cubicBezTo>
                    <a:cubicBezTo>
                      <a:pt x="2012" y="4256"/>
                      <a:pt x="2808" y="3810"/>
                      <a:pt x="2958" y="2589"/>
                    </a:cubicBezTo>
                    <a:cubicBezTo>
                      <a:pt x="3072" y="1736"/>
                      <a:pt x="2986" y="826"/>
                      <a:pt x="2702" y="1"/>
                    </a:cubicBezTo>
                    <a:close/>
                  </a:path>
                </a:pathLst>
              </a:custGeom>
              <a:solidFill>
                <a:srgbClr val="FFC2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38"/>
              <p:cNvSpPr/>
              <p:nvPr/>
            </p:nvSpPr>
            <p:spPr>
              <a:xfrm>
                <a:off x="13061500" y="3442563"/>
                <a:ext cx="45525" cy="54050"/>
              </a:xfrm>
              <a:custGeom>
                <a:avLst/>
                <a:gdLst/>
                <a:ahLst/>
                <a:cxnLst/>
                <a:rect l="l" t="t" r="r" b="b"/>
                <a:pathLst>
                  <a:path w="1821" h="2162" extrusionOk="0">
                    <a:moveTo>
                      <a:pt x="911" y="1"/>
                    </a:moveTo>
                    <a:lnTo>
                      <a:pt x="1" y="939"/>
                    </a:lnTo>
                    <a:lnTo>
                      <a:pt x="911" y="2162"/>
                    </a:lnTo>
                    <a:lnTo>
                      <a:pt x="1821" y="939"/>
                    </a:lnTo>
                    <a:lnTo>
                      <a:pt x="91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38"/>
              <p:cNvSpPr/>
              <p:nvPr/>
            </p:nvSpPr>
            <p:spPr>
              <a:xfrm>
                <a:off x="13050850" y="3478813"/>
                <a:ext cx="66125" cy="201225"/>
              </a:xfrm>
              <a:custGeom>
                <a:avLst/>
                <a:gdLst/>
                <a:ahLst/>
                <a:cxnLst/>
                <a:rect l="l" t="t" r="r" b="b"/>
                <a:pathLst>
                  <a:path w="2645" h="8049" extrusionOk="0">
                    <a:moveTo>
                      <a:pt x="797" y="1"/>
                    </a:moveTo>
                    <a:lnTo>
                      <a:pt x="0" y="6598"/>
                    </a:lnTo>
                    <a:lnTo>
                      <a:pt x="1337" y="8049"/>
                    </a:lnTo>
                    <a:lnTo>
                      <a:pt x="2645" y="6598"/>
                    </a:lnTo>
                    <a:lnTo>
                      <a:pt x="1877" y="1"/>
                    </a:lnTo>
                    <a:lnTo>
                      <a:pt x="1337" y="712"/>
                    </a:lnTo>
                    <a:lnTo>
                      <a:pt x="79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38"/>
              <p:cNvSpPr/>
              <p:nvPr/>
            </p:nvSpPr>
            <p:spPr>
              <a:xfrm>
                <a:off x="12930700" y="3750388"/>
                <a:ext cx="307150" cy="31300"/>
              </a:xfrm>
              <a:custGeom>
                <a:avLst/>
                <a:gdLst/>
                <a:ahLst/>
                <a:cxnLst/>
                <a:rect l="l" t="t" r="r" b="b"/>
                <a:pathLst>
                  <a:path w="12286" h="1252" extrusionOk="0">
                    <a:moveTo>
                      <a:pt x="1" y="1"/>
                    </a:moveTo>
                    <a:lnTo>
                      <a:pt x="228" y="1252"/>
                    </a:lnTo>
                    <a:lnTo>
                      <a:pt x="12058" y="1252"/>
                    </a:lnTo>
                    <a:lnTo>
                      <a:pt x="1228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8"/>
              <p:cNvSpPr/>
              <p:nvPr/>
            </p:nvSpPr>
            <p:spPr>
              <a:xfrm>
                <a:off x="13043750" y="3734763"/>
                <a:ext cx="81775" cy="61150"/>
              </a:xfrm>
              <a:custGeom>
                <a:avLst/>
                <a:gdLst/>
                <a:ahLst/>
                <a:cxnLst/>
                <a:rect l="l" t="t" r="r" b="b"/>
                <a:pathLst>
                  <a:path w="3271" h="2446" extrusionOk="0">
                    <a:moveTo>
                      <a:pt x="2616" y="626"/>
                    </a:moveTo>
                    <a:lnTo>
                      <a:pt x="2616" y="1820"/>
                    </a:lnTo>
                    <a:lnTo>
                      <a:pt x="597" y="1820"/>
                    </a:lnTo>
                    <a:lnTo>
                      <a:pt x="597" y="626"/>
                    </a:lnTo>
                    <a:close/>
                    <a:moveTo>
                      <a:pt x="569" y="0"/>
                    </a:moveTo>
                    <a:cubicBezTo>
                      <a:pt x="228" y="0"/>
                      <a:pt x="0" y="256"/>
                      <a:pt x="0" y="569"/>
                    </a:cubicBezTo>
                    <a:lnTo>
                      <a:pt x="0" y="1877"/>
                    </a:lnTo>
                    <a:cubicBezTo>
                      <a:pt x="0" y="2190"/>
                      <a:pt x="228" y="2446"/>
                      <a:pt x="569" y="2446"/>
                    </a:cubicBezTo>
                    <a:lnTo>
                      <a:pt x="2702" y="2446"/>
                    </a:lnTo>
                    <a:cubicBezTo>
                      <a:pt x="3014" y="2446"/>
                      <a:pt x="3270" y="2190"/>
                      <a:pt x="3270" y="1877"/>
                    </a:cubicBezTo>
                    <a:lnTo>
                      <a:pt x="3270" y="569"/>
                    </a:lnTo>
                    <a:cubicBezTo>
                      <a:pt x="3270" y="256"/>
                      <a:pt x="3014" y="0"/>
                      <a:pt x="27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38"/>
              <p:cNvSpPr/>
              <p:nvPr/>
            </p:nvSpPr>
            <p:spPr>
              <a:xfrm>
                <a:off x="12645075" y="3226513"/>
                <a:ext cx="133525" cy="144375"/>
              </a:xfrm>
              <a:custGeom>
                <a:avLst/>
                <a:gdLst/>
                <a:ahLst/>
                <a:cxnLst/>
                <a:rect l="l" t="t" r="r" b="b"/>
                <a:pathLst>
                  <a:path w="5341" h="5775" extrusionOk="0">
                    <a:moveTo>
                      <a:pt x="2887" y="1"/>
                    </a:moveTo>
                    <a:cubicBezTo>
                      <a:pt x="2771" y="1"/>
                      <a:pt x="2660" y="115"/>
                      <a:pt x="2582" y="368"/>
                    </a:cubicBezTo>
                    <a:cubicBezTo>
                      <a:pt x="2326" y="1192"/>
                      <a:pt x="2866" y="2159"/>
                      <a:pt x="2582" y="2557"/>
                    </a:cubicBezTo>
                    <a:cubicBezTo>
                      <a:pt x="2572" y="2569"/>
                      <a:pt x="2562" y="2575"/>
                      <a:pt x="2549" y="2575"/>
                    </a:cubicBezTo>
                    <a:cubicBezTo>
                      <a:pt x="2322" y="2575"/>
                      <a:pt x="1606" y="599"/>
                      <a:pt x="1009" y="599"/>
                    </a:cubicBezTo>
                    <a:cubicBezTo>
                      <a:pt x="954" y="599"/>
                      <a:pt x="900" y="615"/>
                      <a:pt x="847" y="652"/>
                    </a:cubicBezTo>
                    <a:cubicBezTo>
                      <a:pt x="193" y="1079"/>
                      <a:pt x="1331" y="2529"/>
                      <a:pt x="1842" y="3041"/>
                    </a:cubicBezTo>
                    <a:cubicBezTo>
                      <a:pt x="2013" y="3211"/>
                      <a:pt x="1991" y="3278"/>
                      <a:pt x="1864" y="3278"/>
                    </a:cubicBezTo>
                    <a:cubicBezTo>
                      <a:pt x="1609" y="3278"/>
                      <a:pt x="932" y="3012"/>
                      <a:pt x="534" y="2785"/>
                    </a:cubicBezTo>
                    <a:cubicBezTo>
                      <a:pt x="449" y="2740"/>
                      <a:pt x="377" y="2720"/>
                      <a:pt x="315" y="2720"/>
                    </a:cubicBezTo>
                    <a:cubicBezTo>
                      <a:pt x="30" y="2720"/>
                      <a:pt x="1" y="3148"/>
                      <a:pt x="165" y="3382"/>
                    </a:cubicBezTo>
                    <a:cubicBezTo>
                      <a:pt x="392" y="3695"/>
                      <a:pt x="648" y="3752"/>
                      <a:pt x="932" y="3894"/>
                    </a:cubicBezTo>
                    <a:cubicBezTo>
                      <a:pt x="1359" y="4064"/>
                      <a:pt x="1729" y="4377"/>
                      <a:pt x="2013" y="4747"/>
                    </a:cubicBezTo>
                    <a:cubicBezTo>
                      <a:pt x="2354" y="5259"/>
                      <a:pt x="2582" y="5685"/>
                      <a:pt x="3264" y="5771"/>
                    </a:cubicBezTo>
                    <a:cubicBezTo>
                      <a:pt x="3288" y="5774"/>
                      <a:pt x="3312" y="5775"/>
                      <a:pt x="3336" y="5775"/>
                    </a:cubicBezTo>
                    <a:cubicBezTo>
                      <a:pt x="4007" y="5775"/>
                      <a:pt x="4828" y="4662"/>
                      <a:pt x="4828" y="4662"/>
                    </a:cubicBezTo>
                    <a:cubicBezTo>
                      <a:pt x="4999" y="4320"/>
                      <a:pt x="5056" y="3951"/>
                      <a:pt x="4942" y="3609"/>
                    </a:cubicBezTo>
                    <a:cubicBezTo>
                      <a:pt x="4771" y="2984"/>
                      <a:pt x="5340" y="2188"/>
                      <a:pt x="5084" y="1846"/>
                    </a:cubicBezTo>
                    <a:cubicBezTo>
                      <a:pt x="5008" y="1744"/>
                      <a:pt x="4918" y="1698"/>
                      <a:pt x="4828" y="1698"/>
                    </a:cubicBezTo>
                    <a:cubicBezTo>
                      <a:pt x="4616" y="1698"/>
                      <a:pt x="4396" y="1951"/>
                      <a:pt x="4316" y="2330"/>
                    </a:cubicBezTo>
                    <a:cubicBezTo>
                      <a:pt x="4287" y="2518"/>
                      <a:pt x="4174" y="2620"/>
                      <a:pt x="4039" y="2620"/>
                    </a:cubicBezTo>
                    <a:cubicBezTo>
                      <a:pt x="3786" y="2620"/>
                      <a:pt x="3453" y="2263"/>
                      <a:pt x="3435" y="1448"/>
                    </a:cubicBezTo>
                    <a:cubicBezTo>
                      <a:pt x="3435" y="581"/>
                      <a:pt x="3148" y="1"/>
                      <a:pt x="2887" y="1"/>
                    </a:cubicBezTo>
                    <a:close/>
                  </a:path>
                </a:pathLst>
              </a:custGeom>
              <a:solidFill>
                <a:srgbClr val="FFC2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38"/>
              <p:cNvSpPr/>
              <p:nvPr/>
            </p:nvSpPr>
            <p:spPr>
              <a:xfrm>
                <a:off x="12851075" y="2949913"/>
                <a:ext cx="466400" cy="426575"/>
              </a:xfrm>
              <a:custGeom>
                <a:avLst/>
                <a:gdLst/>
                <a:ahLst/>
                <a:cxnLst/>
                <a:rect l="l" t="t" r="r" b="b"/>
                <a:pathLst>
                  <a:path w="18656" h="17063" extrusionOk="0">
                    <a:moveTo>
                      <a:pt x="9328" y="0"/>
                    </a:moveTo>
                    <a:cubicBezTo>
                      <a:pt x="4181" y="0"/>
                      <a:pt x="1" y="3811"/>
                      <a:pt x="1" y="8531"/>
                    </a:cubicBezTo>
                    <a:cubicBezTo>
                      <a:pt x="1" y="13223"/>
                      <a:pt x="4181" y="17062"/>
                      <a:pt x="9328" y="17062"/>
                    </a:cubicBezTo>
                    <a:cubicBezTo>
                      <a:pt x="14475" y="17062"/>
                      <a:pt x="18655" y="13223"/>
                      <a:pt x="18655" y="8531"/>
                    </a:cubicBezTo>
                    <a:cubicBezTo>
                      <a:pt x="18655" y="3811"/>
                      <a:pt x="14475" y="0"/>
                      <a:pt x="9328" y="0"/>
                    </a:cubicBezTo>
                    <a:close/>
                  </a:path>
                </a:pathLst>
              </a:custGeom>
              <a:solidFill>
                <a:srgbClr val="FFC2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38"/>
              <p:cNvSpPr/>
              <p:nvPr/>
            </p:nvSpPr>
            <p:spPr>
              <a:xfrm>
                <a:off x="12866725" y="3070038"/>
                <a:ext cx="450750" cy="306450"/>
              </a:xfrm>
              <a:custGeom>
                <a:avLst/>
                <a:gdLst/>
                <a:ahLst/>
                <a:cxnLst/>
                <a:rect l="l" t="t" r="r" b="b"/>
                <a:pathLst>
                  <a:path w="18030" h="12258" extrusionOk="0">
                    <a:moveTo>
                      <a:pt x="17091" y="1"/>
                    </a:moveTo>
                    <a:cubicBezTo>
                      <a:pt x="17517" y="996"/>
                      <a:pt x="17745" y="2048"/>
                      <a:pt x="17745" y="3100"/>
                    </a:cubicBezTo>
                    <a:cubicBezTo>
                      <a:pt x="17745" y="7821"/>
                      <a:pt x="13565" y="11631"/>
                      <a:pt x="8418" y="11631"/>
                    </a:cubicBezTo>
                    <a:cubicBezTo>
                      <a:pt x="4721" y="11631"/>
                      <a:pt x="1536" y="9669"/>
                      <a:pt x="0" y="6826"/>
                    </a:cubicBezTo>
                    <a:lnTo>
                      <a:pt x="0" y="6826"/>
                    </a:lnTo>
                    <a:cubicBezTo>
                      <a:pt x="1365" y="10011"/>
                      <a:pt x="4749" y="12257"/>
                      <a:pt x="8702" y="12257"/>
                    </a:cubicBezTo>
                    <a:cubicBezTo>
                      <a:pt x="13849" y="12257"/>
                      <a:pt x="18029" y="8418"/>
                      <a:pt x="18029" y="3726"/>
                    </a:cubicBezTo>
                    <a:cubicBezTo>
                      <a:pt x="18029" y="2418"/>
                      <a:pt x="17716" y="1138"/>
                      <a:pt x="17091" y="1"/>
                    </a:cubicBezTo>
                    <a:close/>
                  </a:path>
                </a:pathLst>
              </a:custGeom>
              <a:solidFill>
                <a:srgbClr val="FFB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38"/>
              <p:cNvSpPr/>
              <p:nvPr/>
            </p:nvSpPr>
            <p:spPr>
              <a:xfrm>
                <a:off x="13265800" y="3084788"/>
                <a:ext cx="81525" cy="160175"/>
              </a:xfrm>
              <a:custGeom>
                <a:avLst/>
                <a:gdLst/>
                <a:ahLst/>
                <a:cxnLst/>
                <a:rect l="l" t="t" r="r" b="b"/>
                <a:pathLst>
                  <a:path w="3261" h="6407" extrusionOk="0">
                    <a:moveTo>
                      <a:pt x="1412" y="1"/>
                    </a:moveTo>
                    <a:cubicBezTo>
                      <a:pt x="675" y="1"/>
                      <a:pt x="1" y="1720"/>
                      <a:pt x="218" y="2766"/>
                    </a:cubicBezTo>
                    <a:cubicBezTo>
                      <a:pt x="332" y="3165"/>
                      <a:pt x="474" y="5098"/>
                      <a:pt x="1185" y="6406"/>
                    </a:cubicBezTo>
                    <a:cubicBezTo>
                      <a:pt x="1185" y="6406"/>
                      <a:pt x="3260" y="4074"/>
                      <a:pt x="2351" y="1202"/>
                    </a:cubicBezTo>
                    <a:cubicBezTo>
                      <a:pt x="2073" y="334"/>
                      <a:pt x="1736" y="1"/>
                      <a:pt x="14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38"/>
              <p:cNvSpPr/>
              <p:nvPr/>
            </p:nvSpPr>
            <p:spPr>
              <a:xfrm>
                <a:off x="12820500" y="3084788"/>
                <a:ext cx="82025" cy="160175"/>
              </a:xfrm>
              <a:custGeom>
                <a:avLst/>
                <a:gdLst/>
                <a:ahLst/>
                <a:cxnLst/>
                <a:rect l="l" t="t" r="r" b="b"/>
                <a:pathLst>
                  <a:path w="3281" h="6407" extrusionOk="0">
                    <a:moveTo>
                      <a:pt x="1877" y="1"/>
                    </a:moveTo>
                    <a:cubicBezTo>
                      <a:pt x="1554" y="1"/>
                      <a:pt x="1217" y="334"/>
                      <a:pt x="939" y="1202"/>
                    </a:cubicBezTo>
                    <a:cubicBezTo>
                      <a:pt x="1" y="4074"/>
                      <a:pt x="2105" y="6406"/>
                      <a:pt x="2105" y="6406"/>
                    </a:cubicBezTo>
                    <a:cubicBezTo>
                      <a:pt x="2816" y="5098"/>
                      <a:pt x="2958" y="3165"/>
                      <a:pt x="3044" y="2766"/>
                    </a:cubicBezTo>
                    <a:cubicBezTo>
                      <a:pt x="3281" y="1720"/>
                      <a:pt x="2612" y="1"/>
                      <a:pt x="18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8"/>
              <p:cNvSpPr/>
              <p:nvPr/>
            </p:nvSpPr>
            <p:spPr>
              <a:xfrm>
                <a:off x="13084250" y="3389963"/>
                <a:ext cx="66150" cy="76100"/>
              </a:xfrm>
              <a:custGeom>
                <a:avLst/>
                <a:gdLst/>
                <a:ahLst/>
                <a:cxnLst/>
                <a:rect l="l" t="t" r="r" b="b"/>
                <a:pathLst>
                  <a:path w="2646" h="3044" extrusionOk="0">
                    <a:moveTo>
                      <a:pt x="1537" y="0"/>
                    </a:moveTo>
                    <a:lnTo>
                      <a:pt x="1" y="2105"/>
                    </a:lnTo>
                    <a:lnTo>
                      <a:pt x="911" y="3043"/>
                    </a:lnTo>
                    <a:lnTo>
                      <a:pt x="2646" y="768"/>
                    </a:lnTo>
                    <a:lnTo>
                      <a:pt x="15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38"/>
              <p:cNvSpPr/>
              <p:nvPr/>
            </p:nvSpPr>
            <p:spPr>
              <a:xfrm>
                <a:off x="13018150" y="3389963"/>
                <a:ext cx="66125" cy="76100"/>
              </a:xfrm>
              <a:custGeom>
                <a:avLst/>
                <a:gdLst/>
                <a:ahLst/>
                <a:cxnLst/>
                <a:rect l="l" t="t" r="r" b="b"/>
                <a:pathLst>
                  <a:path w="2645" h="3044" extrusionOk="0">
                    <a:moveTo>
                      <a:pt x="1109" y="0"/>
                    </a:moveTo>
                    <a:lnTo>
                      <a:pt x="0" y="768"/>
                    </a:lnTo>
                    <a:lnTo>
                      <a:pt x="1735" y="3043"/>
                    </a:lnTo>
                    <a:lnTo>
                      <a:pt x="2645" y="2105"/>
                    </a:lnTo>
                    <a:lnTo>
                      <a:pt x="110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8"/>
              <p:cNvSpPr/>
              <p:nvPr/>
            </p:nvSpPr>
            <p:spPr>
              <a:xfrm>
                <a:off x="13099900" y="4023388"/>
                <a:ext cx="151450" cy="76900"/>
              </a:xfrm>
              <a:custGeom>
                <a:avLst/>
                <a:gdLst/>
                <a:ahLst/>
                <a:cxnLst/>
                <a:rect l="l" t="t" r="r" b="b"/>
                <a:pathLst>
                  <a:path w="6058" h="3076" extrusionOk="0">
                    <a:moveTo>
                      <a:pt x="1" y="0"/>
                    </a:moveTo>
                    <a:lnTo>
                      <a:pt x="1" y="939"/>
                    </a:lnTo>
                    <a:cubicBezTo>
                      <a:pt x="1" y="939"/>
                      <a:pt x="1565" y="2019"/>
                      <a:pt x="2332" y="2617"/>
                    </a:cubicBezTo>
                    <a:cubicBezTo>
                      <a:pt x="2730" y="2911"/>
                      <a:pt x="3469" y="3076"/>
                      <a:pt x="4162" y="3076"/>
                    </a:cubicBezTo>
                    <a:cubicBezTo>
                      <a:pt x="4808" y="3076"/>
                      <a:pt x="5412" y="2932"/>
                      <a:pt x="5659" y="2617"/>
                    </a:cubicBezTo>
                    <a:cubicBezTo>
                      <a:pt x="6058" y="1991"/>
                      <a:pt x="5773" y="1166"/>
                      <a:pt x="5062" y="996"/>
                    </a:cubicBezTo>
                    <a:cubicBezTo>
                      <a:pt x="4522" y="882"/>
                      <a:pt x="3584" y="0"/>
                      <a:pt x="358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38"/>
              <p:cNvSpPr/>
              <p:nvPr/>
            </p:nvSpPr>
            <p:spPr>
              <a:xfrm>
                <a:off x="12916475" y="4023388"/>
                <a:ext cx="151450" cy="76900"/>
              </a:xfrm>
              <a:custGeom>
                <a:avLst/>
                <a:gdLst/>
                <a:ahLst/>
                <a:cxnLst/>
                <a:rect l="l" t="t" r="r" b="b"/>
                <a:pathLst>
                  <a:path w="6058" h="3076" extrusionOk="0">
                    <a:moveTo>
                      <a:pt x="2503" y="0"/>
                    </a:moveTo>
                    <a:cubicBezTo>
                      <a:pt x="2503" y="0"/>
                      <a:pt x="1565" y="882"/>
                      <a:pt x="1025" y="996"/>
                    </a:cubicBezTo>
                    <a:cubicBezTo>
                      <a:pt x="314" y="1166"/>
                      <a:pt x="1" y="1991"/>
                      <a:pt x="427" y="2617"/>
                    </a:cubicBezTo>
                    <a:cubicBezTo>
                      <a:pt x="674" y="2932"/>
                      <a:pt x="1279" y="3076"/>
                      <a:pt x="1925" y="3076"/>
                    </a:cubicBezTo>
                    <a:cubicBezTo>
                      <a:pt x="2617" y="3076"/>
                      <a:pt x="3357" y="2911"/>
                      <a:pt x="3755" y="2617"/>
                    </a:cubicBezTo>
                    <a:cubicBezTo>
                      <a:pt x="4522" y="2019"/>
                      <a:pt x="6058" y="939"/>
                      <a:pt x="6058" y="939"/>
                    </a:cubicBezTo>
                    <a:lnTo>
                      <a:pt x="605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38"/>
              <p:cNvSpPr/>
              <p:nvPr/>
            </p:nvSpPr>
            <p:spPr>
              <a:xfrm>
                <a:off x="12797750" y="2835438"/>
                <a:ext cx="573025" cy="211175"/>
              </a:xfrm>
              <a:custGeom>
                <a:avLst/>
                <a:gdLst/>
                <a:ahLst/>
                <a:cxnLst/>
                <a:rect l="l" t="t" r="r" b="b"/>
                <a:pathLst>
                  <a:path w="22921" h="8447" extrusionOk="0">
                    <a:moveTo>
                      <a:pt x="11461" y="1"/>
                    </a:moveTo>
                    <a:cubicBezTo>
                      <a:pt x="7451" y="1"/>
                      <a:pt x="2503" y="1679"/>
                      <a:pt x="371" y="6655"/>
                    </a:cubicBezTo>
                    <a:cubicBezTo>
                      <a:pt x="1" y="7593"/>
                      <a:pt x="1849" y="8446"/>
                      <a:pt x="1849" y="8446"/>
                    </a:cubicBezTo>
                    <a:lnTo>
                      <a:pt x="11461" y="7053"/>
                    </a:lnTo>
                    <a:lnTo>
                      <a:pt x="21073" y="8446"/>
                    </a:lnTo>
                    <a:cubicBezTo>
                      <a:pt x="21073" y="8446"/>
                      <a:pt x="22921" y="7622"/>
                      <a:pt x="22551" y="6655"/>
                    </a:cubicBezTo>
                    <a:cubicBezTo>
                      <a:pt x="20418" y="1679"/>
                      <a:pt x="15470" y="1"/>
                      <a:pt x="1146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38"/>
              <p:cNvSpPr/>
              <p:nvPr/>
            </p:nvSpPr>
            <p:spPr>
              <a:xfrm>
                <a:off x="13032375" y="3284738"/>
                <a:ext cx="103800" cy="62600"/>
              </a:xfrm>
              <a:custGeom>
                <a:avLst/>
                <a:gdLst/>
                <a:ahLst/>
                <a:cxnLst/>
                <a:rect l="l" t="t" r="r" b="b"/>
                <a:pathLst>
                  <a:path w="4152" h="2504" extrusionOk="0">
                    <a:moveTo>
                      <a:pt x="2076" y="1"/>
                    </a:moveTo>
                    <a:cubicBezTo>
                      <a:pt x="938" y="1"/>
                      <a:pt x="0" y="541"/>
                      <a:pt x="0" y="1252"/>
                    </a:cubicBezTo>
                    <a:cubicBezTo>
                      <a:pt x="0" y="1934"/>
                      <a:pt x="938" y="2503"/>
                      <a:pt x="2076" y="2503"/>
                    </a:cubicBezTo>
                    <a:cubicBezTo>
                      <a:pt x="3213" y="2503"/>
                      <a:pt x="4152" y="1934"/>
                      <a:pt x="4152" y="1252"/>
                    </a:cubicBezTo>
                    <a:cubicBezTo>
                      <a:pt x="4152" y="541"/>
                      <a:pt x="3213" y="1"/>
                      <a:pt x="20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38"/>
              <p:cNvSpPr/>
              <p:nvPr/>
            </p:nvSpPr>
            <p:spPr>
              <a:xfrm>
                <a:off x="12995400" y="3263413"/>
                <a:ext cx="177050" cy="62600"/>
              </a:xfrm>
              <a:custGeom>
                <a:avLst/>
                <a:gdLst/>
                <a:ahLst/>
                <a:cxnLst/>
                <a:rect l="l" t="t" r="r" b="b"/>
                <a:pathLst>
                  <a:path w="7082" h="2504" extrusionOk="0">
                    <a:moveTo>
                      <a:pt x="1820" y="1"/>
                    </a:moveTo>
                    <a:cubicBezTo>
                      <a:pt x="1223" y="86"/>
                      <a:pt x="711" y="456"/>
                      <a:pt x="427" y="996"/>
                    </a:cubicBezTo>
                    <a:lnTo>
                      <a:pt x="57" y="1735"/>
                    </a:lnTo>
                    <a:cubicBezTo>
                      <a:pt x="0" y="1821"/>
                      <a:pt x="57" y="1934"/>
                      <a:pt x="171" y="1963"/>
                    </a:cubicBezTo>
                    <a:cubicBezTo>
                      <a:pt x="1280" y="2247"/>
                      <a:pt x="2417" y="2446"/>
                      <a:pt x="3555" y="2503"/>
                    </a:cubicBezTo>
                    <a:cubicBezTo>
                      <a:pt x="4692" y="2446"/>
                      <a:pt x="5830" y="2247"/>
                      <a:pt x="6939" y="1963"/>
                    </a:cubicBezTo>
                    <a:cubicBezTo>
                      <a:pt x="7053" y="1934"/>
                      <a:pt x="7081" y="1821"/>
                      <a:pt x="7053" y="1735"/>
                    </a:cubicBezTo>
                    <a:lnTo>
                      <a:pt x="6655" y="996"/>
                    </a:lnTo>
                    <a:cubicBezTo>
                      <a:pt x="6399" y="456"/>
                      <a:pt x="5887" y="86"/>
                      <a:pt x="52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38"/>
              <p:cNvSpPr/>
              <p:nvPr/>
            </p:nvSpPr>
            <p:spPr>
              <a:xfrm>
                <a:off x="13148250" y="3527888"/>
                <a:ext cx="60450" cy="8550"/>
              </a:xfrm>
              <a:custGeom>
                <a:avLst/>
                <a:gdLst/>
                <a:ahLst/>
                <a:cxnLst/>
                <a:rect l="l" t="t" r="r" b="b"/>
                <a:pathLst>
                  <a:path w="2418" h="342" extrusionOk="0">
                    <a:moveTo>
                      <a:pt x="0" y="0"/>
                    </a:moveTo>
                    <a:lnTo>
                      <a:pt x="0" y="341"/>
                    </a:lnTo>
                    <a:lnTo>
                      <a:pt x="2417" y="341"/>
                    </a:lnTo>
                    <a:lnTo>
                      <a:pt x="2417" y="0"/>
                    </a:lnTo>
                    <a:close/>
                  </a:path>
                </a:pathLst>
              </a:custGeom>
              <a:solidFill>
                <a:srgbClr val="0947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38"/>
              <p:cNvSpPr/>
              <p:nvPr/>
            </p:nvSpPr>
            <p:spPr>
              <a:xfrm>
                <a:off x="13148250" y="3532138"/>
                <a:ext cx="60450" cy="61175"/>
              </a:xfrm>
              <a:custGeom>
                <a:avLst/>
                <a:gdLst/>
                <a:ahLst/>
                <a:cxnLst/>
                <a:rect l="l" t="t" r="r" b="b"/>
                <a:pathLst>
                  <a:path w="2418" h="2447" extrusionOk="0">
                    <a:moveTo>
                      <a:pt x="2190" y="200"/>
                    </a:moveTo>
                    <a:lnTo>
                      <a:pt x="2190" y="1508"/>
                    </a:lnTo>
                    <a:lnTo>
                      <a:pt x="1195" y="2190"/>
                    </a:lnTo>
                    <a:lnTo>
                      <a:pt x="199" y="1508"/>
                    </a:lnTo>
                    <a:lnTo>
                      <a:pt x="199" y="200"/>
                    </a:lnTo>
                    <a:close/>
                    <a:moveTo>
                      <a:pt x="0" y="1"/>
                    </a:moveTo>
                    <a:lnTo>
                      <a:pt x="0" y="1622"/>
                    </a:lnTo>
                    <a:lnTo>
                      <a:pt x="1195" y="2446"/>
                    </a:lnTo>
                    <a:lnTo>
                      <a:pt x="2417" y="1622"/>
                    </a:lnTo>
                    <a:lnTo>
                      <a:pt x="24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38"/>
              <p:cNvSpPr/>
              <p:nvPr/>
            </p:nvSpPr>
            <p:spPr>
              <a:xfrm>
                <a:off x="12964825" y="3527888"/>
                <a:ext cx="63300" cy="25600"/>
              </a:xfrm>
              <a:custGeom>
                <a:avLst/>
                <a:gdLst/>
                <a:ahLst/>
                <a:cxnLst/>
                <a:rect l="l" t="t" r="r" b="b"/>
                <a:pathLst>
                  <a:path w="2532" h="1024" extrusionOk="0">
                    <a:moveTo>
                      <a:pt x="256" y="0"/>
                    </a:moveTo>
                    <a:cubicBezTo>
                      <a:pt x="114" y="0"/>
                      <a:pt x="1" y="85"/>
                      <a:pt x="1" y="228"/>
                    </a:cubicBezTo>
                    <a:lnTo>
                      <a:pt x="1" y="768"/>
                    </a:lnTo>
                    <a:cubicBezTo>
                      <a:pt x="1" y="910"/>
                      <a:pt x="114" y="1024"/>
                      <a:pt x="256" y="1024"/>
                    </a:cubicBezTo>
                    <a:lnTo>
                      <a:pt x="2275" y="1024"/>
                    </a:lnTo>
                    <a:cubicBezTo>
                      <a:pt x="2418" y="1024"/>
                      <a:pt x="2531" y="910"/>
                      <a:pt x="2531" y="768"/>
                    </a:cubicBezTo>
                    <a:lnTo>
                      <a:pt x="2531" y="228"/>
                    </a:lnTo>
                    <a:cubicBezTo>
                      <a:pt x="2531" y="85"/>
                      <a:pt x="2418" y="0"/>
                      <a:pt x="22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38"/>
              <p:cNvSpPr/>
              <p:nvPr/>
            </p:nvSpPr>
            <p:spPr>
              <a:xfrm>
                <a:off x="13038050" y="2872413"/>
                <a:ext cx="92450" cy="92450"/>
              </a:xfrm>
              <a:custGeom>
                <a:avLst/>
                <a:gdLst/>
                <a:ahLst/>
                <a:cxnLst/>
                <a:rect l="l" t="t" r="r" b="b"/>
                <a:pathLst>
                  <a:path w="3698" h="3698" extrusionOk="0">
                    <a:moveTo>
                      <a:pt x="1849" y="0"/>
                    </a:moveTo>
                    <a:cubicBezTo>
                      <a:pt x="825" y="0"/>
                      <a:pt x="1" y="825"/>
                      <a:pt x="1" y="1849"/>
                    </a:cubicBezTo>
                    <a:cubicBezTo>
                      <a:pt x="1" y="2873"/>
                      <a:pt x="825" y="3697"/>
                      <a:pt x="1849" y="3697"/>
                    </a:cubicBezTo>
                    <a:cubicBezTo>
                      <a:pt x="2873" y="3697"/>
                      <a:pt x="3697" y="2873"/>
                      <a:pt x="3697" y="1849"/>
                    </a:cubicBezTo>
                    <a:cubicBezTo>
                      <a:pt x="3697" y="825"/>
                      <a:pt x="2873" y="0"/>
                      <a:pt x="1849" y="0"/>
                    </a:cubicBezTo>
                    <a:close/>
                  </a:path>
                </a:pathLst>
              </a:custGeom>
              <a:solidFill>
                <a:srgbClr val="FFD1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38"/>
              <p:cNvSpPr/>
              <p:nvPr/>
            </p:nvSpPr>
            <p:spPr>
              <a:xfrm>
                <a:off x="12722400" y="3370763"/>
                <a:ext cx="208325" cy="182025"/>
              </a:xfrm>
              <a:custGeom>
                <a:avLst/>
                <a:gdLst/>
                <a:ahLst/>
                <a:cxnLst/>
                <a:rect l="l" t="t" r="r" b="b"/>
                <a:pathLst>
                  <a:path w="8333" h="7281" extrusionOk="0">
                    <a:moveTo>
                      <a:pt x="1" y="1"/>
                    </a:moveTo>
                    <a:lnTo>
                      <a:pt x="2702" y="4124"/>
                    </a:lnTo>
                    <a:cubicBezTo>
                      <a:pt x="2987" y="4550"/>
                      <a:pt x="3385" y="4892"/>
                      <a:pt x="3868" y="5148"/>
                    </a:cubicBezTo>
                    <a:lnTo>
                      <a:pt x="8048" y="7280"/>
                    </a:lnTo>
                    <a:lnTo>
                      <a:pt x="8333" y="5034"/>
                    </a:lnTo>
                    <a:lnTo>
                      <a:pt x="8333" y="5034"/>
                    </a:lnTo>
                    <a:cubicBezTo>
                      <a:pt x="7889" y="5247"/>
                      <a:pt x="7413" y="5360"/>
                      <a:pt x="6938" y="5360"/>
                    </a:cubicBezTo>
                    <a:cubicBezTo>
                      <a:pt x="6651" y="5360"/>
                      <a:pt x="6364" y="5319"/>
                      <a:pt x="6086" y="5233"/>
                    </a:cubicBezTo>
                    <a:cubicBezTo>
                      <a:pt x="4863" y="4892"/>
                      <a:pt x="3953" y="4522"/>
                      <a:pt x="3783" y="4295"/>
                    </a:cubicBezTo>
                    <a:cubicBezTo>
                      <a:pt x="3637" y="4100"/>
                      <a:pt x="3720" y="3405"/>
                      <a:pt x="3533" y="3405"/>
                    </a:cubicBezTo>
                    <a:cubicBezTo>
                      <a:pt x="3501" y="3405"/>
                      <a:pt x="3462" y="3425"/>
                      <a:pt x="3413" y="3470"/>
                    </a:cubicBezTo>
                    <a:cubicBezTo>
                      <a:pt x="3360" y="3514"/>
                      <a:pt x="3299" y="3534"/>
                      <a:pt x="3234" y="3534"/>
                    </a:cubicBezTo>
                    <a:cubicBezTo>
                      <a:pt x="2879" y="3534"/>
                      <a:pt x="2371" y="2950"/>
                      <a:pt x="1963" y="2446"/>
                    </a:cubicBezTo>
                    <a:cubicBezTo>
                      <a:pt x="1479" y="1878"/>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38"/>
              <p:cNvSpPr/>
              <p:nvPr/>
            </p:nvSpPr>
            <p:spPr>
              <a:xfrm>
                <a:off x="13124775" y="3550638"/>
                <a:ext cx="201925" cy="199775"/>
              </a:xfrm>
              <a:custGeom>
                <a:avLst/>
                <a:gdLst/>
                <a:ahLst/>
                <a:cxnLst/>
                <a:rect l="l" t="t" r="r" b="b"/>
                <a:pathLst>
                  <a:path w="8077" h="7991" extrusionOk="0">
                    <a:moveTo>
                      <a:pt x="5091" y="0"/>
                    </a:moveTo>
                    <a:cubicBezTo>
                      <a:pt x="4977" y="540"/>
                      <a:pt x="4920" y="1081"/>
                      <a:pt x="4920" y="1649"/>
                    </a:cubicBezTo>
                    <a:cubicBezTo>
                      <a:pt x="4896" y="1866"/>
                      <a:pt x="4870" y="2095"/>
                      <a:pt x="4841" y="2330"/>
                    </a:cubicBezTo>
                    <a:lnTo>
                      <a:pt x="4841" y="2330"/>
                    </a:lnTo>
                    <a:cubicBezTo>
                      <a:pt x="4839" y="2321"/>
                      <a:pt x="4837" y="2312"/>
                      <a:pt x="4835" y="2303"/>
                    </a:cubicBezTo>
                    <a:lnTo>
                      <a:pt x="4835" y="2303"/>
                    </a:lnTo>
                    <a:cubicBezTo>
                      <a:pt x="4836" y="2321"/>
                      <a:pt x="4837" y="2339"/>
                      <a:pt x="4838" y="2356"/>
                    </a:cubicBezTo>
                    <a:lnTo>
                      <a:pt x="4838" y="2356"/>
                    </a:lnTo>
                    <a:cubicBezTo>
                      <a:pt x="4839" y="2348"/>
                      <a:pt x="4840" y="2339"/>
                      <a:pt x="4841" y="2330"/>
                    </a:cubicBezTo>
                    <a:lnTo>
                      <a:pt x="4841" y="2330"/>
                    </a:lnTo>
                    <a:cubicBezTo>
                      <a:pt x="4871" y="2460"/>
                      <a:pt x="4922" y="2568"/>
                      <a:pt x="4949" y="2702"/>
                    </a:cubicBezTo>
                    <a:cubicBezTo>
                      <a:pt x="5404" y="4095"/>
                      <a:pt x="5688" y="5517"/>
                      <a:pt x="5830" y="6967"/>
                    </a:cubicBezTo>
                    <a:lnTo>
                      <a:pt x="8077" y="6597"/>
                    </a:lnTo>
                    <a:cubicBezTo>
                      <a:pt x="8077" y="6597"/>
                      <a:pt x="6484" y="6114"/>
                      <a:pt x="6143" y="4578"/>
                    </a:cubicBezTo>
                    <a:cubicBezTo>
                      <a:pt x="5802" y="3014"/>
                      <a:pt x="5290" y="2048"/>
                      <a:pt x="5347" y="1194"/>
                    </a:cubicBezTo>
                    <a:cubicBezTo>
                      <a:pt x="5375" y="768"/>
                      <a:pt x="5318" y="341"/>
                      <a:pt x="5091" y="0"/>
                    </a:cubicBezTo>
                    <a:close/>
                    <a:moveTo>
                      <a:pt x="4838" y="2356"/>
                    </a:moveTo>
                    <a:cubicBezTo>
                      <a:pt x="4628" y="4056"/>
                      <a:pt x="4305" y="6079"/>
                      <a:pt x="3982" y="6427"/>
                    </a:cubicBezTo>
                    <a:cubicBezTo>
                      <a:pt x="3385" y="7024"/>
                      <a:pt x="1" y="7934"/>
                      <a:pt x="1" y="7934"/>
                    </a:cubicBezTo>
                    <a:lnTo>
                      <a:pt x="4522" y="7991"/>
                    </a:lnTo>
                    <a:lnTo>
                      <a:pt x="4551" y="7820"/>
                    </a:lnTo>
                    <a:lnTo>
                      <a:pt x="4551" y="7792"/>
                    </a:lnTo>
                    <a:lnTo>
                      <a:pt x="4579" y="7593"/>
                    </a:lnTo>
                    <a:lnTo>
                      <a:pt x="4608" y="7394"/>
                    </a:lnTo>
                    <a:lnTo>
                      <a:pt x="4608" y="7337"/>
                    </a:lnTo>
                    <a:lnTo>
                      <a:pt x="4636" y="7166"/>
                    </a:lnTo>
                    <a:lnTo>
                      <a:pt x="4636" y="7138"/>
                    </a:lnTo>
                    <a:lnTo>
                      <a:pt x="4693" y="6910"/>
                    </a:lnTo>
                    <a:lnTo>
                      <a:pt x="4693" y="6853"/>
                    </a:lnTo>
                    <a:cubicBezTo>
                      <a:pt x="4693" y="6796"/>
                      <a:pt x="4693" y="6711"/>
                      <a:pt x="4721" y="6654"/>
                    </a:cubicBezTo>
                    <a:lnTo>
                      <a:pt x="4721" y="6597"/>
                    </a:lnTo>
                    <a:lnTo>
                      <a:pt x="4750" y="6341"/>
                    </a:lnTo>
                    <a:lnTo>
                      <a:pt x="4750" y="6313"/>
                    </a:lnTo>
                    <a:lnTo>
                      <a:pt x="4778" y="6086"/>
                    </a:lnTo>
                    <a:lnTo>
                      <a:pt x="4778" y="6029"/>
                    </a:lnTo>
                    <a:lnTo>
                      <a:pt x="4807" y="5773"/>
                    </a:lnTo>
                    <a:cubicBezTo>
                      <a:pt x="4807" y="5687"/>
                      <a:pt x="4835" y="5602"/>
                      <a:pt x="4835" y="5517"/>
                    </a:cubicBezTo>
                    <a:lnTo>
                      <a:pt x="4835" y="5431"/>
                    </a:lnTo>
                    <a:lnTo>
                      <a:pt x="4863" y="5232"/>
                    </a:lnTo>
                    <a:lnTo>
                      <a:pt x="4863" y="5176"/>
                    </a:lnTo>
                    <a:cubicBezTo>
                      <a:pt x="4863" y="5090"/>
                      <a:pt x="4863" y="5005"/>
                      <a:pt x="4863" y="4920"/>
                    </a:cubicBezTo>
                    <a:lnTo>
                      <a:pt x="4863" y="4834"/>
                    </a:lnTo>
                    <a:lnTo>
                      <a:pt x="4863" y="4635"/>
                    </a:lnTo>
                    <a:lnTo>
                      <a:pt x="4863" y="4578"/>
                    </a:lnTo>
                    <a:lnTo>
                      <a:pt x="4863" y="4322"/>
                    </a:lnTo>
                    <a:lnTo>
                      <a:pt x="4863" y="4266"/>
                    </a:lnTo>
                    <a:lnTo>
                      <a:pt x="4863" y="4067"/>
                    </a:lnTo>
                    <a:lnTo>
                      <a:pt x="4863" y="3981"/>
                    </a:lnTo>
                    <a:lnTo>
                      <a:pt x="4863" y="3725"/>
                    </a:lnTo>
                    <a:cubicBezTo>
                      <a:pt x="4863" y="3395"/>
                      <a:pt x="4863" y="2904"/>
                      <a:pt x="4838" y="235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38"/>
              <p:cNvSpPr/>
              <p:nvPr/>
            </p:nvSpPr>
            <p:spPr>
              <a:xfrm>
                <a:off x="12918625" y="3591138"/>
                <a:ext cx="124425" cy="158575"/>
              </a:xfrm>
              <a:custGeom>
                <a:avLst/>
                <a:gdLst/>
                <a:ahLst/>
                <a:cxnLst/>
                <a:rect l="l" t="t" r="r" b="b"/>
                <a:pathLst>
                  <a:path w="4977" h="6343" extrusionOk="0">
                    <a:moveTo>
                      <a:pt x="85" y="1"/>
                    </a:moveTo>
                    <a:cubicBezTo>
                      <a:pt x="85" y="257"/>
                      <a:pt x="57" y="484"/>
                      <a:pt x="29" y="683"/>
                    </a:cubicBezTo>
                    <a:cubicBezTo>
                      <a:pt x="0" y="1053"/>
                      <a:pt x="0" y="1337"/>
                      <a:pt x="0" y="1622"/>
                    </a:cubicBezTo>
                    <a:lnTo>
                      <a:pt x="0" y="1707"/>
                    </a:lnTo>
                    <a:lnTo>
                      <a:pt x="0" y="1792"/>
                    </a:lnTo>
                    <a:lnTo>
                      <a:pt x="0" y="2105"/>
                    </a:lnTo>
                    <a:lnTo>
                      <a:pt x="0" y="2162"/>
                    </a:lnTo>
                    <a:lnTo>
                      <a:pt x="0" y="2333"/>
                    </a:lnTo>
                    <a:lnTo>
                      <a:pt x="0" y="2447"/>
                    </a:lnTo>
                    <a:lnTo>
                      <a:pt x="0" y="2589"/>
                    </a:lnTo>
                    <a:lnTo>
                      <a:pt x="0" y="2674"/>
                    </a:lnTo>
                    <a:lnTo>
                      <a:pt x="0" y="2902"/>
                    </a:lnTo>
                    <a:lnTo>
                      <a:pt x="0" y="3015"/>
                    </a:lnTo>
                    <a:lnTo>
                      <a:pt x="0" y="3157"/>
                    </a:lnTo>
                    <a:lnTo>
                      <a:pt x="0" y="3300"/>
                    </a:lnTo>
                    <a:cubicBezTo>
                      <a:pt x="0" y="3356"/>
                      <a:pt x="0" y="3442"/>
                      <a:pt x="0" y="3499"/>
                    </a:cubicBezTo>
                    <a:lnTo>
                      <a:pt x="0" y="3641"/>
                    </a:lnTo>
                    <a:lnTo>
                      <a:pt x="0" y="3755"/>
                    </a:lnTo>
                    <a:lnTo>
                      <a:pt x="0" y="3897"/>
                    </a:lnTo>
                    <a:lnTo>
                      <a:pt x="0" y="4039"/>
                    </a:lnTo>
                    <a:cubicBezTo>
                      <a:pt x="0" y="4096"/>
                      <a:pt x="0" y="4181"/>
                      <a:pt x="29" y="4238"/>
                    </a:cubicBezTo>
                    <a:lnTo>
                      <a:pt x="29" y="4352"/>
                    </a:lnTo>
                    <a:lnTo>
                      <a:pt x="57" y="4494"/>
                    </a:lnTo>
                    <a:lnTo>
                      <a:pt x="57" y="4608"/>
                    </a:lnTo>
                    <a:cubicBezTo>
                      <a:pt x="57" y="4693"/>
                      <a:pt x="85" y="4778"/>
                      <a:pt x="85" y="4892"/>
                    </a:cubicBezTo>
                    <a:lnTo>
                      <a:pt x="85" y="4921"/>
                    </a:lnTo>
                    <a:lnTo>
                      <a:pt x="114" y="5091"/>
                    </a:lnTo>
                    <a:lnTo>
                      <a:pt x="114" y="5148"/>
                    </a:lnTo>
                    <a:cubicBezTo>
                      <a:pt x="142" y="5319"/>
                      <a:pt x="171" y="5489"/>
                      <a:pt x="199" y="5631"/>
                    </a:cubicBezTo>
                    <a:cubicBezTo>
                      <a:pt x="228" y="5916"/>
                      <a:pt x="256" y="6143"/>
                      <a:pt x="313" y="6342"/>
                    </a:cubicBezTo>
                    <a:lnTo>
                      <a:pt x="4977" y="6314"/>
                    </a:lnTo>
                    <a:cubicBezTo>
                      <a:pt x="4977" y="6314"/>
                      <a:pt x="1621" y="5404"/>
                      <a:pt x="1024" y="4807"/>
                    </a:cubicBezTo>
                    <a:cubicBezTo>
                      <a:pt x="654" y="4409"/>
                      <a:pt x="285" y="1792"/>
                      <a:pt x="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38"/>
              <p:cNvSpPr/>
              <p:nvPr/>
            </p:nvSpPr>
            <p:spPr>
              <a:xfrm>
                <a:off x="13084250" y="3832163"/>
                <a:ext cx="105250" cy="191250"/>
              </a:xfrm>
              <a:custGeom>
                <a:avLst/>
                <a:gdLst/>
                <a:ahLst/>
                <a:cxnLst/>
                <a:rect l="l" t="t" r="r" b="b"/>
                <a:pathLst>
                  <a:path w="4210" h="7650" extrusionOk="0">
                    <a:moveTo>
                      <a:pt x="1" y="0"/>
                    </a:moveTo>
                    <a:lnTo>
                      <a:pt x="655" y="7649"/>
                    </a:lnTo>
                    <a:lnTo>
                      <a:pt x="4210" y="7649"/>
                    </a:lnTo>
                    <a:lnTo>
                      <a:pt x="2674" y="7194"/>
                    </a:lnTo>
                    <a:cubicBezTo>
                      <a:pt x="1849" y="6939"/>
                      <a:pt x="1309" y="6228"/>
                      <a:pt x="1252" y="5403"/>
                    </a:cubicBezTo>
                    <a:lnTo>
                      <a:pt x="1167" y="4095"/>
                    </a:lnTo>
                    <a:lnTo>
                      <a:pt x="1650" y="3611"/>
                    </a:lnTo>
                    <a:lnTo>
                      <a:pt x="996" y="2957"/>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38"/>
              <p:cNvSpPr/>
              <p:nvPr/>
            </p:nvSpPr>
            <p:spPr>
              <a:xfrm>
                <a:off x="12979050" y="3832163"/>
                <a:ext cx="105225" cy="191250"/>
              </a:xfrm>
              <a:custGeom>
                <a:avLst/>
                <a:gdLst/>
                <a:ahLst/>
                <a:cxnLst/>
                <a:rect l="l" t="t" r="r" b="b"/>
                <a:pathLst>
                  <a:path w="4209" h="7650" extrusionOk="0">
                    <a:moveTo>
                      <a:pt x="4209" y="0"/>
                    </a:moveTo>
                    <a:lnTo>
                      <a:pt x="3214" y="2957"/>
                    </a:lnTo>
                    <a:lnTo>
                      <a:pt x="2560" y="3611"/>
                    </a:lnTo>
                    <a:lnTo>
                      <a:pt x="3071" y="4095"/>
                    </a:lnTo>
                    <a:lnTo>
                      <a:pt x="2986" y="5403"/>
                    </a:lnTo>
                    <a:cubicBezTo>
                      <a:pt x="2929" y="6228"/>
                      <a:pt x="2361" y="6939"/>
                      <a:pt x="1564" y="7194"/>
                    </a:cubicBezTo>
                    <a:lnTo>
                      <a:pt x="0" y="7649"/>
                    </a:lnTo>
                    <a:lnTo>
                      <a:pt x="3555" y="7649"/>
                    </a:lnTo>
                    <a:lnTo>
                      <a:pt x="420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38"/>
              <p:cNvSpPr/>
              <p:nvPr/>
            </p:nvSpPr>
            <p:spPr>
              <a:xfrm>
                <a:off x="12912925" y="2885913"/>
                <a:ext cx="457850" cy="160700"/>
              </a:xfrm>
              <a:custGeom>
                <a:avLst/>
                <a:gdLst/>
                <a:ahLst/>
                <a:cxnLst/>
                <a:rect l="l" t="t" r="r" b="b"/>
                <a:pathLst>
                  <a:path w="18314" h="6428" extrusionOk="0">
                    <a:moveTo>
                      <a:pt x="14020" y="1"/>
                    </a:moveTo>
                    <a:lnTo>
                      <a:pt x="14020" y="1"/>
                    </a:lnTo>
                    <a:cubicBezTo>
                      <a:pt x="14048" y="29"/>
                      <a:pt x="16323" y="3214"/>
                      <a:pt x="15925" y="4067"/>
                    </a:cubicBezTo>
                    <a:cubicBezTo>
                      <a:pt x="15870" y="4182"/>
                      <a:pt x="15683" y="4227"/>
                      <a:pt x="15384" y="4227"/>
                    </a:cubicBezTo>
                    <a:cubicBezTo>
                      <a:pt x="14223" y="4227"/>
                      <a:pt x="11371" y="3542"/>
                      <a:pt x="7972" y="3542"/>
                    </a:cubicBezTo>
                    <a:cubicBezTo>
                      <a:pt x="5932" y="3542"/>
                      <a:pt x="3695" y="3789"/>
                      <a:pt x="1508" y="4579"/>
                    </a:cubicBezTo>
                    <a:cubicBezTo>
                      <a:pt x="313" y="5006"/>
                      <a:pt x="1" y="5489"/>
                      <a:pt x="285" y="6001"/>
                    </a:cubicBezTo>
                    <a:lnTo>
                      <a:pt x="6854" y="5062"/>
                    </a:lnTo>
                    <a:lnTo>
                      <a:pt x="16466" y="6427"/>
                    </a:lnTo>
                    <a:cubicBezTo>
                      <a:pt x="16466" y="6427"/>
                      <a:pt x="18314" y="5574"/>
                      <a:pt x="17916" y="4664"/>
                    </a:cubicBezTo>
                    <a:cubicBezTo>
                      <a:pt x="17120" y="2731"/>
                      <a:pt x="15755" y="1110"/>
                      <a:pt x="140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38"/>
              <p:cNvSpPr/>
              <p:nvPr/>
            </p:nvSpPr>
            <p:spPr>
              <a:xfrm>
                <a:off x="12843975" y="2986863"/>
                <a:ext cx="480600" cy="128000"/>
              </a:xfrm>
              <a:custGeom>
                <a:avLst/>
                <a:gdLst/>
                <a:ahLst/>
                <a:cxnLst/>
                <a:rect l="l" t="t" r="r" b="b"/>
                <a:pathLst>
                  <a:path w="19224" h="5120" extrusionOk="0">
                    <a:moveTo>
                      <a:pt x="9612" y="1"/>
                    </a:moveTo>
                    <a:cubicBezTo>
                      <a:pt x="2105" y="1"/>
                      <a:pt x="0" y="2389"/>
                      <a:pt x="0" y="2389"/>
                    </a:cubicBezTo>
                    <a:lnTo>
                      <a:pt x="0" y="5119"/>
                    </a:lnTo>
                    <a:lnTo>
                      <a:pt x="9612" y="4209"/>
                    </a:lnTo>
                    <a:lnTo>
                      <a:pt x="19224" y="5119"/>
                    </a:lnTo>
                    <a:lnTo>
                      <a:pt x="19224" y="2389"/>
                    </a:lnTo>
                    <a:cubicBezTo>
                      <a:pt x="19224" y="2389"/>
                      <a:pt x="17119" y="1"/>
                      <a:pt x="96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38"/>
              <p:cNvSpPr/>
              <p:nvPr/>
            </p:nvSpPr>
            <p:spPr>
              <a:xfrm>
                <a:off x="12843975" y="3028813"/>
                <a:ext cx="480600" cy="86050"/>
              </a:xfrm>
              <a:custGeom>
                <a:avLst/>
                <a:gdLst/>
                <a:ahLst/>
                <a:cxnLst/>
                <a:rect l="l" t="t" r="r" b="b"/>
                <a:pathLst>
                  <a:path w="19224" h="3442" extrusionOk="0">
                    <a:moveTo>
                      <a:pt x="18257" y="1"/>
                    </a:moveTo>
                    <a:cubicBezTo>
                      <a:pt x="18257" y="1"/>
                      <a:pt x="18399" y="1280"/>
                      <a:pt x="14389" y="1422"/>
                    </a:cubicBezTo>
                    <a:cubicBezTo>
                      <a:pt x="10351" y="1536"/>
                      <a:pt x="3271" y="1593"/>
                      <a:pt x="0" y="3413"/>
                    </a:cubicBezTo>
                    <a:lnTo>
                      <a:pt x="9612" y="2560"/>
                    </a:lnTo>
                    <a:lnTo>
                      <a:pt x="19224" y="3441"/>
                    </a:lnTo>
                    <a:lnTo>
                      <a:pt x="19224" y="711"/>
                    </a:lnTo>
                    <a:cubicBezTo>
                      <a:pt x="18939" y="427"/>
                      <a:pt x="18598" y="171"/>
                      <a:pt x="182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38"/>
              <p:cNvSpPr/>
              <p:nvPr/>
            </p:nvSpPr>
            <p:spPr>
              <a:xfrm>
                <a:off x="12843975" y="3077138"/>
                <a:ext cx="480600" cy="99575"/>
              </a:xfrm>
              <a:custGeom>
                <a:avLst/>
                <a:gdLst/>
                <a:ahLst/>
                <a:cxnLst/>
                <a:rect l="l" t="t" r="r" b="b"/>
                <a:pathLst>
                  <a:path w="19224" h="3983" extrusionOk="0">
                    <a:moveTo>
                      <a:pt x="9354" y="0"/>
                    </a:moveTo>
                    <a:cubicBezTo>
                      <a:pt x="6171" y="0"/>
                      <a:pt x="3018" y="512"/>
                      <a:pt x="0" y="1508"/>
                    </a:cubicBezTo>
                    <a:cubicBezTo>
                      <a:pt x="1365" y="3982"/>
                      <a:pt x="9612" y="3982"/>
                      <a:pt x="9612" y="3982"/>
                    </a:cubicBezTo>
                    <a:cubicBezTo>
                      <a:pt x="9612" y="3982"/>
                      <a:pt x="17859" y="3982"/>
                      <a:pt x="19224" y="1508"/>
                    </a:cubicBezTo>
                    <a:cubicBezTo>
                      <a:pt x="16206" y="512"/>
                      <a:pt x="13053" y="0"/>
                      <a:pt x="9870" y="0"/>
                    </a:cubicBezTo>
                    <a:cubicBezTo>
                      <a:pt x="9784" y="0"/>
                      <a:pt x="9698" y="0"/>
                      <a:pt x="9612" y="1"/>
                    </a:cubicBezTo>
                    <a:cubicBezTo>
                      <a:pt x="9526" y="0"/>
                      <a:pt x="9440" y="0"/>
                      <a:pt x="935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38"/>
              <p:cNvSpPr/>
              <p:nvPr/>
            </p:nvSpPr>
            <p:spPr>
              <a:xfrm>
                <a:off x="12950600" y="3087813"/>
                <a:ext cx="373975" cy="88900"/>
              </a:xfrm>
              <a:custGeom>
                <a:avLst/>
                <a:gdLst/>
                <a:ahLst/>
                <a:cxnLst/>
                <a:rect l="l" t="t" r="r" b="b"/>
                <a:pathLst>
                  <a:path w="14959" h="3556" extrusionOk="0">
                    <a:moveTo>
                      <a:pt x="10494" y="1"/>
                    </a:moveTo>
                    <a:cubicBezTo>
                      <a:pt x="10495" y="1"/>
                      <a:pt x="10495" y="1"/>
                      <a:pt x="10496" y="1"/>
                    </a:cubicBezTo>
                    <a:lnTo>
                      <a:pt x="10496" y="1"/>
                    </a:lnTo>
                    <a:cubicBezTo>
                      <a:pt x="10495" y="1"/>
                      <a:pt x="10494" y="1"/>
                      <a:pt x="10494" y="1"/>
                    </a:cubicBezTo>
                    <a:close/>
                    <a:moveTo>
                      <a:pt x="10496" y="1"/>
                    </a:moveTo>
                    <a:cubicBezTo>
                      <a:pt x="10570" y="16"/>
                      <a:pt x="12542" y="662"/>
                      <a:pt x="12627" y="1280"/>
                    </a:cubicBezTo>
                    <a:cubicBezTo>
                      <a:pt x="12700" y="1820"/>
                      <a:pt x="7273" y="3185"/>
                      <a:pt x="2313" y="3185"/>
                    </a:cubicBezTo>
                    <a:cubicBezTo>
                      <a:pt x="1522" y="3185"/>
                      <a:pt x="743" y="3150"/>
                      <a:pt x="1" y="3072"/>
                    </a:cubicBezTo>
                    <a:lnTo>
                      <a:pt x="1" y="3072"/>
                    </a:lnTo>
                    <a:cubicBezTo>
                      <a:pt x="1764" y="3385"/>
                      <a:pt x="3555" y="3527"/>
                      <a:pt x="5347" y="3555"/>
                    </a:cubicBezTo>
                    <a:cubicBezTo>
                      <a:pt x="5347" y="3555"/>
                      <a:pt x="13594" y="3555"/>
                      <a:pt x="14959" y="1081"/>
                    </a:cubicBezTo>
                    <a:cubicBezTo>
                      <a:pt x="13509" y="570"/>
                      <a:pt x="12031" y="229"/>
                      <a:pt x="1049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75" name="Google Shape;1175;p38"/>
            <p:cNvSpPr/>
            <p:nvPr/>
          </p:nvSpPr>
          <p:spPr>
            <a:xfrm>
              <a:off x="7135206" y="2028570"/>
              <a:ext cx="152276" cy="120555"/>
            </a:xfrm>
            <a:custGeom>
              <a:avLst/>
              <a:gdLst/>
              <a:ahLst/>
              <a:cxnLst/>
              <a:rect l="l" t="t" r="r" b="b"/>
              <a:pathLst>
                <a:path w="5343" h="4230" extrusionOk="0">
                  <a:moveTo>
                    <a:pt x="2719" y="1"/>
                  </a:moveTo>
                  <a:cubicBezTo>
                    <a:pt x="2719" y="1"/>
                    <a:pt x="2549" y="20"/>
                    <a:pt x="2284" y="152"/>
                  </a:cubicBezTo>
                  <a:cubicBezTo>
                    <a:pt x="1907" y="265"/>
                    <a:pt x="1529" y="416"/>
                    <a:pt x="1171" y="624"/>
                  </a:cubicBezTo>
                  <a:cubicBezTo>
                    <a:pt x="944" y="756"/>
                    <a:pt x="718" y="907"/>
                    <a:pt x="510" y="1096"/>
                  </a:cubicBezTo>
                  <a:cubicBezTo>
                    <a:pt x="284" y="1322"/>
                    <a:pt x="114" y="1624"/>
                    <a:pt x="38" y="1945"/>
                  </a:cubicBezTo>
                  <a:cubicBezTo>
                    <a:pt x="0" y="2285"/>
                    <a:pt x="76" y="2662"/>
                    <a:pt x="284" y="2945"/>
                  </a:cubicBezTo>
                  <a:cubicBezTo>
                    <a:pt x="321" y="3021"/>
                    <a:pt x="378" y="3096"/>
                    <a:pt x="435" y="3153"/>
                  </a:cubicBezTo>
                  <a:lnTo>
                    <a:pt x="604" y="3361"/>
                  </a:lnTo>
                  <a:cubicBezTo>
                    <a:pt x="718" y="3493"/>
                    <a:pt x="850" y="3606"/>
                    <a:pt x="982" y="3700"/>
                  </a:cubicBezTo>
                  <a:lnTo>
                    <a:pt x="1095" y="3776"/>
                  </a:lnTo>
                  <a:lnTo>
                    <a:pt x="1208" y="3852"/>
                  </a:lnTo>
                  <a:lnTo>
                    <a:pt x="1454" y="3965"/>
                  </a:lnTo>
                  <a:cubicBezTo>
                    <a:pt x="1511" y="4021"/>
                    <a:pt x="1605" y="4040"/>
                    <a:pt x="1680" y="4078"/>
                  </a:cubicBezTo>
                  <a:cubicBezTo>
                    <a:pt x="1756" y="4097"/>
                    <a:pt x="1831" y="4135"/>
                    <a:pt x="1926" y="4154"/>
                  </a:cubicBezTo>
                  <a:cubicBezTo>
                    <a:pt x="2077" y="4191"/>
                    <a:pt x="2247" y="4229"/>
                    <a:pt x="2417" y="4229"/>
                  </a:cubicBezTo>
                  <a:lnTo>
                    <a:pt x="2662" y="4229"/>
                  </a:lnTo>
                  <a:lnTo>
                    <a:pt x="2907" y="4210"/>
                  </a:lnTo>
                  <a:cubicBezTo>
                    <a:pt x="3058" y="4210"/>
                    <a:pt x="3228" y="4172"/>
                    <a:pt x="3379" y="4135"/>
                  </a:cubicBezTo>
                  <a:cubicBezTo>
                    <a:pt x="3530" y="4097"/>
                    <a:pt x="3662" y="4040"/>
                    <a:pt x="3813" y="3984"/>
                  </a:cubicBezTo>
                  <a:cubicBezTo>
                    <a:pt x="4059" y="3870"/>
                    <a:pt x="4304" y="3738"/>
                    <a:pt x="4512" y="3549"/>
                  </a:cubicBezTo>
                  <a:cubicBezTo>
                    <a:pt x="4833" y="3304"/>
                    <a:pt x="5078" y="2964"/>
                    <a:pt x="5229" y="2568"/>
                  </a:cubicBezTo>
                  <a:cubicBezTo>
                    <a:pt x="5267" y="2474"/>
                    <a:pt x="5286" y="2360"/>
                    <a:pt x="5305" y="2247"/>
                  </a:cubicBezTo>
                  <a:lnTo>
                    <a:pt x="5342" y="2134"/>
                  </a:lnTo>
                  <a:lnTo>
                    <a:pt x="5286" y="2247"/>
                  </a:lnTo>
                  <a:cubicBezTo>
                    <a:pt x="5248" y="2360"/>
                    <a:pt x="5210" y="2455"/>
                    <a:pt x="5154" y="2549"/>
                  </a:cubicBezTo>
                  <a:cubicBezTo>
                    <a:pt x="4965" y="2889"/>
                    <a:pt x="4701" y="3172"/>
                    <a:pt x="4380" y="3398"/>
                  </a:cubicBezTo>
                  <a:cubicBezTo>
                    <a:pt x="4172" y="3531"/>
                    <a:pt x="3946" y="3663"/>
                    <a:pt x="3700" y="3738"/>
                  </a:cubicBezTo>
                  <a:cubicBezTo>
                    <a:pt x="3568" y="3776"/>
                    <a:pt x="3436" y="3814"/>
                    <a:pt x="3304" y="3852"/>
                  </a:cubicBezTo>
                  <a:cubicBezTo>
                    <a:pt x="3172" y="3889"/>
                    <a:pt x="3021" y="3908"/>
                    <a:pt x="2889" y="3908"/>
                  </a:cubicBezTo>
                  <a:lnTo>
                    <a:pt x="2662" y="3908"/>
                  </a:lnTo>
                  <a:cubicBezTo>
                    <a:pt x="2586" y="3908"/>
                    <a:pt x="2511" y="3889"/>
                    <a:pt x="2435" y="3889"/>
                  </a:cubicBezTo>
                  <a:cubicBezTo>
                    <a:pt x="2284" y="3870"/>
                    <a:pt x="2133" y="3852"/>
                    <a:pt x="2001" y="3814"/>
                  </a:cubicBezTo>
                  <a:cubicBezTo>
                    <a:pt x="1926" y="3795"/>
                    <a:pt x="1850" y="3776"/>
                    <a:pt x="1775" y="3738"/>
                  </a:cubicBezTo>
                  <a:cubicBezTo>
                    <a:pt x="1718" y="3700"/>
                    <a:pt x="1624" y="3682"/>
                    <a:pt x="1567" y="3644"/>
                  </a:cubicBezTo>
                  <a:lnTo>
                    <a:pt x="1378" y="3531"/>
                  </a:lnTo>
                  <a:lnTo>
                    <a:pt x="1265" y="3474"/>
                  </a:lnTo>
                  <a:lnTo>
                    <a:pt x="1190" y="3398"/>
                  </a:lnTo>
                  <a:cubicBezTo>
                    <a:pt x="1057" y="3323"/>
                    <a:pt x="944" y="3210"/>
                    <a:pt x="831" y="3096"/>
                  </a:cubicBezTo>
                  <a:lnTo>
                    <a:pt x="680" y="2927"/>
                  </a:lnTo>
                  <a:cubicBezTo>
                    <a:pt x="642" y="2870"/>
                    <a:pt x="586" y="2813"/>
                    <a:pt x="548" y="2757"/>
                  </a:cubicBezTo>
                  <a:cubicBezTo>
                    <a:pt x="378" y="2530"/>
                    <a:pt x="302" y="2247"/>
                    <a:pt x="321" y="1964"/>
                  </a:cubicBezTo>
                  <a:cubicBezTo>
                    <a:pt x="378" y="1700"/>
                    <a:pt x="491" y="1454"/>
                    <a:pt x="680" y="1247"/>
                  </a:cubicBezTo>
                  <a:cubicBezTo>
                    <a:pt x="869" y="1058"/>
                    <a:pt x="1057" y="888"/>
                    <a:pt x="1265" y="756"/>
                  </a:cubicBezTo>
                  <a:cubicBezTo>
                    <a:pt x="1586" y="529"/>
                    <a:pt x="1945" y="340"/>
                    <a:pt x="2303" y="171"/>
                  </a:cubicBezTo>
                  <a:cubicBezTo>
                    <a:pt x="2568" y="57"/>
                    <a:pt x="2719" y="1"/>
                    <a:pt x="2719" y="1"/>
                  </a:cubicBezTo>
                  <a:close/>
                </a:path>
              </a:pathLst>
            </a:custGeom>
            <a:solidFill>
              <a:srgbClr val="DD92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38"/>
            <p:cNvSpPr/>
            <p:nvPr/>
          </p:nvSpPr>
          <p:spPr>
            <a:xfrm rot="-2184202">
              <a:off x="7402873" y="1988706"/>
              <a:ext cx="88879" cy="84239"/>
            </a:xfrm>
            <a:custGeom>
              <a:avLst/>
              <a:gdLst/>
              <a:ahLst/>
              <a:cxnLst/>
              <a:rect l="l" t="t" r="r" b="b"/>
              <a:pathLst>
                <a:path w="1530" h="1398" extrusionOk="0">
                  <a:moveTo>
                    <a:pt x="511" y="0"/>
                  </a:moveTo>
                  <a:cubicBezTo>
                    <a:pt x="435" y="19"/>
                    <a:pt x="378" y="38"/>
                    <a:pt x="303" y="57"/>
                  </a:cubicBezTo>
                  <a:cubicBezTo>
                    <a:pt x="246" y="76"/>
                    <a:pt x="209" y="95"/>
                    <a:pt x="152" y="132"/>
                  </a:cubicBezTo>
                  <a:cubicBezTo>
                    <a:pt x="133" y="151"/>
                    <a:pt x="95" y="189"/>
                    <a:pt x="58" y="227"/>
                  </a:cubicBezTo>
                  <a:cubicBezTo>
                    <a:pt x="20" y="265"/>
                    <a:pt x="1" y="302"/>
                    <a:pt x="1" y="302"/>
                  </a:cubicBezTo>
                  <a:lnTo>
                    <a:pt x="95" y="265"/>
                  </a:lnTo>
                  <a:cubicBezTo>
                    <a:pt x="133" y="265"/>
                    <a:pt x="171" y="246"/>
                    <a:pt x="227" y="246"/>
                  </a:cubicBezTo>
                  <a:lnTo>
                    <a:pt x="511" y="246"/>
                  </a:lnTo>
                  <a:cubicBezTo>
                    <a:pt x="567" y="265"/>
                    <a:pt x="624" y="265"/>
                    <a:pt x="681" y="283"/>
                  </a:cubicBezTo>
                  <a:cubicBezTo>
                    <a:pt x="850" y="340"/>
                    <a:pt x="1001" y="434"/>
                    <a:pt x="1115" y="585"/>
                  </a:cubicBezTo>
                  <a:cubicBezTo>
                    <a:pt x="1152" y="623"/>
                    <a:pt x="1171" y="680"/>
                    <a:pt x="1209" y="718"/>
                  </a:cubicBezTo>
                  <a:cubicBezTo>
                    <a:pt x="1228" y="774"/>
                    <a:pt x="1266" y="831"/>
                    <a:pt x="1285" y="887"/>
                  </a:cubicBezTo>
                  <a:cubicBezTo>
                    <a:pt x="1285" y="925"/>
                    <a:pt x="1303" y="982"/>
                    <a:pt x="1322" y="1038"/>
                  </a:cubicBezTo>
                  <a:cubicBezTo>
                    <a:pt x="1322" y="1076"/>
                    <a:pt x="1341" y="1133"/>
                    <a:pt x="1341" y="1171"/>
                  </a:cubicBezTo>
                  <a:cubicBezTo>
                    <a:pt x="1341" y="1208"/>
                    <a:pt x="1341" y="1246"/>
                    <a:pt x="1341" y="1284"/>
                  </a:cubicBezTo>
                  <a:lnTo>
                    <a:pt x="1341" y="1397"/>
                  </a:lnTo>
                  <a:lnTo>
                    <a:pt x="1398" y="1322"/>
                  </a:lnTo>
                  <a:cubicBezTo>
                    <a:pt x="1436" y="1284"/>
                    <a:pt x="1454" y="1246"/>
                    <a:pt x="1473" y="1208"/>
                  </a:cubicBezTo>
                  <a:cubicBezTo>
                    <a:pt x="1492" y="1152"/>
                    <a:pt x="1511" y="1095"/>
                    <a:pt x="1511" y="1057"/>
                  </a:cubicBezTo>
                  <a:cubicBezTo>
                    <a:pt x="1530" y="982"/>
                    <a:pt x="1530" y="906"/>
                    <a:pt x="1530" y="850"/>
                  </a:cubicBezTo>
                  <a:cubicBezTo>
                    <a:pt x="1530" y="680"/>
                    <a:pt x="1473" y="529"/>
                    <a:pt x="1379" y="397"/>
                  </a:cubicBezTo>
                  <a:cubicBezTo>
                    <a:pt x="1247" y="170"/>
                    <a:pt x="1001" y="38"/>
                    <a:pt x="73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38"/>
            <p:cNvSpPr/>
            <p:nvPr/>
          </p:nvSpPr>
          <p:spPr>
            <a:xfrm rot="2184202" flipH="1">
              <a:off x="6945673" y="1988706"/>
              <a:ext cx="88879" cy="84239"/>
            </a:xfrm>
            <a:custGeom>
              <a:avLst/>
              <a:gdLst/>
              <a:ahLst/>
              <a:cxnLst/>
              <a:rect l="l" t="t" r="r" b="b"/>
              <a:pathLst>
                <a:path w="1530" h="1398" extrusionOk="0">
                  <a:moveTo>
                    <a:pt x="511" y="0"/>
                  </a:moveTo>
                  <a:cubicBezTo>
                    <a:pt x="435" y="19"/>
                    <a:pt x="378" y="38"/>
                    <a:pt x="303" y="57"/>
                  </a:cubicBezTo>
                  <a:cubicBezTo>
                    <a:pt x="246" y="76"/>
                    <a:pt x="209" y="95"/>
                    <a:pt x="152" y="132"/>
                  </a:cubicBezTo>
                  <a:cubicBezTo>
                    <a:pt x="133" y="151"/>
                    <a:pt x="95" y="189"/>
                    <a:pt x="58" y="227"/>
                  </a:cubicBezTo>
                  <a:cubicBezTo>
                    <a:pt x="20" y="265"/>
                    <a:pt x="1" y="302"/>
                    <a:pt x="1" y="302"/>
                  </a:cubicBezTo>
                  <a:lnTo>
                    <a:pt x="95" y="265"/>
                  </a:lnTo>
                  <a:cubicBezTo>
                    <a:pt x="133" y="265"/>
                    <a:pt x="171" y="246"/>
                    <a:pt x="227" y="246"/>
                  </a:cubicBezTo>
                  <a:lnTo>
                    <a:pt x="511" y="246"/>
                  </a:lnTo>
                  <a:cubicBezTo>
                    <a:pt x="567" y="265"/>
                    <a:pt x="624" y="265"/>
                    <a:pt x="681" y="283"/>
                  </a:cubicBezTo>
                  <a:cubicBezTo>
                    <a:pt x="850" y="340"/>
                    <a:pt x="1001" y="434"/>
                    <a:pt x="1115" y="585"/>
                  </a:cubicBezTo>
                  <a:cubicBezTo>
                    <a:pt x="1152" y="623"/>
                    <a:pt x="1171" y="680"/>
                    <a:pt x="1209" y="718"/>
                  </a:cubicBezTo>
                  <a:cubicBezTo>
                    <a:pt x="1228" y="774"/>
                    <a:pt x="1266" y="831"/>
                    <a:pt x="1285" y="887"/>
                  </a:cubicBezTo>
                  <a:cubicBezTo>
                    <a:pt x="1285" y="925"/>
                    <a:pt x="1303" y="982"/>
                    <a:pt x="1322" y="1038"/>
                  </a:cubicBezTo>
                  <a:cubicBezTo>
                    <a:pt x="1322" y="1076"/>
                    <a:pt x="1341" y="1133"/>
                    <a:pt x="1341" y="1171"/>
                  </a:cubicBezTo>
                  <a:cubicBezTo>
                    <a:pt x="1341" y="1208"/>
                    <a:pt x="1341" y="1246"/>
                    <a:pt x="1341" y="1284"/>
                  </a:cubicBezTo>
                  <a:lnTo>
                    <a:pt x="1341" y="1397"/>
                  </a:lnTo>
                  <a:lnTo>
                    <a:pt x="1398" y="1322"/>
                  </a:lnTo>
                  <a:cubicBezTo>
                    <a:pt x="1436" y="1284"/>
                    <a:pt x="1454" y="1246"/>
                    <a:pt x="1473" y="1208"/>
                  </a:cubicBezTo>
                  <a:cubicBezTo>
                    <a:pt x="1492" y="1152"/>
                    <a:pt x="1511" y="1095"/>
                    <a:pt x="1511" y="1057"/>
                  </a:cubicBezTo>
                  <a:cubicBezTo>
                    <a:pt x="1530" y="982"/>
                    <a:pt x="1530" y="906"/>
                    <a:pt x="1530" y="850"/>
                  </a:cubicBezTo>
                  <a:cubicBezTo>
                    <a:pt x="1530" y="680"/>
                    <a:pt x="1473" y="529"/>
                    <a:pt x="1379" y="397"/>
                  </a:cubicBezTo>
                  <a:cubicBezTo>
                    <a:pt x="1247" y="170"/>
                    <a:pt x="1001" y="38"/>
                    <a:pt x="73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9EDADA"/>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6"/>
              </a:buClr>
              <a:buSzPts val="2800"/>
              <a:buFont typeface="Mouse Memoirs"/>
              <a:buNone/>
              <a:defRPr sz="2800">
                <a:solidFill>
                  <a:schemeClr val="accent6"/>
                </a:solidFill>
                <a:latin typeface="Mouse Memoirs"/>
                <a:ea typeface="Mouse Memoirs"/>
                <a:cs typeface="Mouse Memoirs"/>
                <a:sym typeface="Mouse Memoir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accent6"/>
              </a:buClr>
              <a:buSzPts val="1800"/>
              <a:buFont typeface="Catamaran"/>
              <a:buChar char="●"/>
              <a:defRPr sz="1800">
                <a:solidFill>
                  <a:schemeClr val="accent6"/>
                </a:solidFill>
                <a:latin typeface="Catamaran"/>
                <a:ea typeface="Catamaran"/>
                <a:cs typeface="Catamaran"/>
                <a:sym typeface="Catamaran"/>
              </a:defRPr>
            </a:lvl1pPr>
            <a:lvl2pPr marL="914400" lvl="1" indent="-317500">
              <a:lnSpc>
                <a:spcPct val="115000"/>
              </a:lnSpc>
              <a:spcBef>
                <a:spcPts val="0"/>
              </a:spcBef>
              <a:spcAft>
                <a:spcPts val="0"/>
              </a:spcAft>
              <a:buClr>
                <a:schemeClr val="accent6"/>
              </a:buClr>
              <a:buSzPts val="1400"/>
              <a:buFont typeface="Catamaran"/>
              <a:buChar char="○"/>
              <a:defRPr>
                <a:solidFill>
                  <a:schemeClr val="accent6"/>
                </a:solidFill>
                <a:latin typeface="Catamaran"/>
                <a:ea typeface="Catamaran"/>
                <a:cs typeface="Catamaran"/>
                <a:sym typeface="Catamaran"/>
              </a:defRPr>
            </a:lvl2pPr>
            <a:lvl3pPr marL="1371600" lvl="2" indent="-317500">
              <a:lnSpc>
                <a:spcPct val="115000"/>
              </a:lnSpc>
              <a:spcBef>
                <a:spcPts val="0"/>
              </a:spcBef>
              <a:spcAft>
                <a:spcPts val="0"/>
              </a:spcAft>
              <a:buClr>
                <a:schemeClr val="accent6"/>
              </a:buClr>
              <a:buSzPts val="1400"/>
              <a:buFont typeface="Catamaran"/>
              <a:buChar char="■"/>
              <a:defRPr>
                <a:solidFill>
                  <a:schemeClr val="accent6"/>
                </a:solidFill>
                <a:latin typeface="Catamaran"/>
                <a:ea typeface="Catamaran"/>
                <a:cs typeface="Catamaran"/>
                <a:sym typeface="Catamaran"/>
              </a:defRPr>
            </a:lvl3pPr>
            <a:lvl4pPr marL="1828800" lvl="3" indent="-317500">
              <a:lnSpc>
                <a:spcPct val="115000"/>
              </a:lnSpc>
              <a:spcBef>
                <a:spcPts val="0"/>
              </a:spcBef>
              <a:spcAft>
                <a:spcPts val="0"/>
              </a:spcAft>
              <a:buClr>
                <a:schemeClr val="accent6"/>
              </a:buClr>
              <a:buSzPts val="1400"/>
              <a:buFont typeface="Catamaran"/>
              <a:buChar char="●"/>
              <a:defRPr>
                <a:solidFill>
                  <a:schemeClr val="accent6"/>
                </a:solidFill>
                <a:latin typeface="Catamaran"/>
                <a:ea typeface="Catamaran"/>
                <a:cs typeface="Catamaran"/>
                <a:sym typeface="Catamaran"/>
              </a:defRPr>
            </a:lvl4pPr>
            <a:lvl5pPr marL="2286000" lvl="4" indent="-317500">
              <a:lnSpc>
                <a:spcPct val="115000"/>
              </a:lnSpc>
              <a:spcBef>
                <a:spcPts val="0"/>
              </a:spcBef>
              <a:spcAft>
                <a:spcPts val="0"/>
              </a:spcAft>
              <a:buClr>
                <a:schemeClr val="accent6"/>
              </a:buClr>
              <a:buSzPts val="1400"/>
              <a:buFont typeface="Catamaran"/>
              <a:buChar char="○"/>
              <a:defRPr>
                <a:solidFill>
                  <a:schemeClr val="accent6"/>
                </a:solidFill>
                <a:latin typeface="Catamaran"/>
                <a:ea typeface="Catamaran"/>
                <a:cs typeface="Catamaran"/>
                <a:sym typeface="Catamaran"/>
              </a:defRPr>
            </a:lvl5pPr>
            <a:lvl6pPr marL="2743200" lvl="5" indent="-317500">
              <a:lnSpc>
                <a:spcPct val="115000"/>
              </a:lnSpc>
              <a:spcBef>
                <a:spcPts val="0"/>
              </a:spcBef>
              <a:spcAft>
                <a:spcPts val="0"/>
              </a:spcAft>
              <a:buClr>
                <a:schemeClr val="accent6"/>
              </a:buClr>
              <a:buSzPts val="1400"/>
              <a:buFont typeface="Catamaran"/>
              <a:buChar char="■"/>
              <a:defRPr>
                <a:solidFill>
                  <a:schemeClr val="accent6"/>
                </a:solidFill>
                <a:latin typeface="Catamaran"/>
                <a:ea typeface="Catamaran"/>
                <a:cs typeface="Catamaran"/>
                <a:sym typeface="Catamaran"/>
              </a:defRPr>
            </a:lvl6pPr>
            <a:lvl7pPr marL="3200400" lvl="6" indent="-317500">
              <a:lnSpc>
                <a:spcPct val="115000"/>
              </a:lnSpc>
              <a:spcBef>
                <a:spcPts val="0"/>
              </a:spcBef>
              <a:spcAft>
                <a:spcPts val="0"/>
              </a:spcAft>
              <a:buClr>
                <a:schemeClr val="accent6"/>
              </a:buClr>
              <a:buSzPts val="1400"/>
              <a:buFont typeface="Catamaran"/>
              <a:buChar char="●"/>
              <a:defRPr>
                <a:solidFill>
                  <a:schemeClr val="accent6"/>
                </a:solidFill>
                <a:latin typeface="Catamaran"/>
                <a:ea typeface="Catamaran"/>
                <a:cs typeface="Catamaran"/>
                <a:sym typeface="Catamaran"/>
              </a:defRPr>
            </a:lvl7pPr>
            <a:lvl8pPr marL="3657600" lvl="7" indent="-317500">
              <a:lnSpc>
                <a:spcPct val="115000"/>
              </a:lnSpc>
              <a:spcBef>
                <a:spcPts val="0"/>
              </a:spcBef>
              <a:spcAft>
                <a:spcPts val="0"/>
              </a:spcAft>
              <a:buClr>
                <a:schemeClr val="accent6"/>
              </a:buClr>
              <a:buSzPts val="1400"/>
              <a:buFont typeface="Catamaran"/>
              <a:buChar char="○"/>
              <a:defRPr>
                <a:solidFill>
                  <a:schemeClr val="accent6"/>
                </a:solidFill>
                <a:latin typeface="Catamaran"/>
                <a:ea typeface="Catamaran"/>
                <a:cs typeface="Catamaran"/>
                <a:sym typeface="Catamaran"/>
              </a:defRPr>
            </a:lvl8pPr>
            <a:lvl9pPr marL="4114800" lvl="8" indent="-317500">
              <a:lnSpc>
                <a:spcPct val="115000"/>
              </a:lnSpc>
              <a:spcBef>
                <a:spcPts val="0"/>
              </a:spcBef>
              <a:spcAft>
                <a:spcPts val="0"/>
              </a:spcAft>
              <a:buClr>
                <a:schemeClr val="accent6"/>
              </a:buClr>
              <a:buSzPts val="1400"/>
              <a:buFont typeface="Catamaran"/>
              <a:buChar char="■"/>
              <a:defRPr>
                <a:solidFill>
                  <a:schemeClr val="accent6"/>
                </a:solidFill>
                <a:latin typeface="Catamaran"/>
                <a:ea typeface="Catamaran"/>
                <a:cs typeface="Catamaran"/>
                <a:sym typeface="Catamaran"/>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3" r:id="rId3"/>
    <p:sldLayoutId id="2147483654" r:id="rId4"/>
    <p:sldLayoutId id="2147483655" r:id="rId5"/>
    <p:sldLayoutId id="2147483657" r:id="rId6"/>
    <p:sldLayoutId id="2147483658" r:id="rId7"/>
    <p:sldLayoutId id="2147483660" r:id="rId8"/>
    <p:sldLayoutId id="2147483661" r:id="rId9"/>
    <p:sldLayoutId id="2147483662" r:id="rId10"/>
    <p:sldLayoutId id="2147483663" r:id="rId11"/>
    <p:sldLayoutId id="2147483664" r:id="rId12"/>
    <p:sldLayoutId id="2147483665" r:id="rId13"/>
    <p:sldLayoutId id="2147483670" r:id="rId14"/>
    <p:sldLayoutId id="2147483673" r:id="rId15"/>
    <p:sldLayoutId id="2147483676" r:id="rId16"/>
    <p:sldLayoutId id="2147483677" r:id="rId17"/>
    <p:sldLayoutId id="2147483678" r:id="rId18"/>
    <p:sldLayoutId id="2147483681" r:id="rId19"/>
    <p:sldLayoutId id="2147483682" r:id="rId20"/>
    <p:sldLayoutId id="2147483683" r:id="rId21"/>
    <p:sldLayoutId id="2147483684"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8" Type="http://schemas.openxmlformats.org/officeDocument/2006/relationships/image" Target="../media/image17.JPG"/><Relationship Id="rId3" Type="http://schemas.openxmlformats.org/officeDocument/2006/relationships/image" Target="../media/image13.png"/><Relationship Id="rId7" Type="http://schemas.microsoft.com/office/2007/relationships/hdphoto" Target="../media/hdphoto1.wdp"/><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4.xml"/><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8.png"/><Relationship Id="rId1" Type="http://schemas.openxmlformats.org/officeDocument/2006/relationships/slideLayout" Target="../slideLayouts/slideLayout14.xml"/><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18.png"/><Relationship Id="rId1" Type="http://schemas.openxmlformats.org/officeDocument/2006/relationships/slideLayout" Target="../slideLayouts/slideLayout14.xml"/><Relationship Id="rId6" Type="http://schemas.openxmlformats.org/officeDocument/2006/relationships/image" Target="../media/image28.jpeg"/><Relationship Id="rId5" Type="http://schemas.openxmlformats.org/officeDocument/2006/relationships/image" Target="../media/image27.jpeg"/><Relationship Id="rId10" Type="http://schemas.openxmlformats.org/officeDocument/2006/relationships/image" Target="../media/image32.png"/><Relationship Id="rId4" Type="http://schemas.openxmlformats.org/officeDocument/2006/relationships/image" Target="../media/image26.jpeg"/><Relationship Id="rId9"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8.png"/><Relationship Id="rId1" Type="http://schemas.openxmlformats.org/officeDocument/2006/relationships/slideLayout" Target="../slideLayouts/slideLayout14.xml"/><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8.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8" Type="http://schemas.openxmlformats.org/officeDocument/2006/relationships/image" Target="../media/image41.jpeg"/><Relationship Id="rId3" Type="http://schemas.openxmlformats.org/officeDocument/2006/relationships/image" Target="../media/image36.jpeg"/><Relationship Id="rId7" Type="http://schemas.openxmlformats.org/officeDocument/2006/relationships/image" Target="../media/image40.png"/><Relationship Id="rId2" Type="http://schemas.openxmlformats.org/officeDocument/2006/relationships/image" Target="../media/image35.png"/><Relationship Id="rId1" Type="http://schemas.openxmlformats.org/officeDocument/2006/relationships/slideLayout" Target="../slideLayouts/slideLayout10.xml"/><Relationship Id="rId6" Type="http://schemas.openxmlformats.org/officeDocument/2006/relationships/image" Target="../media/image39.png"/><Relationship Id="rId11" Type="http://schemas.openxmlformats.org/officeDocument/2006/relationships/image" Target="../media/image42.png"/><Relationship Id="rId5" Type="http://schemas.openxmlformats.org/officeDocument/2006/relationships/image" Target="../media/image38.png"/><Relationship Id="rId10" Type="http://schemas.microsoft.com/office/2007/relationships/hdphoto" Target="../media/hdphoto1.wdp"/><Relationship Id="rId4" Type="http://schemas.openxmlformats.org/officeDocument/2006/relationships/image" Target="../media/image37.JPG"/><Relationship Id="rId9"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9EDADA"/>
        </a:solidFill>
        <a:effectLst/>
      </p:bgPr>
    </p:bg>
    <p:spTree>
      <p:nvGrpSpPr>
        <p:cNvPr id="1" name="Shape 1185"/>
        <p:cNvGrpSpPr/>
        <p:nvPr/>
      </p:nvGrpSpPr>
      <p:grpSpPr>
        <a:xfrm>
          <a:off x="0" y="0"/>
          <a:ext cx="0" cy="0"/>
          <a:chOff x="0" y="0"/>
          <a:chExt cx="0" cy="0"/>
        </a:xfrm>
      </p:grpSpPr>
      <p:grpSp>
        <p:nvGrpSpPr>
          <p:cNvPr id="1186" name="Google Shape;1186;p41"/>
          <p:cNvGrpSpPr/>
          <p:nvPr/>
        </p:nvGrpSpPr>
        <p:grpSpPr>
          <a:xfrm>
            <a:off x="4796439" y="2726824"/>
            <a:ext cx="3982513" cy="1984205"/>
            <a:chOff x="404850" y="2182975"/>
            <a:chExt cx="2230850" cy="1111475"/>
          </a:xfrm>
        </p:grpSpPr>
        <p:sp>
          <p:nvSpPr>
            <p:cNvPr id="1187" name="Google Shape;1187;p41"/>
            <p:cNvSpPr/>
            <p:nvPr/>
          </p:nvSpPr>
          <p:spPr>
            <a:xfrm>
              <a:off x="433900" y="2658925"/>
              <a:ext cx="69650" cy="69650"/>
            </a:xfrm>
            <a:custGeom>
              <a:avLst/>
              <a:gdLst/>
              <a:ahLst/>
              <a:cxnLst/>
              <a:rect l="l" t="t" r="r" b="b"/>
              <a:pathLst>
                <a:path w="2786" h="2786" extrusionOk="0">
                  <a:moveTo>
                    <a:pt x="1401" y="0"/>
                  </a:moveTo>
                  <a:cubicBezTo>
                    <a:pt x="621" y="0"/>
                    <a:pt x="0" y="621"/>
                    <a:pt x="0" y="1385"/>
                  </a:cubicBezTo>
                  <a:cubicBezTo>
                    <a:pt x="0" y="2165"/>
                    <a:pt x="621" y="2786"/>
                    <a:pt x="1401" y="2786"/>
                  </a:cubicBezTo>
                  <a:cubicBezTo>
                    <a:pt x="2165" y="2786"/>
                    <a:pt x="2786" y="2165"/>
                    <a:pt x="2786" y="1385"/>
                  </a:cubicBezTo>
                  <a:cubicBezTo>
                    <a:pt x="2786" y="621"/>
                    <a:pt x="2165" y="0"/>
                    <a:pt x="1401" y="0"/>
                  </a:cubicBezTo>
                  <a:close/>
                </a:path>
              </a:pathLst>
            </a:custGeom>
            <a:solidFill>
              <a:srgbClr val="E15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41"/>
            <p:cNvSpPr/>
            <p:nvPr/>
          </p:nvSpPr>
          <p:spPr>
            <a:xfrm>
              <a:off x="709675" y="2182975"/>
              <a:ext cx="70050" cy="69675"/>
            </a:xfrm>
            <a:custGeom>
              <a:avLst/>
              <a:gdLst/>
              <a:ahLst/>
              <a:cxnLst/>
              <a:rect l="l" t="t" r="r" b="b"/>
              <a:pathLst>
                <a:path w="2802" h="2787" extrusionOk="0">
                  <a:moveTo>
                    <a:pt x="1401" y="1"/>
                  </a:moveTo>
                  <a:cubicBezTo>
                    <a:pt x="637" y="1"/>
                    <a:pt x="0" y="622"/>
                    <a:pt x="0" y="1386"/>
                  </a:cubicBezTo>
                  <a:cubicBezTo>
                    <a:pt x="0" y="2166"/>
                    <a:pt x="637" y="2787"/>
                    <a:pt x="1401" y="2787"/>
                  </a:cubicBezTo>
                  <a:cubicBezTo>
                    <a:pt x="2181" y="2787"/>
                    <a:pt x="2802" y="2166"/>
                    <a:pt x="2802" y="1386"/>
                  </a:cubicBezTo>
                  <a:cubicBezTo>
                    <a:pt x="2802" y="622"/>
                    <a:pt x="2181" y="1"/>
                    <a:pt x="1401" y="1"/>
                  </a:cubicBezTo>
                  <a:close/>
                </a:path>
              </a:pathLst>
            </a:custGeom>
            <a:solidFill>
              <a:srgbClr val="E15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41"/>
            <p:cNvSpPr/>
            <p:nvPr/>
          </p:nvSpPr>
          <p:spPr>
            <a:xfrm>
              <a:off x="480450" y="2217600"/>
              <a:ext cx="1753325" cy="854800"/>
            </a:xfrm>
            <a:custGeom>
              <a:avLst/>
              <a:gdLst/>
              <a:ahLst/>
              <a:cxnLst/>
              <a:rect l="l" t="t" r="r" b="b"/>
              <a:pathLst>
                <a:path w="70133" h="34192" extrusionOk="0">
                  <a:moveTo>
                    <a:pt x="7148" y="1"/>
                  </a:moveTo>
                  <a:cubicBezTo>
                    <a:pt x="3200" y="1"/>
                    <a:pt x="1" y="3200"/>
                    <a:pt x="1" y="7148"/>
                  </a:cubicBezTo>
                  <a:lnTo>
                    <a:pt x="1" y="27044"/>
                  </a:lnTo>
                  <a:cubicBezTo>
                    <a:pt x="1" y="30992"/>
                    <a:pt x="3200" y="34191"/>
                    <a:pt x="7148" y="34191"/>
                  </a:cubicBezTo>
                  <a:lnTo>
                    <a:pt x="62986" y="34191"/>
                  </a:lnTo>
                  <a:cubicBezTo>
                    <a:pt x="66934" y="34191"/>
                    <a:pt x="70133" y="30992"/>
                    <a:pt x="70133" y="30658"/>
                  </a:cubicBezTo>
                  <a:lnTo>
                    <a:pt x="70133" y="10761"/>
                  </a:lnTo>
                  <a:cubicBezTo>
                    <a:pt x="70133" y="3200"/>
                    <a:pt x="66934" y="1"/>
                    <a:pt x="62986" y="1"/>
                  </a:cubicBezTo>
                  <a:close/>
                </a:path>
              </a:pathLst>
            </a:custGeom>
            <a:solidFill>
              <a:srgbClr val="F08B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41"/>
            <p:cNvSpPr/>
            <p:nvPr/>
          </p:nvSpPr>
          <p:spPr>
            <a:xfrm>
              <a:off x="480450" y="2218000"/>
              <a:ext cx="2102325" cy="854400"/>
            </a:xfrm>
            <a:custGeom>
              <a:avLst/>
              <a:gdLst/>
              <a:ahLst/>
              <a:cxnLst/>
              <a:rect l="l" t="t" r="r" b="b"/>
              <a:pathLst>
                <a:path w="84093" h="34176" extrusionOk="0">
                  <a:moveTo>
                    <a:pt x="7148" y="1"/>
                  </a:moveTo>
                  <a:cubicBezTo>
                    <a:pt x="3200" y="1"/>
                    <a:pt x="1" y="3184"/>
                    <a:pt x="1" y="7132"/>
                  </a:cubicBezTo>
                  <a:lnTo>
                    <a:pt x="1" y="27028"/>
                  </a:lnTo>
                  <a:cubicBezTo>
                    <a:pt x="1" y="30976"/>
                    <a:pt x="3200" y="34175"/>
                    <a:pt x="7148" y="34175"/>
                  </a:cubicBezTo>
                  <a:lnTo>
                    <a:pt x="79254" y="34175"/>
                  </a:lnTo>
                  <a:cubicBezTo>
                    <a:pt x="81928" y="34175"/>
                    <a:pt x="84093" y="32011"/>
                    <a:pt x="84093" y="29337"/>
                  </a:cubicBezTo>
                  <a:lnTo>
                    <a:pt x="84093" y="21776"/>
                  </a:lnTo>
                  <a:cubicBezTo>
                    <a:pt x="84093" y="19102"/>
                    <a:pt x="81928" y="16937"/>
                    <a:pt x="79254" y="16937"/>
                  </a:cubicBezTo>
                  <a:lnTo>
                    <a:pt x="70133" y="16937"/>
                  </a:lnTo>
                  <a:lnTo>
                    <a:pt x="70133" y="7132"/>
                  </a:lnTo>
                  <a:cubicBezTo>
                    <a:pt x="70133" y="3184"/>
                    <a:pt x="66934" y="1"/>
                    <a:pt x="62986" y="1"/>
                  </a:cubicBezTo>
                  <a:close/>
                </a:path>
              </a:pathLst>
            </a:custGeom>
            <a:solidFill>
              <a:srgbClr val="F0B0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41"/>
            <p:cNvSpPr/>
            <p:nvPr/>
          </p:nvSpPr>
          <p:spPr>
            <a:xfrm>
              <a:off x="404850" y="2860275"/>
              <a:ext cx="296075" cy="212125"/>
            </a:xfrm>
            <a:custGeom>
              <a:avLst/>
              <a:gdLst/>
              <a:ahLst/>
              <a:cxnLst/>
              <a:rect l="l" t="t" r="r" b="b"/>
              <a:pathLst>
                <a:path w="11843" h="8485" extrusionOk="0">
                  <a:moveTo>
                    <a:pt x="4234" y="0"/>
                  </a:moveTo>
                  <a:cubicBezTo>
                    <a:pt x="1895" y="0"/>
                    <a:pt x="0" y="1895"/>
                    <a:pt x="0" y="4234"/>
                  </a:cubicBezTo>
                  <a:cubicBezTo>
                    <a:pt x="0" y="6574"/>
                    <a:pt x="1895" y="8484"/>
                    <a:pt x="4234" y="8484"/>
                  </a:cubicBezTo>
                  <a:lnTo>
                    <a:pt x="7593" y="8484"/>
                  </a:lnTo>
                  <a:cubicBezTo>
                    <a:pt x="9933" y="8484"/>
                    <a:pt x="11843" y="6574"/>
                    <a:pt x="11843" y="4234"/>
                  </a:cubicBezTo>
                  <a:cubicBezTo>
                    <a:pt x="11843" y="1895"/>
                    <a:pt x="9933" y="0"/>
                    <a:pt x="7593"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41"/>
            <p:cNvSpPr/>
            <p:nvPr/>
          </p:nvSpPr>
          <p:spPr>
            <a:xfrm>
              <a:off x="2356725" y="2860275"/>
              <a:ext cx="278975" cy="212125"/>
            </a:xfrm>
            <a:custGeom>
              <a:avLst/>
              <a:gdLst/>
              <a:ahLst/>
              <a:cxnLst/>
              <a:rect l="l" t="t" r="r" b="b"/>
              <a:pathLst>
                <a:path w="11159" h="8485" extrusionOk="0">
                  <a:moveTo>
                    <a:pt x="4235" y="0"/>
                  </a:moveTo>
                  <a:cubicBezTo>
                    <a:pt x="1895" y="0"/>
                    <a:pt x="0" y="1895"/>
                    <a:pt x="0" y="4234"/>
                  </a:cubicBezTo>
                  <a:cubicBezTo>
                    <a:pt x="0" y="6574"/>
                    <a:pt x="1895" y="8484"/>
                    <a:pt x="4235" y="8484"/>
                  </a:cubicBezTo>
                  <a:lnTo>
                    <a:pt x="6925" y="8484"/>
                  </a:lnTo>
                  <a:cubicBezTo>
                    <a:pt x="9264" y="8484"/>
                    <a:pt x="11159" y="6574"/>
                    <a:pt x="11159" y="4234"/>
                  </a:cubicBezTo>
                  <a:cubicBezTo>
                    <a:pt x="11159" y="1895"/>
                    <a:pt x="9264" y="0"/>
                    <a:pt x="6925"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41"/>
            <p:cNvSpPr/>
            <p:nvPr/>
          </p:nvSpPr>
          <p:spPr>
            <a:xfrm>
              <a:off x="701300" y="2778300"/>
              <a:ext cx="566300" cy="294100"/>
            </a:xfrm>
            <a:custGeom>
              <a:avLst/>
              <a:gdLst/>
              <a:ahLst/>
              <a:cxnLst/>
              <a:rect l="l" t="t" r="r" b="b"/>
              <a:pathLst>
                <a:path w="22652" h="11764" extrusionOk="0">
                  <a:moveTo>
                    <a:pt x="11334" y="0"/>
                  </a:moveTo>
                  <a:cubicBezTo>
                    <a:pt x="5079" y="0"/>
                    <a:pt x="1" y="5062"/>
                    <a:pt x="1" y="11318"/>
                  </a:cubicBezTo>
                  <a:cubicBezTo>
                    <a:pt x="1" y="11477"/>
                    <a:pt x="1" y="11620"/>
                    <a:pt x="17" y="11763"/>
                  </a:cubicBezTo>
                  <a:lnTo>
                    <a:pt x="22651" y="11763"/>
                  </a:lnTo>
                  <a:cubicBezTo>
                    <a:pt x="22651" y="11620"/>
                    <a:pt x="22651" y="11477"/>
                    <a:pt x="22651" y="11318"/>
                  </a:cubicBezTo>
                  <a:cubicBezTo>
                    <a:pt x="22651" y="5062"/>
                    <a:pt x="17590" y="0"/>
                    <a:pt x="113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41"/>
            <p:cNvSpPr/>
            <p:nvPr/>
          </p:nvSpPr>
          <p:spPr>
            <a:xfrm>
              <a:off x="751450" y="2828050"/>
              <a:ext cx="466400" cy="466400"/>
            </a:xfrm>
            <a:custGeom>
              <a:avLst/>
              <a:gdLst/>
              <a:ahLst/>
              <a:cxnLst/>
              <a:rect l="l" t="t" r="r" b="b"/>
              <a:pathLst>
                <a:path w="18656" h="18656" extrusionOk="0">
                  <a:moveTo>
                    <a:pt x="9328" y="0"/>
                  </a:moveTo>
                  <a:cubicBezTo>
                    <a:pt x="4171" y="0"/>
                    <a:pt x="1" y="4186"/>
                    <a:pt x="1" y="9328"/>
                  </a:cubicBezTo>
                  <a:cubicBezTo>
                    <a:pt x="1" y="14485"/>
                    <a:pt x="4171" y="18655"/>
                    <a:pt x="9328" y="18655"/>
                  </a:cubicBezTo>
                  <a:cubicBezTo>
                    <a:pt x="14485" y="18655"/>
                    <a:pt x="18656" y="14485"/>
                    <a:pt x="18656" y="9328"/>
                  </a:cubicBezTo>
                  <a:cubicBezTo>
                    <a:pt x="18656" y="4186"/>
                    <a:pt x="14485" y="0"/>
                    <a:pt x="9328"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41"/>
            <p:cNvSpPr/>
            <p:nvPr/>
          </p:nvSpPr>
          <p:spPr>
            <a:xfrm>
              <a:off x="845750" y="2922350"/>
              <a:ext cx="277800" cy="278175"/>
            </a:xfrm>
            <a:custGeom>
              <a:avLst/>
              <a:gdLst/>
              <a:ahLst/>
              <a:cxnLst/>
              <a:rect l="l" t="t" r="r" b="b"/>
              <a:pathLst>
                <a:path w="11112" h="11127" extrusionOk="0">
                  <a:moveTo>
                    <a:pt x="5556" y="1"/>
                  </a:moveTo>
                  <a:cubicBezTo>
                    <a:pt x="2484" y="1"/>
                    <a:pt x="1" y="2484"/>
                    <a:pt x="1" y="5556"/>
                  </a:cubicBezTo>
                  <a:cubicBezTo>
                    <a:pt x="1" y="8628"/>
                    <a:pt x="2484" y="11127"/>
                    <a:pt x="5556" y="11127"/>
                  </a:cubicBezTo>
                  <a:cubicBezTo>
                    <a:pt x="8628" y="11127"/>
                    <a:pt x="11111" y="8628"/>
                    <a:pt x="11111" y="5556"/>
                  </a:cubicBezTo>
                  <a:cubicBezTo>
                    <a:pt x="11111" y="2484"/>
                    <a:pt x="8628" y="1"/>
                    <a:pt x="555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41"/>
            <p:cNvSpPr/>
            <p:nvPr/>
          </p:nvSpPr>
          <p:spPr>
            <a:xfrm>
              <a:off x="1934525" y="2321875"/>
              <a:ext cx="312400" cy="253500"/>
            </a:xfrm>
            <a:custGeom>
              <a:avLst/>
              <a:gdLst/>
              <a:ahLst/>
              <a:cxnLst/>
              <a:rect l="l" t="t" r="r" b="b"/>
              <a:pathLst>
                <a:path w="12496" h="10140" extrusionOk="0">
                  <a:moveTo>
                    <a:pt x="3184" y="0"/>
                  </a:moveTo>
                  <a:cubicBezTo>
                    <a:pt x="1417" y="0"/>
                    <a:pt x="0" y="1417"/>
                    <a:pt x="0" y="3184"/>
                  </a:cubicBezTo>
                  <a:lnTo>
                    <a:pt x="0" y="6956"/>
                  </a:lnTo>
                  <a:cubicBezTo>
                    <a:pt x="0" y="8707"/>
                    <a:pt x="1417" y="10140"/>
                    <a:pt x="3184" y="10140"/>
                  </a:cubicBezTo>
                  <a:lnTo>
                    <a:pt x="12288" y="10140"/>
                  </a:lnTo>
                  <a:cubicBezTo>
                    <a:pt x="12352" y="10108"/>
                    <a:pt x="12416" y="10108"/>
                    <a:pt x="12495" y="10108"/>
                  </a:cubicBezTo>
                  <a:lnTo>
                    <a:pt x="12495" y="2977"/>
                  </a:lnTo>
                  <a:cubicBezTo>
                    <a:pt x="12495" y="1958"/>
                    <a:pt x="12272" y="939"/>
                    <a:pt x="11843"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41"/>
            <p:cNvSpPr/>
            <p:nvPr/>
          </p:nvSpPr>
          <p:spPr>
            <a:xfrm>
              <a:off x="1960775" y="2348125"/>
              <a:ext cx="286550" cy="200600"/>
            </a:xfrm>
            <a:custGeom>
              <a:avLst/>
              <a:gdLst/>
              <a:ahLst/>
              <a:cxnLst/>
              <a:rect l="l" t="t" r="r" b="b"/>
              <a:pathLst>
                <a:path w="11462" h="8024" extrusionOk="0">
                  <a:moveTo>
                    <a:pt x="2134" y="1"/>
                  </a:moveTo>
                  <a:cubicBezTo>
                    <a:pt x="956" y="1"/>
                    <a:pt x="1" y="940"/>
                    <a:pt x="1" y="2118"/>
                  </a:cubicBezTo>
                  <a:lnTo>
                    <a:pt x="1" y="5890"/>
                  </a:lnTo>
                  <a:cubicBezTo>
                    <a:pt x="1" y="7068"/>
                    <a:pt x="956" y="8023"/>
                    <a:pt x="2134" y="8023"/>
                  </a:cubicBezTo>
                  <a:lnTo>
                    <a:pt x="11445" y="8023"/>
                  </a:lnTo>
                  <a:lnTo>
                    <a:pt x="11445" y="1927"/>
                  </a:lnTo>
                  <a:cubicBezTo>
                    <a:pt x="11461" y="1274"/>
                    <a:pt x="11366" y="621"/>
                    <a:pt x="11175" y="1"/>
                  </a:cubicBezTo>
                  <a:close/>
                </a:path>
              </a:pathLst>
            </a:custGeom>
            <a:solidFill>
              <a:srgbClr val="9ED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41"/>
            <p:cNvSpPr/>
            <p:nvPr/>
          </p:nvSpPr>
          <p:spPr>
            <a:xfrm>
              <a:off x="1971525" y="2349725"/>
              <a:ext cx="276200" cy="199000"/>
            </a:xfrm>
            <a:custGeom>
              <a:avLst/>
              <a:gdLst/>
              <a:ahLst/>
              <a:cxnLst/>
              <a:rect l="l" t="t" r="r" b="b"/>
              <a:pathLst>
                <a:path w="11048" h="7960" extrusionOk="0">
                  <a:moveTo>
                    <a:pt x="10761" y="0"/>
                  </a:moveTo>
                  <a:lnTo>
                    <a:pt x="0" y="7100"/>
                  </a:lnTo>
                  <a:cubicBezTo>
                    <a:pt x="398" y="7641"/>
                    <a:pt x="1035" y="7959"/>
                    <a:pt x="1704" y="7959"/>
                  </a:cubicBezTo>
                  <a:lnTo>
                    <a:pt x="11015" y="7959"/>
                  </a:lnTo>
                  <a:lnTo>
                    <a:pt x="11047" y="1895"/>
                  </a:lnTo>
                  <a:cubicBezTo>
                    <a:pt x="11047" y="1242"/>
                    <a:pt x="10952" y="605"/>
                    <a:pt x="1076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41"/>
            <p:cNvSpPr/>
            <p:nvPr/>
          </p:nvSpPr>
          <p:spPr>
            <a:xfrm>
              <a:off x="1362275" y="2289225"/>
              <a:ext cx="443325" cy="728250"/>
            </a:xfrm>
            <a:custGeom>
              <a:avLst/>
              <a:gdLst/>
              <a:ahLst/>
              <a:cxnLst/>
              <a:rect l="l" t="t" r="r" b="b"/>
              <a:pathLst>
                <a:path w="17733" h="29130" fill="none" extrusionOk="0">
                  <a:moveTo>
                    <a:pt x="17733" y="25135"/>
                  </a:moveTo>
                  <a:cubicBezTo>
                    <a:pt x="17733" y="27347"/>
                    <a:pt x="16109" y="29130"/>
                    <a:pt x="14088" y="29130"/>
                  </a:cubicBezTo>
                  <a:lnTo>
                    <a:pt x="3646" y="29130"/>
                  </a:lnTo>
                  <a:cubicBezTo>
                    <a:pt x="1640" y="29130"/>
                    <a:pt x="1" y="27347"/>
                    <a:pt x="1" y="25135"/>
                  </a:cubicBezTo>
                  <a:lnTo>
                    <a:pt x="1" y="3996"/>
                  </a:lnTo>
                  <a:cubicBezTo>
                    <a:pt x="1" y="1784"/>
                    <a:pt x="1640" y="1"/>
                    <a:pt x="3646" y="1"/>
                  </a:cubicBezTo>
                  <a:lnTo>
                    <a:pt x="14088" y="1"/>
                  </a:lnTo>
                  <a:cubicBezTo>
                    <a:pt x="16109" y="1"/>
                    <a:pt x="17733" y="1784"/>
                    <a:pt x="17733" y="3996"/>
                  </a:cubicBezTo>
                  <a:close/>
                </a:path>
              </a:pathLst>
            </a:custGeom>
            <a:noFill/>
            <a:ln w="5175" cap="flat" cmpd="sng">
              <a:solidFill>
                <a:srgbClr val="273E4A"/>
              </a:solidFill>
              <a:prstDash val="solid"/>
              <a:miter lim="159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41"/>
            <p:cNvSpPr/>
            <p:nvPr/>
          </p:nvSpPr>
          <p:spPr>
            <a:xfrm>
              <a:off x="1790450" y="2778300"/>
              <a:ext cx="566300" cy="294100"/>
            </a:xfrm>
            <a:custGeom>
              <a:avLst/>
              <a:gdLst/>
              <a:ahLst/>
              <a:cxnLst/>
              <a:rect l="l" t="t" r="r" b="b"/>
              <a:pathLst>
                <a:path w="22652" h="11764" extrusionOk="0">
                  <a:moveTo>
                    <a:pt x="11334" y="0"/>
                  </a:moveTo>
                  <a:cubicBezTo>
                    <a:pt x="5079" y="0"/>
                    <a:pt x="1" y="5062"/>
                    <a:pt x="1" y="11318"/>
                  </a:cubicBezTo>
                  <a:cubicBezTo>
                    <a:pt x="1" y="11477"/>
                    <a:pt x="1" y="11620"/>
                    <a:pt x="17" y="11763"/>
                  </a:cubicBezTo>
                  <a:lnTo>
                    <a:pt x="22636" y="11763"/>
                  </a:lnTo>
                  <a:cubicBezTo>
                    <a:pt x="22636" y="11620"/>
                    <a:pt x="22651" y="11477"/>
                    <a:pt x="22651" y="11318"/>
                  </a:cubicBezTo>
                  <a:cubicBezTo>
                    <a:pt x="22651" y="5062"/>
                    <a:pt x="17574" y="0"/>
                    <a:pt x="113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41"/>
            <p:cNvSpPr/>
            <p:nvPr/>
          </p:nvSpPr>
          <p:spPr>
            <a:xfrm>
              <a:off x="1840200" y="2828050"/>
              <a:ext cx="466800" cy="466400"/>
            </a:xfrm>
            <a:custGeom>
              <a:avLst/>
              <a:gdLst/>
              <a:ahLst/>
              <a:cxnLst/>
              <a:rect l="l" t="t" r="r" b="b"/>
              <a:pathLst>
                <a:path w="18672" h="18656" extrusionOk="0">
                  <a:moveTo>
                    <a:pt x="9344" y="0"/>
                  </a:moveTo>
                  <a:cubicBezTo>
                    <a:pt x="4187" y="0"/>
                    <a:pt x="1" y="4186"/>
                    <a:pt x="1" y="9328"/>
                  </a:cubicBezTo>
                  <a:cubicBezTo>
                    <a:pt x="1" y="14485"/>
                    <a:pt x="4187" y="18655"/>
                    <a:pt x="9344" y="18655"/>
                  </a:cubicBezTo>
                  <a:cubicBezTo>
                    <a:pt x="14486" y="18655"/>
                    <a:pt x="18672" y="14485"/>
                    <a:pt x="18672" y="9328"/>
                  </a:cubicBezTo>
                  <a:cubicBezTo>
                    <a:pt x="18672" y="4186"/>
                    <a:pt x="14486" y="0"/>
                    <a:pt x="9344"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41"/>
            <p:cNvSpPr/>
            <p:nvPr/>
          </p:nvSpPr>
          <p:spPr>
            <a:xfrm>
              <a:off x="1934525" y="2922350"/>
              <a:ext cx="278175" cy="278175"/>
            </a:xfrm>
            <a:custGeom>
              <a:avLst/>
              <a:gdLst/>
              <a:ahLst/>
              <a:cxnLst/>
              <a:rect l="l" t="t" r="r" b="b"/>
              <a:pathLst>
                <a:path w="11127" h="11127" extrusionOk="0">
                  <a:moveTo>
                    <a:pt x="5571" y="1"/>
                  </a:moveTo>
                  <a:cubicBezTo>
                    <a:pt x="2499" y="1"/>
                    <a:pt x="0" y="2484"/>
                    <a:pt x="0" y="5556"/>
                  </a:cubicBezTo>
                  <a:cubicBezTo>
                    <a:pt x="0" y="8628"/>
                    <a:pt x="2499" y="11127"/>
                    <a:pt x="5571" y="11127"/>
                  </a:cubicBezTo>
                  <a:cubicBezTo>
                    <a:pt x="8627" y="11127"/>
                    <a:pt x="11126" y="8628"/>
                    <a:pt x="11126" y="5556"/>
                  </a:cubicBezTo>
                  <a:cubicBezTo>
                    <a:pt x="11126" y="2484"/>
                    <a:pt x="8627" y="1"/>
                    <a:pt x="557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41"/>
            <p:cNvSpPr/>
            <p:nvPr/>
          </p:nvSpPr>
          <p:spPr>
            <a:xfrm>
              <a:off x="529000" y="2595250"/>
              <a:ext cx="1717925" cy="8775"/>
            </a:xfrm>
            <a:custGeom>
              <a:avLst/>
              <a:gdLst/>
              <a:ahLst/>
              <a:cxnLst/>
              <a:rect l="l" t="t" r="r" b="b"/>
              <a:pathLst>
                <a:path w="68717" h="351" extrusionOk="0">
                  <a:moveTo>
                    <a:pt x="1" y="0"/>
                  </a:moveTo>
                  <a:lnTo>
                    <a:pt x="1" y="351"/>
                  </a:lnTo>
                  <a:lnTo>
                    <a:pt x="68716" y="351"/>
                  </a:lnTo>
                  <a:lnTo>
                    <a:pt x="68716" y="0"/>
                  </a:lnTo>
                  <a:close/>
                </a:path>
              </a:pathLst>
            </a:custGeom>
            <a:solidFill>
              <a:srgbClr val="273E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41"/>
            <p:cNvSpPr/>
            <p:nvPr/>
          </p:nvSpPr>
          <p:spPr>
            <a:xfrm>
              <a:off x="529000" y="2769550"/>
              <a:ext cx="2054175" cy="8775"/>
            </a:xfrm>
            <a:custGeom>
              <a:avLst/>
              <a:gdLst/>
              <a:ahLst/>
              <a:cxnLst/>
              <a:rect l="l" t="t" r="r" b="b"/>
              <a:pathLst>
                <a:path w="82167" h="351" extrusionOk="0">
                  <a:moveTo>
                    <a:pt x="1" y="0"/>
                  </a:moveTo>
                  <a:lnTo>
                    <a:pt x="1" y="350"/>
                  </a:lnTo>
                  <a:lnTo>
                    <a:pt x="82167" y="350"/>
                  </a:lnTo>
                  <a:lnTo>
                    <a:pt x="82167" y="0"/>
                  </a:lnTo>
                  <a:close/>
                </a:path>
              </a:pathLst>
            </a:custGeom>
            <a:solidFill>
              <a:srgbClr val="273E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41"/>
            <p:cNvSpPr/>
            <p:nvPr/>
          </p:nvSpPr>
          <p:spPr>
            <a:xfrm>
              <a:off x="2252875" y="2658925"/>
              <a:ext cx="69650" cy="69650"/>
            </a:xfrm>
            <a:custGeom>
              <a:avLst/>
              <a:gdLst/>
              <a:ahLst/>
              <a:cxnLst/>
              <a:rect l="l" t="t" r="r" b="b"/>
              <a:pathLst>
                <a:path w="2786" h="2786" extrusionOk="0">
                  <a:moveTo>
                    <a:pt x="1401" y="0"/>
                  </a:moveTo>
                  <a:cubicBezTo>
                    <a:pt x="621" y="0"/>
                    <a:pt x="0" y="621"/>
                    <a:pt x="0" y="1385"/>
                  </a:cubicBezTo>
                  <a:cubicBezTo>
                    <a:pt x="0" y="2165"/>
                    <a:pt x="621" y="2786"/>
                    <a:pt x="1401" y="2786"/>
                  </a:cubicBezTo>
                  <a:cubicBezTo>
                    <a:pt x="2165" y="2786"/>
                    <a:pt x="2786" y="2165"/>
                    <a:pt x="2786" y="1385"/>
                  </a:cubicBezTo>
                  <a:cubicBezTo>
                    <a:pt x="2786" y="621"/>
                    <a:pt x="2165" y="0"/>
                    <a:pt x="1401" y="0"/>
                  </a:cubicBezTo>
                  <a:close/>
                </a:path>
              </a:pathLst>
            </a:custGeom>
            <a:solidFill>
              <a:srgbClr val="E15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41"/>
            <p:cNvSpPr/>
            <p:nvPr/>
          </p:nvSpPr>
          <p:spPr>
            <a:xfrm>
              <a:off x="526625" y="2321875"/>
              <a:ext cx="386400" cy="252700"/>
            </a:xfrm>
            <a:custGeom>
              <a:avLst/>
              <a:gdLst/>
              <a:ahLst/>
              <a:cxnLst/>
              <a:rect l="l" t="t" r="r" b="b"/>
              <a:pathLst>
                <a:path w="15456" h="10108" extrusionOk="0">
                  <a:moveTo>
                    <a:pt x="3168" y="0"/>
                  </a:moveTo>
                  <a:cubicBezTo>
                    <a:pt x="1417" y="0"/>
                    <a:pt x="0" y="1417"/>
                    <a:pt x="0" y="3168"/>
                  </a:cubicBezTo>
                  <a:lnTo>
                    <a:pt x="0" y="6940"/>
                  </a:lnTo>
                  <a:cubicBezTo>
                    <a:pt x="0" y="8691"/>
                    <a:pt x="1417" y="10108"/>
                    <a:pt x="3168" y="10108"/>
                  </a:cubicBezTo>
                  <a:lnTo>
                    <a:pt x="12288" y="10108"/>
                  </a:lnTo>
                  <a:cubicBezTo>
                    <a:pt x="14039" y="10108"/>
                    <a:pt x="15456" y="8691"/>
                    <a:pt x="15456" y="6940"/>
                  </a:cubicBezTo>
                  <a:lnTo>
                    <a:pt x="15456" y="3168"/>
                  </a:lnTo>
                  <a:cubicBezTo>
                    <a:pt x="15456" y="1417"/>
                    <a:pt x="14039" y="0"/>
                    <a:pt x="12288"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41"/>
            <p:cNvSpPr/>
            <p:nvPr/>
          </p:nvSpPr>
          <p:spPr>
            <a:xfrm>
              <a:off x="552875" y="2347725"/>
              <a:ext cx="333900" cy="201000"/>
            </a:xfrm>
            <a:custGeom>
              <a:avLst/>
              <a:gdLst/>
              <a:ahLst/>
              <a:cxnLst/>
              <a:rect l="l" t="t" r="r" b="b"/>
              <a:pathLst>
                <a:path w="13356" h="8040" extrusionOk="0">
                  <a:moveTo>
                    <a:pt x="2118" y="1"/>
                  </a:moveTo>
                  <a:cubicBezTo>
                    <a:pt x="940" y="1"/>
                    <a:pt x="1" y="956"/>
                    <a:pt x="1" y="2134"/>
                  </a:cubicBezTo>
                  <a:lnTo>
                    <a:pt x="1" y="5906"/>
                  </a:lnTo>
                  <a:cubicBezTo>
                    <a:pt x="1" y="7084"/>
                    <a:pt x="940" y="8039"/>
                    <a:pt x="2118" y="8039"/>
                  </a:cubicBezTo>
                  <a:lnTo>
                    <a:pt x="11238" y="8039"/>
                  </a:lnTo>
                  <a:cubicBezTo>
                    <a:pt x="12416" y="8039"/>
                    <a:pt x="13355" y="7084"/>
                    <a:pt x="13355" y="5906"/>
                  </a:cubicBezTo>
                  <a:lnTo>
                    <a:pt x="13355" y="2134"/>
                  </a:lnTo>
                  <a:cubicBezTo>
                    <a:pt x="13355" y="956"/>
                    <a:pt x="12416" y="1"/>
                    <a:pt x="11238" y="1"/>
                  </a:cubicBezTo>
                  <a:close/>
                </a:path>
              </a:pathLst>
            </a:custGeom>
            <a:solidFill>
              <a:srgbClr val="9ED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41"/>
            <p:cNvSpPr/>
            <p:nvPr/>
          </p:nvSpPr>
          <p:spPr>
            <a:xfrm>
              <a:off x="572375" y="2360875"/>
              <a:ext cx="314400" cy="187850"/>
            </a:xfrm>
            <a:custGeom>
              <a:avLst/>
              <a:gdLst/>
              <a:ahLst/>
              <a:cxnLst/>
              <a:rect l="l" t="t" r="r" b="b"/>
              <a:pathLst>
                <a:path w="12576" h="7514" extrusionOk="0">
                  <a:moveTo>
                    <a:pt x="11843" y="0"/>
                  </a:moveTo>
                  <a:lnTo>
                    <a:pt x="1" y="7036"/>
                  </a:lnTo>
                  <a:cubicBezTo>
                    <a:pt x="383" y="7338"/>
                    <a:pt x="860" y="7513"/>
                    <a:pt x="1338" y="7513"/>
                  </a:cubicBezTo>
                  <a:lnTo>
                    <a:pt x="10458" y="7513"/>
                  </a:lnTo>
                  <a:cubicBezTo>
                    <a:pt x="11620" y="7513"/>
                    <a:pt x="12575" y="6558"/>
                    <a:pt x="12575" y="5380"/>
                  </a:cubicBezTo>
                  <a:lnTo>
                    <a:pt x="12575" y="1608"/>
                  </a:lnTo>
                  <a:cubicBezTo>
                    <a:pt x="12575" y="987"/>
                    <a:pt x="12305" y="414"/>
                    <a:pt x="1184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41"/>
            <p:cNvSpPr/>
            <p:nvPr/>
          </p:nvSpPr>
          <p:spPr>
            <a:xfrm>
              <a:off x="953200" y="2321875"/>
              <a:ext cx="386425" cy="252700"/>
            </a:xfrm>
            <a:custGeom>
              <a:avLst/>
              <a:gdLst/>
              <a:ahLst/>
              <a:cxnLst/>
              <a:rect l="l" t="t" r="r" b="b"/>
              <a:pathLst>
                <a:path w="15457" h="10108" extrusionOk="0">
                  <a:moveTo>
                    <a:pt x="3168" y="0"/>
                  </a:moveTo>
                  <a:cubicBezTo>
                    <a:pt x="1417" y="0"/>
                    <a:pt x="1" y="1417"/>
                    <a:pt x="1" y="3168"/>
                  </a:cubicBezTo>
                  <a:lnTo>
                    <a:pt x="1" y="6940"/>
                  </a:lnTo>
                  <a:cubicBezTo>
                    <a:pt x="1" y="8691"/>
                    <a:pt x="1417" y="10108"/>
                    <a:pt x="3168" y="10108"/>
                  </a:cubicBezTo>
                  <a:lnTo>
                    <a:pt x="12289" y="10108"/>
                  </a:lnTo>
                  <a:cubicBezTo>
                    <a:pt x="14040" y="10108"/>
                    <a:pt x="15456" y="8691"/>
                    <a:pt x="15456" y="6940"/>
                  </a:cubicBezTo>
                  <a:lnTo>
                    <a:pt x="15456" y="3168"/>
                  </a:lnTo>
                  <a:cubicBezTo>
                    <a:pt x="15456" y="1417"/>
                    <a:pt x="14040" y="0"/>
                    <a:pt x="12289"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41"/>
            <p:cNvSpPr/>
            <p:nvPr/>
          </p:nvSpPr>
          <p:spPr>
            <a:xfrm>
              <a:off x="979475" y="2347725"/>
              <a:ext cx="333875" cy="201000"/>
            </a:xfrm>
            <a:custGeom>
              <a:avLst/>
              <a:gdLst/>
              <a:ahLst/>
              <a:cxnLst/>
              <a:rect l="l" t="t" r="r" b="b"/>
              <a:pathLst>
                <a:path w="13355" h="8040" extrusionOk="0">
                  <a:moveTo>
                    <a:pt x="2117" y="1"/>
                  </a:moveTo>
                  <a:cubicBezTo>
                    <a:pt x="939" y="1"/>
                    <a:pt x="0" y="956"/>
                    <a:pt x="0" y="2134"/>
                  </a:cubicBezTo>
                  <a:lnTo>
                    <a:pt x="0" y="5906"/>
                  </a:lnTo>
                  <a:cubicBezTo>
                    <a:pt x="0" y="7084"/>
                    <a:pt x="939" y="8039"/>
                    <a:pt x="2117" y="8039"/>
                  </a:cubicBezTo>
                  <a:lnTo>
                    <a:pt x="11238" y="8039"/>
                  </a:lnTo>
                  <a:cubicBezTo>
                    <a:pt x="12416" y="8039"/>
                    <a:pt x="13355" y="7084"/>
                    <a:pt x="13355" y="5906"/>
                  </a:cubicBezTo>
                  <a:lnTo>
                    <a:pt x="13355" y="2134"/>
                  </a:lnTo>
                  <a:cubicBezTo>
                    <a:pt x="13355" y="956"/>
                    <a:pt x="12416" y="1"/>
                    <a:pt x="11238" y="1"/>
                  </a:cubicBezTo>
                  <a:close/>
                </a:path>
              </a:pathLst>
            </a:custGeom>
            <a:solidFill>
              <a:srgbClr val="9ED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41"/>
            <p:cNvSpPr/>
            <p:nvPr/>
          </p:nvSpPr>
          <p:spPr>
            <a:xfrm>
              <a:off x="999375" y="2360875"/>
              <a:ext cx="313975" cy="187850"/>
            </a:xfrm>
            <a:custGeom>
              <a:avLst/>
              <a:gdLst/>
              <a:ahLst/>
              <a:cxnLst/>
              <a:rect l="l" t="t" r="r" b="b"/>
              <a:pathLst>
                <a:path w="12559" h="7514" extrusionOk="0">
                  <a:moveTo>
                    <a:pt x="11827" y="0"/>
                  </a:moveTo>
                  <a:lnTo>
                    <a:pt x="0" y="7036"/>
                  </a:lnTo>
                  <a:cubicBezTo>
                    <a:pt x="366" y="7338"/>
                    <a:pt x="844" y="7513"/>
                    <a:pt x="1321" y="7513"/>
                  </a:cubicBezTo>
                  <a:lnTo>
                    <a:pt x="10442" y="7513"/>
                  </a:lnTo>
                  <a:cubicBezTo>
                    <a:pt x="11604" y="7513"/>
                    <a:pt x="12559" y="6558"/>
                    <a:pt x="12559" y="5380"/>
                  </a:cubicBezTo>
                  <a:lnTo>
                    <a:pt x="12559" y="1608"/>
                  </a:lnTo>
                  <a:cubicBezTo>
                    <a:pt x="12559" y="1003"/>
                    <a:pt x="12288" y="414"/>
                    <a:pt x="1182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41"/>
            <p:cNvSpPr/>
            <p:nvPr/>
          </p:nvSpPr>
          <p:spPr>
            <a:xfrm>
              <a:off x="1387750" y="2321875"/>
              <a:ext cx="386425" cy="252700"/>
            </a:xfrm>
            <a:custGeom>
              <a:avLst/>
              <a:gdLst/>
              <a:ahLst/>
              <a:cxnLst/>
              <a:rect l="l" t="t" r="r" b="b"/>
              <a:pathLst>
                <a:path w="15457" h="10108" extrusionOk="0">
                  <a:moveTo>
                    <a:pt x="3184" y="0"/>
                  </a:moveTo>
                  <a:cubicBezTo>
                    <a:pt x="1417" y="0"/>
                    <a:pt x="1" y="1417"/>
                    <a:pt x="1" y="3168"/>
                  </a:cubicBezTo>
                  <a:lnTo>
                    <a:pt x="1" y="6940"/>
                  </a:lnTo>
                  <a:cubicBezTo>
                    <a:pt x="1" y="8691"/>
                    <a:pt x="1417" y="10108"/>
                    <a:pt x="3184" y="10108"/>
                  </a:cubicBezTo>
                  <a:lnTo>
                    <a:pt x="12289" y="10108"/>
                  </a:lnTo>
                  <a:cubicBezTo>
                    <a:pt x="14040" y="10108"/>
                    <a:pt x="15456" y="8691"/>
                    <a:pt x="15456" y="6940"/>
                  </a:cubicBezTo>
                  <a:lnTo>
                    <a:pt x="15456" y="3168"/>
                  </a:lnTo>
                  <a:cubicBezTo>
                    <a:pt x="15456" y="1417"/>
                    <a:pt x="14040" y="0"/>
                    <a:pt x="12289"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41"/>
            <p:cNvSpPr/>
            <p:nvPr/>
          </p:nvSpPr>
          <p:spPr>
            <a:xfrm>
              <a:off x="1414025" y="2347725"/>
              <a:ext cx="334275" cy="201000"/>
            </a:xfrm>
            <a:custGeom>
              <a:avLst/>
              <a:gdLst/>
              <a:ahLst/>
              <a:cxnLst/>
              <a:rect l="l" t="t" r="r" b="b"/>
              <a:pathLst>
                <a:path w="13371" h="8040" extrusionOk="0">
                  <a:moveTo>
                    <a:pt x="2133" y="1"/>
                  </a:moveTo>
                  <a:cubicBezTo>
                    <a:pt x="955" y="1"/>
                    <a:pt x="0" y="956"/>
                    <a:pt x="0" y="2134"/>
                  </a:cubicBezTo>
                  <a:lnTo>
                    <a:pt x="0" y="5906"/>
                  </a:lnTo>
                  <a:cubicBezTo>
                    <a:pt x="0" y="7084"/>
                    <a:pt x="955" y="8039"/>
                    <a:pt x="2133" y="8039"/>
                  </a:cubicBezTo>
                  <a:lnTo>
                    <a:pt x="11238" y="8039"/>
                  </a:lnTo>
                  <a:cubicBezTo>
                    <a:pt x="12416" y="8039"/>
                    <a:pt x="13371" y="7084"/>
                    <a:pt x="13371" y="5906"/>
                  </a:cubicBezTo>
                  <a:lnTo>
                    <a:pt x="13371" y="2134"/>
                  </a:lnTo>
                  <a:cubicBezTo>
                    <a:pt x="13371" y="956"/>
                    <a:pt x="12416" y="1"/>
                    <a:pt x="11238" y="1"/>
                  </a:cubicBezTo>
                  <a:close/>
                </a:path>
              </a:pathLst>
            </a:custGeom>
            <a:solidFill>
              <a:srgbClr val="9ED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41"/>
            <p:cNvSpPr/>
            <p:nvPr/>
          </p:nvSpPr>
          <p:spPr>
            <a:xfrm>
              <a:off x="1433900" y="2360875"/>
              <a:ext cx="314400" cy="187850"/>
            </a:xfrm>
            <a:custGeom>
              <a:avLst/>
              <a:gdLst/>
              <a:ahLst/>
              <a:cxnLst/>
              <a:rect l="l" t="t" r="r" b="b"/>
              <a:pathLst>
                <a:path w="12576" h="7514" extrusionOk="0">
                  <a:moveTo>
                    <a:pt x="11828" y="0"/>
                  </a:moveTo>
                  <a:lnTo>
                    <a:pt x="1" y="7036"/>
                  </a:lnTo>
                  <a:cubicBezTo>
                    <a:pt x="367" y="7338"/>
                    <a:pt x="845" y="7513"/>
                    <a:pt x="1338" y="7513"/>
                  </a:cubicBezTo>
                  <a:lnTo>
                    <a:pt x="10443" y="7513"/>
                  </a:lnTo>
                  <a:cubicBezTo>
                    <a:pt x="11621" y="7513"/>
                    <a:pt x="12576" y="6558"/>
                    <a:pt x="12576" y="5380"/>
                  </a:cubicBezTo>
                  <a:lnTo>
                    <a:pt x="12576" y="1608"/>
                  </a:lnTo>
                  <a:cubicBezTo>
                    <a:pt x="12576" y="987"/>
                    <a:pt x="12305" y="414"/>
                    <a:pt x="1182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5" name="Google Shape;1215;p41"/>
          <p:cNvGrpSpPr/>
          <p:nvPr/>
        </p:nvGrpSpPr>
        <p:grpSpPr>
          <a:xfrm>
            <a:off x="666750" y="527350"/>
            <a:ext cx="3981600" cy="4825719"/>
            <a:chOff x="666750" y="527350"/>
            <a:chExt cx="3981600" cy="4825719"/>
          </a:xfrm>
        </p:grpSpPr>
        <p:sp>
          <p:nvSpPr>
            <p:cNvPr id="1216" name="Google Shape;1216;p41"/>
            <p:cNvSpPr/>
            <p:nvPr/>
          </p:nvSpPr>
          <p:spPr>
            <a:xfrm>
              <a:off x="2484788" y="3718927"/>
              <a:ext cx="345525" cy="1634142"/>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41"/>
            <p:cNvSpPr/>
            <p:nvPr/>
          </p:nvSpPr>
          <p:spPr>
            <a:xfrm>
              <a:off x="666750" y="527350"/>
              <a:ext cx="3981600" cy="3551700"/>
            </a:xfrm>
            <a:prstGeom prst="roundRect">
              <a:avLst>
                <a:gd name="adj" fmla="val 6436"/>
              </a:avLst>
            </a:prstGeom>
            <a:solidFill>
              <a:srgbClr val="E15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41"/>
            <p:cNvSpPr/>
            <p:nvPr/>
          </p:nvSpPr>
          <p:spPr>
            <a:xfrm>
              <a:off x="885150" y="722050"/>
              <a:ext cx="3544800" cy="3162300"/>
            </a:xfrm>
            <a:prstGeom prst="roundRect">
              <a:avLst>
                <a:gd name="adj" fmla="val 4539"/>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19" name="Google Shape;1219;p41"/>
          <p:cNvSpPr txBox="1">
            <a:spLocks noGrp="1"/>
          </p:cNvSpPr>
          <p:nvPr>
            <p:ph type="ctrTitle"/>
          </p:nvPr>
        </p:nvSpPr>
        <p:spPr>
          <a:xfrm rot="302">
            <a:off x="851051" y="1746946"/>
            <a:ext cx="3578903" cy="1085219"/>
          </a:xfrm>
          <a:prstGeom prst="rect">
            <a:avLst/>
          </a:prstGeom>
        </p:spPr>
        <p:txBody>
          <a:bodyPr spcFirstLastPara="1" wrap="square" lIns="91425" tIns="91425" rIns="91425" bIns="91425" anchor="b" anchorCtr="0">
            <a:noAutofit/>
          </a:bodyPr>
          <a:lstStyle/>
          <a:p>
            <a:pPr lvl="0">
              <a:buClr>
                <a:schemeClr val="dk1"/>
              </a:buClr>
              <a:buSzPts val="1100"/>
            </a:pPr>
            <a:r>
              <a:rPr lang="en-US" sz="3600" b="1" dirty="0"/>
              <a:t>SMARTGUARD</a:t>
            </a:r>
            <a:br>
              <a:rPr lang="en-US" sz="2800" dirty="0"/>
            </a:br>
            <a:r>
              <a:rPr lang="en-US" sz="2400" dirty="0"/>
              <a:t>An Intelligent Child Safety and Monitoring System</a:t>
            </a:r>
            <a:endParaRPr sz="2800" dirty="0"/>
          </a:p>
        </p:txBody>
      </p:sp>
      <p:sp>
        <p:nvSpPr>
          <p:cNvPr id="1220" name="Google Shape;1220;p41"/>
          <p:cNvSpPr txBox="1">
            <a:spLocks noGrp="1"/>
          </p:cNvSpPr>
          <p:nvPr>
            <p:ph type="subTitle" idx="1"/>
          </p:nvPr>
        </p:nvSpPr>
        <p:spPr>
          <a:xfrm>
            <a:off x="1119149" y="2962033"/>
            <a:ext cx="3076800" cy="792600"/>
          </a:xfrm>
          <a:prstGeom prst="rect">
            <a:avLst/>
          </a:prstGeom>
        </p:spPr>
        <p:txBody>
          <a:bodyPr spcFirstLastPara="1" wrap="square" lIns="91425" tIns="91425" rIns="91425" bIns="91425" anchor="t" anchorCtr="0">
            <a:noAutofit/>
          </a:bodyPr>
          <a:lstStyle/>
          <a:p>
            <a:pPr marL="0" lvl="0" indent="0"/>
            <a:r>
              <a:rPr lang="en-US" sz="800" dirty="0"/>
              <a:t>Mohamed </a:t>
            </a:r>
            <a:r>
              <a:rPr lang="en-US" sz="800" dirty="0" err="1"/>
              <a:t>Alaraibi</a:t>
            </a:r>
            <a:r>
              <a:rPr lang="en-US" sz="800" dirty="0"/>
              <a:t> 202101014</a:t>
            </a:r>
          </a:p>
          <a:p>
            <a:pPr marL="0" lvl="0" indent="0"/>
            <a:r>
              <a:rPr lang="en-US" sz="800" dirty="0"/>
              <a:t>Reem Madan 201901611</a:t>
            </a:r>
          </a:p>
          <a:p>
            <a:pPr marL="0" lvl="0" indent="0"/>
            <a:r>
              <a:rPr lang="en-US" sz="800" dirty="0"/>
              <a:t>Sayed </a:t>
            </a:r>
            <a:r>
              <a:rPr lang="en-US" sz="800" dirty="0" err="1"/>
              <a:t>Qasim</a:t>
            </a:r>
            <a:r>
              <a:rPr lang="en-US" sz="800" dirty="0"/>
              <a:t> 202101072</a:t>
            </a:r>
          </a:p>
          <a:p>
            <a:pPr marL="0" lvl="0" indent="0"/>
            <a:r>
              <a:rPr lang="en-US" sz="800" dirty="0"/>
              <a:t>Rahim </a:t>
            </a:r>
            <a:r>
              <a:rPr lang="en-US" sz="800" dirty="0" err="1"/>
              <a:t>Alrahim</a:t>
            </a:r>
            <a:r>
              <a:rPr lang="en-US" sz="800" dirty="0"/>
              <a:t> 202101849</a:t>
            </a:r>
          </a:p>
          <a:p>
            <a:pPr marL="0" lvl="0" indent="0" algn="ctr" rtl="0">
              <a:spcBef>
                <a:spcPts val="0"/>
              </a:spcBef>
              <a:spcAft>
                <a:spcPts val="0"/>
              </a:spcAft>
              <a:buNone/>
            </a:pPr>
            <a:endParaRPr lang="en-US" sz="800" dirty="0"/>
          </a:p>
          <a:p>
            <a:pPr marL="0" lvl="0" indent="0"/>
            <a:r>
              <a:rPr lang="en-US" sz="800" dirty="0"/>
              <a:t> Polytechnic Supervisor: Dr. </a:t>
            </a:r>
            <a:r>
              <a:rPr lang="en-US" sz="800" dirty="0" err="1"/>
              <a:t>Zakareya</a:t>
            </a:r>
            <a:r>
              <a:rPr lang="en-US" sz="800" dirty="0"/>
              <a:t> Hasan </a:t>
            </a:r>
            <a:endParaRPr sz="800" dirty="0"/>
          </a:p>
        </p:txBody>
      </p:sp>
      <p:pic>
        <p:nvPicPr>
          <p:cNvPr id="1026" name="Picture 2" descr="Rayaat – AlMabarrah Al Khalifia">
            <a:extLst>
              <a:ext uri="{FF2B5EF4-FFF2-40B4-BE49-F238E27FC236}">
                <a16:creationId xmlns:a16="http://schemas.microsoft.com/office/drawing/2014/main" id="{B9B6F2D4-17B4-4A86-8C52-4AAFFBABA8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7313" y="726066"/>
            <a:ext cx="2331446" cy="6767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xit" presetSubtype="2" fill="hold" nodeType="afterEffect">
                                  <p:stCondLst>
                                    <p:cond delay="500"/>
                                  </p:stCondLst>
                                  <p:childTnLst>
                                    <p:anim calcmode="lin" valueType="num">
                                      <p:cBhvr additive="base">
                                        <p:cTn id="6" dur="500"/>
                                        <p:tgtEl>
                                          <p:spTgt spid="1186"/>
                                        </p:tgtEl>
                                        <p:attrNameLst>
                                          <p:attrName>ppt_x</p:attrName>
                                        </p:attrNameLst>
                                      </p:cBhvr>
                                      <p:tavLst>
                                        <p:tav tm="0">
                                          <p:val>
                                            <p:strVal val="ppt_x"/>
                                          </p:val>
                                        </p:tav>
                                        <p:tav tm="100000">
                                          <p:val>
                                            <p:strVal val="1+ppt_w/2"/>
                                          </p:val>
                                        </p:tav>
                                      </p:tavLst>
                                    </p:anim>
                                    <p:anim calcmode="lin" valueType="num">
                                      <p:cBhvr additive="base">
                                        <p:cTn id="7" dur="500"/>
                                        <p:tgtEl>
                                          <p:spTgt spid="1186"/>
                                        </p:tgtEl>
                                        <p:attrNameLst>
                                          <p:attrName>ppt_y</p:attrName>
                                        </p:attrNameLst>
                                      </p:cBhvr>
                                      <p:tavLst>
                                        <p:tav tm="0">
                                          <p:val>
                                            <p:strVal val="ppt_y"/>
                                          </p:val>
                                        </p:tav>
                                        <p:tav tm="100000">
                                          <p:val>
                                            <p:strVal val="ppt_y"/>
                                          </p:val>
                                        </p:tav>
                                      </p:tavLst>
                                    </p:anim>
                                    <p:set>
                                      <p:cBhvr>
                                        <p:cTn id="8" dur="1" fill="hold">
                                          <p:stCondLst>
                                            <p:cond delay="499"/>
                                          </p:stCondLst>
                                        </p:cTn>
                                        <p:tgtEl>
                                          <p:spTgt spid="118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3A45741-484A-4CF1-9363-D9A65989B956}"/>
              </a:ext>
            </a:extLst>
          </p:cNvPr>
          <p:cNvPicPr>
            <a:picLocks noChangeAspect="1"/>
          </p:cNvPicPr>
          <p:nvPr/>
        </p:nvPicPr>
        <p:blipFill rotWithShape="1">
          <a:blip r:embed="rId3"/>
          <a:srcRect l="28564" t="15500" r="29205" b="6279"/>
          <a:stretch/>
        </p:blipFill>
        <p:spPr>
          <a:xfrm>
            <a:off x="239354" y="229276"/>
            <a:ext cx="4560411" cy="4751468"/>
          </a:xfrm>
          <a:prstGeom prst="rect">
            <a:avLst/>
          </a:prstGeom>
        </p:spPr>
      </p:pic>
      <p:pic>
        <p:nvPicPr>
          <p:cNvPr id="13" name="Picture 12">
            <a:extLst>
              <a:ext uri="{FF2B5EF4-FFF2-40B4-BE49-F238E27FC236}">
                <a16:creationId xmlns:a16="http://schemas.microsoft.com/office/drawing/2014/main" id="{AB20B39E-D8C8-49E7-952C-C9BA3EA25C6A}"/>
              </a:ext>
            </a:extLst>
          </p:cNvPr>
          <p:cNvPicPr>
            <a:picLocks noChangeAspect="1"/>
          </p:cNvPicPr>
          <p:nvPr/>
        </p:nvPicPr>
        <p:blipFill rotWithShape="1">
          <a:blip r:embed="rId4"/>
          <a:srcRect l="18917" t="14370" r="18583" b="7404"/>
          <a:stretch/>
        </p:blipFill>
        <p:spPr>
          <a:xfrm>
            <a:off x="2300880" y="365195"/>
            <a:ext cx="6362891" cy="4479629"/>
          </a:xfrm>
          <a:prstGeom prst="rect">
            <a:avLst/>
          </a:prstGeom>
        </p:spPr>
      </p:pic>
      <p:pic>
        <p:nvPicPr>
          <p:cNvPr id="9" name="Picture 8">
            <a:extLst>
              <a:ext uri="{FF2B5EF4-FFF2-40B4-BE49-F238E27FC236}">
                <a16:creationId xmlns:a16="http://schemas.microsoft.com/office/drawing/2014/main" id="{C79CEB70-1E59-40E0-9838-17D13EFF2DFE}"/>
              </a:ext>
            </a:extLst>
          </p:cNvPr>
          <p:cNvPicPr>
            <a:picLocks noChangeAspect="1"/>
          </p:cNvPicPr>
          <p:nvPr/>
        </p:nvPicPr>
        <p:blipFill rotWithShape="1">
          <a:blip r:embed="rId5"/>
          <a:srcRect l="16896" t="14476" r="19129" b="6152"/>
          <a:stretch/>
        </p:blipFill>
        <p:spPr>
          <a:xfrm>
            <a:off x="359133" y="318306"/>
            <a:ext cx="6585637" cy="4595918"/>
          </a:xfrm>
          <a:prstGeom prst="rect">
            <a:avLst/>
          </a:prstGeom>
        </p:spPr>
      </p:pic>
      <p:pic>
        <p:nvPicPr>
          <p:cNvPr id="6" name="Picture 5">
            <a:extLst>
              <a:ext uri="{FF2B5EF4-FFF2-40B4-BE49-F238E27FC236}">
                <a16:creationId xmlns:a16="http://schemas.microsoft.com/office/drawing/2014/main" id="{C389CBC3-9AB9-42A2-A3BD-9C6D6510D751}"/>
              </a:ext>
            </a:extLst>
          </p:cNvPr>
          <p:cNvPicPr>
            <a:picLocks noChangeAspect="1"/>
          </p:cNvPicPr>
          <p:nvPr/>
        </p:nvPicPr>
        <p:blipFill rotWithShape="1">
          <a:blip r:embed="rId6"/>
          <a:srcRect l="25197" t="14278" r="29213" b="6430"/>
          <a:stretch/>
        </p:blipFill>
        <p:spPr>
          <a:xfrm>
            <a:off x="4267325" y="511666"/>
            <a:ext cx="4655249" cy="4469077"/>
          </a:xfrm>
          <a:prstGeom prst="rect">
            <a:avLst/>
          </a:prstGeom>
        </p:spPr>
      </p:pic>
      <p:pic>
        <p:nvPicPr>
          <p:cNvPr id="10" name="Picture 9">
            <a:extLst>
              <a:ext uri="{FF2B5EF4-FFF2-40B4-BE49-F238E27FC236}">
                <a16:creationId xmlns:a16="http://schemas.microsoft.com/office/drawing/2014/main" id="{1078C5E5-98AB-4AD0-8566-63EBD5C7D459}"/>
              </a:ext>
            </a:extLst>
          </p:cNvPr>
          <p:cNvPicPr>
            <a:picLocks noChangeAspect="1"/>
          </p:cNvPicPr>
          <p:nvPr/>
        </p:nvPicPr>
        <p:blipFill rotWithShape="1">
          <a:blip r:embed="rId7"/>
          <a:srcRect l="23225" t="14307" r="35047" b="4773"/>
          <a:stretch/>
        </p:blipFill>
        <p:spPr>
          <a:xfrm>
            <a:off x="757997" y="242607"/>
            <a:ext cx="4352149" cy="4747315"/>
          </a:xfrm>
          <a:prstGeom prst="rect">
            <a:avLst/>
          </a:prstGeom>
        </p:spPr>
      </p:pic>
      <p:pic>
        <p:nvPicPr>
          <p:cNvPr id="4" name="Picture 3">
            <a:extLst>
              <a:ext uri="{FF2B5EF4-FFF2-40B4-BE49-F238E27FC236}">
                <a16:creationId xmlns:a16="http://schemas.microsoft.com/office/drawing/2014/main" id="{A9BD4D8D-61F1-4777-8382-B42C9C8D01C0}"/>
              </a:ext>
            </a:extLst>
          </p:cNvPr>
          <p:cNvPicPr>
            <a:picLocks noChangeAspect="1"/>
          </p:cNvPicPr>
          <p:nvPr/>
        </p:nvPicPr>
        <p:blipFill rotWithShape="1">
          <a:blip r:embed="rId8"/>
          <a:srcRect l="28334" t="15112" r="29667" b="6430"/>
          <a:stretch/>
        </p:blipFill>
        <p:spPr>
          <a:xfrm>
            <a:off x="3922674" y="425046"/>
            <a:ext cx="4344235" cy="4564876"/>
          </a:xfrm>
          <a:prstGeom prst="rect">
            <a:avLst/>
          </a:prstGeom>
        </p:spPr>
      </p:pic>
      <p:pic>
        <p:nvPicPr>
          <p:cNvPr id="14" name="Picture 13">
            <a:extLst>
              <a:ext uri="{FF2B5EF4-FFF2-40B4-BE49-F238E27FC236}">
                <a16:creationId xmlns:a16="http://schemas.microsoft.com/office/drawing/2014/main" id="{8C199810-26BF-458C-8309-CE40BDEF9A48}"/>
              </a:ext>
            </a:extLst>
          </p:cNvPr>
          <p:cNvPicPr>
            <a:picLocks noChangeAspect="1"/>
          </p:cNvPicPr>
          <p:nvPr/>
        </p:nvPicPr>
        <p:blipFill rotWithShape="1">
          <a:blip r:embed="rId9"/>
          <a:srcRect l="20083" t="16000" r="23584" b="7852"/>
          <a:stretch/>
        </p:blipFill>
        <p:spPr>
          <a:xfrm>
            <a:off x="1712948" y="669267"/>
            <a:ext cx="5361224" cy="4076434"/>
          </a:xfrm>
          <a:prstGeom prst="rect">
            <a:avLst/>
          </a:prstGeom>
        </p:spPr>
      </p:pic>
      <p:pic>
        <p:nvPicPr>
          <p:cNvPr id="11" name="Picture 10">
            <a:extLst>
              <a:ext uri="{FF2B5EF4-FFF2-40B4-BE49-F238E27FC236}">
                <a16:creationId xmlns:a16="http://schemas.microsoft.com/office/drawing/2014/main" id="{28A12662-C803-4A87-9B75-1824BE20D983}"/>
              </a:ext>
            </a:extLst>
          </p:cNvPr>
          <p:cNvPicPr>
            <a:picLocks noChangeAspect="1"/>
          </p:cNvPicPr>
          <p:nvPr/>
        </p:nvPicPr>
        <p:blipFill rotWithShape="1">
          <a:blip r:embed="rId10"/>
          <a:srcRect l="38986" t="14223" r="30333" b="6291"/>
          <a:stretch/>
        </p:blipFill>
        <p:spPr>
          <a:xfrm>
            <a:off x="653829" y="822461"/>
            <a:ext cx="2505894" cy="3651772"/>
          </a:xfrm>
          <a:prstGeom prst="rect">
            <a:avLst/>
          </a:prstGeom>
        </p:spPr>
      </p:pic>
      <p:pic>
        <p:nvPicPr>
          <p:cNvPr id="8" name="Picture 7">
            <a:extLst>
              <a:ext uri="{FF2B5EF4-FFF2-40B4-BE49-F238E27FC236}">
                <a16:creationId xmlns:a16="http://schemas.microsoft.com/office/drawing/2014/main" id="{7F3AFEFB-35A2-46E1-81AB-4563D4BA470C}"/>
              </a:ext>
            </a:extLst>
          </p:cNvPr>
          <p:cNvPicPr>
            <a:picLocks noChangeAspect="1"/>
          </p:cNvPicPr>
          <p:nvPr/>
        </p:nvPicPr>
        <p:blipFill rotWithShape="1">
          <a:blip r:embed="rId11"/>
          <a:srcRect l="35359" t="15037" r="36410" b="5186"/>
          <a:stretch/>
        </p:blipFill>
        <p:spPr>
          <a:xfrm>
            <a:off x="5907367" y="242607"/>
            <a:ext cx="3015207" cy="4792908"/>
          </a:xfrm>
          <a:prstGeom prst="rect">
            <a:avLst/>
          </a:prstGeom>
        </p:spPr>
      </p:pic>
      <p:grpSp>
        <p:nvGrpSpPr>
          <p:cNvPr id="20" name="Group 19">
            <a:extLst>
              <a:ext uri="{FF2B5EF4-FFF2-40B4-BE49-F238E27FC236}">
                <a16:creationId xmlns:a16="http://schemas.microsoft.com/office/drawing/2014/main" id="{CA894C89-7A4E-4556-BB5F-C02B93A5F960}"/>
              </a:ext>
            </a:extLst>
          </p:cNvPr>
          <p:cNvGrpSpPr/>
          <p:nvPr/>
        </p:nvGrpSpPr>
        <p:grpSpPr>
          <a:xfrm>
            <a:off x="0" y="0"/>
            <a:ext cx="9144000" cy="5143500"/>
            <a:chOff x="484261" y="-5198419"/>
            <a:chExt cx="9144000" cy="5143500"/>
          </a:xfrm>
        </p:grpSpPr>
        <p:sp>
          <p:nvSpPr>
            <p:cNvPr id="16" name="Rectangle 15">
              <a:extLst>
                <a:ext uri="{FF2B5EF4-FFF2-40B4-BE49-F238E27FC236}">
                  <a16:creationId xmlns:a16="http://schemas.microsoft.com/office/drawing/2014/main" id="{4E20A789-8954-4749-9D08-9DE66316F268}"/>
                </a:ext>
              </a:extLst>
            </p:cNvPr>
            <p:cNvSpPr/>
            <p:nvPr/>
          </p:nvSpPr>
          <p:spPr>
            <a:xfrm>
              <a:off x="484261" y="-5198419"/>
              <a:ext cx="9144000" cy="5143500"/>
            </a:xfrm>
            <a:prstGeom prst="rect">
              <a:avLst/>
            </a:prstGeom>
            <a:solidFill>
              <a:schemeClr val="accent6">
                <a:lumMod val="50000"/>
                <a:alpha val="9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5BC95830-9765-44CE-8EC1-C671537E9CDB}"/>
                </a:ext>
              </a:extLst>
            </p:cNvPr>
            <p:cNvSpPr/>
            <p:nvPr/>
          </p:nvSpPr>
          <p:spPr>
            <a:xfrm>
              <a:off x="1363325" y="-3903941"/>
              <a:ext cx="6872880" cy="2554545"/>
            </a:xfrm>
            <a:prstGeom prst="rect">
              <a:avLst/>
            </a:prstGeom>
          </p:spPr>
          <p:txBody>
            <a:bodyPr wrap="square">
              <a:spAutoFit/>
            </a:bodyPr>
            <a:lstStyle/>
            <a:p>
              <a:pPr algn="ctr"/>
              <a:r>
                <a:rPr lang="en-US" sz="4000" dirty="0">
                  <a:solidFill>
                    <a:srgbClr val="FFFFFF"/>
                  </a:solidFill>
                  <a:latin typeface="Mouse Memoirs" panose="020B0604020202020204" charset="0"/>
                  <a:cs typeface="Catamaran" panose="020B0604020202020204" charset="0"/>
                </a:rPr>
                <a:t>CHILDREN MAY BE LEFT UNATTENDED INSIDE BUSES, CREATING SERIOUS SAFETY RISKS DUE TO THE LACK OF IMMEDIATE DETECTION AND AUTOMATED ALERTS</a:t>
              </a:r>
              <a:r>
                <a:rPr lang="en-US" sz="3600" dirty="0">
                  <a:solidFill>
                    <a:srgbClr val="FFFFFF"/>
                  </a:solidFill>
                  <a:latin typeface="Catamaran" panose="020B0604020202020204" charset="0"/>
                  <a:cs typeface="Catamaran" panose="020B0604020202020204" charset="0"/>
                </a:rPr>
                <a:t>. </a:t>
              </a:r>
            </a:p>
          </p:txBody>
        </p:sp>
      </p:grpSp>
    </p:spTree>
    <p:extLst>
      <p:ext uri="{BB962C8B-B14F-4D97-AF65-F5344CB8AC3E}">
        <p14:creationId xmlns:p14="http://schemas.microsoft.com/office/powerpoint/2010/main" val="917555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750"/>
                            </p:stCondLst>
                            <p:childTnLst>
                              <p:par>
                                <p:cTn id="9" presetID="10" presetClass="entr" presetSubtype="0" fill="hold" nodeType="afterEffect">
                                  <p:stCondLst>
                                    <p:cond delay="60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par>
                                <p:cTn id="12" presetID="10" presetClass="entr" presetSubtype="0" fill="hold" nodeType="withEffect">
                                  <p:stCondLst>
                                    <p:cond delay="140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nodeType="withEffect">
                                  <p:stCondLst>
                                    <p:cond delay="200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nodeType="withEffect">
                                  <p:stCondLst>
                                    <p:cond delay="260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nodeType="withEffect">
                                  <p:stCondLst>
                                    <p:cond delay="320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par>
                                <p:cTn id="24" presetID="10" presetClass="entr" presetSubtype="0" fill="hold" nodeType="withEffect">
                                  <p:stCondLst>
                                    <p:cond delay="380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par>
                                <p:cTn id="27" presetID="10" presetClass="entr" presetSubtype="0" fill="hold" nodeType="withEffect">
                                  <p:stCondLst>
                                    <p:cond delay="440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nodeType="withEffect">
                                  <p:stCondLst>
                                    <p:cond delay="500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4" presetClass="entr" presetSubtype="10" fill="hold" nodeType="withEffect">
                                  <p:stCondLst>
                                    <p:cond delay="6000"/>
                                  </p:stCondLst>
                                  <p:childTnLst>
                                    <p:set>
                                      <p:cBhvr>
                                        <p:cTn id="34" dur="1" fill="hold">
                                          <p:stCondLst>
                                            <p:cond delay="0"/>
                                          </p:stCondLst>
                                        </p:cTn>
                                        <p:tgtEl>
                                          <p:spTgt spid="20"/>
                                        </p:tgtEl>
                                        <p:attrNameLst>
                                          <p:attrName>style.visibility</p:attrName>
                                        </p:attrNameLst>
                                      </p:cBhvr>
                                      <p:to>
                                        <p:strVal val="visible"/>
                                      </p:to>
                                    </p:set>
                                    <p:animEffect transition="in" filter="randombar(horizontal)">
                                      <p:cBhvr>
                                        <p:cTn id="3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508"/>
        <p:cNvGrpSpPr/>
        <p:nvPr/>
      </p:nvGrpSpPr>
      <p:grpSpPr>
        <a:xfrm>
          <a:off x="0" y="0"/>
          <a:ext cx="0" cy="0"/>
          <a:chOff x="0" y="0"/>
          <a:chExt cx="0" cy="0"/>
        </a:xfrm>
      </p:grpSpPr>
      <p:sp>
        <p:nvSpPr>
          <p:cNvPr id="2" name="Rectangle 1">
            <a:extLst>
              <a:ext uri="{FF2B5EF4-FFF2-40B4-BE49-F238E27FC236}">
                <a16:creationId xmlns:a16="http://schemas.microsoft.com/office/drawing/2014/main" id="{BC36D4A3-39A8-4A62-85A8-183AFD3E44CC}"/>
              </a:ext>
            </a:extLst>
          </p:cNvPr>
          <p:cNvSpPr/>
          <p:nvPr/>
        </p:nvSpPr>
        <p:spPr>
          <a:xfrm>
            <a:off x="4833725" y="4311245"/>
            <a:ext cx="229569" cy="1137920"/>
          </a:xfrm>
          <a:prstGeom prst="rect">
            <a:avLst/>
          </a:prstGeom>
          <a:solidFill>
            <a:srgbClr val="97C238"/>
          </a:solidFill>
          <a:ln>
            <a:solidFill>
              <a:srgbClr val="97C23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509" name="Google Shape;3509;p75"/>
          <p:cNvGrpSpPr/>
          <p:nvPr/>
        </p:nvGrpSpPr>
        <p:grpSpPr>
          <a:xfrm flipH="1">
            <a:off x="-266006" y="2437142"/>
            <a:ext cx="9676012" cy="3536395"/>
            <a:chOff x="-1180548" y="1241050"/>
            <a:chExt cx="10174566" cy="3718607"/>
          </a:xfrm>
        </p:grpSpPr>
        <p:sp>
          <p:nvSpPr>
            <p:cNvPr id="3510" name="Google Shape;3510;p75"/>
            <p:cNvSpPr/>
            <p:nvPr/>
          </p:nvSpPr>
          <p:spPr>
            <a:xfrm>
              <a:off x="5256778" y="1440279"/>
              <a:ext cx="2570740" cy="2854196"/>
            </a:xfrm>
            <a:custGeom>
              <a:avLst/>
              <a:gdLst/>
              <a:ahLst/>
              <a:cxnLst/>
              <a:rect l="l" t="t" r="r" b="b"/>
              <a:pathLst>
                <a:path w="54027" h="59981" extrusionOk="0">
                  <a:moveTo>
                    <a:pt x="24883" y="0"/>
                  </a:moveTo>
                  <a:cubicBezTo>
                    <a:pt x="22921" y="0"/>
                    <a:pt x="20541" y="387"/>
                    <a:pt x="17658" y="1370"/>
                  </a:cubicBezTo>
                  <a:cubicBezTo>
                    <a:pt x="8590" y="4472"/>
                    <a:pt x="6274" y="11459"/>
                    <a:pt x="12751" y="12166"/>
                  </a:cubicBezTo>
                  <a:cubicBezTo>
                    <a:pt x="12751" y="12166"/>
                    <a:pt x="2544" y="13344"/>
                    <a:pt x="2544" y="20056"/>
                  </a:cubicBezTo>
                  <a:cubicBezTo>
                    <a:pt x="2544" y="23375"/>
                    <a:pt x="4734" y="24218"/>
                    <a:pt x="6962" y="24218"/>
                  </a:cubicBezTo>
                  <a:cubicBezTo>
                    <a:pt x="8693" y="24218"/>
                    <a:pt x="10448" y="23708"/>
                    <a:pt x="11213" y="23455"/>
                  </a:cubicBezTo>
                  <a:lnTo>
                    <a:pt x="11213" y="23455"/>
                  </a:lnTo>
                  <a:cubicBezTo>
                    <a:pt x="9153" y="24213"/>
                    <a:pt x="1" y="28030"/>
                    <a:pt x="4860" y="34463"/>
                  </a:cubicBezTo>
                  <a:cubicBezTo>
                    <a:pt x="4860" y="34463"/>
                    <a:pt x="7199" y="36328"/>
                    <a:pt x="10101" y="36328"/>
                  </a:cubicBezTo>
                  <a:cubicBezTo>
                    <a:pt x="11774" y="36328"/>
                    <a:pt x="13634" y="35709"/>
                    <a:pt x="15342" y="33757"/>
                  </a:cubicBezTo>
                  <a:lnTo>
                    <a:pt x="15342" y="33757"/>
                  </a:lnTo>
                  <a:cubicBezTo>
                    <a:pt x="15341" y="33758"/>
                    <a:pt x="12202" y="37683"/>
                    <a:pt x="15656" y="39331"/>
                  </a:cubicBezTo>
                  <a:cubicBezTo>
                    <a:pt x="16187" y="39582"/>
                    <a:pt x="16706" y="39684"/>
                    <a:pt x="17212" y="39684"/>
                  </a:cubicBezTo>
                  <a:cubicBezTo>
                    <a:pt x="19535" y="39684"/>
                    <a:pt x="21601" y="37525"/>
                    <a:pt x="23372" y="37525"/>
                  </a:cubicBezTo>
                  <a:cubicBezTo>
                    <a:pt x="23758" y="37525"/>
                    <a:pt x="24131" y="37628"/>
                    <a:pt x="24488" y="37879"/>
                  </a:cubicBezTo>
                  <a:cubicBezTo>
                    <a:pt x="24488" y="37879"/>
                    <a:pt x="29160" y="43492"/>
                    <a:pt x="26373" y="59980"/>
                  </a:cubicBezTo>
                  <a:lnTo>
                    <a:pt x="31476" y="59980"/>
                  </a:lnTo>
                  <a:cubicBezTo>
                    <a:pt x="31476" y="59980"/>
                    <a:pt x="27315" y="40980"/>
                    <a:pt x="33949" y="36897"/>
                  </a:cubicBezTo>
                  <a:cubicBezTo>
                    <a:pt x="33949" y="36897"/>
                    <a:pt x="34507" y="36568"/>
                    <a:pt x="35327" y="36568"/>
                  </a:cubicBezTo>
                  <a:cubicBezTo>
                    <a:pt x="36134" y="36568"/>
                    <a:pt x="37196" y="36887"/>
                    <a:pt x="38228" y="38154"/>
                  </a:cubicBezTo>
                  <a:cubicBezTo>
                    <a:pt x="38790" y="38843"/>
                    <a:pt x="39777" y="39169"/>
                    <a:pt x="40914" y="39169"/>
                  </a:cubicBezTo>
                  <a:cubicBezTo>
                    <a:pt x="43983" y="39169"/>
                    <a:pt x="48146" y="36796"/>
                    <a:pt x="48003" y="32815"/>
                  </a:cubicBezTo>
                  <a:cubicBezTo>
                    <a:pt x="47869" y="29719"/>
                    <a:pt x="46497" y="29049"/>
                    <a:pt x="45335" y="29049"/>
                  </a:cubicBezTo>
                  <a:cubicBezTo>
                    <a:pt x="45257" y="29049"/>
                    <a:pt x="45180" y="29052"/>
                    <a:pt x="45104" y="29058"/>
                  </a:cubicBezTo>
                  <a:lnTo>
                    <a:pt x="45104" y="29058"/>
                  </a:lnTo>
                  <a:cubicBezTo>
                    <a:pt x="47944" y="28167"/>
                    <a:pt x="54027" y="25555"/>
                    <a:pt x="53695" y="19585"/>
                  </a:cubicBezTo>
                  <a:cubicBezTo>
                    <a:pt x="53458" y="15679"/>
                    <a:pt x="50872" y="14708"/>
                    <a:pt x="48357" y="14708"/>
                  </a:cubicBezTo>
                  <a:cubicBezTo>
                    <a:pt x="45868" y="14708"/>
                    <a:pt x="43449" y="15660"/>
                    <a:pt x="43449" y="15660"/>
                  </a:cubicBezTo>
                  <a:cubicBezTo>
                    <a:pt x="43449" y="15660"/>
                    <a:pt x="51575" y="12048"/>
                    <a:pt x="48121" y="8672"/>
                  </a:cubicBezTo>
                  <a:cubicBezTo>
                    <a:pt x="47079" y="7677"/>
                    <a:pt x="45967" y="7328"/>
                    <a:pt x="44919" y="7328"/>
                  </a:cubicBezTo>
                  <a:cubicBezTo>
                    <a:pt x="42477" y="7328"/>
                    <a:pt x="40385" y="9227"/>
                    <a:pt x="40348" y="9260"/>
                  </a:cubicBezTo>
                  <a:lnTo>
                    <a:pt x="40348" y="9260"/>
                  </a:lnTo>
                  <a:cubicBezTo>
                    <a:pt x="40399" y="9214"/>
                    <a:pt x="44382" y="5559"/>
                    <a:pt x="42978" y="3687"/>
                  </a:cubicBezTo>
                  <a:cubicBezTo>
                    <a:pt x="42550" y="3111"/>
                    <a:pt x="41667" y="2872"/>
                    <a:pt x="40600" y="2872"/>
                  </a:cubicBezTo>
                  <a:cubicBezTo>
                    <a:pt x="38243" y="2872"/>
                    <a:pt x="34983" y="4038"/>
                    <a:pt x="33714" y="5335"/>
                  </a:cubicBezTo>
                  <a:cubicBezTo>
                    <a:pt x="33683" y="5335"/>
                    <a:pt x="32166" y="0"/>
                    <a:pt x="248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1" name="Google Shape;3511;p75"/>
            <p:cNvSpPr/>
            <p:nvPr/>
          </p:nvSpPr>
          <p:spPr>
            <a:xfrm>
              <a:off x="-1180548" y="1440272"/>
              <a:ext cx="2567552" cy="3519385"/>
            </a:xfrm>
            <a:custGeom>
              <a:avLst/>
              <a:gdLst/>
              <a:ahLst/>
              <a:cxnLst/>
              <a:rect l="l" t="t" r="r" b="b"/>
              <a:pathLst>
                <a:path w="53960" h="59981" extrusionOk="0">
                  <a:moveTo>
                    <a:pt x="24850" y="0"/>
                  </a:moveTo>
                  <a:cubicBezTo>
                    <a:pt x="22889" y="0"/>
                    <a:pt x="20509" y="388"/>
                    <a:pt x="17628" y="1370"/>
                  </a:cubicBezTo>
                  <a:cubicBezTo>
                    <a:pt x="8560" y="4472"/>
                    <a:pt x="6244" y="11459"/>
                    <a:pt x="12760" y="12166"/>
                  </a:cubicBezTo>
                  <a:cubicBezTo>
                    <a:pt x="12760" y="12166"/>
                    <a:pt x="2514" y="13344"/>
                    <a:pt x="2514" y="20056"/>
                  </a:cubicBezTo>
                  <a:cubicBezTo>
                    <a:pt x="2514" y="23375"/>
                    <a:pt x="4704" y="24218"/>
                    <a:pt x="6932" y="24218"/>
                  </a:cubicBezTo>
                  <a:cubicBezTo>
                    <a:pt x="8673" y="24218"/>
                    <a:pt x="10438" y="23703"/>
                    <a:pt x="11196" y="23450"/>
                  </a:cubicBezTo>
                  <a:lnTo>
                    <a:pt x="11196" y="23450"/>
                  </a:lnTo>
                  <a:cubicBezTo>
                    <a:pt x="9167" y="24198"/>
                    <a:pt x="0" y="28018"/>
                    <a:pt x="4870" y="34463"/>
                  </a:cubicBezTo>
                  <a:cubicBezTo>
                    <a:pt x="4870" y="34463"/>
                    <a:pt x="7192" y="36328"/>
                    <a:pt x="10083" y="36328"/>
                  </a:cubicBezTo>
                  <a:cubicBezTo>
                    <a:pt x="11749" y="36328"/>
                    <a:pt x="13604" y="35709"/>
                    <a:pt x="15312" y="33757"/>
                  </a:cubicBezTo>
                  <a:lnTo>
                    <a:pt x="15312" y="33757"/>
                  </a:lnTo>
                  <a:cubicBezTo>
                    <a:pt x="15311" y="33757"/>
                    <a:pt x="12171" y="37683"/>
                    <a:pt x="15665" y="39331"/>
                  </a:cubicBezTo>
                  <a:cubicBezTo>
                    <a:pt x="16190" y="39582"/>
                    <a:pt x="16704" y="39684"/>
                    <a:pt x="17206" y="39684"/>
                  </a:cubicBezTo>
                  <a:cubicBezTo>
                    <a:pt x="19510" y="39684"/>
                    <a:pt x="21576" y="37525"/>
                    <a:pt x="23366" y="37525"/>
                  </a:cubicBezTo>
                  <a:cubicBezTo>
                    <a:pt x="23757" y="37525"/>
                    <a:pt x="24134" y="37628"/>
                    <a:pt x="24498" y="37879"/>
                  </a:cubicBezTo>
                  <a:cubicBezTo>
                    <a:pt x="24498" y="37879"/>
                    <a:pt x="29130" y="43492"/>
                    <a:pt x="26343" y="59980"/>
                  </a:cubicBezTo>
                  <a:lnTo>
                    <a:pt x="31446" y="59980"/>
                  </a:lnTo>
                  <a:cubicBezTo>
                    <a:pt x="31446" y="59980"/>
                    <a:pt x="27246" y="40980"/>
                    <a:pt x="33880" y="36897"/>
                  </a:cubicBezTo>
                  <a:cubicBezTo>
                    <a:pt x="33880" y="36897"/>
                    <a:pt x="34448" y="36568"/>
                    <a:pt x="35278" y="36568"/>
                  </a:cubicBezTo>
                  <a:cubicBezTo>
                    <a:pt x="36095" y="36568"/>
                    <a:pt x="37166" y="36887"/>
                    <a:pt x="38198" y="38154"/>
                  </a:cubicBezTo>
                  <a:cubicBezTo>
                    <a:pt x="38764" y="38848"/>
                    <a:pt x="39760" y="39176"/>
                    <a:pt x="40905" y="39176"/>
                  </a:cubicBezTo>
                  <a:cubicBezTo>
                    <a:pt x="43970" y="39176"/>
                    <a:pt x="48105" y="36826"/>
                    <a:pt x="47934" y="32854"/>
                  </a:cubicBezTo>
                  <a:cubicBezTo>
                    <a:pt x="47799" y="29765"/>
                    <a:pt x="46414" y="29101"/>
                    <a:pt x="45248" y="29101"/>
                  </a:cubicBezTo>
                  <a:cubicBezTo>
                    <a:pt x="45160" y="29101"/>
                    <a:pt x="45073" y="29105"/>
                    <a:pt x="44989" y="29111"/>
                  </a:cubicBezTo>
                  <a:lnTo>
                    <a:pt x="44989" y="29111"/>
                  </a:lnTo>
                  <a:cubicBezTo>
                    <a:pt x="47808" y="28235"/>
                    <a:pt x="53959" y="25627"/>
                    <a:pt x="53626" y="19625"/>
                  </a:cubicBezTo>
                  <a:cubicBezTo>
                    <a:pt x="53389" y="15718"/>
                    <a:pt x="50803" y="14747"/>
                    <a:pt x="48288" y="14747"/>
                  </a:cubicBezTo>
                  <a:cubicBezTo>
                    <a:pt x="45799" y="14747"/>
                    <a:pt x="43380" y="15699"/>
                    <a:pt x="43380" y="15699"/>
                  </a:cubicBezTo>
                  <a:cubicBezTo>
                    <a:pt x="43380" y="15699"/>
                    <a:pt x="51506" y="12087"/>
                    <a:pt x="48051" y="8711"/>
                  </a:cubicBezTo>
                  <a:cubicBezTo>
                    <a:pt x="47008" y="7703"/>
                    <a:pt x="45895" y="7350"/>
                    <a:pt x="44846" y="7350"/>
                  </a:cubicBezTo>
                  <a:cubicBezTo>
                    <a:pt x="42446" y="7350"/>
                    <a:pt x="40385" y="9203"/>
                    <a:pt x="40283" y="9296"/>
                  </a:cubicBezTo>
                  <a:lnTo>
                    <a:pt x="40283" y="9296"/>
                  </a:lnTo>
                  <a:cubicBezTo>
                    <a:pt x="40425" y="9166"/>
                    <a:pt x="44297" y="5576"/>
                    <a:pt x="42948" y="3726"/>
                  </a:cubicBezTo>
                  <a:cubicBezTo>
                    <a:pt x="42507" y="3151"/>
                    <a:pt x="41617" y="2911"/>
                    <a:pt x="40543" y="2911"/>
                  </a:cubicBezTo>
                  <a:cubicBezTo>
                    <a:pt x="38173" y="2911"/>
                    <a:pt x="34914" y="4078"/>
                    <a:pt x="33644" y="5375"/>
                  </a:cubicBezTo>
                  <a:cubicBezTo>
                    <a:pt x="33644" y="5344"/>
                    <a:pt x="32134" y="0"/>
                    <a:pt x="248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3" name="Google Shape;3513;p75"/>
            <p:cNvSpPr/>
            <p:nvPr/>
          </p:nvSpPr>
          <p:spPr>
            <a:xfrm>
              <a:off x="7955399" y="3536883"/>
              <a:ext cx="194327" cy="691220"/>
            </a:xfrm>
            <a:custGeom>
              <a:avLst/>
              <a:gdLst/>
              <a:ahLst/>
              <a:cxnLst/>
              <a:rect l="l" t="t" r="r" b="b"/>
              <a:pathLst>
                <a:path w="4084" h="14526" extrusionOk="0">
                  <a:moveTo>
                    <a:pt x="1" y="0"/>
                  </a:moveTo>
                  <a:lnTo>
                    <a:pt x="1" y="14525"/>
                  </a:lnTo>
                  <a:lnTo>
                    <a:pt x="4083" y="14525"/>
                  </a:lnTo>
                  <a:lnTo>
                    <a:pt x="4083" y="0"/>
                  </a:lnTo>
                  <a:close/>
                </a:path>
              </a:pathLst>
            </a:custGeom>
            <a:solidFill>
              <a:srgbClr val="82A6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4" name="Google Shape;3514;p75"/>
            <p:cNvSpPr/>
            <p:nvPr/>
          </p:nvSpPr>
          <p:spPr>
            <a:xfrm>
              <a:off x="7112987" y="1663343"/>
              <a:ext cx="1881031" cy="2138517"/>
            </a:xfrm>
            <a:custGeom>
              <a:avLst/>
              <a:gdLst/>
              <a:ahLst/>
              <a:cxnLst/>
              <a:rect l="l" t="t" r="r" b="b"/>
              <a:pathLst>
                <a:path w="39532" h="44941" extrusionOk="0">
                  <a:moveTo>
                    <a:pt x="19510" y="0"/>
                  </a:moveTo>
                  <a:cubicBezTo>
                    <a:pt x="19510" y="13975"/>
                    <a:pt x="10560" y="20178"/>
                    <a:pt x="4201" y="21356"/>
                  </a:cubicBezTo>
                  <a:cubicBezTo>
                    <a:pt x="4874" y="21560"/>
                    <a:pt x="5558" y="21647"/>
                    <a:pt x="6235" y="21647"/>
                  </a:cubicBezTo>
                  <a:cubicBezTo>
                    <a:pt x="9974" y="21647"/>
                    <a:pt x="13465" y="19000"/>
                    <a:pt x="13465" y="19000"/>
                  </a:cubicBezTo>
                  <a:lnTo>
                    <a:pt x="13465" y="19040"/>
                  </a:lnTo>
                  <a:cubicBezTo>
                    <a:pt x="11110" y="22102"/>
                    <a:pt x="7694" y="24182"/>
                    <a:pt x="3886" y="24810"/>
                  </a:cubicBezTo>
                  <a:cubicBezTo>
                    <a:pt x="3886" y="24810"/>
                    <a:pt x="5143" y="25553"/>
                    <a:pt x="7418" y="25553"/>
                  </a:cubicBezTo>
                  <a:cubicBezTo>
                    <a:pt x="8409" y="25553"/>
                    <a:pt x="9594" y="25412"/>
                    <a:pt x="10953" y="25006"/>
                  </a:cubicBezTo>
                  <a:lnTo>
                    <a:pt x="10953" y="25006"/>
                  </a:lnTo>
                  <a:cubicBezTo>
                    <a:pt x="8676" y="28343"/>
                    <a:pt x="5574" y="30973"/>
                    <a:pt x="1924" y="32661"/>
                  </a:cubicBezTo>
                  <a:cubicBezTo>
                    <a:pt x="1962" y="32700"/>
                    <a:pt x="2102" y="32717"/>
                    <a:pt x="2320" y="32717"/>
                  </a:cubicBezTo>
                  <a:cubicBezTo>
                    <a:pt x="3668" y="32717"/>
                    <a:pt x="8017" y="32042"/>
                    <a:pt x="10010" y="31366"/>
                  </a:cubicBezTo>
                  <a:lnTo>
                    <a:pt x="10010" y="31366"/>
                  </a:lnTo>
                  <a:cubicBezTo>
                    <a:pt x="8597" y="34232"/>
                    <a:pt x="5260" y="39178"/>
                    <a:pt x="0" y="39845"/>
                  </a:cubicBezTo>
                  <a:cubicBezTo>
                    <a:pt x="0" y="39845"/>
                    <a:pt x="1511" y="40159"/>
                    <a:pt x="3602" y="40159"/>
                  </a:cubicBezTo>
                  <a:cubicBezTo>
                    <a:pt x="5692" y="40159"/>
                    <a:pt x="8362" y="39845"/>
                    <a:pt x="10678" y="38589"/>
                  </a:cubicBezTo>
                  <a:lnTo>
                    <a:pt x="10678" y="38589"/>
                  </a:lnTo>
                  <a:cubicBezTo>
                    <a:pt x="10364" y="39374"/>
                    <a:pt x="7262" y="43889"/>
                    <a:pt x="4201" y="44831"/>
                  </a:cubicBezTo>
                  <a:cubicBezTo>
                    <a:pt x="5130" y="44881"/>
                    <a:pt x="6003" y="44904"/>
                    <a:pt x="6824" y="44904"/>
                  </a:cubicBezTo>
                  <a:cubicBezTo>
                    <a:pt x="18314" y="44904"/>
                    <a:pt x="19510" y="40356"/>
                    <a:pt x="19510" y="40356"/>
                  </a:cubicBezTo>
                  <a:cubicBezTo>
                    <a:pt x="19510" y="40356"/>
                    <a:pt x="20298" y="44941"/>
                    <a:pt x="32995" y="44941"/>
                  </a:cubicBezTo>
                  <a:cubicBezTo>
                    <a:pt x="33590" y="44941"/>
                    <a:pt x="34211" y="44930"/>
                    <a:pt x="34860" y="44909"/>
                  </a:cubicBezTo>
                  <a:cubicBezTo>
                    <a:pt x="34860" y="44909"/>
                    <a:pt x="27990" y="41141"/>
                    <a:pt x="27990" y="38864"/>
                  </a:cubicBezTo>
                  <a:lnTo>
                    <a:pt x="27990" y="38864"/>
                  </a:lnTo>
                  <a:cubicBezTo>
                    <a:pt x="30500" y="40438"/>
                    <a:pt x="33243" y="40849"/>
                    <a:pt x="35425" y="40849"/>
                  </a:cubicBezTo>
                  <a:cubicBezTo>
                    <a:pt x="37815" y="40849"/>
                    <a:pt x="39531" y="40356"/>
                    <a:pt x="39531" y="40356"/>
                  </a:cubicBezTo>
                  <a:cubicBezTo>
                    <a:pt x="34271" y="39649"/>
                    <a:pt x="30463" y="34389"/>
                    <a:pt x="29050" y="31523"/>
                  </a:cubicBezTo>
                  <a:lnTo>
                    <a:pt x="29050" y="31523"/>
                  </a:lnTo>
                  <a:cubicBezTo>
                    <a:pt x="30795" y="32125"/>
                    <a:pt x="34616" y="33142"/>
                    <a:pt x="36305" y="33142"/>
                  </a:cubicBezTo>
                  <a:cubicBezTo>
                    <a:pt x="36820" y="33142"/>
                    <a:pt x="37136" y="33048"/>
                    <a:pt x="37136" y="32818"/>
                  </a:cubicBezTo>
                  <a:cubicBezTo>
                    <a:pt x="32190" y="30188"/>
                    <a:pt x="29364" y="27283"/>
                    <a:pt x="27754" y="24849"/>
                  </a:cubicBezTo>
                  <a:lnTo>
                    <a:pt x="27754" y="24849"/>
                  </a:lnTo>
                  <a:cubicBezTo>
                    <a:pt x="29390" y="25399"/>
                    <a:pt x="30794" y="25582"/>
                    <a:pt x="31940" y="25582"/>
                  </a:cubicBezTo>
                  <a:cubicBezTo>
                    <a:pt x="34231" y="25582"/>
                    <a:pt x="35488" y="24849"/>
                    <a:pt x="35488" y="24849"/>
                  </a:cubicBezTo>
                  <a:cubicBezTo>
                    <a:pt x="32151" y="24261"/>
                    <a:pt x="29128" y="22612"/>
                    <a:pt x="26812" y="20139"/>
                  </a:cubicBezTo>
                  <a:lnTo>
                    <a:pt x="26812" y="20139"/>
                  </a:lnTo>
                  <a:cubicBezTo>
                    <a:pt x="28739" y="21492"/>
                    <a:pt x="30806" y="21838"/>
                    <a:pt x="32363" y="21838"/>
                  </a:cubicBezTo>
                  <a:cubicBezTo>
                    <a:pt x="33787" y="21838"/>
                    <a:pt x="34785" y="21548"/>
                    <a:pt x="34860" y="21473"/>
                  </a:cubicBezTo>
                  <a:cubicBezTo>
                    <a:pt x="30698" y="21473"/>
                    <a:pt x="19510" y="14093"/>
                    <a:pt x="19510" y="79"/>
                  </a:cubicBezTo>
                  <a:lnTo>
                    <a:pt x="195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515;p75"/>
            <p:cNvSpPr/>
            <p:nvPr/>
          </p:nvSpPr>
          <p:spPr>
            <a:xfrm>
              <a:off x="-158359" y="1830007"/>
              <a:ext cx="1572840" cy="2071661"/>
            </a:xfrm>
            <a:custGeom>
              <a:avLst/>
              <a:gdLst/>
              <a:ahLst/>
              <a:cxnLst/>
              <a:rect l="l" t="t" r="r" b="b"/>
              <a:pathLst>
                <a:path w="33055" h="43536" extrusionOk="0">
                  <a:moveTo>
                    <a:pt x="16528" y="0"/>
                  </a:moveTo>
                  <a:cubicBezTo>
                    <a:pt x="10639" y="0"/>
                    <a:pt x="5889" y="3062"/>
                    <a:pt x="5889" y="6831"/>
                  </a:cubicBezTo>
                  <a:cubicBezTo>
                    <a:pt x="5889" y="7223"/>
                    <a:pt x="5929" y="7577"/>
                    <a:pt x="6046" y="7930"/>
                  </a:cubicBezTo>
                  <a:cubicBezTo>
                    <a:pt x="4084" y="8911"/>
                    <a:pt x="2749" y="10442"/>
                    <a:pt x="2749" y="12209"/>
                  </a:cubicBezTo>
                  <a:cubicBezTo>
                    <a:pt x="2749" y="13544"/>
                    <a:pt x="3534" y="14761"/>
                    <a:pt x="4790" y="15703"/>
                  </a:cubicBezTo>
                  <a:cubicBezTo>
                    <a:pt x="2788" y="16684"/>
                    <a:pt x="1493" y="18215"/>
                    <a:pt x="1493" y="19982"/>
                  </a:cubicBezTo>
                  <a:cubicBezTo>
                    <a:pt x="1493" y="21513"/>
                    <a:pt x="2513" y="22926"/>
                    <a:pt x="4123" y="23907"/>
                  </a:cubicBezTo>
                  <a:cubicBezTo>
                    <a:pt x="2396" y="24889"/>
                    <a:pt x="1296" y="26341"/>
                    <a:pt x="1296" y="27951"/>
                  </a:cubicBezTo>
                  <a:cubicBezTo>
                    <a:pt x="1296" y="29285"/>
                    <a:pt x="2042" y="30502"/>
                    <a:pt x="3338" y="31444"/>
                  </a:cubicBezTo>
                  <a:cubicBezTo>
                    <a:pt x="1296" y="32426"/>
                    <a:pt x="1" y="33957"/>
                    <a:pt x="1" y="35723"/>
                  </a:cubicBezTo>
                  <a:cubicBezTo>
                    <a:pt x="1" y="38668"/>
                    <a:pt x="3730" y="41062"/>
                    <a:pt x="8363" y="41062"/>
                  </a:cubicBezTo>
                  <a:cubicBezTo>
                    <a:pt x="8637" y="41062"/>
                    <a:pt x="8912" y="41062"/>
                    <a:pt x="9148" y="41023"/>
                  </a:cubicBezTo>
                  <a:cubicBezTo>
                    <a:pt x="10522" y="42515"/>
                    <a:pt x="13309" y="43535"/>
                    <a:pt x="16528" y="43535"/>
                  </a:cubicBezTo>
                  <a:cubicBezTo>
                    <a:pt x="19747" y="43535"/>
                    <a:pt x="22534" y="42515"/>
                    <a:pt x="23869" y="41023"/>
                  </a:cubicBezTo>
                  <a:cubicBezTo>
                    <a:pt x="24144" y="41023"/>
                    <a:pt x="24418" y="41062"/>
                    <a:pt x="24693" y="41062"/>
                  </a:cubicBezTo>
                  <a:cubicBezTo>
                    <a:pt x="29286" y="41062"/>
                    <a:pt x="33055" y="38668"/>
                    <a:pt x="33055" y="35723"/>
                  </a:cubicBezTo>
                  <a:cubicBezTo>
                    <a:pt x="33015" y="33957"/>
                    <a:pt x="31720" y="32426"/>
                    <a:pt x="29718" y="31444"/>
                  </a:cubicBezTo>
                  <a:cubicBezTo>
                    <a:pt x="30974" y="30502"/>
                    <a:pt x="31720" y="29246"/>
                    <a:pt x="31720" y="27911"/>
                  </a:cubicBezTo>
                  <a:cubicBezTo>
                    <a:pt x="31720" y="26302"/>
                    <a:pt x="30621" y="24889"/>
                    <a:pt x="28894" y="23907"/>
                  </a:cubicBezTo>
                  <a:cubicBezTo>
                    <a:pt x="30503" y="22926"/>
                    <a:pt x="31524" y="21513"/>
                    <a:pt x="31524" y="19982"/>
                  </a:cubicBezTo>
                  <a:cubicBezTo>
                    <a:pt x="31524" y="18215"/>
                    <a:pt x="30228" y="16684"/>
                    <a:pt x="28226" y="15703"/>
                  </a:cubicBezTo>
                  <a:cubicBezTo>
                    <a:pt x="29482" y="14761"/>
                    <a:pt x="30268" y="13544"/>
                    <a:pt x="30268" y="12170"/>
                  </a:cubicBezTo>
                  <a:cubicBezTo>
                    <a:pt x="30268" y="10442"/>
                    <a:pt x="28972" y="8911"/>
                    <a:pt x="27009" y="7930"/>
                  </a:cubicBezTo>
                  <a:cubicBezTo>
                    <a:pt x="27088" y="7577"/>
                    <a:pt x="27127" y="7184"/>
                    <a:pt x="27127" y="6831"/>
                  </a:cubicBezTo>
                  <a:cubicBezTo>
                    <a:pt x="27127" y="3062"/>
                    <a:pt x="22377" y="0"/>
                    <a:pt x="165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6" name="Google Shape;3516;p75"/>
            <p:cNvSpPr/>
            <p:nvPr/>
          </p:nvSpPr>
          <p:spPr>
            <a:xfrm>
              <a:off x="542160" y="3809991"/>
              <a:ext cx="170012" cy="878038"/>
            </a:xfrm>
            <a:custGeom>
              <a:avLst/>
              <a:gdLst/>
              <a:ahLst/>
              <a:cxnLst/>
              <a:rect l="l" t="t" r="r" b="b"/>
              <a:pathLst>
                <a:path w="3573" h="18452" extrusionOk="0">
                  <a:moveTo>
                    <a:pt x="0" y="1"/>
                  </a:moveTo>
                  <a:lnTo>
                    <a:pt x="0" y="18451"/>
                  </a:lnTo>
                  <a:lnTo>
                    <a:pt x="3572" y="18451"/>
                  </a:lnTo>
                  <a:lnTo>
                    <a:pt x="3572" y="1"/>
                  </a:lnTo>
                  <a:close/>
                </a:path>
              </a:pathLst>
            </a:custGeom>
            <a:solidFill>
              <a:srgbClr val="9ABC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2" name="Google Shape;3512;p75"/>
            <p:cNvSpPr/>
            <p:nvPr/>
          </p:nvSpPr>
          <p:spPr>
            <a:xfrm>
              <a:off x="2641281" y="1241050"/>
              <a:ext cx="1739093" cy="2295833"/>
            </a:xfrm>
            <a:custGeom>
              <a:avLst/>
              <a:gdLst/>
              <a:ahLst/>
              <a:cxnLst/>
              <a:rect l="l" t="t" r="r" b="b"/>
              <a:pathLst>
                <a:path w="36549" h="48247" extrusionOk="0">
                  <a:moveTo>
                    <a:pt x="18255" y="0"/>
                  </a:moveTo>
                  <a:cubicBezTo>
                    <a:pt x="11739" y="0"/>
                    <a:pt x="6478" y="3415"/>
                    <a:pt x="6478" y="7577"/>
                  </a:cubicBezTo>
                  <a:cubicBezTo>
                    <a:pt x="6478" y="8008"/>
                    <a:pt x="6517" y="8401"/>
                    <a:pt x="6635" y="8794"/>
                  </a:cubicBezTo>
                  <a:cubicBezTo>
                    <a:pt x="4437" y="9893"/>
                    <a:pt x="3024" y="11620"/>
                    <a:pt x="3024" y="13504"/>
                  </a:cubicBezTo>
                  <a:cubicBezTo>
                    <a:pt x="3024" y="14996"/>
                    <a:pt x="3887" y="16370"/>
                    <a:pt x="5261" y="17391"/>
                  </a:cubicBezTo>
                  <a:cubicBezTo>
                    <a:pt x="3063" y="18490"/>
                    <a:pt x="1610" y="20217"/>
                    <a:pt x="1610" y="22141"/>
                  </a:cubicBezTo>
                  <a:cubicBezTo>
                    <a:pt x="1610" y="23868"/>
                    <a:pt x="2749" y="25399"/>
                    <a:pt x="4555" y="26459"/>
                  </a:cubicBezTo>
                  <a:cubicBezTo>
                    <a:pt x="2631" y="27558"/>
                    <a:pt x="1414" y="29168"/>
                    <a:pt x="1414" y="30934"/>
                  </a:cubicBezTo>
                  <a:cubicBezTo>
                    <a:pt x="1414" y="32426"/>
                    <a:pt x="2239" y="33800"/>
                    <a:pt x="3652" y="34820"/>
                  </a:cubicBezTo>
                  <a:cubicBezTo>
                    <a:pt x="1414" y="35920"/>
                    <a:pt x="1" y="37647"/>
                    <a:pt x="1" y="39570"/>
                  </a:cubicBezTo>
                  <a:cubicBezTo>
                    <a:pt x="1" y="42829"/>
                    <a:pt x="4123" y="45498"/>
                    <a:pt x="9226" y="45498"/>
                  </a:cubicBezTo>
                  <a:cubicBezTo>
                    <a:pt x="9501" y="45498"/>
                    <a:pt x="9815" y="45498"/>
                    <a:pt x="10129" y="45459"/>
                  </a:cubicBezTo>
                  <a:cubicBezTo>
                    <a:pt x="11621" y="47108"/>
                    <a:pt x="14683" y="48246"/>
                    <a:pt x="18255" y="48246"/>
                  </a:cubicBezTo>
                  <a:cubicBezTo>
                    <a:pt x="21827" y="48246"/>
                    <a:pt x="24929" y="47108"/>
                    <a:pt x="26420" y="45459"/>
                  </a:cubicBezTo>
                  <a:cubicBezTo>
                    <a:pt x="26695" y="45459"/>
                    <a:pt x="27009" y="45498"/>
                    <a:pt x="27323" y="45498"/>
                  </a:cubicBezTo>
                  <a:cubicBezTo>
                    <a:pt x="32387" y="45498"/>
                    <a:pt x="36548" y="42829"/>
                    <a:pt x="36548" y="39570"/>
                  </a:cubicBezTo>
                  <a:cubicBezTo>
                    <a:pt x="36509" y="37647"/>
                    <a:pt x="35096" y="35920"/>
                    <a:pt x="32858" y="34820"/>
                  </a:cubicBezTo>
                  <a:cubicBezTo>
                    <a:pt x="34272" y="33800"/>
                    <a:pt x="35096" y="32426"/>
                    <a:pt x="35096" y="30934"/>
                  </a:cubicBezTo>
                  <a:cubicBezTo>
                    <a:pt x="35096" y="29168"/>
                    <a:pt x="33879" y="27558"/>
                    <a:pt x="31955" y="26459"/>
                  </a:cubicBezTo>
                  <a:cubicBezTo>
                    <a:pt x="33761" y="25399"/>
                    <a:pt x="34900" y="23868"/>
                    <a:pt x="34900" y="22141"/>
                  </a:cubicBezTo>
                  <a:cubicBezTo>
                    <a:pt x="34900" y="20217"/>
                    <a:pt x="33447" y="18490"/>
                    <a:pt x="31249" y="17391"/>
                  </a:cubicBezTo>
                  <a:cubicBezTo>
                    <a:pt x="32623" y="16370"/>
                    <a:pt x="33486" y="14996"/>
                    <a:pt x="33486" y="13504"/>
                  </a:cubicBezTo>
                  <a:cubicBezTo>
                    <a:pt x="33486" y="11620"/>
                    <a:pt x="32073" y="9893"/>
                    <a:pt x="29875" y="8794"/>
                  </a:cubicBezTo>
                  <a:cubicBezTo>
                    <a:pt x="29993" y="8401"/>
                    <a:pt x="30032" y="8008"/>
                    <a:pt x="30032" y="7577"/>
                  </a:cubicBezTo>
                  <a:cubicBezTo>
                    <a:pt x="30032" y="3415"/>
                    <a:pt x="24772" y="0"/>
                    <a:pt x="18255" y="0"/>
                  </a:cubicBezTo>
                  <a:close/>
                </a:path>
              </a:pathLst>
            </a:custGeom>
            <a:solidFill>
              <a:srgbClr val="82A6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517" name="Google Shape;3517;p75"/>
          <p:cNvGrpSpPr/>
          <p:nvPr/>
        </p:nvGrpSpPr>
        <p:grpSpPr>
          <a:xfrm>
            <a:off x="1937039" y="4042078"/>
            <a:ext cx="5269922" cy="2530210"/>
            <a:chOff x="1937039" y="3937303"/>
            <a:chExt cx="5269922" cy="2530210"/>
          </a:xfrm>
        </p:grpSpPr>
        <p:sp>
          <p:nvSpPr>
            <p:cNvPr id="3518" name="Google Shape;3518;p75"/>
            <p:cNvSpPr/>
            <p:nvPr/>
          </p:nvSpPr>
          <p:spPr>
            <a:xfrm>
              <a:off x="1937039" y="3937303"/>
              <a:ext cx="345497" cy="2530210"/>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75"/>
            <p:cNvSpPr/>
            <p:nvPr/>
          </p:nvSpPr>
          <p:spPr>
            <a:xfrm>
              <a:off x="6861464" y="3937303"/>
              <a:ext cx="345497" cy="2530210"/>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20" name="Google Shape;3520;p75"/>
          <p:cNvSpPr txBox="1">
            <a:spLocks noGrp="1"/>
          </p:cNvSpPr>
          <p:nvPr>
            <p:ph type="title"/>
          </p:nvPr>
        </p:nvSpPr>
        <p:spPr>
          <a:xfrm>
            <a:off x="713225" y="330725"/>
            <a:ext cx="7717800" cy="713400"/>
          </a:xfrm>
          <a:prstGeom prst="rect">
            <a:avLst/>
          </a:prstGeom>
        </p:spPr>
        <p:txBody>
          <a:bodyPr spcFirstLastPara="1" wrap="square" lIns="91425" tIns="91425" rIns="91425" bIns="91425" anchor="t" anchorCtr="0">
            <a:noAutofit/>
          </a:bodyPr>
          <a:lstStyle/>
          <a:p>
            <a:pPr lvl="0"/>
            <a:r>
              <a:rPr lang="en-US" dirty="0"/>
              <a:t>Problem statement</a:t>
            </a:r>
            <a:endParaRPr dirty="0"/>
          </a:p>
        </p:txBody>
      </p:sp>
      <p:sp>
        <p:nvSpPr>
          <p:cNvPr id="3522" name="Google Shape;3522;p75"/>
          <p:cNvSpPr/>
          <p:nvPr/>
        </p:nvSpPr>
        <p:spPr>
          <a:xfrm>
            <a:off x="957300" y="1509331"/>
            <a:ext cx="7229400" cy="2489700"/>
          </a:xfrm>
          <a:prstGeom prst="roundRect">
            <a:avLst>
              <a:gd name="adj" fmla="val 11095"/>
            </a:avLst>
          </a:prstGeom>
          <a:solidFill>
            <a:srgbClr val="FFFFFF"/>
          </a:solidFill>
          <a:ln w="762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285750" lvl="0" indent="-285750" algn="ctr">
              <a:buFont typeface="Arial" panose="020B0604020202020204" pitchFamily="34" charset="0"/>
              <a:buChar char="•"/>
            </a:pPr>
            <a:r>
              <a:rPr lang="en-US" sz="1800" dirty="0">
                <a:solidFill>
                  <a:srgbClr val="3A3A3A"/>
                </a:solidFill>
                <a:latin typeface="Catamaran" panose="020B0604020202020204" charset="0"/>
                <a:cs typeface="Catamaran" panose="020B0604020202020204" charset="0"/>
              </a:rPr>
              <a:t>Manual attendance and inspection are </a:t>
            </a:r>
            <a:r>
              <a:rPr lang="en-US" sz="1800" b="1" dirty="0">
                <a:solidFill>
                  <a:srgbClr val="3A3A3A"/>
                </a:solidFill>
                <a:latin typeface="Catamaran" panose="020B0604020202020204" charset="0"/>
                <a:cs typeface="Catamaran" panose="020B0604020202020204" charset="0"/>
              </a:rPr>
              <a:t>not failed safe.</a:t>
            </a:r>
          </a:p>
          <a:p>
            <a:pPr marL="285750" lvl="0" indent="-285750" algn="ctr">
              <a:buFont typeface="Arial" panose="020B0604020202020204" pitchFamily="34" charset="0"/>
              <a:buChar char="•"/>
            </a:pPr>
            <a:endParaRPr lang="en-US" sz="1800" b="1" dirty="0">
              <a:solidFill>
                <a:srgbClr val="3A3A3A"/>
              </a:solidFill>
              <a:latin typeface="Catamaran" panose="020B0604020202020204" charset="0"/>
              <a:cs typeface="Catamaran" panose="020B0604020202020204" charset="0"/>
            </a:endParaRPr>
          </a:p>
          <a:p>
            <a:pPr marL="285750" lvl="0" indent="-285750" algn="ctr">
              <a:buFont typeface="Arial" panose="020B0604020202020204" pitchFamily="34" charset="0"/>
              <a:buChar char="•"/>
            </a:pPr>
            <a:r>
              <a:rPr lang="en-US" sz="1800" dirty="0">
                <a:solidFill>
                  <a:srgbClr val="3A3A3A"/>
                </a:solidFill>
                <a:latin typeface="Catamaran" panose="020B0604020202020204" charset="0"/>
                <a:cs typeface="Catamaran" panose="020B0604020202020204" charset="0"/>
              </a:rPr>
              <a:t>No real-time verification after bus routes end.</a:t>
            </a:r>
          </a:p>
          <a:p>
            <a:pPr marL="285750" lvl="0" indent="-285750" algn="ctr">
              <a:buFont typeface="Arial" panose="020B0604020202020204" pitchFamily="34" charset="0"/>
              <a:buChar char="•"/>
            </a:pPr>
            <a:endParaRPr lang="en-US" sz="1800" dirty="0">
              <a:solidFill>
                <a:srgbClr val="3A3A3A"/>
              </a:solidFill>
              <a:latin typeface="Catamaran" panose="020B0604020202020204" charset="0"/>
              <a:cs typeface="Catamaran" panose="020B0604020202020204" charset="0"/>
            </a:endParaRPr>
          </a:p>
          <a:p>
            <a:pPr marL="285750" lvl="0" indent="-285750" algn="ctr">
              <a:buFont typeface="Arial" panose="020B0604020202020204" pitchFamily="34" charset="0"/>
              <a:buChar char="•"/>
            </a:pPr>
            <a:r>
              <a:rPr lang="en-US" sz="1800" dirty="0">
                <a:solidFill>
                  <a:srgbClr val="3A3A3A"/>
                </a:solidFill>
                <a:latin typeface="Catamaran" panose="020B0604020202020204" charset="0"/>
                <a:cs typeface="Catamaran" panose="020B0604020202020204" charset="0"/>
              </a:rPr>
              <a:t>Delayed response can lead to </a:t>
            </a:r>
            <a:r>
              <a:rPr lang="en-US" sz="1800" b="1" dirty="0">
                <a:solidFill>
                  <a:srgbClr val="3A3A3A"/>
                </a:solidFill>
                <a:latin typeface="Catamaran" panose="020B0604020202020204" charset="0"/>
                <a:cs typeface="Catamaran" panose="020B0604020202020204" charset="0"/>
              </a:rPr>
              <a:t>severe injury or fatality.</a:t>
            </a:r>
            <a:br>
              <a:rPr lang="en-US" sz="1800" dirty="0">
                <a:solidFill>
                  <a:srgbClr val="3A3A3A"/>
                </a:solidFill>
                <a:latin typeface="Catamaran" panose="020B0604020202020204" charset="0"/>
                <a:cs typeface="Catamaran" panose="020B0604020202020204" charset="0"/>
              </a:rPr>
            </a:br>
            <a:endParaRPr lang="en-US" sz="1800" dirty="0">
              <a:solidFill>
                <a:srgbClr val="3A3A3A"/>
              </a:solidFill>
              <a:latin typeface="Catamaran" panose="020B0604020202020204" charset="0"/>
              <a:cs typeface="Catamaran" panose="020B0604020202020204" charset="0"/>
            </a:endParaRPr>
          </a:p>
          <a:p>
            <a:pPr marL="285750" lvl="0" indent="-285750" algn="ctr">
              <a:buFont typeface="Arial" panose="020B0604020202020204" pitchFamily="34" charset="0"/>
              <a:buChar char="•"/>
            </a:pPr>
            <a:r>
              <a:rPr lang="en-US" sz="1800" dirty="0">
                <a:solidFill>
                  <a:srgbClr val="3A3A3A"/>
                </a:solidFill>
                <a:latin typeface="Catamaran" panose="020B0604020202020204" charset="0"/>
                <a:cs typeface="Catamaran" panose="020B0604020202020204" charset="0"/>
              </a:rPr>
              <a:t>Existing systems lack </a:t>
            </a:r>
            <a:r>
              <a:rPr lang="en-US" sz="1800" b="1" dirty="0">
                <a:solidFill>
                  <a:srgbClr val="3A3A3A"/>
                </a:solidFill>
                <a:latin typeface="Catamaran" panose="020B0604020202020204" charset="0"/>
                <a:cs typeface="Catamaran" panose="020B0604020202020204" charset="0"/>
              </a:rPr>
              <a:t>automation and redundancy.</a:t>
            </a:r>
            <a:endParaRPr sz="1800" dirty="0">
              <a:solidFill>
                <a:srgbClr val="3A3A3A"/>
              </a:solidFill>
              <a:latin typeface="Catamaran" panose="020B0604020202020204" charset="0"/>
              <a:cs typeface="Catamaran" panose="020B0604020202020204" charset="0"/>
            </a:endParaRPr>
          </a:p>
        </p:txBody>
      </p:sp>
    </p:spTree>
    <p:extLst>
      <p:ext uri="{BB962C8B-B14F-4D97-AF65-F5344CB8AC3E}">
        <p14:creationId xmlns:p14="http://schemas.microsoft.com/office/powerpoint/2010/main" val="4959844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76"/>
        <p:cNvGrpSpPr/>
        <p:nvPr/>
      </p:nvGrpSpPr>
      <p:grpSpPr>
        <a:xfrm>
          <a:off x="0" y="0"/>
          <a:ext cx="0" cy="0"/>
          <a:chOff x="0" y="0"/>
          <a:chExt cx="0" cy="0"/>
        </a:xfrm>
      </p:grpSpPr>
      <p:sp>
        <p:nvSpPr>
          <p:cNvPr id="2677" name="Google Shape;2677;p65"/>
          <p:cNvSpPr txBox="1">
            <a:spLocks noGrp="1"/>
          </p:cNvSpPr>
          <p:nvPr>
            <p:ph type="subTitle" idx="2"/>
          </p:nvPr>
        </p:nvSpPr>
        <p:spPr>
          <a:xfrm>
            <a:off x="2288584" y="3676350"/>
            <a:ext cx="2457911" cy="627000"/>
          </a:xfrm>
          <a:prstGeom prst="rect">
            <a:avLst/>
          </a:prstGeom>
        </p:spPr>
        <p:txBody>
          <a:bodyPr spcFirstLastPara="1" wrap="square" lIns="91425" tIns="91425" rIns="91425" bIns="91425" anchor="t" anchorCtr="0">
            <a:noAutofit/>
          </a:bodyPr>
          <a:lstStyle/>
          <a:p>
            <a:pPr marL="0" lvl="0" indent="0"/>
            <a:r>
              <a:rPr lang="en-US" dirty="0"/>
              <a:t>Implement multi-stage alert escalation.</a:t>
            </a:r>
          </a:p>
          <a:p>
            <a:pPr marL="0" lvl="0" indent="0" algn="l" rtl="0">
              <a:spcBef>
                <a:spcPts val="0"/>
              </a:spcBef>
              <a:spcAft>
                <a:spcPts val="0"/>
              </a:spcAft>
              <a:buNone/>
            </a:pPr>
            <a:endParaRPr dirty="0"/>
          </a:p>
        </p:txBody>
      </p:sp>
      <p:sp>
        <p:nvSpPr>
          <p:cNvPr id="2678" name="Google Shape;2678;p65"/>
          <p:cNvSpPr txBox="1">
            <a:spLocks noGrp="1"/>
          </p:cNvSpPr>
          <p:nvPr>
            <p:ph type="title"/>
          </p:nvPr>
        </p:nvSpPr>
        <p:spPr>
          <a:xfrm>
            <a:off x="713225" y="330725"/>
            <a:ext cx="7717800" cy="713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accent6"/>
                </a:solidFill>
              </a:rPr>
              <a:t>Driven to serve</a:t>
            </a:r>
            <a:endParaRPr/>
          </a:p>
        </p:txBody>
      </p:sp>
      <p:sp>
        <p:nvSpPr>
          <p:cNvPr id="2679" name="Google Shape;2679;p65"/>
          <p:cNvSpPr txBox="1">
            <a:spLocks noGrp="1"/>
          </p:cNvSpPr>
          <p:nvPr>
            <p:ph type="subTitle" idx="5"/>
          </p:nvPr>
        </p:nvSpPr>
        <p:spPr>
          <a:xfrm>
            <a:off x="2288583" y="1525050"/>
            <a:ext cx="2155200" cy="46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1</a:t>
            </a:r>
            <a:endParaRPr dirty="0"/>
          </a:p>
        </p:txBody>
      </p:sp>
      <p:sp>
        <p:nvSpPr>
          <p:cNvPr id="2680" name="Google Shape;2680;p65"/>
          <p:cNvSpPr txBox="1">
            <a:spLocks noGrp="1"/>
          </p:cNvSpPr>
          <p:nvPr>
            <p:ph type="subTitle" idx="6"/>
          </p:nvPr>
        </p:nvSpPr>
        <p:spPr>
          <a:xfrm>
            <a:off x="2288585" y="1994847"/>
            <a:ext cx="2381986" cy="627000"/>
          </a:xfrm>
          <a:prstGeom prst="rect">
            <a:avLst/>
          </a:prstGeom>
        </p:spPr>
        <p:txBody>
          <a:bodyPr spcFirstLastPara="1" wrap="square" lIns="91425" tIns="91425" rIns="91425" bIns="91425" anchor="t" anchorCtr="0">
            <a:noAutofit/>
          </a:bodyPr>
          <a:lstStyle/>
          <a:p>
            <a:pPr marL="0" lvl="0" indent="0"/>
            <a:r>
              <a:rPr lang="en-US" dirty="0"/>
              <a:t>Design an automated child presence detection system for school buses</a:t>
            </a:r>
          </a:p>
          <a:p>
            <a:pPr marL="0" lvl="0" indent="0" algn="l" rtl="0">
              <a:spcBef>
                <a:spcPts val="0"/>
              </a:spcBef>
              <a:spcAft>
                <a:spcPts val="0"/>
              </a:spcAft>
              <a:buNone/>
            </a:pPr>
            <a:endParaRPr dirty="0"/>
          </a:p>
        </p:txBody>
      </p:sp>
      <p:sp>
        <p:nvSpPr>
          <p:cNvPr id="2681" name="Google Shape;2681;p65"/>
          <p:cNvSpPr txBox="1">
            <a:spLocks noGrp="1"/>
          </p:cNvSpPr>
          <p:nvPr>
            <p:ph type="subTitle" idx="8"/>
          </p:nvPr>
        </p:nvSpPr>
        <p:spPr>
          <a:xfrm>
            <a:off x="6036310" y="1994848"/>
            <a:ext cx="2896342" cy="627000"/>
          </a:xfrm>
          <a:prstGeom prst="rect">
            <a:avLst/>
          </a:prstGeom>
        </p:spPr>
        <p:txBody>
          <a:bodyPr spcFirstLastPara="1" wrap="square" lIns="91425" tIns="91425" rIns="91425" bIns="91425" anchor="t" anchorCtr="0">
            <a:noAutofit/>
          </a:bodyPr>
          <a:lstStyle/>
          <a:p>
            <a:pPr marL="0" indent="0"/>
            <a:r>
              <a:rPr lang="en-US" dirty="0"/>
              <a:t>Integrate multiple sensors to reduce false negatives</a:t>
            </a:r>
          </a:p>
          <a:p>
            <a:pPr marL="0" lvl="0" indent="0" algn="l" rtl="0">
              <a:spcBef>
                <a:spcPts val="0"/>
              </a:spcBef>
              <a:spcAft>
                <a:spcPts val="0"/>
              </a:spcAft>
              <a:buNone/>
            </a:pPr>
            <a:endParaRPr dirty="0"/>
          </a:p>
        </p:txBody>
      </p:sp>
      <p:sp>
        <p:nvSpPr>
          <p:cNvPr id="2682" name="Google Shape;2682;p65"/>
          <p:cNvSpPr txBox="1">
            <a:spLocks noGrp="1"/>
          </p:cNvSpPr>
          <p:nvPr>
            <p:ph type="subTitle" idx="1"/>
          </p:nvPr>
        </p:nvSpPr>
        <p:spPr>
          <a:xfrm>
            <a:off x="2288583" y="3206553"/>
            <a:ext cx="2155200" cy="46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3</a:t>
            </a:r>
            <a:endParaRPr dirty="0"/>
          </a:p>
        </p:txBody>
      </p:sp>
      <p:sp>
        <p:nvSpPr>
          <p:cNvPr id="2683" name="Google Shape;2683;p65"/>
          <p:cNvSpPr txBox="1">
            <a:spLocks noGrp="1"/>
          </p:cNvSpPr>
          <p:nvPr>
            <p:ph type="subTitle" idx="3"/>
          </p:nvPr>
        </p:nvSpPr>
        <p:spPr>
          <a:xfrm>
            <a:off x="6036308" y="3206555"/>
            <a:ext cx="2155200" cy="46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4</a:t>
            </a:r>
            <a:endParaRPr dirty="0"/>
          </a:p>
        </p:txBody>
      </p:sp>
      <p:sp>
        <p:nvSpPr>
          <p:cNvPr id="2684" name="Google Shape;2684;p65"/>
          <p:cNvSpPr txBox="1">
            <a:spLocks noGrp="1"/>
          </p:cNvSpPr>
          <p:nvPr>
            <p:ph type="subTitle" idx="4"/>
          </p:nvPr>
        </p:nvSpPr>
        <p:spPr>
          <a:xfrm>
            <a:off x="6036310" y="3676353"/>
            <a:ext cx="2940442" cy="627000"/>
          </a:xfrm>
          <a:prstGeom prst="rect">
            <a:avLst/>
          </a:prstGeom>
        </p:spPr>
        <p:txBody>
          <a:bodyPr spcFirstLastPara="1" wrap="square" lIns="91425" tIns="91425" rIns="91425" bIns="91425" anchor="t" anchorCtr="0">
            <a:noAutofit/>
          </a:bodyPr>
          <a:lstStyle/>
          <a:p>
            <a:pPr marL="0" indent="0"/>
            <a:r>
              <a:rPr lang="en-US" dirty="0"/>
              <a:t>Develop a reliable, scalable, and low-cost solution suitable for real deployment</a:t>
            </a:r>
          </a:p>
          <a:p>
            <a:pPr marL="0" lvl="0" indent="0" algn="l" rtl="0">
              <a:spcBef>
                <a:spcPts val="0"/>
              </a:spcBef>
              <a:spcAft>
                <a:spcPts val="0"/>
              </a:spcAft>
              <a:buNone/>
            </a:pPr>
            <a:endParaRPr dirty="0"/>
          </a:p>
        </p:txBody>
      </p:sp>
      <p:sp>
        <p:nvSpPr>
          <p:cNvPr id="2685" name="Google Shape;2685;p65"/>
          <p:cNvSpPr txBox="1">
            <a:spLocks noGrp="1"/>
          </p:cNvSpPr>
          <p:nvPr>
            <p:ph type="subTitle" idx="7"/>
          </p:nvPr>
        </p:nvSpPr>
        <p:spPr>
          <a:xfrm>
            <a:off x="6036308" y="1525050"/>
            <a:ext cx="2155200" cy="46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2</a:t>
            </a:r>
            <a:endParaRPr dirty="0"/>
          </a:p>
        </p:txBody>
      </p:sp>
      <p:grpSp>
        <p:nvGrpSpPr>
          <p:cNvPr id="2686" name="Google Shape;2686;p65"/>
          <p:cNvGrpSpPr/>
          <p:nvPr/>
        </p:nvGrpSpPr>
        <p:grpSpPr>
          <a:xfrm>
            <a:off x="952490" y="1476216"/>
            <a:ext cx="1171800" cy="3867308"/>
            <a:chOff x="724451" y="1476216"/>
            <a:chExt cx="1171800" cy="3867308"/>
          </a:xfrm>
        </p:grpSpPr>
        <p:grpSp>
          <p:nvGrpSpPr>
            <p:cNvPr id="2687" name="Google Shape;2687;p65"/>
            <p:cNvGrpSpPr/>
            <p:nvPr/>
          </p:nvGrpSpPr>
          <p:grpSpPr>
            <a:xfrm>
              <a:off x="724451" y="1476216"/>
              <a:ext cx="1171800" cy="3867308"/>
              <a:chOff x="1632175" y="1428591"/>
              <a:chExt cx="1171800" cy="3867308"/>
            </a:xfrm>
          </p:grpSpPr>
          <p:sp>
            <p:nvSpPr>
              <p:cNvPr id="2688" name="Google Shape;2688;p65"/>
              <p:cNvSpPr/>
              <p:nvPr/>
            </p:nvSpPr>
            <p:spPr>
              <a:xfrm>
                <a:off x="2165025" y="2348325"/>
                <a:ext cx="91151" cy="2947574"/>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65"/>
              <p:cNvSpPr/>
              <p:nvPr/>
            </p:nvSpPr>
            <p:spPr>
              <a:xfrm rot="2700000">
                <a:off x="1803781" y="1600197"/>
                <a:ext cx="828588" cy="828588"/>
              </a:xfrm>
              <a:prstGeom prst="roundRect">
                <a:avLst>
                  <a:gd name="adj" fmla="val 8047"/>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65"/>
              <p:cNvSpPr/>
              <p:nvPr/>
            </p:nvSpPr>
            <p:spPr>
              <a:xfrm rot="2700000">
                <a:off x="1834965" y="1631381"/>
                <a:ext cx="766221" cy="766221"/>
              </a:xfrm>
              <a:prstGeom prst="roundRect">
                <a:avLst>
                  <a:gd name="adj" fmla="val 8047"/>
                </a:avLst>
              </a:prstGeom>
              <a:solidFill>
                <a:srgbClr val="E15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91" name="Google Shape;2691;p65"/>
            <p:cNvGrpSpPr/>
            <p:nvPr/>
          </p:nvGrpSpPr>
          <p:grpSpPr>
            <a:xfrm>
              <a:off x="831701" y="3244650"/>
              <a:ext cx="957300" cy="957300"/>
              <a:chOff x="831701" y="3244650"/>
              <a:chExt cx="957300" cy="957300"/>
            </a:xfrm>
          </p:grpSpPr>
          <p:sp>
            <p:nvSpPr>
              <p:cNvPr id="2692" name="Google Shape;2692;p65"/>
              <p:cNvSpPr/>
              <p:nvPr/>
            </p:nvSpPr>
            <p:spPr>
              <a:xfrm>
                <a:off x="831701" y="3244650"/>
                <a:ext cx="957300" cy="9573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65"/>
              <p:cNvSpPr/>
              <p:nvPr/>
            </p:nvSpPr>
            <p:spPr>
              <a:xfrm>
                <a:off x="867551" y="3280500"/>
                <a:ext cx="885600" cy="885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694" name="Google Shape;2694;p65"/>
          <p:cNvGrpSpPr/>
          <p:nvPr/>
        </p:nvGrpSpPr>
        <p:grpSpPr>
          <a:xfrm>
            <a:off x="4698196" y="1476216"/>
            <a:ext cx="1171800" cy="3867308"/>
            <a:chOff x="4458251" y="1476216"/>
            <a:chExt cx="1171800" cy="3867308"/>
          </a:xfrm>
        </p:grpSpPr>
        <p:grpSp>
          <p:nvGrpSpPr>
            <p:cNvPr id="2695" name="Google Shape;2695;p65"/>
            <p:cNvGrpSpPr/>
            <p:nvPr/>
          </p:nvGrpSpPr>
          <p:grpSpPr>
            <a:xfrm>
              <a:off x="4458251" y="1476216"/>
              <a:ext cx="1171800" cy="3867308"/>
              <a:chOff x="1632175" y="1428591"/>
              <a:chExt cx="1171800" cy="3867308"/>
            </a:xfrm>
          </p:grpSpPr>
          <p:sp>
            <p:nvSpPr>
              <p:cNvPr id="2696" name="Google Shape;2696;p65"/>
              <p:cNvSpPr/>
              <p:nvPr/>
            </p:nvSpPr>
            <p:spPr>
              <a:xfrm>
                <a:off x="2165025" y="2348325"/>
                <a:ext cx="91151" cy="2947574"/>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65"/>
              <p:cNvSpPr/>
              <p:nvPr/>
            </p:nvSpPr>
            <p:spPr>
              <a:xfrm rot="2700000">
                <a:off x="1803781" y="1600197"/>
                <a:ext cx="828588" cy="828588"/>
              </a:xfrm>
              <a:prstGeom prst="roundRect">
                <a:avLst>
                  <a:gd name="adj" fmla="val 8047"/>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65"/>
              <p:cNvSpPr/>
              <p:nvPr/>
            </p:nvSpPr>
            <p:spPr>
              <a:xfrm rot="2700000">
                <a:off x="1834965" y="1631381"/>
                <a:ext cx="766221" cy="766221"/>
              </a:xfrm>
              <a:prstGeom prst="roundRect">
                <a:avLst>
                  <a:gd name="adj" fmla="val 804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99" name="Google Shape;2699;p65"/>
            <p:cNvGrpSpPr/>
            <p:nvPr/>
          </p:nvGrpSpPr>
          <p:grpSpPr>
            <a:xfrm>
              <a:off x="4565501" y="3244650"/>
              <a:ext cx="957300" cy="957300"/>
              <a:chOff x="4565501" y="3244650"/>
              <a:chExt cx="957300" cy="957300"/>
            </a:xfrm>
          </p:grpSpPr>
          <p:sp>
            <p:nvSpPr>
              <p:cNvPr id="2700" name="Google Shape;2700;p65"/>
              <p:cNvSpPr/>
              <p:nvPr/>
            </p:nvSpPr>
            <p:spPr>
              <a:xfrm>
                <a:off x="4565501" y="3244650"/>
                <a:ext cx="957300" cy="9573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65"/>
              <p:cNvSpPr/>
              <p:nvPr/>
            </p:nvSpPr>
            <p:spPr>
              <a:xfrm>
                <a:off x="4601351" y="3280500"/>
                <a:ext cx="885600" cy="8856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702" name="Google Shape;2702;p65"/>
          <p:cNvGrpSpPr/>
          <p:nvPr/>
        </p:nvGrpSpPr>
        <p:grpSpPr>
          <a:xfrm>
            <a:off x="1303703" y="1838850"/>
            <a:ext cx="469375" cy="455975"/>
            <a:chOff x="1004775" y="1181625"/>
            <a:chExt cx="469375" cy="455975"/>
          </a:xfrm>
        </p:grpSpPr>
        <p:sp>
          <p:nvSpPr>
            <p:cNvPr id="2703" name="Google Shape;2703;p65"/>
            <p:cNvSpPr/>
            <p:nvPr/>
          </p:nvSpPr>
          <p:spPr>
            <a:xfrm>
              <a:off x="1004775" y="1291525"/>
              <a:ext cx="352450" cy="346075"/>
            </a:xfrm>
            <a:custGeom>
              <a:avLst/>
              <a:gdLst/>
              <a:ahLst/>
              <a:cxnLst/>
              <a:rect l="l" t="t" r="r" b="b"/>
              <a:pathLst>
                <a:path w="14098" h="13843" extrusionOk="0">
                  <a:moveTo>
                    <a:pt x="3908" y="1"/>
                  </a:moveTo>
                  <a:lnTo>
                    <a:pt x="1047" y="2839"/>
                  </a:lnTo>
                  <a:cubicBezTo>
                    <a:pt x="0" y="3886"/>
                    <a:pt x="0" y="5561"/>
                    <a:pt x="1047" y="6608"/>
                  </a:cubicBezTo>
                  <a:lnTo>
                    <a:pt x="7491" y="13075"/>
                  </a:lnTo>
                  <a:cubicBezTo>
                    <a:pt x="8014" y="13587"/>
                    <a:pt x="8695" y="13843"/>
                    <a:pt x="9375" y="13843"/>
                  </a:cubicBezTo>
                  <a:cubicBezTo>
                    <a:pt x="10056" y="13843"/>
                    <a:pt x="10736" y="13587"/>
                    <a:pt x="11260" y="13075"/>
                  </a:cubicBezTo>
                  <a:lnTo>
                    <a:pt x="14098" y="10190"/>
                  </a:lnTo>
                  <a:lnTo>
                    <a:pt x="12632" y="8725"/>
                  </a:lnTo>
                  <a:lnTo>
                    <a:pt x="9771" y="11633"/>
                  </a:lnTo>
                  <a:cubicBezTo>
                    <a:pt x="9666" y="11737"/>
                    <a:pt x="9527" y="11790"/>
                    <a:pt x="9387" y="11790"/>
                  </a:cubicBezTo>
                  <a:cubicBezTo>
                    <a:pt x="9247" y="11790"/>
                    <a:pt x="9108" y="11737"/>
                    <a:pt x="9003" y="11633"/>
                  </a:cubicBezTo>
                  <a:lnTo>
                    <a:pt x="2466" y="5119"/>
                  </a:lnTo>
                  <a:cubicBezTo>
                    <a:pt x="2257" y="4910"/>
                    <a:pt x="2257" y="4561"/>
                    <a:pt x="2466" y="4351"/>
                  </a:cubicBezTo>
                  <a:lnTo>
                    <a:pt x="5374" y="1490"/>
                  </a:lnTo>
                  <a:lnTo>
                    <a:pt x="39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4"/>
                </a:solidFill>
              </a:endParaRPr>
            </a:p>
          </p:txBody>
        </p:sp>
        <p:sp>
          <p:nvSpPr>
            <p:cNvPr id="2704" name="Google Shape;2704;p65"/>
            <p:cNvSpPr/>
            <p:nvPr/>
          </p:nvSpPr>
          <p:spPr>
            <a:xfrm>
              <a:off x="1094900" y="1347375"/>
              <a:ext cx="206500" cy="207075"/>
            </a:xfrm>
            <a:custGeom>
              <a:avLst/>
              <a:gdLst/>
              <a:ahLst/>
              <a:cxnLst/>
              <a:rect l="l" t="t" r="r" b="b"/>
              <a:pathLst>
                <a:path w="8260" h="8283" extrusionOk="0">
                  <a:moveTo>
                    <a:pt x="2537" y="0"/>
                  </a:moveTo>
                  <a:lnTo>
                    <a:pt x="1" y="2489"/>
                  </a:lnTo>
                  <a:lnTo>
                    <a:pt x="5770" y="8282"/>
                  </a:lnTo>
                  <a:lnTo>
                    <a:pt x="8260" y="5746"/>
                  </a:lnTo>
                  <a:lnTo>
                    <a:pt x="253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4"/>
                </a:solidFill>
              </a:endParaRPr>
            </a:p>
          </p:txBody>
        </p:sp>
        <p:sp>
          <p:nvSpPr>
            <p:cNvPr id="2705" name="Google Shape;2705;p65"/>
            <p:cNvSpPr/>
            <p:nvPr/>
          </p:nvSpPr>
          <p:spPr>
            <a:xfrm>
              <a:off x="1176925" y="1265350"/>
              <a:ext cx="207075" cy="206500"/>
            </a:xfrm>
            <a:custGeom>
              <a:avLst/>
              <a:gdLst/>
              <a:ahLst/>
              <a:cxnLst/>
              <a:rect l="l" t="t" r="r" b="b"/>
              <a:pathLst>
                <a:path w="8283" h="8260" extrusionOk="0">
                  <a:moveTo>
                    <a:pt x="2489" y="1"/>
                  </a:moveTo>
                  <a:lnTo>
                    <a:pt x="0" y="2537"/>
                  </a:lnTo>
                  <a:lnTo>
                    <a:pt x="5746" y="8260"/>
                  </a:lnTo>
                  <a:lnTo>
                    <a:pt x="8282" y="5770"/>
                  </a:lnTo>
                  <a:lnTo>
                    <a:pt x="248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4"/>
                </a:solidFill>
              </a:endParaRPr>
            </a:p>
          </p:txBody>
        </p:sp>
        <p:sp>
          <p:nvSpPr>
            <p:cNvPr id="2706" name="Google Shape;2706;p65"/>
            <p:cNvSpPr/>
            <p:nvPr/>
          </p:nvSpPr>
          <p:spPr>
            <a:xfrm>
              <a:off x="1121075" y="1181625"/>
              <a:ext cx="353075" cy="346050"/>
            </a:xfrm>
            <a:custGeom>
              <a:avLst/>
              <a:gdLst/>
              <a:ahLst/>
              <a:cxnLst/>
              <a:rect l="l" t="t" r="r" b="b"/>
              <a:pathLst>
                <a:path w="14123" h="13842" extrusionOk="0">
                  <a:moveTo>
                    <a:pt x="4735" y="0"/>
                  </a:moveTo>
                  <a:cubicBezTo>
                    <a:pt x="4049" y="0"/>
                    <a:pt x="3362" y="256"/>
                    <a:pt x="2839" y="768"/>
                  </a:cubicBezTo>
                  <a:lnTo>
                    <a:pt x="1" y="3652"/>
                  </a:lnTo>
                  <a:lnTo>
                    <a:pt x="1490" y="5118"/>
                  </a:lnTo>
                  <a:lnTo>
                    <a:pt x="4351" y="2210"/>
                  </a:lnTo>
                  <a:cubicBezTo>
                    <a:pt x="4456" y="2105"/>
                    <a:pt x="4595" y="2053"/>
                    <a:pt x="4735" y="2053"/>
                  </a:cubicBezTo>
                  <a:cubicBezTo>
                    <a:pt x="4875" y="2053"/>
                    <a:pt x="5014" y="2105"/>
                    <a:pt x="5119" y="2210"/>
                  </a:cubicBezTo>
                  <a:lnTo>
                    <a:pt x="11656" y="8747"/>
                  </a:lnTo>
                  <a:cubicBezTo>
                    <a:pt x="11865" y="8957"/>
                    <a:pt x="11865" y="9282"/>
                    <a:pt x="11656" y="9492"/>
                  </a:cubicBezTo>
                  <a:lnTo>
                    <a:pt x="8748" y="12376"/>
                  </a:lnTo>
                  <a:lnTo>
                    <a:pt x="10214" y="13842"/>
                  </a:lnTo>
                  <a:lnTo>
                    <a:pt x="13075" y="11027"/>
                  </a:lnTo>
                  <a:cubicBezTo>
                    <a:pt x="14122" y="9957"/>
                    <a:pt x="14122" y="8282"/>
                    <a:pt x="13075" y="7235"/>
                  </a:cubicBezTo>
                  <a:lnTo>
                    <a:pt x="6631" y="768"/>
                  </a:lnTo>
                  <a:cubicBezTo>
                    <a:pt x="6108" y="256"/>
                    <a:pt x="5421" y="0"/>
                    <a:pt x="47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4"/>
                </a:solidFill>
              </a:endParaRPr>
            </a:p>
          </p:txBody>
        </p:sp>
      </p:grpSp>
      <p:sp>
        <p:nvSpPr>
          <p:cNvPr id="2707" name="Google Shape;2707;p65"/>
          <p:cNvSpPr/>
          <p:nvPr/>
        </p:nvSpPr>
        <p:spPr>
          <a:xfrm>
            <a:off x="5049709" y="1838625"/>
            <a:ext cx="468775" cy="456425"/>
          </a:xfrm>
          <a:custGeom>
            <a:avLst/>
            <a:gdLst/>
            <a:ahLst/>
            <a:cxnLst/>
            <a:rect l="l" t="t" r="r" b="b"/>
            <a:pathLst>
              <a:path w="18751" h="18257" extrusionOk="0">
                <a:moveTo>
                  <a:pt x="13633" y="5374"/>
                </a:moveTo>
                <a:cubicBezTo>
                  <a:pt x="13935" y="5374"/>
                  <a:pt x="14168" y="5630"/>
                  <a:pt x="14168" y="5909"/>
                </a:cubicBezTo>
                <a:lnTo>
                  <a:pt x="14168" y="6979"/>
                </a:lnTo>
                <a:cubicBezTo>
                  <a:pt x="14168" y="7282"/>
                  <a:pt x="13935" y="7514"/>
                  <a:pt x="13633" y="7514"/>
                </a:cubicBezTo>
                <a:lnTo>
                  <a:pt x="10446" y="7514"/>
                </a:lnTo>
                <a:lnTo>
                  <a:pt x="10446" y="14470"/>
                </a:lnTo>
                <a:cubicBezTo>
                  <a:pt x="10446" y="14772"/>
                  <a:pt x="10190" y="15005"/>
                  <a:pt x="9911" y="15005"/>
                </a:cubicBezTo>
                <a:lnTo>
                  <a:pt x="8841" y="15005"/>
                </a:lnTo>
                <a:cubicBezTo>
                  <a:pt x="8538" y="15005"/>
                  <a:pt x="8305" y="14772"/>
                  <a:pt x="8305" y="14470"/>
                </a:cubicBezTo>
                <a:lnTo>
                  <a:pt x="8305" y="7514"/>
                </a:lnTo>
                <a:lnTo>
                  <a:pt x="5095" y="7514"/>
                </a:lnTo>
                <a:cubicBezTo>
                  <a:pt x="4793" y="7514"/>
                  <a:pt x="4560" y="7282"/>
                  <a:pt x="4560" y="6979"/>
                </a:cubicBezTo>
                <a:lnTo>
                  <a:pt x="4560" y="5909"/>
                </a:lnTo>
                <a:cubicBezTo>
                  <a:pt x="4560" y="5630"/>
                  <a:pt x="4793" y="5374"/>
                  <a:pt x="5095" y="5374"/>
                </a:cubicBezTo>
                <a:close/>
                <a:moveTo>
                  <a:pt x="9376" y="0"/>
                </a:moveTo>
                <a:cubicBezTo>
                  <a:pt x="8695" y="0"/>
                  <a:pt x="8015" y="256"/>
                  <a:pt x="7491" y="768"/>
                </a:cubicBezTo>
                <a:lnTo>
                  <a:pt x="1024" y="7235"/>
                </a:lnTo>
                <a:cubicBezTo>
                  <a:pt x="0" y="8282"/>
                  <a:pt x="0" y="9957"/>
                  <a:pt x="1024" y="11004"/>
                </a:cubicBezTo>
                <a:lnTo>
                  <a:pt x="7491" y="17471"/>
                </a:lnTo>
                <a:cubicBezTo>
                  <a:pt x="8015" y="17995"/>
                  <a:pt x="8695" y="18256"/>
                  <a:pt x="9376" y="18256"/>
                </a:cubicBezTo>
                <a:cubicBezTo>
                  <a:pt x="10056" y="18256"/>
                  <a:pt x="10737" y="17995"/>
                  <a:pt x="11260" y="17471"/>
                </a:cubicBezTo>
                <a:lnTo>
                  <a:pt x="17704" y="11027"/>
                </a:lnTo>
                <a:cubicBezTo>
                  <a:pt x="18751" y="9980"/>
                  <a:pt x="18751" y="8282"/>
                  <a:pt x="17704" y="7235"/>
                </a:cubicBezTo>
                <a:lnTo>
                  <a:pt x="11260" y="768"/>
                </a:lnTo>
                <a:cubicBezTo>
                  <a:pt x="10737" y="256"/>
                  <a:pt x="10056" y="0"/>
                  <a:pt x="93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4"/>
              </a:solidFill>
            </a:endParaRPr>
          </a:p>
        </p:txBody>
      </p:sp>
      <p:sp>
        <p:nvSpPr>
          <p:cNvPr id="2708" name="Google Shape;2708;p65"/>
          <p:cNvSpPr/>
          <p:nvPr/>
        </p:nvSpPr>
        <p:spPr>
          <a:xfrm>
            <a:off x="1301090" y="3496200"/>
            <a:ext cx="474600" cy="456275"/>
          </a:xfrm>
          <a:custGeom>
            <a:avLst/>
            <a:gdLst/>
            <a:ahLst/>
            <a:cxnLst/>
            <a:rect l="l" t="t" r="r" b="b"/>
            <a:pathLst>
              <a:path w="18984" h="18251" extrusionOk="0">
                <a:moveTo>
                  <a:pt x="9865" y="2164"/>
                </a:moveTo>
                <a:cubicBezTo>
                  <a:pt x="11307" y="2164"/>
                  <a:pt x="12703" y="2629"/>
                  <a:pt x="13889" y="3466"/>
                </a:cubicBezTo>
                <a:cubicBezTo>
                  <a:pt x="13912" y="3490"/>
                  <a:pt x="13936" y="3490"/>
                  <a:pt x="13959" y="3513"/>
                </a:cubicBezTo>
                <a:lnTo>
                  <a:pt x="9865" y="7631"/>
                </a:lnTo>
                <a:lnTo>
                  <a:pt x="5770" y="3513"/>
                </a:lnTo>
                <a:cubicBezTo>
                  <a:pt x="6957" y="2652"/>
                  <a:pt x="8376" y="2164"/>
                  <a:pt x="9865" y="2164"/>
                </a:cubicBezTo>
                <a:close/>
                <a:moveTo>
                  <a:pt x="4235" y="5025"/>
                </a:moveTo>
                <a:lnTo>
                  <a:pt x="8329" y="9119"/>
                </a:lnTo>
                <a:lnTo>
                  <a:pt x="4235" y="13214"/>
                </a:lnTo>
                <a:cubicBezTo>
                  <a:pt x="4235" y="13191"/>
                  <a:pt x="4211" y="13167"/>
                  <a:pt x="4188" y="13144"/>
                </a:cubicBezTo>
                <a:cubicBezTo>
                  <a:pt x="2443" y="10725"/>
                  <a:pt x="2467" y="7444"/>
                  <a:pt x="4235" y="5025"/>
                </a:cubicBezTo>
                <a:close/>
                <a:moveTo>
                  <a:pt x="15471" y="5025"/>
                </a:moveTo>
                <a:cubicBezTo>
                  <a:pt x="15494" y="5048"/>
                  <a:pt x="15494" y="5071"/>
                  <a:pt x="15518" y="5095"/>
                </a:cubicBezTo>
                <a:cubicBezTo>
                  <a:pt x="17262" y="7537"/>
                  <a:pt x="17239" y="10818"/>
                  <a:pt x="15471" y="13214"/>
                </a:cubicBezTo>
                <a:lnTo>
                  <a:pt x="11377" y="9119"/>
                </a:lnTo>
                <a:lnTo>
                  <a:pt x="15471" y="5025"/>
                </a:lnTo>
                <a:close/>
                <a:moveTo>
                  <a:pt x="9865" y="10632"/>
                </a:moveTo>
                <a:lnTo>
                  <a:pt x="13959" y="14726"/>
                </a:lnTo>
                <a:cubicBezTo>
                  <a:pt x="12773" y="15610"/>
                  <a:pt x="11330" y="16075"/>
                  <a:pt x="9865" y="16075"/>
                </a:cubicBezTo>
                <a:cubicBezTo>
                  <a:pt x="8399" y="16075"/>
                  <a:pt x="7003" y="15633"/>
                  <a:pt x="5817" y="14796"/>
                </a:cubicBezTo>
                <a:cubicBezTo>
                  <a:pt x="5793" y="14772"/>
                  <a:pt x="5770" y="14749"/>
                  <a:pt x="5770" y="14726"/>
                </a:cubicBezTo>
                <a:lnTo>
                  <a:pt x="9865" y="10632"/>
                </a:lnTo>
                <a:close/>
                <a:moveTo>
                  <a:pt x="9865" y="0"/>
                </a:moveTo>
                <a:cubicBezTo>
                  <a:pt x="6166" y="0"/>
                  <a:pt x="2839" y="2233"/>
                  <a:pt x="1420" y="5630"/>
                </a:cubicBezTo>
                <a:cubicBezTo>
                  <a:pt x="1" y="9050"/>
                  <a:pt x="792" y="12958"/>
                  <a:pt x="3397" y="15587"/>
                </a:cubicBezTo>
                <a:cubicBezTo>
                  <a:pt x="5141" y="17330"/>
                  <a:pt x="7478" y="18251"/>
                  <a:pt x="9859" y="18251"/>
                </a:cubicBezTo>
                <a:cubicBezTo>
                  <a:pt x="11035" y="18251"/>
                  <a:pt x="12223" y="18026"/>
                  <a:pt x="13354" y="17564"/>
                </a:cubicBezTo>
                <a:cubicBezTo>
                  <a:pt x="16751" y="16145"/>
                  <a:pt x="18984" y="12818"/>
                  <a:pt x="18984" y="9119"/>
                </a:cubicBezTo>
                <a:cubicBezTo>
                  <a:pt x="18961" y="4094"/>
                  <a:pt x="14890" y="23"/>
                  <a:pt x="986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4"/>
              </a:solidFill>
            </a:endParaRPr>
          </a:p>
        </p:txBody>
      </p:sp>
      <p:grpSp>
        <p:nvGrpSpPr>
          <p:cNvPr id="2709" name="Google Shape;2709;p65"/>
          <p:cNvGrpSpPr/>
          <p:nvPr/>
        </p:nvGrpSpPr>
        <p:grpSpPr>
          <a:xfrm>
            <a:off x="5035746" y="3495975"/>
            <a:ext cx="496700" cy="456725"/>
            <a:chOff x="5431300" y="3346875"/>
            <a:chExt cx="496700" cy="456725"/>
          </a:xfrm>
        </p:grpSpPr>
        <p:sp>
          <p:nvSpPr>
            <p:cNvPr id="2710" name="Google Shape;2710;p65"/>
            <p:cNvSpPr/>
            <p:nvPr/>
          </p:nvSpPr>
          <p:spPr>
            <a:xfrm>
              <a:off x="5531900" y="3346875"/>
              <a:ext cx="396100" cy="379225"/>
            </a:xfrm>
            <a:custGeom>
              <a:avLst/>
              <a:gdLst/>
              <a:ahLst/>
              <a:cxnLst/>
              <a:rect l="l" t="t" r="r" b="b"/>
              <a:pathLst>
                <a:path w="15844" h="15169" extrusionOk="0">
                  <a:moveTo>
                    <a:pt x="6026" y="1"/>
                  </a:moveTo>
                  <a:cubicBezTo>
                    <a:pt x="3793" y="24"/>
                    <a:pt x="1653" y="862"/>
                    <a:pt x="1" y="2351"/>
                  </a:cubicBezTo>
                  <a:lnTo>
                    <a:pt x="2816" y="5166"/>
                  </a:lnTo>
                  <a:lnTo>
                    <a:pt x="2816" y="3793"/>
                  </a:lnTo>
                  <a:cubicBezTo>
                    <a:pt x="2816" y="3491"/>
                    <a:pt x="3072" y="3258"/>
                    <a:pt x="3351" y="3258"/>
                  </a:cubicBezTo>
                  <a:lnTo>
                    <a:pt x="6980" y="3258"/>
                  </a:lnTo>
                  <a:cubicBezTo>
                    <a:pt x="6997" y="3258"/>
                    <a:pt x="7013" y="3258"/>
                    <a:pt x="7030" y="3258"/>
                  </a:cubicBezTo>
                  <a:cubicBezTo>
                    <a:pt x="8568" y="3258"/>
                    <a:pt x="9915" y="4321"/>
                    <a:pt x="10237" y="5817"/>
                  </a:cubicBezTo>
                  <a:cubicBezTo>
                    <a:pt x="10633" y="7725"/>
                    <a:pt x="9237" y="9539"/>
                    <a:pt x="7306" y="9655"/>
                  </a:cubicBezTo>
                  <a:lnTo>
                    <a:pt x="12819" y="15169"/>
                  </a:lnTo>
                  <a:cubicBezTo>
                    <a:pt x="15239" y="12494"/>
                    <a:pt x="15844" y="8655"/>
                    <a:pt x="14378" y="5375"/>
                  </a:cubicBezTo>
                  <a:cubicBezTo>
                    <a:pt x="12921" y="2113"/>
                    <a:pt x="9668" y="24"/>
                    <a:pt x="6109" y="24"/>
                  </a:cubicBezTo>
                  <a:cubicBezTo>
                    <a:pt x="6089" y="24"/>
                    <a:pt x="6069" y="24"/>
                    <a:pt x="6050" y="24"/>
                  </a:cubicBezTo>
                  <a:lnTo>
                    <a:pt x="602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4"/>
                </a:solidFill>
              </a:endParaRPr>
            </a:p>
          </p:txBody>
        </p:sp>
        <p:sp>
          <p:nvSpPr>
            <p:cNvPr id="2711" name="Google Shape;2711;p65"/>
            <p:cNvSpPr/>
            <p:nvPr/>
          </p:nvSpPr>
          <p:spPr>
            <a:xfrm>
              <a:off x="5655800" y="3481825"/>
              <a:ext cx="89575" cy="53525"/>
            </a:xfrm>
            <a:custGeom>
              <a:avLst/>
              <a:gdLst/>
              <a:ahLst/>
              <a:cxnLst/>
              <a:rect l="l" t="t" r="r" b="b"/>
              <a:pathLst>
                <a:path w="3583" h="2141" extrusionOk="0">
                  <a:moveTo>
                    <a:pt x="559" y="0"/>
                  </a:moveTo>
                  <a:cubicBezTo>
                    <a:pt x="256" y="0"/>
                    <a:pt x="0" y="233"/>
                    <a:pt x="0" y="535"/>
                  </a:cubicBezTo>
                  <a:lnTo>
                    <a:pt x="0" y="1605"/>
                  </a:lnTo>
                  <a:cubicBezTo>
                    <a:pt x="23" y="1885"/>
                    <a:pt x="256" y="2140"/>
                    <a:pt x="559" y="2140"/>
                  </a:cubicBezTo>
                  <a:lnTo>
                    <a:pt x="2164" y="2140"/>
                  </a:lnTo>
                  <a:cubicBezTo>
                    <a:pt x="3583" y="2140"/>
                    <a:pt x="3583" y="0"/>
                    <a:pt x="216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4"/>
                </a:solidFill>
              </a:endParaRPr>
            </a:p>
          </p:txBody>
        </p:sp>
        <p:sp>
          <p:nvSpPr>
            <p:cNvPr id="2712" name="Google Shape;2712;p65"/>
            <p:cNvSpPr/>
            <p:nvPr/>
          </p:nvSpPr>
          <p:spPr>
            <a:xfrm>
              <a:off x="5431300" y="3424825"/>
              <a:ext cx="401900" cy="378775"/>
            </a:xfrm>
            <a:custGeom>
              <a:avLst/>
              <a:gdLst/>
              <a:ahLst/>
              <a:cxnLst/>
              <a:rect l="l" t="t" r="r" b="b"/>
              <a:pathLst>
                <a:path w="16076" h="15151" extrusionOk="0">
                  <a:moveTo>
                    <a:pt x="3257" y="0"/>
                  </a:moveTo>
                  <a:lnTo>
                    <a:pt x="3257" y="0"/>
                  </a:lnTo>
                  <a:cubicBezTo>
                    <a:pt x="0" y="3583"/>
                    <a:pt x="140" y="9073"/>
                    <a:pt x="3560" y="12493"/>
                  </a:cubicBezTo>
                  <a:cubicBezTo>
                    <a:pt x="5326" y="14259"/>
                    <a:pt x="7651" y="15151"/>
                    <a:pt x="9980" y="15151"/>
                  </a:cubicBezTo>
                  <a:cubicBezTo>
                    <a:pt x="12160" y="15151"/>
                    <a:pt x="14344" y="14370"/>
                    <a:pt x="16076" y="12795"/>
                  </a:cubicBezTo>
                  <a:lnTo>
                    <a:pt x="9818" y="6561"/>
                  </a:lnTo>
                  <a:lnTo>
                    <a:pt x="8980" y="6561"/>
                  </a:lnTo>
                  <a:lnTo>
                    <a:pt x="8980" y="11376"/>
                  </a:lnTo>
                  <a:cubicBezTo>
                    <a:pt x="8957" y="11655"/>
                    <a:pt x="8724" y="11888"/>
                    <a:pt x="8445" y="11911"/>
                  </a:cubicBezTo>
                  <a:lnTo>
                    <a:pt x="7375" y="11911"/>
                  </a:lnTo>
                  <a:cubicBezTo>
                    <a:pt x="7073" y="11888"/>
                    <a:pt x="6840" y="11655"/>
                    <a:pt x="6840" y="11376"/>
                  </a:cubicBezTo>
                  <a:lnTo>
                    <a:pt x="6840" y="3560"/>
                  </a:lnTo>
                  <a:lnTo>
                    <a:pt x="325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4"/>
                </a:solidFill>
              </a:endParaRPr>
            </a:p>
          </p:txBody>
        </p:sp>
      </p:grpSp>
    </p:spTree>
    <p:extLst>
      <p:ext uri="{BB962C8B-B14F-4D97-AF65-F5344CB8AC3E}">
        <p14:creationId xmlns:p14="http://schemas.microsoft.com/office/powerpoint/2010/main" val="19593691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53"/>
        <p:cNvGrpSpPr/>
        <p:nvPr/>
      </p:nvGrpSpPr>
      <p:grpSpPr>
        <a:xfrm>
          <a:off x="0" y="0"/>
          <a:ext cx="0" cy="0"/>
          <a:chOff x="0" y="0"/>
          <a:chExt cx="0" cy="0"/>
        </a:xfrm>
      </p:grpSpPr>
      <p:grpSp>
        <p:nvGrpSpPr>
          <p:cNvPr id="2554" name="Google Shape;2554;p62"/>
          <p:cNvGrpSpPr/>
          <p:nvPr/>
        </p:nvGrpSpPr>
        <p:grpSpPr>
          <a:xfrm>
            <a:off x="-138113" y="1556525"/>
            <a:ext cx="9420225" cy="2430504"/>
            <a:chOff x="-142875" y="1165927"/>
            <a:chExt cx="9420225" cy="2430504"/>
          </a:xfrm>
        </p:grpSpPr>
        <p:sp>
          <p:nvSpPr>
            <p:cNvPr id="2555" name="Google Shape;2555;p62"/>
            <p:cNvSpPr/>
            <p:nvPr/>
          </p:nvSpPr>
          <p:spPr>
            <a:xfrm>
              <a:off x="-66675" y="1489109"/>
              <a:ext cx="9296909" cy="1738912"/>
            </a:xfrm>
            <a:custGeom>
              <a:avLst/>
              <a:gdLst/>
              <a:ahLst/>
              <a:cxnLst/>
              <a:rect l="l" t="t" r="r" b="b"/>
              <a:pathLst>
                <a:path w="285751" h="54341" extrusionOk="0">
                  <a:moveTo>
                    <a:pt x="1" y="1"/>
                  </a:moveTo>
                  <a:lnTo>
                    <a:pt x="1" y="10145"/>
                  </a:lnTo>
                  <a:lnTo>
                    <a:pt x="167855" y="10145"/>
                  </a:lnTo>
                  <a:lnTo>
                    <a:pt x="167855" y="22111"/>
                  </a:lnTo>
                  <a:lnTo>
                    <a:pt x="112824" y="22111"/>
                  </a:lnTo>
                  <a:cubicBezTo>
                    <a:pt x="110014" y="22111"/>
                    <a:pt x="107752" y="24361"/>
                    <a:pt x="107752" y="27159"/>
                  </a:cubicBezTo>
                  <a:lnTo>
                    <a:pt x="107752" y="49269"/>
                  </a:lnTo>
                  <a:cubicBezTo>
                    <a:pt x="107752" y="52067"/>
                    <a:pt x="110014" y="54341"/>
                    <a:pt x="112824" y="54341"/>
                  </a:cubicBezTo>
                  <a:lnTo>
                    <a:pt x="285751" y="54341"/>
                  </a:lnTo>
                  <a:lnTo>
                    <a:pt x="285751" y="44197"/>
                  </a:lnTo>
                  <a:lnTo>
                    <a:pt x="117884" y="44197"/>
                  </a:lnTo>
                  <a:lnTo>
                    <a:pt x="117884" y="32231"/>
                  </a:lnTo>
                  <a:lnTo>
                    <a:pt x="172927" y="32231"/>
                  </a:lnTo>
                  <a:cubicBezTo>
                    <a:pt x="175713" y="32231"/>
                    <a:pt x="177999" y="29969"/>
                    <a:pt x="177999" y="27159"/>
                  </a:cubicBezTo>
                  <a:lnTo>
                    <a:pt x="177999" y="5073"/>
                  </a:lnTo>
                  <a:cubicBezTo>
                    <a:pt x="177999" y="2275"/>
                    <a:pt x="175713" y="1"/>
                    <a:pt x="172927" y="1"/>
                  </a:cubicBezTo>
                  <a:close/>
                </a:path>
              </a:pathLst>
            </a:custGeom>
            <a:solidFill>
              <a:schemeClr val="accent5"/>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62"/>
            <p:cNvSpPr/>
            <p:nvPr/>
          </p:nvSpPr>
          <p:spPr>
            <a:xfrm>
              <a:off x="-142875" y="1657350"/>
              <a:ext cx="9420225" cy="1419225"/>
            </a:xfrm>
            <a:custGeom>
              <a:avLst/>
              <a:gdLst/>
              <a:ahLst/>
              <a:cxnLst/>
              <a:rect l="l" t="t" r="r" b="b"/>
              <a:pathLst>
                <a:path w="376809" h="56769" extrusionOk="0">
                  <a:moveTo>
                    <a:pt x="0" y="0"/>
                  </a:moveTo>
                  <a:lnTo>
                    <a:pt x="227838" y="0"/>
                  </a:lnTo>
                  <a:lnTo>
                    <a:pt x="227838" y="28575"/>
                  </a:lnTo>
                  <a:lnTo>
                    <a:pt x="150114" y="28575"/>
                  </a:lnTo>
                  <a:lnTo>
                    <a:pt x="149733" y="56388"/>
                  </a:lnTo>
                  <a:lnTo>
                    <a:pt x="376809" y="56769"/>
                  </a:lnTo>
                </a:path>
              </a:pathLst>
            </a:custGeom>
            <a:noFill/>
            <a:ln w="19050" cap="flat" cmpd="sng">
              <a:solidFill>
                <a:srgbClr val="FFFFFF"/>
              </a:solidFill>
              <a:prstDash val="solid"/>
              <a:round/>
              <a:headEnd type="none" w="med" len="med"/>
              <a:tailEnd type="none" w="med" len="med"/>
            </a:ln>
          </p:spPr>
          <p:txBody>
            <a:bodyPr/>
            <a:lstStyle/>
            <a:p>
              <a:endParaRPr lang="en-US"/>
            </a:p>
          </p:txBody>
        </p:sp>
        <p:grpSp>
          <p:nvGrpSpPr>
            <p:cNvPr id="2557" name="Google Shape;2557;p62"/>
            <p:cNvGrpSpPr/>
            <p:nvPr/>
          </p:nvGrpSpPr>
          <p:grpSpPr>
            <a:xfrm>
              <a:off x="1024048" y="1165927"/>
              <a:ext cx="990054" cy="990054"/>
              <a:chOff x="1632175" y="1428591"/>
              <a:chExt cx="1171800" cy="1171800"/>
            </a:xfrm>
          </p:grpSpPr>
          <p:sp>
            <p:nvSpPr>
              <p:cNvPr id="2558" name="Google Shape;2558;p62"/>
              <p:cNvSpPr/>
              <p:nvPr/>
            </p:nvSpPr>
            <p:spPr>
              <a:xfrm rot="2700000">
                <a:off x="1803781" y="1600197"/>
                <a:ext cx="828588" cy="828588"/>
              </a:xfrm>
              <a:prstGeom prst="roundRect">
                <a:avLst>
                  <a:gd name="adj" fmla="val 8047"/>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62"/>
              <p:cNvSpPr/>
              <p:nvPr/>
            </p:nvSpPr>
            <p:spPr>
              <a:xfrm rot="2700000">
                <a:off x="1834965" y="1631381"/>
                <a:ext cx="766221" cy="766221"/>
              </a:xfrm>
              <a:prstGeom prst="roundRect">
                <a:avLst>
                  <a:gd name="adj" fmla="val 804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60" name="Google Shape;2560;p62"/>
            <p:cNvGrpSpPr/>
            <p:nvPr/>
          </p:nvGrpSpPr>
          <p:grpSpPr>
            <a:xfrm>
              <a:off x="3067848" y="1165927"/>
              <a:ext cx="990054" cy="990054"/>
              <a:chOff x="1632175" y="1428591"/>
              <a:chExt cx="1171800" cy="1171800"/>
            </a:xfrm>
          </p:grpSpPr>
          <p:sp>
            <p:nvSpPr>
              <p:cNvPr id="2561" name="Google Shape;2561;p62"/>
              <p:cNvSpPr/>
              <p:nvPr/>
            </p:nvSpPr>
            <p:spPr>
              <a:xfrm rot="2700000">
                <a:off x="1803781" y="1600197"/>
                <a:ext cx="828588" cy="828588"/>
              </a:xfrm>
              <a:prstGeom prst="roundRect">
                <a:avLst>
                  <a:gd name="adj" fmla="val 8047"/>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62"/>
              <p:cNvSpPr/>
              <p:nvPr/>
            </p:nvSpPr>
            <p:spPr>
              <a:xfrm rot="2700000">
                <a:off x="1834965" y="1631381"/>
                <a:ext cx="766221" cy="766221"/>
              </a:xfrm>
              <a:prstGeom prst="roundRect">
                <a:avLst>
                  <a:gd name="adj" fmla="val 8047"/>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63" name="Google Shape;2563;p62"/>
            <p:cNvGrpSpPr/>
            <p:nvPr/>
          </p:nvGrpSpPr>
          <p:grpSpPr>
            <a:xfrm>
              <a:off x="5093048" y="2606377"/>
              <a:ext cx="990054" cy="990054"/>
              <a:chOff x="1632175" y="1428591"/>
              <a:chExt cx="1171800" cy="1171800"/>
            </a:xfrm>
          </p:grpSpPr>
          <p:sp>
            <p:nvSpPr>
              <p:cNvPr id="2564" name="Google Shape;2564;p62"/>
              <p:cNvSpPr/>
              <p:nvPr/>
            </p:nvSpPr>
            <p:spPr>
              <a:xfrm rot="2700000">
                <a:off x="1803781" y="1600197"/>
                <a:ext cx="828588" cy="828588"/>
              </a:xfrm>
              <a:prstGeom prst="roundRect">
                <a:avLst>
                  <a:gd name="adj" fmla="val 8047"/>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62"/>
              <p:cNvSpPr/>
              <p:nvPr/>
            </p:nvSpPr>
            <p:spPr>
              <a:xfrm rot="2700000">
                <a:off x="1834965" y="1631381"/>
                <a:ext cx="766221" cy="766221"/>
              </a:xfrm>
              <a:prstGeom prst="roundRect">
                <a:avLst>
                  <a:gd name="adj" fmla="val 804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66" name="Google Shape;2566;p62"/>
            <p:cNvGrpSpPr/>
            <p:nvPr/>
          </p:nvGrpSpPr>
          <p:grpSpPr>
            <a:xfrm>
              <a:off x="7127773" y="2592515"/>
              <a:ext cx="990054" cy="990054"/>
              <a:chOff x="1632175" y="1428591"/>
              <a:chExt cx="1171800" cy="1171800"/>
            </a:xfrm>
          </p:grpSpPr>
          <p:sp>
            <p:nvSpPr>
              <p:cNvPr id="2567" name="Google Shape;2567;p62"/>
              <p:cNvSpPr/>
              <p:nvPr/>
            </p:nvSpPr>
            <p:spPr>
              <a:xfrm rot="2700000">
                <a:off x="1803781" y="1600197"/>
                <a:ext cx="828588" cy="828588"/>
              </a:xfrm>
              <a:prstGeom prst="roundRect">
                <a:avLst>
                  <a:gd name="adj" fmla="val 8047"/>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62"/>
              <p:cNvSpPr/>
              <p:nvPr/>
            </p:nvSpPr>
            <p:spPr>
              <a:xfrm rot="2700000">
                <a:off x="1834965" y="1631381"/>
                <a:ext cx="766221" cy="766221"/>
              </a:xfrm>
              <a:prstGeom prst="roundRect">
                <a:avLst>
                  <a:gd name="adj" fmla="val 8047"/>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569" name="Google Shape;2569;p62"/>
          <p:cNvSpPr txBox="1">
            <a:spLocks noGrp="1"/>
          </p:cNvSpPr>
          <p:nvPr>
            <p:ph type="title"/>
          </p:nvPr>
        </p:nvSpPr>
        <p:spPr>
          <a:xfrm>
            <a:off x="3119488" y="36050"/>
            <a:ext cx="7717800" cy="713400"/>
          </a:xfrm>
          <a:prstGeom prst="rect">
            <a:avLst/>
          </a:prstGeom>
        </p:spPr>
        <p:txBody>
          <a:bodyPr spcFirstLastPara="1" wrap="square" lIns="91425" tIns="91425" rIns="91425" bIns="91425" anchor="t" anchorCtr="0">
            <a:noAutofit/>
          </a:bodyPr>
          <a:lstStyle/>
          <a:p>
            <a:pPr lvl="0"/>
            <a:r>
              <a:rPr lang="en-US" dirty="0"/>
              <a:t>Project Initiation phase </a:t>
            </a:r>
            <a:endParaRPr dirty="0"/>
          </a:p>
        </p:txBody>
      </p:sp>
      <p:sp>
        <p:nvSpPr>
          <p:cNvPr id="2570" name="Google Shape;2570;p62"/>
          <p:cNvSpPr/>
          <p:nvPr/>
        </p:nvSpPr>
        <p:spPr>
          <a:xfrm>
            <a:off x="-47266" y="1753044"/>
            <a:ext cx="3311508" cy="2257385"/>
          </a:xfrm>
          <a:prstGeom prst="roundRect">
            <a:avLst>
              <a:gd name="adj" fmla="val 0"/>
            </a:avLst>
          </a:prstGeom>
          <a:noFill/>
          <a:ln>
            <a:noFill/>
          </a:ln>
        </p:spPr>
        <p:txBody>
          <a:bodyPr spcFirstLastPara="1" wrap="square" lIns="91425" tIns="91425" rIns="91425" bIns="91425" anchor="b" anchorCtr="0">
            <a:noAutofit/>
          </a:bodyPr>
          <a:lstStyle/>
          <a:p>
            <a:pPr lvl="0" algn="ctr">
              <a:buSzPts val="1100"/>
            </a:pPr>
            <a:r>
              <a:rPr lang="en-US" b="1" dirty="0">
                <a:solidFill>
                  <a:schemeClr val="accent6"/>
                </a:solidFill>
                <a:latin typeface="Catamaran"/>
                <a:ea typeface="Catamaran"/>
                <a:cs typeface="Catamaran"/>
                <a:sym typeface="Catamaran"/>
              </a:rPr>
              <a:t>Problem Identification:</a:t>
            </a:r>
          </a:p>
          <a:p>
            <a:pPr lvl="0" algn="ctr">
              <a:buSzPts val="1100"/>
            </a:pPr>
            <a:r>
              <a:rPr lang="en-US" sz="1200" dirty="0">
                <a:latin typeface="Times New Roman" panose="02020603050405020304" pitchFamily="18" charset="0"/>
                <a:cs typeface="Times New Roman" panose="02020603050405020304" pitchFamily="18" charset="0"/>
              </a:rPr>
              <a:t>Safety incidents highlighted the need for an automated child safety system, and the project scope was supervisor-approved.</a:t>
            </a:r>
            <a:endParaRPr lang="en-US" sz="1200" dirty="0">
              <a:solidFill>
                <a:schemeClr val="accent6"/>
              </a:solidFill>
              <a:latin typeface="Times New Roman" panose="02020603050405020304" pitchFamily="18" charset="0"/>
              <a:ea typeface="Catamaran"/>
              <a:cs typeface="Times New Roman" panose="02020603050405020304" pitchFamily="18" charset="0"/>
              <a:sym typeface="Catamaran"/>
            </a:endParaRPr>
          </a:p>
        </p:txBody>
      </p:sp>
      <p:sp>
        <p:nvSpPr>
          <p:cNvPr id="2571" name="Google Shape;2571;p62"/>
          <p:cNvSpPr/>
          <p:nvPr/>
        </p:nvSpPr>
        <p:spPr>
          <a:xfrm>
            <a:off x="805642" y="2692272"/>
            <a:ext cx="1402200" cy="339600"/>
          </a:xfrm>
          <a:prstGeom prst="round2SameRect">
            <a:avLst>
              <a:gd name="adj1" fmla="val 0"/>
              <a:gd name="adj2" fmla="val 0"/>
            </a:avLst>
          </a:prstGeom>
          <a:noFill/>
          <a:ln>
            <a:noFill/>
          </a:ln>
        </p:spPr>
        <p:txBody>
          <a:bodyPr spcFirstLastPara="1" wrap="square" lIns="91425" tIns="91425" rIns="91425" bIns="91425" anchor="ctr" anchorCtr="0">
            <a:noAutofit/>
          </a:bodyPr>
          <a:lstStyle/>
          <a:p>
            <a:pPr lvl="0" algn="ctr">
              <a:buSzPts val="1100"/>
            </a:pPr>
            <a:r>
              <a:rPr lang="en-US" sz="3000" dirty="0">
                <a:solidFill>
                  <a:schemeClr val="accent3"/>
                </a:solidFill>
                <a:latin typeface="Mouse Memoirs"/>
                <a:ea typeface="Mouse Memoirs"/>
                <a:cs typeface="Mouse Memoirs"/>
                <a:sym typeface="Mouse Memoirs"/>
              </a:rPr>
              <a:t>S</a:t>
            </a:r>
            <a:r>
              <a:rPr lang="en" sz="3000" dirty="0">
                <a:solidFill>
                  <a:schemeClr val="accent3"/>
                </a:solidFill>
                <a:latin typeface="Mouse Memoirs"/>
                <a:ea typeface="Mouse Memoirs"/>
                <a:cs typeface="Mouse Memoirs"/>
                <a:sym typeface="Mouse Memoirs"/>
              </a:rPr>
              <a:t>top 1</a:t>
            </a:r>
            <a:endParaRPr sz="3000" dirty="0">
              <a:solidFill>
                <a:schemeClr val="accent3"/>
              </a:solidFill>
              <a:latin typeface="Mouse Memoirs"/>
              <a:ea typeface="Mouse Memoirs"/>
              <a:cs typeface="Mouse Memoirs"/>
              <a:sym typeface="Mouse Memoirs"/>
            </a:endParaRPr>
          </a:p>
        </p:txBody>
      </p:sp>
      <p:sp>
        <p:nvSpPr>
          <p:cNvPr id="2572" name="Google Shape;2572;p62"/>
          <p:cNvSpPr/>
          <p:nvPr/>
        </p:nvSpPr>
        <p:spPr>
          <a:xfrm>
            <a:off x="1231872" y="552675"/>
            <a:ext cx="5093428" cy="985800"/>
          </a:xfrm>
          <a:prstGeom prst="roundRect">
            <a:avLst>
              <a:gd name="adj" fmla="val 0"/>
            </a:avLst>
          </a:prstGeom>
          <a:noFill/>
          <a:ln>
            <a:noFill/>
          </a:ln>
        </p:spPr>
        <p:txBody>
          <a:bodyPr spcFirstLastPara="1" wrap="square" lIns="91425" tIns="91425" rIns="91425" bIns="91425" anchor="b" anchorCtr="0">
            <a:noAutofit/>
          </a:bodyPr>
          <a:lstStyle/>
          <a:p>
            <a:pPr lvl="0" algn="ctr">
              <a:buSzPts val="1100"/>
            </a:pPr>
            <a:r>
              <a:rPr lang="en-US" b="1" dirty="0">
                <a:solidFill>
                  <a:schemeClr val="accent6"/>
                </a:solidFill>
                <a:latin typeface="Catamaran"/>
                <a:ea typeface="Catamaran"/>
                <a:cs typeface="Catamaran"/>
                <a:sym typeface="Catamaran"/>
              </a:rPr>
              <a:t>Project Objectives Definition: </a:t>
            </a:r>
          </a:p>
          <a:p>
            <a:pPr lvl="0" algn="ctr">
              <a:buSzPts val="1100"/>
            </a:pPr>
            <a:r>
              <a:rPr lang="en-US" sz="1200" dirty="0"/>
              <a:t>Clear, measurable objectives guided the design of an intelligent child safety system with continuous monitoring and automated alerts.</a:t>
            </a:r>
            <a:endParaRPr lang="en-US" dirty="0">
              <a:solidFill>
                <a:schemeClr val="accent6"/>
              </a:solidFill>
              <a:latin typeface="Catamaran"/>
              <a:ea typeface="Catamaran"/>
              <a:cs typeface="Catamaran"/>
              <a:sym typeface="Catamaran"/>
            </a:endParaRPr>
          </a:p>
        </p:txBody>
      </p:sp>
      <p:sp>
        <p:nvSpPr>
          <p:cNvPr id="2573" name="Google Shape;2573;p62"/>
          <p:cNvSpPr/>
          <p:nvPr/>
        </p:nvSpPr>
        <p:spPr>
          <a:xfrm>
            <a:off x="2922841" y="466131"/>
            <a:ext cx="1402200" cy="339600"/>
          </a:xfrm>
          <a:prstGeom prst="round2SameRect">
            <a:avLst>
              <a:gd name="adj1" fmla="val 0"/>
              <a:gd name="adj2" fmla="val 0"/>
            </a:avLst>
          </a:prstGeom>
          <a:noFill/>
          <a:ln>
            <a:noFill/>
          </a:ln>
        </p:spPr>
        <p:txBody>
          <a:bodyPr spcFirstLastPara="1" wrap="square" lIns="91425" tIns="91425" rIns="91425" bIns="91425" anchor="ctr" anchorCtr="0">
            <a:noAutofit/>
          </a:bodyPr>
          <a:lstStyle/>
          <a:p>
            <a:pPr lvl="0" algn="ctr">
              <a:buSzPts val="1100"/>
            </a:pPr>
            <a:r>
              <a:rPr lang="en-US" sz="3000" dirty="0">
                <a:solidFill>
                  <a:schemeClr val="accent4"/>
                </a:solidFill>
                <a:latin typeface="Mouse Memoirs"/>
                <a:ea typeface="Mouse Memoirs"/>
                <a:cs typeface="Mouse Memoirs"/>
                <a:sym typeface="Mouse Memoirs"/>
              </a:rPr>
              <a:t>S</a:t>
            </a:r>
            <a:r>
              <a:rPr lang="en" sz="3000" dirty="0">
                <a:solidFill>
                  <a:schemeClr val="accent4"/>
                </a:solidFill>
                <a:latin typeface="Mouse Memoirs"/>
                <a:ea typeface="Mouse Memoirs"/>
                <a:cs typeface="Mouse Memoirs"/>
                <a:sym typeface="Mouse Memoirs"/>
              </a:rPr>
              <a:t>top 2</a:t>
            </a:r>
            <a:endParaRPr sz="3000" dirty="0">
              <a:solidFill>
                <a:schemeClr val="accent4"/>
              </a:solidFill>
              <a:latin typeface="Mouse Memoirs"/>
              <a:ea typeface="Mouse Memoirs"/>
              <a:cs typeface="Mouse Memoirs"/>
              <a:sym typeface="Mouse Memoirs"/>
            </a:endParaRPr>
          </a:p>
        </p:txBody>
      </p:sp>
      <p:sp>
        <p:nvSpPr>
          <p:cNvPr id="2574" name="Google Shape;2574;p62"/>
          <p:cNvSpPr/>
          <p:nvPr/>
        </p:nvSpPr>
        <p:spPr>
          <a:xfrm>
            <a:off x="5882737" y="1511296"/>
            <a:ext cx="3301158" cy="985800"/>
          </a:xfrm>
          <a:prstGeom prst="roundRect">
            <a:avLst>
              <a:gd name="adj" fmla="val 0"/>
            </a:avLst>
          </a:prstGeom>
          <a:noFill/>
          <a:ln>
            <a:noFill/>
          </a:ln>
        </p:spPr>
        <p:txBody>
          <a:bodyPr spcFirstLastPara="1" wrap="square" lIns="91425" tIns="91425" rIns="91425" bIns="91425" anchor="b" anchorCtr="0">
            <a:noAutofit/>
          </a:bodyPr>
          <a:lstStyle/>
          <a:p>
            <a:pPr lvl="0" algn="ctr">
              <a:buSzPts val="1100"/>
            </a:pPr>
            <a:r>
              <a:rPr lang="en-US" b="1" dirty="0">
                <a:solidFill>
                  <a:schemeClr val="accent6"/>
                </a:solidFill>
                <a:latin typeface="Catamaran"/>
                <a:ea typeface="Catamaran"/>
                <a:cs typeface="Catamaran"/>
                <a:sym typeface="Catamaran"/>
              </a:rPr>
              <a:t>Initial Resource Planning: </a:t>
            </a:r>
          </a:p>
          <a:p>
            <a:pPr lvl="0" algn="ctr">
              <a:buSzPts val="1100"/>
            </a:pPr>
            <a:r>
              <a:rPr lang="en-US" sz="1200" dirty="0">
                <a:solidFill>
                  <a:schemeClr val="accent6"/>
                </a:solidFill>
                <a:latin typeface="Catamaran"/>
                <a:ea typeface="Catamaran"/>
                <a:cs typeface="Catamaran"/>
                <a:sym typeface="Catamaran"/>
              </a:rPr>
              <a:t>Determining required hardware and software</a:t>
            </a:r>
          </a:p>
        </p:txBody>
      </p:sp>
      <p:sp>
        <p:nvSpPr>
          <p:cNvPr id="2575" name="Google Shape;2575;p62"/>
          <p:cNvSpPr/>
          <p:nvPr/>
        </p:nvSpPr>
        <p:spPr>
          <a:xfrm>
            <a:off x="4923100" y="4010429"/>
            <a:ext cx="1402200" cy="339600"/>
          </a:xfrm>
          <a:prstGeom prst="round2SameRect">
            <a:avLst>
              <a:gd name="adj1" fmla="val 0"/>
              <a:gd name="adj2" fmla="val 0"/>
            </a:avLst>
          </a:prstGeom>
          <a:noFill/>
          <a:ln>
            <a:noFill/>
          </a:ln>
        </p:spPr>
        <p:txBody>
          <a:bodyPr spcFirstLastPara="1" wrap="square" lIns="91425" tIns="91425" rIns="91425" bIns="91425" anchor="ctr" anchorCtr="0">
            <a:noAutofit/>
          </a:bodyPr>
          <a:lstStyle/>
          <a:p>
            <a:pPr lvl="0" algn="ctr">
              <a:buSzPts val="1100"/>
            </a:pPr>
            <a:r>
              <a:rPr lang="en-US" sz="3000" dirty="0">
                <a:solidFill>
                  <a:schemeClr val="lt1"/>
                </a:solidFill>
                <a:latin typeface="Mouse Memoirs"/>
                <a:ea typeface="Mouse Memoirs"/>
                <a:cs typeface="Mouse Memoirs"/>
                <a:sym typeface="Mouse Memoirs"/>
              </a:rPr>
              <a:t>S</a:t>
            </a:r>
            <a:r>
              <a:rPr lang="en" sz="3000" dirty="0">
                <a:solidFill>
                  <a:schemeClr val="lt1"/>
                </a:solidFill>
                <a:latin typeface="Mouse Memoirs"/>
                <a:ea typeface="Mouse Memoirs"/>
                <a:cs typeface="Mouse Memoirs"/>
                <a:sym typeface="Mouse Memoirs"/>
              </a:rPr>
              <a:t>top 3</a:t>
            </a:r>
            <a:endParaRPr sz="3000" dirty="0">
              <a:solidFill>
                <a:schemeClr val="lt1"/>
              </a:solidFill>
              <a:latin typeface="Mouse Memoirs"/>
              <a:ea typeface="Mouse Memoirs"/>
              <a:cs typeface="Mouse Memoirs"/>
              <a:sym typeface="Mouse Memoirs"/>
            </a:endParaRPr>
          </a:p>
        </p:txBody>
      </p:sp>
      <p:sp>
        <p:nvSpPr>
          <p:cNvPr id="2576" name="Google Shape;2576;p62"/>
          <p:cNvSpPr/>
          <p:nvPr/>
        </p:nvSpPr>
        <p:spPr>
          <a:xfrm>
            <a:off x="3598848" y="4200599"/>
            <a:ext cx="4072685" cy="985800"/>
          </a:xfrm>
          <a:prstGeom prst="roundRect">
            <a:avLst>
              <a:gd name="adj" fmla="val 0"/>
            </a:avLst>
          </a:prstGeom>
          <a:noFill/>
          <a:ln>
            <a:noFill/>
          </a:ln>
        </p:spPr>
        <p:txBody>
          <a:bodyPr spcFirstLastPara="1" wrap="square" lIns="91425" tIns="91425" rIns="91425" bIns="91425" anchor="b" anchorCtr="0">
            <a:noAutofit/>
          </a:bodyPr>
          <a:lstStyle/>
          <a:p>
            <a:pPr lvl="0" algn="ctr">
              <a:buSzPts val="1100"/>
            </a:pPr>
            <a:r>
              <a:rPr lang="en-US" b="1" dirty="0">
                <a:solidFill>
                  <a:schemeClr val="accent6"/>
                </a:solidFill>
                <a:latin typeface="Catamaran"/>
                <a:ea typeface="Catamaran"/>
                <a:cs typeface="Catamaran"/>
                <a:sym typeface="Catamaran"/>
              </a:rPr>
              <a:t>Initial Design</a:t>
            </a:r>
            <a:r>
              <a:rPr lang="ar-BH" b="1" dirty="0">
                <a:solidFill>
                  <a:schemeClr val="accent6"/>
                </a:solidFill>
                <a:latin typeface="Catamaran"/>
                <a:ea typeface="Catamaran"/>
                <a:cs typeface="Catamaran"/>
                <a:sym typeface="Catamaran"/>
              </a:rPr>
              <a:t>:</a:t>
            </a:r>
            <a:endParaRPr lang="en-US" b="1" dirty="0">
              <a:solidFill>
                <a:schemeClr val="accent6"/>
              </a:solidFill>
              <a:latin typeface="Catamaran"/>
              <a:ea typeface="Catamaran"/>
              <a:cs typeface="Catamaran"/>
              <a:sym typeface="Catamaran"/>
            </a:endParaRPr>
          </a:p>
          <a:p>
            <a:pPr lvl="0" algn="ctr">
              <a:buSzPts val="1100"/>
            </a:pPr>
            <a:r>
              <a:rPr lang="en-US" b="1" dirty="0">
                <a:solidFill>
                  <a:schemeClr val="accent6"/>
                </a:solidFill>
                <a:latin typeface="Catamaran"/>
                <a:ea typeface="Catamaran"/>
                <a:cs typeface="Catamaran"/>
                <a:sym typeface="Catamaran"/>
              </a:rPr>
              <a:t> </a:t>
            </a:r>
            <a:r>
              <a:rPr lang="en-US" sz="1200" dirty="0">
                <a:solidFill>
                  <a:schemeClr val="accent6"/>
                </a:solidFill>
                <a:latin typeface="Catamaran"/>
                <a:ea typeface="Catamaran"/>
                <a:cs typeface="Catamaran"/>
                <a:sym typeface="Catamaran"/>
              </a:rPr>
              <a:t>Developed initial design sketches to outline the system structure and component placement.</a:t>
            </a:r>
            <a:endParaRPr dirty="0">
              <a:solidFill>
                <a:schemeClr val="accent6"/>
              </a:solidFill>
              <a:latin typeface="Catamaran"/>
              <a:ea typeface="Catamaran"/>
              <a:cs typeface="Catamaran"/>
              <a:sym typeface="Catamaran"/>
            </a:endParaRPr>
          </a:p>
        </p:txBody>
      </p:sp>
      <p:sp>
        <p:nvSpPr>
          <p:cNvPr id="2577" name="Google Shape;2577;p62"/>
          <p:cNvSpPr/>
          <p:nvPr/>
        </p:nvSpPr>
        <p:spPr>
          <a:xfrm>
            <a:off x="6832216" y="1560860"/>
            <a:ext cx="1402200" cy="339600"/>
          </a:xfrm>
          <a:prstGeom prst="round2SameRect">
            <a:avLst>
              <a:gd name="adj1" fmla="val 0"/>
              <a:gd name="adj2" fmla="val 0"/>
            </a:avLst>
          </a:prstGeom>
          <a:noFill/>
          <a:ln>
            <a:noFill/>
          </a:ln>
        </p:spPr>
        <p:txBody>
          <a:bodyPr spcFirstLastPara="1" wrap="square" lIns="91425" tIns="91425" rIns="91425" bIns="91425" anchor="ctr" anchorCtr="0">
            <a:noAutofit/>
          </a:bodyPr>
          <a:lstStyle/>
          <a:p>
            <a:pPr lvl="0" algn="ctr">
              <a:buSzPts val="1100"/>
            </a:pPr>
            <a:r>
              <a:rPr lang="en-US" sz="3000" dirty="0">
                <a:solidFill>
                  <a:schemeClr val="dk2"/>
                </a:solidFill>
                <a:latin typeface="Mouse Memoirs"/>
                <a:ea typeface="Mouse Memoirs"/>
                <a:cs typeface="Mouse Memoirs"/>
                <a:sym typeface="Mouse Memoirs"/>
              </a:rPr>
              <a:t>S</a:t>
            </a:r>
            <a:r>
              <a:rPr lang="en" sz="3000" dirty="0">
                <a:solidFill>
                  <a:schemeClr val="dk2"/>
                </a:solidFill>
                <a:latin typeface="Mouse Memoirs"/>
                <a:ea typeface="Mouse Memoirs"/>
                <a:cs typeface="Mouse Memoirs"/>
                <a:sym typeface="Mouse Memoirs"/>
              </a:rPr>
              <a:t>top 4</a:t>
            </a:r>
            <a:endParaRPr sz="3000" dirty="0">
              <a:solidFill>
                <a:schemeClr val="dk2"/>
              </a:solidFill>
              <a:latin typeface="Mouse Memoirs"/>
              <a:ea typeface="Mouse Memoirs"/>
              <a:cs typeface="Mouse Memoirs"/>
              <a:sym typeface="Mouse Memoirs"/>
            </a:endParaRPr>
          </a:p>
        </p:txBody>
      </p:sp>
      <p:sp>
        <p:nvSpPr>
          <p:cNvPr id="2578" name="Google Shape;2578;p62"/>
          <p:cNvSpPr/>
          <p:nvPr/>
        </p:nvSpPr>
        <p:spPr>
          <a:xfrm>
            <a:off x="1286825" y="1824411"/>
            <a:ext cx="474025" cy="456550"/>
          </a:xfrm>
          <a:custGeom>
            <a:avLst/>
            <a:gdLst/>
            <a:ahLst/>
            <a:cxnLst/>
            <a:rect l="l" t="t" r="r" b="b"/>
            <a:pathLst>
              <a:path w="18961" h="18262" extrusionOk="0">
                <a:moveTo>
                  <a:pt x="15727" y="7538"/>
                </a:moveTo>
                <a:cubicBezTo>
                  <a:pt x="16030" y="7538"/>
                  <a:pt x="16262" y="7771"/>
                  <a:pt x="16262" y="8073"/>
                </a:cubicBezTo>
                <a:lnTo>
                  <a:pt x="16262" y="10213"/>
                </a:lnTo>
                <a:cubicBezTo>
                  <a:pt x="16262" y="10493"/>
                  <a:pt x="16006" y="10748"/>
                  <a:pt x="15727" y="10748"/>
                </a:cubicBezTo>
                <a:lnTo>
                  <a:pt x="3956" y="10748"/>
                </a:lnTo>
                <a:cubicBezTo>
                  <a:pt x="3653" y="10725"/>
                  <a:pt x="3421" y="10493"/>
                  <a:pt x="3421" y="10213"/>
                </a:cubicBezTo>
                <a:lnTo>
                  <a:pt x="3421" y="8073"/>
                </a:lnTo>
                <a:cubicBezTo>
                  <a:pt x="3421" y="7771"/>
                  <a:pt x="3653" y="7538"/>
                  <a:pt x="3956" y="7538"/>
                </a:cubicBezTo>
                <a:close/>
                <a:moveTo>
                  <a:pt x="9841" y="1"/>
                </a:moveTo>
                <a:cubicBezTo>
                  <a:pt x="6143" y="1"/>
                  <a:pt x="2816" y="2234"/>
                  <a:pt x="1397" y="5630"/>
                </a:cubicBezTo>
                <a:cubicBezTo>
                  <a:pt x="1" y="9050"/>
                  <a:pt x="769" y="12982"/>
                  <a:pt x="3397" y="15587"/>
                </a:cubicBezTo>
                <a:cubicBezTo>
                  <a:pt x="5141" y="17331"/>
                  <a:pt x="7468" y="18262"/>
                  <a:pt x="9841" y="18262"/>
                </a:cubicBezTo>
                <a:cubicBezTo>
                  <a:pt x="11015" y="18262"/>
                  <a:pt x="12200" y="18034"/>
                  <a:pt x="13331" y="17565"/>
                </a:cubicBezTo>
                <a:cubicBezTo>
                  <a:pt x="16751" y="16146"/>
                  <a:pt x="18961" y="12819"/>
                  <a:pt x="18961" y="9143"/>
                </a:cubicBezTo>
                <a:cubicBezTo>
                  <a:pt x="18938" y="4095"/>
                  <a:pt x="14866" y="24"/>
                  <a:pt x="984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4"/>
              </a:solidFill>
            </a:endParaRPr>
          </a:p>
        </p:txBody>
      </p:sp>
      <p:sp>
        <p:nvSpPr>
          <p:cNvPr id="2579" name="Google Shape;2579;p62"/>
          <p:cNvSpPr/>
          <p:nvPr/>
        </p:nvSpPr>
        <p:spPr>
          <a:xfrm>
            <a:off x="3339637" y="1823548"/>
            <a:ext cx="456000" cy="456000"/>
          </a:xfrm>
          <a:custGeom>
            <a:avLst/>
            <a:gdLst/>
            <a:ahLst/>
            <a:cxnLst/>
            <a:rect l="l" t="t" r="r" b="b"/>
            <a:pathLst>
              <a:path w="18240" h="18240" extrusionOk="0">
                <a:moveTo>
                  <a:pt x="8897" y="2862"/>
                </a:moveTo>
                <a:cubicBezTo>
                  <a:pt x="9010" y="2862"/>
                  <a:pt x="9120" y="2960"/>
                  <a:pt x="9120" y="3095"/>
                </a:cubicBezTo>
                <a:lnTo>
                  <a:pt x="9120" y="3723"/>
                </a:lnTo>
                <a:lnTo>
                  <a:pt x="9608" y="3746"/>
                </a:lnTo>
                <a:cubicBezTo>
                  <a:pt x="11097" y="3886"/>
                  <a:pt x="12470" y="4653"/>
                  <a:pt x="13400" y="5840"/>
                </a:cubicBezTo>
                <a:cubicBezTo>
                  <a:pt x="13610" y="6119"/>
                  <a:pt x="13517" y="6514"/>
                  <a:pt x="13214" y="6654"/>
                </a:cubicBezTo>
                <a:lnTo>
                  <a:pt x="12214" y="7143"/>
                </a:lnTo>
                <a:cubicBezTo>
                  <a:pt x="12138" y="7180"/>
                  <a:pt x="12057" y="7199"/>
                  <a:pt x="11978" y="7199"/>
                </a:cubicBezTo>
                <a:cubicBezTo>
                  <a:pt x="11814" y="7199"/>
                  <a:pt x="11657" y="7121"/>
                  <a:pt x="11563" y="6980"/>
                </a:cubicBezTo>
                <a:cubicBezTo>
                  <a:pt x="11074" y="6352"/>
                  <a:pt x="10306" y="6049"/>
                  <a:pt x="9562" y="5886"/>
                </a:cubicBezTo>
                <a:lnTo>
                  <a:pt x="9143" y="5816"/>
                </a:lnTo>
                <a:lnTo>
                  <a:pt x="9120" y="6514"/>
                </a:lnTo>
                <a:cubicBezTo>
                  <a:pt x="9120" y="6649"/>
                  <a:pt x="9010" y="6747"/>
                  <a:pt x="8897" y="6747"/>
                </a:cubicBezTo>
                <a:cubicBezTo>
                  <a:pt x="8854" y="6747"/>
                  <a:pt x="8810" y="6733"/>
                  <a:pt x="8771" y="6700"/>
                </a:cubicBezTo>
                <a:lnTo>
                  <a:pt x="6584" y="5258"/>
                </a:lnTo>
                <a:cubicBezTo>
                  <a:pt x="6258" y="5049"/>
                  <a:pt x="6258" y="4583"/>
                  <a:pt x="6584" y="4351"/>
                </a:cubicBezTo>
                <a:lnTo>
                  <a:pt x="8771" y="2909"/>
                </a:lnTo>
                <a:cubicBezTo>
                  <a:pt x="8810" y="2876"/>
                  <a:pt x="8854" y="2862"/>
                  <a:pt x="8897" y="2862"/>
                </a:cubicBezTo>
                <a:close/>
                <a:moveTo>
                  <a:pt x="4716" y="6681"/>
                </a:moveTo>
                <a:cubicBezTo>
                  <a:pt x="4819" y="6681"/>
                  <a:pt x="4926" y="6709"/>
                  <a:pt x="5025" y="6770"/>
                </a:cubicBezTo>
                <a:lnTo>
                  <a:pt x="5909" y="7352"/>
                </a:lnTo>
                <a:cubicBezTo>
                  <a:pt x="6119" y="7491"/>
                  <a:pt x="6212" y="7771"/>
                  <a:pt x="6119" y="8003"/>
                </a:cubicBezTo>
                <a:cubicBezTo>
                  <a:pt x="5886" y="8678"/>
                  <a:pt x="5863" y="9422"/>
                  <a:pt x="6096" y="10097"/>
                </a:cubicBezTo>
                <a:lnTo>
                  <a:pt x="6305" y="10725"/>
                </a:lnTo>
                <a:lnTo>
                  <a:pt x="6910" y="10376"/>
                </a:lnTo>
                <a:cubicBezTo>
                  <a:pt x="6949" y="10354"/>
                  <a:pt x="6991" y="10343"/>
                  <a:pt x="7032" y="10343"/>
                </a:cubicBezTo>
                <a:cubicBezTo>
                  <a:pt x="7160" y="10343"/>
                  <a:pt x="7276" y="10444"/>
                  <a:pt x="7259" y="10586"/>
                </a:cubicBezTo>
                <a:lnTo>
                  <a:pt x="7096" y="13191"/>
                </a:lnTo>
                <a:cubicBezTo>
                  <a:pt x="7078" y="13492"/>
                  <a:pt x="6832" y="13698"/>
                  <a:pt x="6572" y="13698"/>
                </a:cubicBezTo>
                <a:cubicBezTo>
                  <a:pt x="6490" y="13698"/>
                  <a:pt x="6406" y="13678"/>
                  <a:pt x="6328" y="13633"/>
                </a:cubicBezTo>
                <a:lnTo>
                  <a:pt x="3955" y="12470"/>
                </a:lnTo>
                <a:cubicBezTo>
                  <a:pt x="3792" y="12400"/>
                  <a:pt x="3792" y="12144"/>
                  <a:pt x="3955" y="12074"/>
                </a:cubicBezTo>
                <a:lnTo>
                  <a:pt x="4490" y="11772"/>
                </a:lnTo>
                <a:lnTo>
                  <a:pt x="4281" y="11330"/>
                </a:lnTo>
                <a:cubicBezTo>
                  <a:pt x="3653" y="9957"/>
                  <a:pt x="3630" y="8375"/>
                  <a:pt x="4211" y="7003"/>
                </a:cubicBezTo>
                <a:cubicBezTo>
                  <a:pt x="4305" y="6800"/>
                  <a:pt x="4504" y="6681"/>
                  <a:pt x="4716" y="6681"/>
                </a:cubicBezTo>
                <a:close/>
                <a:moveTo>
                  <a:pt x="13917" y="8741"/>
                </a:moveTo>
                <a:cubicBezTo>
                  <a:pt x="14195" y="8741"/>
                  <a:pt x="14452" y="8947"/>
                  <a:pt x="14471" y="9236"/>
                </a:cubicBezTo>
                <a:lnTo>
                  <a:pt x="14633" y="11865"/>
                </a:lnTo>
                <a:cubicBezTo>
                  <a:pt x="14633" y="11995"/>
                  <a:pt x="14515" y="12095"/>
                  <a:pt x="14396" y="12095"/>
                </a:cubicBezTo>
                <a:cubicBezTo>
                  <a:pt x="14366" y="12095"/>
                  <a:pt x="14336" y="12089"/>
                  <a:pt x="14308" y="12074"/>
                </a:cubicBezTo>
                <a:lnTo>
                  <a:pt x="13773" y="11772"/>
                </a:lnTo>
                <a:lnTo>
                  <a:pt x="13493" y="12167"/>
                </a:lnTo>
                <a:cubicBezTo>
                  <a:pt x="12609" y="13377"/>
                  <a:pt x="11283" y="14191"/>
                  <a:pt x="9795" y="14378"/>
                </a:cubicBezTo>
                <a:cubicBezTo>
                  <a:pt x="9761" y="14385"/>
                  <a:pt x="9727" y="14388"/>
                  <a:pt x="9694" y="14388"/>
                </a:cubicBezTo>
                <a:cubicBezTo>
                  <a:pt x="9409" y="14388"/>
                  <a:pt x="9166" y="14132"/>
                  <a:pt x="9166" y="13819"/>
                </a:cubicBezTo>
                <a:lnTo>
                  <a:pt x="9236" y="12749"/>
                </a:lnTo>
                <a:cubicBezTo>
                  <a:pt x="9259" y="12493"/>
                  <a:pt x="9446" y="12284"/>
                  <a:pt x="9678" y="12237"/>
                </a:cubicBezTo>
                <a:cubicBezTo>
                  <a:pt x="10399" y="12121"/>
                  <a:pt x="11051" y="11749"/>
                  <a:pt x="11516" y="11214"/>
                </a:cubicBezTo>
                <a:lnTo>
                  <a:pt x="11958" y="10725"/>
                </a:lnTo>
                <a:lnTo>
                  <a:pt x="11353" y="10376"/>
                </a:lnTo>
                <a:cubicBezTo>
                  <a:pt x="11190" y="10283"/>
                  <a:pt x="11190" y="10050"/>
                  <a:pt x="11353" y="9957"/>
                </a:cubicBezTo>
                <a:lnTo>
                  <a:pt x="13680" y="8794"/>
                </a:lnTo>
                <a:cubicBezTo>
                  <a:pt x="13757" y="8758"/>
                  <a:pt x="13838" y="8741"/>
                  <a:pt x="13917" y="8741"/>
                </a:cubicBezTo>
                <a:close/>
                <a:moveTo>
                  <a:pt x="9120" y="1"/>
                </a:moveTo>
                <a:cubicBezTo>
                  <a:pt x="4072" y="1"/>
                  <a:pt x="0" y="4072"/>
                  <a:pt x="0" y="9120"/>
                </a:cubicBezTo>
                <a:cubicBezTo>
                  <a:pt x="0" y="14145"/>
                  <a:pt x="4072" y="18239"/>
                  <a:pt x="9120" y="18239"/>
                </a:cubicBezTo>
                <a:cubicBezTo>
                  <a:pt x="14168" y="18239"/>
                  <a:pt x="18239" y="14145"/>
                  <a:pt x="18239" y="9120"/>
                </a:cubicBezTo>
                <a:cubicBezTo>
                  <a:pt x="18239" y="4072"/>
                  <a:pt x="14168" y="1"/>
                  <a:pt x="912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4"/>
              </a:solidFill>
            </a:endParaRPr>
          </a:p>
        </p:txBody>
      </p:sp>
      <p:sp>
        <p:nvSpPr>
          <p:cNvPr id="2580" name="Google Shape;2580;p62"/>
          <p:cNvSpPr/>
          <p:nvPr/>
        </p:nvSpPr>
        <p:spPr>
          <a:xfrm>
            <a:off x="5355537" y="3263723"/>
            <a:ext cx="474600" cy="456550"/>
          </a:xfrm>
          <a:custGeom>
            <a:avLst/>
            <a:gdLst/>
            <a:ahLst/>
            <a:cxnLst/>
            <a:rect l="l" t="t" r="r" b="b"/>
            <a:pathLst>
              <a:path w="18984" h="18262" extrusionOk="0">
                <a:moveTo>
                  <a:pt x="11974" y="3377"/>
                </a:moveTo>
                <a:cubicBezTo>
                  <a:pt x="12097" y="3377"/>
                  <a:pt x="12222" y="3420"/>
                  <a:pt x="12331" y="3513"/>
                </a:cubicBezTo>
                <a:lnTo>
                  <a:pt x="15145" y="6026"/>
                </a:lnTo>
                <a:cubicBezTo>
                  <a:pt x="15425" y="6235"/>
                  <a:pt x="15448" y="6654"/>
                  <a:pt x="15169" y="6887"/>
                </a:cubicBezTo>
                <a:lnTo>
                  <a:pt x="12354" y="9399"/>
                </a:lnTo>
                <a:cubicBezTo>
                  <a:pt x="12246" y="9493"/>
                  <a:pt x="12120" y="9535"/>
                  <a:pt x="11997" y="9535"/>
                </a:cubicBezTo>
                <a:cubicBezTo>
                  <a:pt x="11725" y="9535"/>
                  <a:pt x="11470" y="9325"/>
                  <a:pt x="11470" y="9004"/>
                </a:cubicBezTo>
                <a:lnTo>
                  <a:pt x="11470" y="7538"/>
                </a:lnTo>
                <a:lnTo>
                  <a:pt x="9329" y="7538"/>
                </a:lnTo>
                <a:cubicBezTo>
                  <a:pt x="9316" y="7538"/>
                  <a:pt x="9302" y="7537"/>
                  <a:pt x="9288" y="7537"/>
                </a:cubicBezTo>
                <a:cubicBezTo>
                  <a:pt x="8704" y="7537"/>
                  <a:pt x="8259" y="8017"/>
                  <a:pt x="8259" y="8608"/>
                </a:cubicBezTo>
                <a:lnTo>
                  <a:pt x="8259" y="14471"/>
                </a:lnTo>
                <a:cubicBezTo>
                  <a:pt x="8259" y="14773"/>
                  <a:pt x="8003" y="15006"/>
                  <a:pt x="7724" y="15006"/>
                </a:cubicBezTo>
                <a:lnTo>
                  <a:pt x="6631" y="15006"/>
                </a:lnTo>
                <a:cubicBezTo>
                  <a:pt x="6328" y="15006"/>
                  <a:pt x="6096" y="14773"/>
                  <a:pt x="6096" y="14471"/>
                </a:cubicBezTo>
                <a:lnTo>
                  <a:pt x="6096" y="8073"/>
                </a:lnTo>
                <a:cubicBezTo>
                  <a:pt x="6096" y="6584"/>
                  <a:pt x="7282" y="5398"/>
                  <a:pt x="8771" y="5398"/>
                </a:cubicBezTo>
                <a:lnTo>
                  <a:pt x="11446" y="5398"/>
                </a:lnTo>
                <a:lnTo>
                  <a:pt x="11446" y="3909"/>
                </a:lnTo>
                <a:cubicBezTo>
                  <a:pt x="11446" y="3588"/>
                  <a:pt x="11701" y="3377"/>
                  <a:pt x="11974" y="3377"/>
                </a:cubicBezTo>
                <a:close/>
                <a:moveTo>
                  <a:pt x="9865" y="1"/>
                </a:moveTo>
                <a:cubicBezTo>
                  <a:pt x="6166" y="1"/>
                  <a:pt x="2839" y="2234"/>
                  <a:pt x="1420" y="5630"/>
                </a:cubicBezTo>
                <a:cubicBezTo>
                  <a:pt x="1" y="9050"/>
                  <a:pt x="792" y="12982"/>
                  <a:pt x="3397" y="15587"/>
                </a:cubicBezTo>
                <a:cubicBezTo>
                  <a:pt x="5141" y="17331"/>
                  <a:pt x="7478" y="18262"/>
                  <a:pt x="9858" y="18262"/>
                </a:cubicBezTo>
                <a:cubicBezTo>
                  <a:pt x="11035" y="18262"/>
                  <a:pt x="12223" y="18034"/>
                  <a:pt x="13354" y="17565"/>
                </a:cubicBezTo>
                <a:cubicBezTo>
                  <a:pt x="16751" y="16146"/>
                  <a:pt x="18984" y="12819"/>
                  <a:pt x="18984" y="9143"/>
                </a:cubicBezTo>
                <a:cubicBezTo>
                  <a:pt x="18961" y="4095"/>
                  <a:pt x="14890" y="24"/>
                  <a:pt x="98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4"/>
              </a:solidFill>
            </a:endParaRPr>
          </a:p>
        </p:txBody>
      </p:sp>
      <p:sp>
        <p:nvSpPr>
          <p:cNvPr id="2581" name="Google Shape;2581;p62"/>
          <p:cNvSpPr/>
          <p:nvPr/>
        </p:nvSpPr>
        <p:spPr>
          <a:xfrm>
            <a:off x="7390550" y="3250161"/>
            <a:ext cx="474025" cy="455975"/>
          </a:xfrm>
          <a:custGeom>
            <a:avLst/>
            <a:gdLst/>
            <a:ahLst/>
            <a:cxnLst/>
            <a:rect l="l" t="t" r="r" b="b"/>
            <a:pathLst>
              <a:path w="18961" h="18239" extrusionOk="0">
                <a:moveTo>
                  <a:pt x="8236" y="2519"/>
                </a:moveTo>
                <a:cubicBezTo>
                  <a:pt x="8393" y="2519"/>
                  <a:pt x="8550" y="2594"/>
                  <a:pt x="8655" y="2746"/>
                </a:cubicBezTo>
                <a:lnTo>
                  <a:pt x="11191" y="5561"/>
                </a:lnTo>
                <a:cubicBezTo>
                  <a:pt x="11493" y="5886"/>
                  <a:pt x="11237" y="6445"/>
                  <a:pt x="10795" y="6445"/>
                </a:cubicBezTo>
                <a:lnTo>
                  <a:pt x="9306" y="6445"/>
                </a:lnTo>
                <a:lnTo>
                  <a:pt x="9306" y="10190"/>
                </a:lnTo>
                <a:lnTo>
                  <a:pt x="11982" y="10190"/>
                </a:lnTo>
                <a:lnTo>
                  <a:pt x="11982" y="8701"/>
                </a:lnTo>
                <a:cubicBezTo>
                  <a:pt x="11982" y="8380"/>
                  <a:pt x="12237" y="8170"/>
                  <a:pt x="12509" y="8170"/>
                </a:cubicBezTo>
                <a:cubicBezTo>
                  <a:pt x="12632" y="8170"/>
                  <a:pt x="12758" y="8212"/>
                  <a:pt x="12866" y="8306"/>
                </a:cubicBezTo>
                <a:lnTo>
                  <a:pt x="15681" y="10818"/>
                </a:lnTo>
                <a:cubicBezTo>
                  <a:pt x="15960" y="11028"/>
                  <a:pt x="15983" y="11470"/>
                  <a:pt x="15681" y="11679"/>
                </a:cubicBezTo>
                <a:lnTo>
                  <a:pt x="12866" y="14191"/>
                </a:lnTo>
                <a:cubicBezTo>
                  <a:pt x="12758" y="14285"/>
                  <a:pt x="12632" y="14327"/>
                  <a:pt x="12509" y="14327"/>
                </a:cubicBezTo>
                <a:cubicBezTo>
                  <a:pt x="12237" y="14327"/>
                  <a:pt x="11982" y="14117"/>
                  <a:pt x="11982" y="13796"/>
                </a:cubicBezTo>
                <a:lnTo>
                  <a:pt x="11982" y="12330"/>
                </a:lnTo>
                <a:lnTo>
                  <a:pt x="9306" y="12330"/>
                </a:lnTo>
                <a:lnTo>
                  <a:pt x="9306" y="14471"/>
                </a:lnTo>
                <a:cubicBezTo>
                  <a:pt x="9306" y="14750"/>
                  <a:pt x="9074" y="15006"/>
                  <a:pt x="8771" y="15006"/>
                </a:cubicBezTo>
                <a:lnTo>
                  <a:pt x="7701" y="15006"/>
                </a:lnTo>
                <a:cubicBezTo>
                  <a:pt x="7399" y="15006"/>
                  <a:pt x="7166" y="14750"/>
                  <a:pt x="7166" y="14471"/>
                </a:cubicBezTo>
                <a:lnTo>
                  <a:pt x="7166" y="6445"/>
                </a:lnTo>
                <a:lnTo>
                  <a:pt x="5701" y="6445"/>
                </a:lnTo>
                <a:cubicBezTo>
                  <a:pt x="5235" y="6445"/>
                  <a:pt x="4979" y="5886"/>
                  <a:pt x="5282" y="5561"/>
                </a:cubicBezTo>
                <a:lnTo>
                  <a:pt x="7818" y="2746"/>
                </a:lnTo>
                <a:cubicBezTo>
                  <a:pt x="7922" y="2594"/>
                  <a:pt x="8079" y="2519"/>
                  <a:pt x="8236" y="2519"/>
                </a:cubicBezTo>
                <a:close/>
                <a:moveTo>
                  <a:pt x="9841" y="1"/>
                </a:moveTo>
                <a:cubicBezTo>
                  <a:pt x="6143" y="1"/>
                  <a:pt x="2816" y="2211"/>
                  <a:pt x="1397" y="5630"/>
                </a:cubicBezTo>
                <a:cubicBezTo>
                  <a:pt x="1" y="9027"/>
                  <a:pt x="769" y="12958"/>
                  <a:pt x="3397" y="15564"/>
                </a:cubicBezTo>
                <a:cubicBezTo>
                  <a:pt x="5141" y="17307"/>
                  <a:pt x="7468" y="18238"/>
                  <a:pt x="9841" y="18238"/>
                </a:cubicBezTo>
                <a:cubicBezTo>
                  <a:pt x="11015" y="18238"/>
                  <a:pt x="12200" y="18011"/>
                  <a:pt x="13331" y="17541"/>
                </a:cubicBezTo>
                <a:cubicBezTo>
                  <a:pt x="16751" y="16122"/>
                  <a:pt x="18961" y="12796"/>
                  <a:pt x="18961" y="9120"/>
                </a:cubicBezTo>
                <a:cubicBezTo>
                  <a:pt x="18938" y="4072"/>
                  <a:pt x="14866" y="1"/>
                  <a:pt x="984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4"/>
              </a:solidFill>
            </a:endParaRPr>
          </a:p>
        </p:txBody>
      </p:sp>
      <p:grpSp>
        <p:nvGrpSpPr>
          <p:cNvPr id="2582" name="Google Shape;2582;p62"/>
          <p:cNvGrpSpPr/>
          <p:nvPr/>
        </p:nvGrpSpPr>
        <p:grpSpPr>
          <a:xfrm flipH="1">
            <a:off x="4840056" y="2459494"/>
            <a:ext cx="784144" cy="390683"/>
            <a:chOff x="404850" y="2182975"/>
            <a:chExt cx="2230850" cy="1111475"/>
          </a:xfrm>
        </p:grpSpPr>
        <p:sp>
          <p:nvSpPr>
            <p:cNvPr id="2583" name="Google Shape;2583;p62"/>
            <p:cNvSpPr/>
            <p:nvPr/>
          </p:nvSpPr>
          <p:spPr>
            <a:xfrm>
              <a:off x="433900" y="2658925"/>
              <a:ext cx="69650" cy="69650"/>
            </a:xfrm>
            <a:custGeom>
              <a:avLst/>
              <a:gdLst/>
              <a:ahLst/>
              <a:cxnLst/>
              <a:rect l="l" t="t" r="r" b="b"/>
              <a:pathLst>
                <a:path w="2786" h="2786" extrusionOk="0">
                  <a:moveTo>
                    <a:pt x="1401" y="0"/>
                  </a:moveTo>
                  <a:cubicBezTo>
                    <a:pt x="621" y="0"/>
                    <a:pt x="0" y="621"/>
                    <a:pt x="0" y="1385"/>
                  </a:cubicBezTo>
                  <a:cubicBezTo>
                    <a:pt x="0" y="2165"/>
                    <a:pt x="621" y="2786"/>
                    <a:pt x="1401" y="2786"/>
                  </a:cubicBezTo>
                  <a:cubicBezTo>
                    <a:pt x="2165" y="2786"/>
                    <a:pt x="2786" y="2165"/>
                    <a:pt x="2786" y="1385"/>
                  </a:cubicBezTo>
                  <a:cubicBezTo>
                    <a:pt x="2786" y="621"/>
                    <a:pt x="2165" y="0"/>
                    <a:pt x="1401" y="0"/>
                  </a:cubicBezTo>
                  <a:close/>
                </a:path>
              </a:pathLst>
            </a:custGeom>
            <a:solidFill>
              <a:srgbClr val="E15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62"/>
            <p:cNvSpPr/>
            <p:nvPr/>
          </p:nvSpPr>
          <p:spPr>
            <a:xfrm>
              <a:off x="709675" y="2182975"/>
              <a:ext cx="70050" cy="69675"/>
            </a:xfrm>
            <a:custGeom>
              <a:avLst/>
              <a:gdLst/>
              <a:ahLst/>
              <a:cxnLst/>
              <a:rect l="l" t="t" r="r" b="b"/>
              <a:pathLst>
                <a:path w="2802" h="2787" extrusionOk="0">
                  <a:moveTo>
                    <a:pt x="1401" y="1"/>
                  </a:moveTo>
                  <a:cubicBezTo>
                    <a:pt x="637" y="1"/>
                    <a:pt x="0" y="622"/>
                    <a:pt x="0" y="1386"/>
                  </a:cubicBezTo>
                  <a:cubicBezTo>
                    <a:pt x="0" y="2166"/>
                    <a:pt x="637" y="2787"/>
                    <a:pt x="1401" y="2787"/>
                  </a:cubicBezTo>
                  <a:cubicBezTo>
                    <a:pt x="2181" y="2787"/>
                    <a:pt x="2802" y="2166"/>
                    <a:pt x="2802" y="1386"/>
                  </a:cubicBezTo>
                  <a:cubicBezTo>
                    <a:pt x="2802" y="622"/>
                    <a:pt x="2181" y="1"/>
                    <a:pt x="1401" y="1"/>
                  </a:cubicBezTo>
                  <a:close/>
                </a:path>
              </a:pathLst>
            </a:custGeom>
            <a:solidFill>
              <a:srgbClr val="E15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62"/>
            <p:cNvSpPr/>
            <p:nvPr/>
          </p:nvSpPr>
          <p:spPr>
            <a:xfrm>
              <a:off x="480450" y="2217600"/>
              <a:ext cx="1753325" cy="854800"/>
            </a:xfrm>
            <a:custGeom>
              <a:avLst/>
              <a:gdLst/>
              <a:ahLst/>
              <a:cxnLst/>
              <a:rect l="l" t="t" r="r" b="b"/>
              <a:pathLst>
                <a:path w="70133" h="34192" extrusionOk="0">
                  <a:moveTo>
                    <a:pt x="7148" y="1"/>
                  </a:moveTo>
                  <a:cubicBezTo>
                    <a:pt x="3200" y="1"/>
                    <a:pt x="1" y="3200"/>
                    <a:pt x="1" y="7148"/>
                  </a:cubicBezTo>
                  <a:lnTo>
                    <a:pt x="1" y="27044"/>
                  </a:lnTo>
                  <a:cubicBezTo>
                    <a:pt x="1" y="30992"/>
                    <a:pt x="3200" y="34191"/>
                    <a:pt x="7148" y="34191"/>
                  </a:cubicBezTo>
                  <a:lnTo>
                    <a:pt x="62986" y="34191"/>
                  </a:lnTo>
                  <a:cubicBezTo>
                    <a:pt x="66934" y="34191"/>
                    <a:pt x="70133" y="30992"/>
                    <a:pt x="70133" y="30658"/>
                  </a:cubicBezTo>
                  <a:lnTo>
                    <a:pt x="70133" y="10761"/>
                  </a:lnTo>
                  <a:cubicBezTo>
                    <a:pt x="70133" y="3200"/>
                    <a:pt x="66934" y="1"/>
                    <a:pt x="62986" y="1"/>
                  </a:cubicBezTo>
                  <a:close/>
                </a:path>
              </a:pathLst>
            </a:custGeom>
            <a:solidFill>
              <a:srgbClr val="F08B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62"/>
            <p:cNvSpPr/>
            <p:nvPr/>
          </p:nvSpPr>
          <p:spPr>
            <a:xfrm>
              <a:off x="480450" y="2218000"/>
              <a:ext cx="2102325" cy="854400"/>
            </a:xfrm>
            <a:custGeom>
              <a:avLst/>
              <a:gdLst/>
              <a:ahLst/>
              <a:cxnLst/>
              <a:rect l="l" t="t" r="r" b="b"/>
              <a:pathLst>
                <a:path w="84093" h="34176" extrusionOk="0">
                  <a:moveTo>
                    <a:pt x="7148" y="1"/>
                  </a:moveTo>
                  <a:cubicBezTo>
                    <a:pt x="3200" y="1"/>
                    <a:pt x="1" y="3184"/>
                    <a:pt x="1" y="7132"/>
                  </a:cubicBezTo>
                  <a:lnTo>
                    <a:pt x="1" y="27028"/>
                  </a:lnTo>
                  <a:cubicBezTo>
                    <a:pt x="1" y="30976"/>
                    <a:pt x="3200" y="34175"/>
                    <a:pt x="7148" y="34175"/>
                  </a:cubicBezTo>
                  <a:lnTo>
                    <a:pt x="79254" y="34175"/>
                  </a:lnTo>
                  <a:cubicBezTo>
                    <a:pt x="81928" y="34175"/>
                    <a:pt x="84093" y="32011"/>
                    <a:pt x="84093" y="29337"/>
                  </a:cubicBezTo>
                  <a:lnTo>
                    <a:pt x="84093" y="21776"/>
                  </a:lnTo>
                  <a:cubicBezTo>
                    <a:pt x="84093" y="19102"/>
                    <a:pt x="81928" y="16937"/>
                    <a:pt x="79254" y="16937"/>
                  </a:cubicBezTo>
                  <a:lnTo>
                    <a:pt x="70133" y="16937"/>
                  </a:lnTo>
                  <a:lnTo>
                    <a:pt x="70133" y="7132"/>
                  </a:lnTo>
                  <a:cubicBezTo>
                    <a:pt x="70133" y="3184"/>
                    <a:pt x="66934" y="1"/>
                    <a:pt x="62986" y="1"/>
                  </a:cubicBezTo>
                  <a:close/>
                </a:path>
              </a:pathLst>
            </a:custGeom>
            <a:solidFill>
              <a:srgbClr val="F0B0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62"/>
            <p:cNvSpPr/>
            <p:nvPr/>
          </p:nvSpPr>
          <p:spPr>
            <a:xfrm>
              <a:off x="404850" y="2860275"/>
              <a:ext cx="296075" cy="212125"/>
            </a:xfrm>
            <a:custGeom>
              <a:avLst/>
              <a:gdLst/>
              <a:ahLst/>
              <a:cxnLst/>
              <a:rect l="l" t="t" r="r" b="b"/>
              <a:pathLst>
                <a:path w="11843" h="8485" extrusionOk="0">
                  <a:moveTo>
                    <a:pt x="4234" y="0"/>
                  </a:moveTo>
                  <a:cubicBezTo>
                    <a:pt x="1895" y="0"/>
                    <a:pt x="0" y="1895"/>
                    <a:pt x="0" y="4234"/>
                  </a:cubicBezTo>
                  <a:cubicBezTo>
                    <a:pt x="0" y="6574"/>
                    <a:pt x="1895" y="8484"/>
                    <a:pt x="4234" y="8484"/>
                  </a:cubicBezTo>
                  <a:lnTo>
                    <a:pt x="7593" y="8484"/>
                  </a:lnTo>
                  <a:cubicBezTo>
                    <a:pt x="9933" y="8484"/>
                    <a:pt x="11843" y="6574"/>
                    <a:pt x="11843" y="4234"/>
                  </a:cubicBezTo>
                  <a:cubicBezTo>
                    <a:pt x="11843" y="1895"/>
                    <a:pt x="9933" y="0"/>
                    <a:pt x="7593"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62"/>
            <p:cNvSpPr/>
            <p:nvPr/>
          </p:nvSpPr>
          <p:spPr>
            <a:xfrm>
              <a:off x="2356725" y="2860275"/>
              <a:ext cx="278975" cy="212125"/>
            </a:xfrm>
            <a:custGeom>
              <a:avLst/>
              <a:gdLst/>
              <a:ahLst/>
              <a:cxnLst/>
              <a:rect l="l" t="t" r="r" b="b"/>
              <a:pathLst>
                <a:path w="11159" h="8485" extrusionOk="0">
                  <a:moveTo>
                    <a:pt x="4235" y="0"/>
                  </a:moveTo>
                  <a:cubicBezTo>
                    <a:pt x="1895" y="0"/>
                    <a:pt x="0" y="1895"/>
                    <a:pt x="0" y="4234"/>
                  </a:cubicBezTo>
                  <a:cubicBezTo>
                    <a:pt x="0" y="6574"/>
                    <a:pt x="1895" y="8484"/>
                    <a:pt x="4235" y="8484"/>
                  </a:cubicBezTo>
                  <a:lnTo>
                    <a:pt x="6925" y="8484"/>
                  </a:lnTo>
                  <a:cubicBezTo>
                    <a:pt x="9264" y="8484"/>
                    <a:pt x="11159" y="6574"/>
                    <a:pt x="11159" y="4234"/>
                  </a:cubicBezTo>
                  <a:cubicBezTo>
                    <a:pt x="11159" y="1895"/>
                    <a:pt x="9264" y="0"/>
                    <a:pt x="6925"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62"/>
            <p:cNvSpPr/>
            <p:nvPr/>
          </p:nvSpPr>
          <p:spPr>
            <a:xfrm>
              <a:off x="701300" y="2778300"/>
              <a:ext cx="566300" cy="294100"/>
            </a:xfrm>
            <a:custGeom>
              <a:avLst/>
              <a:gdLst/>
              <a:ahLst/>
              <a:cxnLst/>
              <a:rect l="l" t="t" r="r" b="b"/>
              <a:pathLst>
                <a:path w="22652" h="11764" extrusionOk="0">
                  <a:moveTo>
                    <a:pt x="11334" y="0"/>
                  </a:moveTo>
                  <a:cubicBezTo>
                    <a:pt x="5079" y="0"/>
                    <a:pt x="1" y="5062"/>
                    <a:pt x="1" y="11318"/>
                  </a:cubicBezTo>
                  <a:cubicBezTo>
                    <a:pt x="1" y="11477"/>
                    <a:pt x="1" y="11620"/>
                    <a:pt x="17" y="11763"/>
                  </a:cubicBezTo>
                  <a:lnTo>
                    <a:pt x="22651" y="11763"/>
                  </a:lnTo>
                  <a:cubicBezTo>
                    <a:pt x="22651" y="11620"/>
                    <a:pt x="22651" y="11477"/>
                    <a:pt x="22651" y="11318"/>
                  </a:cubicBezTo>
                  <a:cubicBezTo>
                    <a:pt x="22651" y="5062"/>
                    <a:pt x="17590" y="0"/>
                    <a:pt x="113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62"/>
            <p:cNvSpPr/>
            <p:nvPr/>
          </p:nvSpPr>
          <p:spPr>
            <a:xfrm>
              <a:off x="751450" y="2828050"/>
              <a:ext cx="466400" cy="466400"/>
            </a:xfrm>
            <a:custGeom>
              <a:avLst/>
              <a:gdLst/>
              <a:ahLst/>
              <a:cxnLst/>
              <a:rect l="l" t="t" r="r" b="b"/>
              <a:pathLst>
                <a:path w="18656" h="18656" extrusionOk="0">
                  <a:moveTo>
                    <a:pt x="9328" y="0"/>
                  </a:moveTo>
                  <a:cubicBezTo>
                    <a:pt x="4171" y="0"/>
                    <a:pt x="1" y="4186"/>
                    <a:pt x="1" y="9328"/>
                  </a:cubicBezTo>
                  <a:cubicBezTo>
                    <a:pt x="1" y="14485"/>
                    <a:pt x="4171" y="18655"/>
                    <a:pt x="9328" y="18655"/>
                  </a:cubicBezTo>
                  <a:cubicBezTo>
                    <a:pt x="14485" y="18655"/>
                    <a:pt x="18656" y="14485"/>
                    <a:pt x="18656" y="9328"/>
                  </a:cubicBezTo>
                  <a:cubicBezTo>
                    <a:pt x="18656" y="4186"/>
                    <a:pt x="14485" y="0"/>
                    <a:pt x="9328"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62"/>
            <p:cNvSpPr/>
            <p:nvPr/>
          </p:nvSpPr>
          <p:spPr>
            <a:xfrm>
              <a:off x="845750" y="2922350"/>
              <a:ext cx="277800" cy="278175"/>
            </a:xfrm>
            <a:custGeom>
              <a:avLst/>
              <a:gdLst/>
              <a:ahLst/>
              <a:cxnLst/>
              <a:rect l="l" t="t" r="r" b="b"/>
              <a:pathLst>
                <a:path w="11112" h="11127" extrusionOk="0">
                  <a:moveTo>
                    <a:pt x="5556" y="1"/>
                  </a:moveTo>
                  <a:cubicBezTo>
                    <a:pt x="2484" y="1"/>
                    <a:pt x="1" y="2484"/>
                    <a:pt x="1" y="5556"/>
                  </a:cubicBezTo>
                  <a:cubicBezTo>
                    <a:pt x="1" y="8628"/>
                    <a:pt x="2484" y="11127"/>
                    <a:pt x="5556" y="11127"/>
                  </a:cubicBezTo>
                  <a:cubicBezTo>
                    <a:pt x="8628" y="11127"/>
                    <a:pt x="11111" y="8628"/>
                    <a:pt x="11111" y="5556"/>
                  </a:cubicBezTo>
                  <a:cubicBezTo>
                    <a:pt x="11111" y="2484"/>
                    <a:pt x="8628" y="1"/>
                    <a:pt x="555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62"/>
            <p:cNvSpPr/>
            <p:nvPr/>
          </p:nvSpPr>
          <p:spPr>
            <a:xfrm>
              <a:off x="1934525" y="2321875"/>
              <a:ext cx="312400" cy="253500"/>
            </a:xfrm>
            <a:custGeom>
              <a:avLst/>
              <a:gdLst/>
              <a:ahLst/>
              <a:cxnLst/>
              <a:rect l="l" t="t" r="r" b="b"/>
              <a:pathLst>
                <a:path w="12496" h="10140" extrusionOk="0">
                  <a:moveTo>
                    <a:pt x="3184" y="0"/>
                  </a:moveTo>
                  <a:cubicBezTo>
                    <a:pt x="1417" y="0"/>
                    <a:pt x="0" y="1417"/>
                    <a:pt x="0" y="3184"/>
                  </a:cubicBezTo>
                  <a:lnTo>
                    <a:pt x="0" y="6956"/>
                  </a:lnTo>
                  <a:cubicBezTo>
                    <a:pt x="0" y="8707"/>
                    <a:pt x="1417" y="10140"/>
                    <a:pt x="3184" y="10140"/>
                  </a:cubicBezTo>
                  <a:lnTo>
                    <a:pt x="12288" y="10140"/>
                  </a:lnTo>
                  <a:cubicBezTo>
                    <a:pt x="12352" y="10108"/>
                    <a:pt x="12416" y="10108"/>
                    <a:pt x="12495" y="10108"/>
                  </a:cubicBezTo>
                  <a:lnTo>
                    <a:pt x="12495" y="2977"/>
                  </a:lnTo>
                  <a:cubicBezTo>
                    <a:pt x="12495" y="1958"/>
                    <a:pt x="12272" y="939"/>
                    <a:pt x="11843"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62"/>
            <p:cNvSpPr/>
            <p:nvPr/>
          </p:nvSpPr>
          <p:spPr>
            <a:xfrm>
              <a:off x="1960775" y="2348125"/>
              <a:ext cx="286550" cy="200600"/>
            </a:xfrm>
            <a:custGeom>
              <a:avLst/>
              <a:gdLst/>
              <a:ahLst/>
              <a:cxnLst/>
              <a:rect l="l" t="t" r="r" b="b"/>
              <a:pathLst>
                <a:path w="11462" h="8024" extrusionOk="0">
                  <a:moveTo>
                    <a:pt x="2134" y="1"/>
                  </a:moveTo>
                  <a:cubicBezTo>
                    <a:pt x="956" y="1"/>
                    <a:pt x="1" y="940"/>
                    <a:pt x="1" y="2118"/>
                  </a:cubicBezTo>
                  <a:lnTo>
                    <a:pt x="1" y="5890"/>
                  </a:lnTo>
                  <a:cubicBezTo>
                    <a:pt x="1" y="7068"/>
                    <a:pt x="956" y="8023"/>
                    <a:pt x="2134" y="8023"/>
                  </a:cubicBezTo>
                  <a:lnTo>
                    <a:pt x="11445" y="8023"/>
                  </a:lnTo>
                  <a:lnTo>
                    <a:pt x="11445" y="1927"/>
                  </a:lnTo>
                  <a:cubicBezTo>
                    <a:pt x="11461" y="1274"/>
                    <a:pt x="11366" y="621"/>
                    <a:pt x="11175" y="1"/>
                  </a:cubicBezTo>
                  <a:close/>
                </a:path>
              </a:pathLst>
            </a:custGeom>
            <a:solidFill>
              <a:srgbClr val="9ED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62"/>
            <p:cNvSpPr/>
            <p:nvPr/>
          </p:nvSpPr>
          <p:spPr>
            <a:xfrm>
              <a:off x="1971525" y="2349725"/>
              <a:ext cx="276200" cy="199000"/>
            </a:xfrm>
            <a:custGeom>
              <a:avLst/>
              <a:gdLst/>
              <a:ahLst/>
              <a:cxnLst/>
              <a:rect l="l" t="t" r="r" b="b"/>
              <a:pathLst>
                <a:path w="11048" h="7960" extrusionOk="0">
                  <a:moveTo>
                    <a:pt x="10761" y="0"/>
                  </a:moveTo>
                  <a:lnTo>
                    <a:pt x="0" y="7100"/>
                  </a:lnTo>
                  <a:cubicBezTo>
                    <a:pt x="398" y="7641"/>
                    <a:pt x="1035" y="7959"/>
                    <a:pt x="1704" y="7959"/>
                  </a:cubicBezTo>
                  <a:lnTo>
                    <a:pt x="11015" y="7959"/>
                  </a:lnTo>
                  <a:lnTo>
                    <a:pt x="11047" y="1895"/>
                  </a:lnTo>
                  <a:cubicBezTo>
                    <a:pt x="11047" y="1242"/>
                    <a:pt x="10952" y="605"/>
                    <a:pt x="1076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62"/>
            <p:cNvSpPr/>
            <p:nvPr/>
          </p:nvSpPr>
          <p:spPr>
            <a:xfrm>
              <a:off x="1362275" y="2289225"/>
              <a:ext cx="443325" cy="728250"/>
            </a:xfrm>
            <a:custGeom>
              <a:avLst/>
              <a:gdLst/>
              <a:ahLst/>
              <a:cxnLst/>
              <a:rect l="l" t="t" r="r" b="b"/>
              <a:pathLst>
                <a:path w="17733" h="29130" fill="none" extrusionOk="0">
                  <a:moveTo>
                    <a:pt x="17733" y="25135"/>
                  </a:moveTo>
                  <a:cubicBezTo>
                    <a:pt x="17733" y="27347"/>
                    <a:pt x="16109" y="29130"/>
                    <a:pt x="14088" y="29130"/>
                  </a:cubicBezTo>
                  <a:lnTo>
                    <a:pt x="3646" y="29130"/>
                  </a:lnTo>
                  <a:cubicBezTo>
                    <a:pt x="1640" y="29130"/>
                    <a:pt x="1" y="27347"/>
                    <a:pt x="1" y="25135"/>
                  </a:cubicBezTo>
                  <a:lnTo>
                    <a:pt x="1" y="3996"/>
                  </a:lnTo>
                  <a:cubicBezTo>
                    <a:pt x="1" y="1784"/>
                    <a:pt x="1640" y="1"/>
                    <a:pt x="3646" y="1"/>
                  </a:cubicBezTo>
                  <a:lnTo>
                    <a:pt x="14088" y="1"/>
                  </a:lnTo>
                  <a:cubicBezTo>
                    <a:pt x="16109" y="1"/>
                    <a:pt x="17733" y="1784"/>
                    <a:pt x="17733" y="3996"/>
                  </a:cubicBezTo>
                  <a:close/>
                </a:path>
              </a:pathLst>
            </a:custGeom>
            <a:noFill/>
            <a:ln w="5175" cap="flat" cmpd="sng">
              <a:solidFill>
                <a:srgbClr val="273E4A"/>
              </a:solidFill>
              <a:prstDash val="solid"/>
              <a:miter lim="159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62"/>
            <p:cNvSpPr/>
            <p:nvPr/>
          </p:nvSpPr>
          <p:spPr>
            <a:xfrm>
              <a:off x="1790450" y="2778300"/>
              <a:ext cx="566300" cy="294100"/>
            </a:xfrm>
            <a:custGeom>
              <a:avLst/>
              <a:gdLst/>
              <a:ahLst/>
              <a:cxnLst/>
              <a:rect l="l" t="t" r="r" b="b"/>
              <a:pathLst>
                <a:path w="22652" h="11764" extrusionOk="0">
                  <a:moveTo>
                    <a:pt x="11334" y="0"/>
                  </a:moveTo>
                  <a:cubicBezTo>
                    <a:pt x="5079" y="0"/>
                    <a:pt x="1" y="5062"/>
                    <a:pt x="1" y="11318"/>
                  </a:cubicBezTo>
                  <a:cubicBezTo>
                    <a:pt x="1" y="11477"/>
                    <a:pt x="1" y="11620"/>
                    <a:pt x="17" y="11763"/>
                  </a:cubicBezTo>
                  <a:lnTo>
                    <a:pt x="22636" y="11763"/>
                  </a:lnTo>
                  <a:cubicBezTo>
                    <a:pt x="22636" y="11620"/>
                    <a:pt x="22651" y="11477"/>
                    <a:pt x="22651" y="11318"/>
                  </a:cubicBezTo>
                  <a:cubicBezTo>
                    <a:pt x="22651" y="5062"/>
                    <a:pt x="17574" y="0"/>
                    <a:pt x="113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62"/>
            <p:cNvSpPr/>
            <p:nvPr/>
          </p:nvSpPr>
          <p:spPr>
            <a:xfrm>
              <a:off x="1840200" y="2828050"/>
              <a:ext cx="466800" cy="466400"/>
            </a:xfrm>
            <a:custGeom>
              <a:avLst/>
              <a:gdLst/>
              <a:ahLst/>
              <a:cxnLst/>
              <a:rect l="l" t="t" r="r" b="b"/>
              <a:pathLst>
                <a:path w="18672" h="18656" extrusionOk="0">
                  <a:moveTo>
                    <a:pt x="9344" y="0"/>
                  </a:moveTo>
                  <a:cubicBezTo>
                    <a:pt x="4187" y="0"/>
                    <a:pt x="1" y="4186"/>
                    <a:pt x="1" y="9328"/>
                  </a:cubicBezTo>
                  <a:cubicBezTo>
                    <a:pt x="1" y="14485"/>
                    <a:pt x="4187" y="18655"/>
                    <a:pt x="9344" y="18655"/>
                  </a:cubicBezTo>
                  <a:cubicBezTo>
                    <a:pt x="14486" y="18655"/>
                    <a:pt x="18672" y="14485"/>
                    <a:pt x="18672" y="9328"/>
                  </a:cubicBezTo>
                  <a:cubicBezTo>
                    <a:pt x="18672" y="4186"/>
                    <a:pt x="14486" y="0"/>
                    <a:pt x="9344"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62"/>
            <p:cNvSpPr/>
            <p:nvPr/>
          </p:nvSpPr>
          <p:spPr>
            <a:xfrm>
              <a:off x="1934525" y="2922350"/>
              <a:ext cx="278175" cy="278175"/>
            </a:xfrm>
            <a:custGeom>
              <a:avLst/>
              <a:gdLst/>
              <a:ahLst/>
              <a:cxnLst/>
              <a:rect l="l" t="t" r="r" b="b"/>
              <a:pathLst>
                <a:path w="11127" h="11127" extrusionOk="0">
                  <a:moveTo>
                    <a:pt x="5571" y="1"/>
                  </a:moveTo>
                  <a:cubicBezTo>
                    <a:pt x="2499" y="1"/>
                    <a:pt x="0" y="2484"/>
                    <a:pt x="0" y="5556"/>
                  </a:cubicBezTo>
                  <a:cubicBezTo>
                    <a:pt x="0" y="8628"/>
                    <a:pt x="2499" y="11127"/>
                    <a:pt x="5571" y="11127"/>
                  </a:cubicBezTo>
                  <a:cubicBezTo>
                    <a:pt x="8627" y="11127"/>
                    <a:pt x="11126" y="8628"/>
                    <a:pt x="11126" y="5556"/>
                  </a:cubicBezTo>
                  <a:cubicBezTo>
                    <a:pt x="11126" y="2484"/>
                    <a:pt x="8627" y="1"/>
                    <a:pt x="557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62"/>
            <p:cNvSpPr/>
            <p:nvPr/>
          </p:nvSpPr>
          <p:spPr>
            <a:xfrm>
              <a:off x="529000" y="2595250"/>
              <a:ext cx="1717925" cy="8775"/>
            </a:xfrm>
            <a:custGeom>
              <a:avLst/>
              <a:gdLst/>
              <a:ahLst/>
              <a:cxnLst/>
              <a:rect l="l" t="t" r="r" b="b"/>
              <a:pathLst>
                <a:path w="68717" h="351" extrusionOk="0">
                  <a:moveTo>
                    <a:pt x="1" y="0"/>
                  </a:moveTo>
                  <a:lnTo>
                    <a:pt x="1" y="351"/>
                  </a:lnTo>
                  <a:lnTo>
                    <a:pt x="68716" y="351"/>
                  </a:lnTo>
                  <a:lnTo>
                    <a:pt x="68716" y="0"/>
                  </a:lnTo>
                  <a:close/>
                </a:path>
              </a:pathLst>
            </a:custGeom>
            <a:solidFill>
              <a:srgbClr val="273E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62"/>
            <p:cNvSpPr/>
            <p:nvPr/>
          </p:nvSpPr>
          <p:spPr>
            <a:xfrm>
              <a:off x="529000" y="2769550"/>
              <a:ext cx="2054175" cy="8775"/>
            </a:xfrm>
            <a:custGeom>
              <a:avLst/>
              <a:gdLst/>
              <a:ahLst/>
              <a:cxnLst/>
              <a:rect l="l" t="t" r="r" b="b"/>
              <a:pathLst>
                <a:path w="82167" h="351" extrusionOk="0">
                  <a:moveTo>
                    <a:pt x="1" y="0"/>
                  </a:moveTo>
                  <a:lnTo>
                    <a:pt x="1" y="350"/>
                  </a:lnTo>
                  <a:lnTo>
                    <a:pt x="82167" y="350"/>
                  </a:lnTo>
                  <a:lnTo>
                    <a:pt x="82167" y="0"/>
                  </a:lnTo>
                  <a:close/>
                </a:path>
              </a:pathLst>
            </a:custGeom>
            <a:solidFill>
              <a:srgbClr val="273E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62"/>
            <p:cNvSpPr/>
            <p:nvPr/>
          </p:nvSpPr>
          <p:spPr>
            <a:xfrm>
              <a:off x="2252875" y="2658925"/>
              <a:ext cx="69650" cy="69650"/>
            </a:xfrm>
            <a:custGeom>
              <a:avLst/>
              <a:gdLst/>
              <a:ahLst/>
              <a:cxnLst/>
              <a:rect l="l" t="t" r="r" b="b"/>
              <a:pathLst>
                <a:path w="2786" h="2786" extrusionOk="0">
                  <a:moveTo>
                    <a:pt x="1401" y="0"/>
                  </a:moveTo>
                  <a:cubicBezTo>
                    <a:pt x="621" y="0"/>
                    <a:pt x="0" y="621"/>
                    <a:pt x="0" y="1385"/>
                  </a:cubicBezTo>
                  <a:cubicBezTo>
                    <a:pt x="0" y="2165"/>
                    <a:pt x="621" y="2786"/>
                    <a:pt x="1401" y="2786"/>
                  </a:cubicBezTo>
                  <a:cubicBezTo>
                    <a:pt x="2165" y="2786"/>
                    <a:pt x="2786" y="2165"/>
                    <a:pt x="2786" y="1385"/>
                  </a:cubicBezTo>
                  <a:cubicBezTo>
                    <a:pt x="2786" y="621"/>
                    <a:pt x="2165" y="0"/>
                    <a:pt x="1401" y="0"/>
                  </a:cubicBezTo>
                  <a:close/>
                </a:path>
              </a:pathLst>
            </a:custGeom>
            <a:solidFill>
              <a:srgbClr val="E15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62"/>
            <p:cNvSpPr/>
            <p:nvPr/>
          </p:nvSpPr>
          <p:spPr>
            <a:xfrm>
              <a:off x="526625" y="2321875"/>
              <a:ext cx="386400" cy="252700"/>
            </a:xfrm>
            <a:custGeom>
              <a:avLst/>
              <a:gdLst/>
              <a:ahLst/>
              <a:cxnLst/>
              <a:rect l="l" t="t" r="r" b="b"/>
              <a:pathLst>
                <a:path w="15456" h="10108" extrusionOk="0">
                  <a:moveTo>
                    <a:pt x="3168" y="0"/>
                  </a:moveTo>
                  <a:cubicBezTo>
                    <a:pt x="1417" y="0"/>
                    <a:pt x="0" y="1417"/>
                    <a:pt x="0" y="3168"/>
                  </a:cubicBezTo>
                  <a:lnTo>
                    <a:pt x="0" y="6940"/>
                  </a:lnTo>
                  <a:cubicBezTo>
                    <a:pt x="0" y="8691"/>
                    <a:pt x="1417" y="10108"/>
                    <a:pt x="3168" y="10108"/>
                  </a:cubicBezTo>
                  <a:lnTo>
                    <a:pt x="12288" y="10108"/>
                  </a:lnTo>
                  <a:cubicBezTo>
                    <a:pt x="14039" y="10108"/>
                    <a:pt x="15456" y="8691"/>
                    <a:pt x="15456" y="6940"/>
                  </a:cubicBezTo>
                  <a:lnTo>
                    <a:pt x="15456" y="3168"/>
                  </a:lnTo>
                  <a:cubicBezTo>
                    <a:pt x="15456" y="1417"/>
                    <a:pt x="14039" y="0"/>
                    <a:pt x="12288"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62"/>
            <p:cNvSpPr/>
            <p:nvPr/>
          </p:nvSpPr>
          <p:spPr>
            <a:xfrm>
              <a:off x="552875" y="2347725"/>
              <a:ext cx="333900" cy="201000"/>
            </a:xfrm>
            <a:custGeom>
              <a:avLst/>
              <a:gdLst/>
              <a:ahLst/>
              <a:cxnLst/>
              <a:rect l="l" t="t" r="r" b="b"/>
              <a:pathLst>
                <a:path w="13356" h="8040" extrusionOk="0">
                  <a:moveTo>
                    <a:pt x="2118" y="1"/>
                  </a:moveTo>
                  <a:cubicBezTo>
                    <a:pt x="940" y="1"/>
                    <a:pt x="1" y="956"/>
                    <a:pt x="1" y="2134"/>
                  </a:cubicBezTo>
                  <a:lnTo>
                    <a:pt x="1" y="5906"/>
                  </a:lnTo>
                  <a:cubicBezTo>
                    <a:pt x="1" y="7084"/>
                    <a:pt x="940" y="8039"/>
                    <a:pt x="2118" y="8039"/>
                  </a:cubicBezTo>
                  <a:lnTo>
                    <a:pt x="11238" y="8039"/>
                  </a:lnTo>
                  <a:cubicBezTo>
                    <a:pt x="12416" y="8039"/>
                    <a:pt x="13355" y="7084"/>
                    <a:pt x="13355" y="5906"/>
                  </a:cubicBezTo>
                  <a:lnTo>
                    <a:pt x="13355" y="2134"/>
                  </a:lnTo>
                  <a:cubicBezTo>
                    <a:pt x="13355" y="956"/>
                    <a:pt x="12416" y="1"/>
                    <a:pt x="11238" y="1"/>
                  </a:cubicBezTo>
                  <a:close/>
                </a:path>
              </a:pathLst>
            </a:custGeom>
            <a:solidFill>
              <a:srgbClr val="9ED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62"/>
            <p:cNvSpPr/>
            <p:nvPr/>
          </p:nvSpPr>
          <p:spPr>
            <a:xfrm>
              <a:off x="572375" y="2360875"/>
              <a:ext cx="314400" cy="187850"/>
            </a:xfrm>
            <a:custGeom>
              <a:avLst/>
              <a:gdLst/>
              <a:ahLst/>
              <a:cxnLst/>
              <a:rect l="l" t="t" r="r" b="b"/>
              <a:pathLst>
                <a:path w="12576" h="7514" extrusionOk="0">
                  <a:moveTo>
                    <a:pt x="11843" y="0"/>
                  </a:moveTo>
                  <a:lnTo>
                    <a:pt x="1" y="7036"/>
                  </a:lnTo>
                  <a:cubicBezTo>
                    <a:pt x="383" y="7338"/>
                    <a:pt x="860" y="7513"/>
                    <a:pt x="1338" y="7513"/>
                  </a:cubicBezTo>
                  <a:lnTo>
                    <a:pt x="10458" y="7513"/>
                  </a:lnTo>
                  <a:cubicBezTo>
                    <a:pt x="11620" y="7513"/>
                    <a:pt x="12575" y="6558"/>
                    <a:pt x="12575" y="5380"/>
                  </a:cubicBezTo>
                  <a:lnTo>
                    <a:pt x="12575" y="1608"/>
                  </a:lnTo>
                  <a:cubicBezTo>
                    <a:pt x="12575" y="987"/>
                    <a:pt x="12305" y="414"/>
                    <a:pt x="1184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62"/>
            <p:cNvSpPr/>
            <p:nvPr/>
          </p:nvSpPr>
          <p:spPr>
            <a:xfrm>
              <a:off x="953200" y="2321875"/>
              <a:ext cx="386425" cy="252700"/>
            </a:xfrm>
            <a:custGeom>
              <a:avLst/>
              <a:gdLst/>
              <a:ahLst/>
              <a:cxnLst/>
              <a:rect l="l" t="t" r="r" b="b"/>
              <a:pathLst>
                <a:path w="15457" h="10108" extrusionOk="0">
                  <a:moveTo>
                    <a:pt x="3168" y="0"/>
                  </a:moveTo>
                  <a:cubicBezTo>
                    <a:pt x="1417" y="0"/>
                    <a:pt x="1" y="1417"/>
                    <a:pt x="1" y="3168"/>
                  </a:cubicBezTo>
                  <a:lnTo>
                    <a:pt x="1" y="6940"/>
                  </a:lnTo>
                  <a:cubicBezTo>
                    <a:pt x="1" y="8691"/>
                    <a:pt x="1417" y="10108"/>
                    <a:pt x="3168" y="10108"/>
                  </a:cubicBezTo>
                  <a:lnTo>
                    <a:pt x="12289" y="10108"/>
                  </a:lnTo>
                  <a:cubicBezTo>
                    <a:pt x="14040" y="10108"/>
                    <a:pt x="15456" y="8691"/>
                    <a:pt x="15456" y="6940"/>
                  </a:cubicBezTo>
                  <a:lnTo>
                    <a:pt x="15456" y="3168"/>
                  </a:lnTo>
                  <a:cubicBezTo>
                    <a:pt x="15456" y="1417"/>
                    <a:pt x="14040" y="0"/>
                    <a:pt x="12289"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62"/>
            <p:cNvSpPr/>
            <p:nvPr/>
          </p:nvSpPr>
          <p:spPr>
            <a:xfrm>
              <a:off x="979475" y="2347725"/>
              <a:ext cx="333875" cy="201000"/>
            </a:xfrm>
            <a:custGeom>
              <a:avLst/>
              <a:gdLst/>
              <a:ahLst/>
              <a:cxnLst/>
              <a:rect l="l" t="t" r="r" b="b"/>
              <a:pathLst>
                <a:path w="13355" h="8040" extrusionOk="0">
                  <a:moveTo>
                    <a:pt x="2117" y="1"/>
                  </a:moveTo>
                  <a:cubicBezTo>
                    <a:pt x="939" y="1"/>
                    <a:pt x="0" y="956"/>
                    <a:pt x="0" y="2134"/>
                  </a:cubicBezTo>
                  <a:lnTo>
                    <a:pt x="0" y="5906"/>
                  </a:lnTo>
                  <a:cubicBezTo>
                    <a:pt x="0" y="7084"/>
                    <a:pt x="939" y="8039"/>
                    <a:pt x="2117" y="8039"/>
                  </a:cubicBezTo>
                  <a:lnTo>
                    <a:pt x="11238" y="8039"/>
                  </a:lnTo>
                  <a:cubicBezTo>
                    <a:pt x="12416" y="8039"/>
                    <a:pt x="13355" y="7084"/>
                    <a:pt x="13355" y="5906"/>
                  </a:cubicBezTo>
                  <a:lnTo>
                    <a:pt x="13355" y="2134"/>
                  </a:lnTo>
                  <a:cubicBezTo>
                    <a:pt x="13355" y="956"/>
                    <a:pt x="12416" y="1"/>
                    <a:pt x="11238" y="1"/>
                  </a:cubicBezTo>
                  <a:close/>
                </a:path>
              </a:pathLst>
            </a:custGeom>
            <a:solidFill>
              <a:srgbClr val="9ED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62"/>
            <p:cNvSpPr/>
            <p:nvPr/>
          </p:nvSpPr>
          <p:spPr>
            <a:xfrm>
              <a:off x="999375" y="2360875"/>
              <a:ext cx="313975" cy="187850"/>
            </a:xfrm>
            <a:custGeom>
              <a:avLst/>
              <a:gdLst/>
              <a:ahLst/>
              <a:cxnLst/>
              <a:rect l="l" t="t" r="r" b="b"/>
              <a:pathLst>
                <a:path w="12559" h="7514" extrusionOk="0">
                  <a:moveTo>
                    <a:pt x="11827" y="0"/>
                  </a:moveTo>
                  <a:lnTo>
                    <a:pt x="0" y="7036"/>
                  </a:lnTo>
                  <a:cubicBezTo>
                    <a:pt x="366" y="7338"/>
                    <a:pt x="844" y="7513"/>
                    <a:pt x="1321" y="7513"/>
                  </a:cubicBezTo>
                  <a:lnTo>
                    <a:pt x="10442" y="7513"/>
                  </a:lnTo>
                  <a:cubicBezTo>
                    <a:pt x="11604" y="7513"/>
                    <a:pt x="12559" y="6558"/>
                    <a:pt x="12559" y="5380"/>
                  </a:cubicBezTo>
                  <a:lnTo>
                    <a:pt x="12559" y="1608"/>
                  </a:lnTo>
                  <a:cubicBezTo>
                    <a:pt x="12559" y="1003"/>
                    <a:pt x="12288" y="414"/>
                    <a:pt x="1182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62"/>
            <p:cNvSpPr/>
            <p:nvPr/>
          </p:nvSpPr>
          <p:spPr>
            <a:xfrm>
              <a:off x="1387750" y="2321875"/>
              <a:ext cx="386425" cy="252700"/>
            </a:xfrm>
            <a:custGeom>
              <a:avLst/>
              <a:gdLst/>
              <a:ahLst/>
              <a:cxnLst/>
              <a:rect l="l" t="t" r="r" b="b"/>
              <a:pathLst>
                <a:path w="15457" h="10108" extrusionOk="0">
                  <a:moveTo>
                    <a:pt x="3184" y="0"/>
                  </a:moveTo>
                  <a:cubicBezTo>
                    <a:pt x="1417" y="0"/>
                    <a:pt x="1" y="1417"/>
                    <a:pt x="1" y="3168"/>
                  </a:cubicBezTo>
                  <a:lnTo>
                    <a:pt x="1" y="6940"/>
                  </a:lnTo>
                  <a:cubicBezTo>
                    <a:pt x="1" y="8691"/>
                    <a:pt x="1417" y="10108"/>
                    <a:pt x="3184" y="10108"/>
                  </a:cubicBezTo>
                  <a:lnTo>
                    <a:pt x="12289" y="10108"/>
                  </a:lnTo>
                  <a:cubicBezTo>
                    <a:pt x="14040" y="10108"/>
                    <a:pt x="15456" y="8691"/>
                    <a:pt x="15456" y="6940"/>
                  </a:cubicBezTo>
                  <a:lnTo>
                    <a:pt x="15456" y="3168"/>
                  </a:lnTo>
                  <a:cubicBezTo>
                    <a:pt x="15456" y="1417"/>
                    <a:pt x="14040" y="0"/>
                    <a:pt x="12289"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62"/>
            <p:cNvSpPr/>
            <p:nvPr/>
          </p:nvSpPr>
          <p:spPr>
            <a:xfrm>
              <a:off x="1414025" y="2347725"/>
              <a:ext cx="334275" cy="201000"/>
            </a:xfrm>
            <a:custGeom>
              <a:avLst/>
              <a:gdLst/>
              <a:ahLst/>
              <a:cxnLst/>
              <a:rect l="l" t="t" r="r" b="b"/>
              <a:pathLst>
                <a:path w="13371" h="8040" extrusionOk="0">
                  <a:moveTo>
                    <a:pt x="2133" y="1"/>
                  </a:moveTo>
                  <a:cubicBezTo>
                    <a:pt x="955" y="1"/>
                    <a:pt x="0" y="956"/>
                    <a:pt x="0" y="2134"/>
                  </a:cubicBezTo>
                  <a:lnTo>
                    <a:pt x="0" y="5906"/>
                  </a:lnTo>
                  <a:cubicBezTo>
                    <a:pt x="0" y="7084"/>
                    <a:pt x="955" y="8039"/>
                    <a:pt x="2133" y="8039"/>
                  </a:cubicBezTo>
                  <a:lnTo>
                    <a:pt x="11238" y="8039"/>
                  </a:lnTo>
                  <a:cubicBezTo>
                    <a:pt x="12416" y="8039"/>
                    <a:pt x="13371" y="7084"/>
                    <a:pt x="13371" y="5906"/>
                  </a:cubicBezTo>
                  <a:lnTo>
                    <a:pt x="13371" y="2134"/>
                  </a:lnTo>
                  <a:cubicBezTo>
                    <a:pt x="13371" y="956"/>
                    <a:pt x="12416" y="1"/>
                    <a:pt x="11238" y="1"/>
                  </a:cubicBezTo>
                  <a:close/>
                </a:path>
              </a:pathLst>
            </a:custGeom>
            <a:solidFill>
              <a:srgbClr val="9ED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62"/>
            <p:cNvSpPr/>
            <p:nvPr/>
          </p:nvSpPr>
          <p:spPr>
            <a:xfrm>
              <a:off x="1433900" y="2360875"/>
              <a:ext cx="314400" cy="187850"/>
            </a:xfrm>
            <a:custGeom>
              <a:avLst/>
              <a:gdLst/>
              <a:ahLst/>
              <a:cxnLst/>
              <a:rect l="l" t="t" r="r" b="b"/>
              <a:pathLst>
                <a:path w="12576" h="7514" extrusionOk="0">
                  <a:moveTo>
                    <a:pt x="11828" y="0"/>
                  </a:moveTo>
                  <a:lnTo>
                    <a:pt x="1" y="7036"/>
                  </a:lnTo>
                  <a:cubicBezTo>
                    <a:pt x="367" y="7338"/>
                    <a:pt x="845" y="7513"/>
                    <a:pt x="1338" y="7513"/>
                  </a:cubicBezTo>
                  <a:lnTo>
                    <a:pt x="10443" y="7513"/>
                  </a:lnTo>
                  <a:cubicBezTo>
                    <a:pt x="11621" y="7513"/>
                    <a:pt x="12576" y="6558"/>
                    <a:pt x="12576" y="5380"/>
                  </a:cubicBezTo>
                  <a:lnTo>
                    <a:pt x="12576" y="1608"/>
                  </a:lnTo>
                  <a:cubicBezTo>
                    <a:pt x="12576" y="987"/>
                    <a:pt x="12305" y="414"/>
                    <a:pt x="1182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7322083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path" presetSubtype="0" accel="50000" decel="50000" fill="hold" nodeType="withEffect">
                                  <p:stCondLst>
                                    <p:cond delay="0"/>
                                  </p:stCondLst>
                                  <p:childTnLst>
                                    <p:animMotion origin="layout" path="M -2.22222E-6 6.17284E-7 L -0.16025 -0.00093 " pathEditMode="relative" rAng="0" ptsTypes="AA">
                                      <p:cBhvr>
                                        <p:cTn id="6" dur="2000" fill="hold"/>
                                        <p:tgtEl>
                                          <p:spTgt spid="2582"/>
                                        </p:tgtEl>
                                        <p:attrNameLst>
                                          <p:attrName>ppt_x</p:attrName>
                                          <p:attrName>ppt_y</p:attrName>
                                        </p:attrNameLst>
                                      </p:cBhvr>
                                      <p:rCtr x="-8507" y="-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FC73A-66CF-4414-8D3A-D51E09C69675}"/>
              </a:ext>
            </a:extLst>
          </p:cNvPr>
          <p:cNvSpPr>
            <a:spLocks noGrp="1"/>
          </p:cNvSpPr>
          <p:nvPr>
            <p:ph type="title"/>
          </p:nvPr>
        </p:nvSpPr>
        <p:spPr>
          <a:xfrm>
            <a:off x="3821228" y="700205"/>
            <a:ext cx="3439200" cy="531900"/>
          </a:xfrm>
        </p:spPr>
        <p:txBody>
          <a:bodyPr>
            <a:normAutofit/>
          </a:bodyPr>
          <a:lstStyle/>
          <a:p>
            <a:pPr algn="ctr"/>
            <a:r>
              <a:rPr lang="en-US" sz="2200" dirty="0">
                <a:solidFill>
                  <a:srgbClr val="020202"/>
                </a:solidFill>
              </a:rPr>
              <a:t>Work Plan and Timeline</a:t>
            </a:r>
          </a:p>
        </p:txBody>
      </p:sp>
      <p:sp>
        <p:nvSpPr>
          <p:cNvPr id="8" name="Rectangle 7">
            <a:extLst>
              <a:ext uri="{FF2B5EF4-FFF2-40B4-BE49-F238E27FC236}">
                <a16:creationId xmlns:a16="http://schemas.microsoft.com/office/drawing/2014/main" id="{8553625F-FD11-4590-8B1A-AA3DDB1DCE56}"/>
              </a:ext>
            </a:extLst>
          </p:cNvPr>
          <p:cNvSpPr/>
          <p:nvPr/>
        </p:nvSpPr>
        <p:spPr>
          <a:xfrm>
            <a:off x="1211943" y="1325255"/>
            <a:ext cx="1748972" cy="2492990"/>
          </a:xfrm>
          <a:prstGeom prst="rect">
            <a:avLst/>
          </a:prstGeom>
        </p:spPr>
        <p:txBody>
          <a:bodyPr wrap="square">
            <a:spAutoFit/>
          </a:bodyPr>
          <a:lstStyle/>
          <a:p>
            <a:pPr algn="ctr"/>
            <a:r>
              <a:rPr lang="en-US" sz="1300" dirty="0">
                <a:solidFill>
                  <a:schemeClr val="bg1">
                    <a:lumMod val="50000"/>
                  </a:schemeClr>
                </a:solidFill>
              </a:rPr>
              <a:t>A structured work plan and timeline were established to define key tasks, milestones, and deadlines. Team responsibilities were assigned, and progress was continuously monitored using a Gantt chart.</a:t>
            </a:r>
          </a:p>
        </p:txBody>
      </p:sp>
      <p:pic>
        <p:nvPicPr>
          <p:cNvPr id="3" name="Picture 2" descr="A screenshot of a calendar&#10;&#10;AI-generated content may be incorrect.">
            <a:extLst>
              <a:ext uri="{FF2B5EF4-FFF2-40B4-BE49-F238E27FC236}">
                <a16:creationId xmlns:a16="http://schemas.microsoft.com/office/drawing/2014/main" id="{6583AF17-8473-78D3-7FFE-80F50318E9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0428" y="1202109"/>
            <a:ext cx="3860800" cy="1272497"/>
          </a:xfrm>
          <a:prstGeom prst="rect">
            <a:avLst/>
          </a:prstGeom>
        </p:spPr>
      </p:pic>
      <p:pic>
        <p:nvPicPr>
          <p:cNvPr id="6" name="Picture 5">
            <a:extLst>
              <a:ext uri="{FF2B5EF4-FFF2-40B4-BE49-F238E27FC236}">
                <a16:creationId xmlns:a16="http://schemas.microsoft.com/office/drawing/2014/main" id="{65515D27-F20E-EB60-ECE1-54DC2394E4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10428" y="2492724"/>
            <a:ext cx="3860800" cy="1656395"/>
          </a:xfrm>
          <a:prstGeom prst="rect">
            <a:avLst/>
          </a:prstGeom>
        </p:spPr>
      </p:pic>
    </p:spTree>
    <p:extLst>
      <p:ext uri="{BB962C8B-B14F-4D97-AF65-F5344CB8AC3E}">
        <p14:creationId xmlns:p14="http://schemas.microsoft.com/office/powerpoint/2010/main" val="28237344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Google Shape;1866;p50">
            <a:extLst>
              <a:ext uri="{FF2B5EF4-FFF2-40B4-BE49-F238E27FC236}">
                <a16:creationId xmlns:a16="http://schemas.microsoft.com/office/drawing/2014/main" id="{05A1C855-E8FC-46E7-8390-67AE70AE089D}"/>
              </a:ext>
            </a:extLst>
          </p:cNvPr>
          <p:cNvSpPr txBox="1">
            <a:spLocks noGrp="1"/>
          </p:cNvSpPr>
          <p:nvPr>
            <p:ph type="title"/>
          </p:nvPr>
        </p:nvSpPr>
        <p:spPr>
          <a:xfrm>
            <a:off x="713225" y="330725"/>
            <a:ext cx="7717800" cy="713400"/>
          </a:xfrm>
          <a:prstGeom prst="rect">
            <a:avLst/>
          </a:prstGeom>
        </p:spPr>
        <p:txBody>
          <a:bodyPr spcFirstLastPara="1" wrap="square" lIns="91425" tIns="91425" rIns="91425" bIns="91425" anchor="t" anchorCtr="0">
            <a:noAutofit/>
          </a:bodyPr>
          <a:lstStyle/>
          <a:p>
            <a:pPr lvl="0"/>
            <a:r>
              <a:rPr lang="en-US" sz="3800" dirty="0">
                <a:solidFill>
                  <a:schemeClr val="accent6"/>
                </a:solidFill>
              </a:rPr>
              <a:t>Execution Phase</a:t>
            </a:r>
            <a:endParaRPr sz="3800" dirty="0">
              <a:solidFill>
                <a:schemeClr val="accent6"/>
              </a:solidFill>
            </a:endParaRPr>
          </a:p>
        </p:txBody>
      </p:sp>
      <p:sp>
        <p:nvSpPr>
          <p:cNvPr id="67" name="Google Shape;1867;p50">
            <a:extLst>
              <a:ext uri="{FF2B5EF4-FFF2-40B4-BE49-F238E27FC236}">
                <a16:creationId xmlns:a16="http://schemas.microsoft.com/office/drawing/2014/main" id="{FAB6DC6B-033B-4E50-82FE-403400543559}"/>
              </a:ext>
            </a:extLst>
          </p:cNvPr>
          <p:cNvSpPr txBox="1">
            <a:spLocks/>
          </p:cNvSpPr>
          <p:nvPr/>
        </p:nvSpPr>
        <p:spPr>
          <a:xfrm>
            <a:off x="573673" y="2947423"/>
            <a:ext cx="2735448" cy="3507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800" b="1" dirty="0">
                <a:solidFill>
                  <a:srgbClr val="E15561"/>
                </a:solidFill>
                <a:latin typeface="Mouse Memoirs" panose="020B0604020202020204" charset="0"/>
              </a:rPr>
              <a:t>System Development </a:t>
            </a:r>
            <a:br>
              <a:rPr lang="en-US" sz="2800" b="1" dirty="0">
                <a:solidFill>
                  <a:srgbClr val="E15561"/>
                </a:solidFill>
                <a:latin typeface="Mouse Memoirs" panose="020B0604020202020204" charset="0"/>
              </a:rPr>
            </a:br>
            <a:r>
              <a:rPr lang="en-US" sz="2800" b="1" dirty="0">
                <a:solidFill>
                  <a:srgbClr val="E15561"/>
                </a:solidFill>
                <a:latin typeface="Mouse Memoirs" panose="020B0604020202020204" charset="0"/>
              </a:rPr>
              <a:t>&amp; Hardware</a:t>
            </a:r>
          </a:p>
        </p:txBody>
      </p:sp>
      <p:sp>
        <p:nvSpPr>
          <p:cNvPr id="68" name="Google Shape;1868;p50">
            <a:extLst>
              <a:ext uri="{FF2B5EF4-FFF2-40B4-BE49-F238E27FC236}">
                <a16:creationId xmlns:a16="http://schemas.microsoft.com/office/drawing/2014/main" id="{48F697CA-9083-4D6C-906B-AAC1EC912199}"/>
              </a:ext>
            </a:extLst>
          </p:cNvPr>
          <p:cNvSpPr txBox="1">
            <a:spLocks noGrp="1"/>
          </p:cNvSpPr>
          <p:nvPr>
            <p:ph type="subTitle" idx="1"/>
          </p:nvPr>
        </p:nvSpPr>
        <p:spPr>
          <a:xfrm>
            <a:off x="409845" y="3904914"/>
            <a:ext cx="2846805" cy="790500"/>
          </a:xfrm>
          <a:prstGeom prst="rect">
            <a:avLst/>
          </a:prstGeom>
        </p:spPr>
        <p:txBody>
          <a:bodyPr spcFirstLastPara="1" wrap="square" lIns="91425" tIns="91425" rIns="91425" bIns="91425" anchor="ctr" anchorCtr="0">
            <a:noAutofit/>
          </a:bodyPr>
          <a:lstStyle/>
          <a:p>
            <a:pPr marL="0" lvl="0" indent="0">
              <a:spcAft>
                <a:spcPts val="1200"/>
              </a:spcAft>
            </a:pPr>
            <a:r>
              <a:rPr lang="en-US" sz="1400" dirty="0">
                <a:solidFill>
                  <a:schemeClr val="accent6">
                    <a:lumMod val="75000"/>
                  </a:schemeClr>
                </a:solidFill>
                <a:latin typeface="Catamaran" panose="020B0604020202020204" charset="0"/>
                <a:cs typeface="Catamaran" panose="020B0604020202020204" charset="0"/>
              </a:rPr>
              <a:t>Hardware and software components were developed in line with the system architecture, including sensors, controllers, and a monitoring dashboard.</a:t>
            </a:r>
            <a:endParaRPr sz="1400" dirty="0">
              <a:solidFill>
                <a:schemeClr val="accent6">
                  <a:lumMod val="75000"/>
                </a:schemeClr>
              </a:solidFill>
              <a:latin typeface="Catamaran" panose="020B0604020202020204" charset="0"/>
              <a:cs typeface="Catamaran" panose="020B0604020202020204" charset="0"/>
            </a:endParaRPr>
          </a:p>
        </p:txBody>
      </p:sp>
      <p:sp>
        <p:nvSpPr>
          <p:cNvPr id="69" name="Google Shape;1869;p50">
            <a:extLst>
              <a:ext uri="{FF2B5EF4-FFF2-40B4-BE49-F238E27FC236}">
                <a16:creationId xmlns:a16="http://schemas.microsoft.com/office/drawing/2014/main" id="{82333E68-E940-4C2D-9FA4-E6739452EE0D}"/>
              </a:ext>
            </a:extLst>
          </p:cNvPr>
          <p:cNvSpPr txBox="1">
            <a:spLocks/>
          </p:cNvSpPr>
          <p:nvPr/>
        </p:nvSpPr>
        <p:spPr>
          <a:xfrm>
            <a:off x="3665030" y="2910755"/>
            <a:ext cx="2173350" cy="3507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800" b="1" dirty="0">
                <a:solidFill>
                  <a:srgbClr val="5587AC"/>
                </a:solidFill>
                <a:latin typeface="Mouse Memoirs" panose="020B0604020202020204" charset="0"/>
              </a:rPr>
              <a:t>Integration </a:t>
            </a:r>
            <a:br>
              <a:rPr lang="en-US" sz="2800" b="1" dirty="0">
                <a:solidFill>
                  <a:srgbClr val="5587AC"/>
                </a:solidFill>
                <a:latin typeface="Mouse Memoirs" panose="020B0604020202020204" charset="0"/>
              </a:rPr>
            </a:br>
            <a:r>
              <a:rPr lang="en-US" sz="2800" b="1" dirty="0">
                <a:solidFill>
                  <a:srgbClr val="5587AC"/>
                </a:solidFill>
                <a:latin typeface="Mouse Memoirs" panose="020B0604020202020204" charset="0"/>
              </a:rPr>
              <a:t>&amp; Testing </a:t>
            </a:r>
          </a:p>
        </p:txBody>
      </p:sp>
      <p:sp>
        <p:nvSpPr>
          <p:cNvPr id="70" name="Google Shape;1870;p50">
            <a:extLst>
              <a:ext uri="{FF2B5EF4-FFF2-40B4-BE49-F238E27FC236}">
                <a16:creationId xmlns:a16="http://schemas.microsoft.com/office/drawing/2014/main" id="{956C821A-D2D8-4814-BBFB-5EAF144C2E6E}"/>
              </a:ext>
            </a:extLst>
          </p:cNvPr>
          <p:cNvSpPr txBox="1">
            <a:spLocks/>
          </p:cNvSpPr>
          <p:nvPr/>
        </p:nvSpPr>
        <p:spPr>
          <a:xfrm>
            <a:off x="3308275" y="3819732"/>
            <a:ext cx="2846805" cy="7905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Aft>
                <a:spcPts val="1200"/>
              </a:spcAft>
            </a:pPr>
            <a:r>
              <a:rPr lang="en-US" dirty="0">
                <a:solidFill>
                  <a:schemeClr val="accent6">
                    <a:lumMod val="75000"/>
                  </a:schemeClr>
                </a:solidFill>
                <a:latin typeface="Catamaran" panose="020B0604020202020204" charset="0"/>
                <a:cs typeface="Catamaran" panose="020B0604020202020204" charset="0"/>
                <a:sym typeface="Catamaran"/>
              </a:rPr>
              <a:t>System components were integrated and tested to verify detection accuracy, real-time alerts, and emergency response behavior.</a:t>
            </a:r>
          </a:p>
        </p:txBody>
      </p:sp>
      <p:sp>
        <p:nvSpPr>
          <p:cNvPr id="71" name="Google Shape;1871;p50">
            <a:extLst>
              <a:ext uri="{FF2B5EF4-FFF2-40B4-BE49-F238E27FC236}">
                <a16:creationId xmlns:a16="http://schemas.microsoft.com/office/drawing/2014/main" id="{52849FA7-4222-4182-B55F-3B2AD27D1186}"/>
              </a:ext>
            </a:extLst>
          </p:cNvPr>
          <p:cNvSpPr txBox="1">
            <a:spLocks/>
          </p:cNvSpPr>
          <p:nvPr/>
        </p:nvSpPr>
        <p:spPr>
          <a:xfrm>
            <a:off x="6258758" y="2938316"/>
            <a:ext cx="2173350" cy="3507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800" b="1" dirty="0">
                <a:solidFill>
                  <a:srgbClr val="E69E1A"/>
                </a:solidFill>
                <a:latin typeface="Mouse Memoirs" panose="020B0604020202020204" charset="0"/>
              </a:rPr>
              <a:t>Improvements &amp; Progress Tracking</a:t>
            </a:r>
          </a:p>
        </p:txBody>
      </p:sp>
      <p:sp>
        <p:nvSpPr>
          <p:cNvPr id="72" name="Google Shape;1872;p50">
            <a:extLst>
              <a:ext uri="{FF2B5EF4-FFF2-40B4-BE49-F238E27FC236}">
                <a16:creationId xmlns:a16="http://schemas.microsoft.com/office/drawing/2014/main" id="{2620702D-BF39-47B8-9458-CE636783ACEE}"/>
              </a:ext>
            </a:extLst>
          </p:cNvPr>
          <p:cNvSpPr txBox="1">
            <a:spLocks/>
          </p:cNvSpPr>
          <p:nvPr/>
        </p:nvSpPr>
        <p:spPr>
          <a:xfrm>
            <a:off x="6155080" y="3884466"/>
            <a:ext cx="2546346" cy="7905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spcAft>
                <a:spcPts val="1200"/>
              </a:spcAft>
            </a:pPr>
            <a:r>
              <a:rPr lang="en-US" dirty="0">
                <a:solidFill>
                  <a:schemeClr val="accent6">
                    <a:lumMod val="75000"/>
                  </a:schemeClr>
                </a:solidFill>
                <a:latin typeface="Catamaran" panose="020B0604020202020204" charset="0"/>
                <a:cs typeface="Catamaran" panose="020B0604020202020204" charset="0"/>
              </a:rPr>
              <a:t>Issues were resolved through iterative improvements and regular progress reviews to maintain alignment with project objectives and timeline.</a:t>
            </a:r>
          </a:p>
        </p:txBody>
      </p:sp>
      <p:grpSp>
        <p:nvGrpSpPr>
          <p:cNvPr id="73" name="Google Shape;1873;p50">
            <a:extLst>
              <a:ext uri="{FF2B5EF4-FFF2-40B4-BE49-F238E27FC236}">
                <a16:creationId xmlns:a16="http://schemas.microsoft.com/office/drawing/2014/main" id="{307D13E6-42FC-47D4-A7DC-A3B361E14669}"/>
              </a:ext>
            </a:extLst>
          </p:cNvPr>
          <p:cNvGrpSpPr/>
          <p:nvPr/>
        </p:nvGrpSpPr>
        <p:grpSpPr>
          <a:xfrm>
            <a:off x="1356028" y="1217345"/>
            <a:ext cx="1171800" cy="1461830"/>
            <a:chOff x="1632175" y="1428591"/>
            <a:chExt cx="1171800" cy="1461830"/>
          </a:xfrm>
        </p:grpSpPr>
        <p:sp>
          <p:nvSpPr>
            <p:cNvPr id="74" name="Google Shape;1874;p50">
              <a:extLst>
                <a:ext uri="{FF2B5EF4-FFF2-40B4-BE49-F238E27FC236}">
                  <a16:creationId xmlns:a16="http://schemas.microsoft.com/office/drawing/2014/main" id="{66977E02-B06C-4416-A78A-3C04EA3673EF}"/>
                </a:ext>
              </a:extLst>
            </p:cNvPr>
            <p:cNvSpPr/>
            <p:nvPr/>
          </p:nvSpPr>
          <p:spPr>
            <a:xfrm>
              <a:off x="2189503" y="2348325"/>
              <a:ext cx="57144" cy="542096"/>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875;p50">
              <a:extLst>
                <a:ext uri="{FF2B5EF4-FFF2-40B4-BE49-F238E27FC236}">
                  <a16:creationId xmlns:a16="http://schemas.microsoft.com/office/drawing/2014/main" id="{8E6D2CCA-92FC-456A-BA2C-BFDF85006DDD}"/>
                </a:ext>
              </a:extLst>
            </p:cNvPr>
            <p:cNvSpPr/>
            <p:nvPr/>
          </p:nvSpPr>
          <p:spPr>
            <a:xfrm rot="2700000">
              <a:off x="1803781" y="1600197"/>
              <a:ext cx="828588" cy="828588"/>
            </a:xfrm>
            <a:prstGeom prst="roundRect">
              <a:avLst>
                <a:gd name="adj" fmla="val 8047"/>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876;p50">
              <a:extLst>
                <a:ext uri="{FF2B5EF4-FFF2-40B4-BE49-F238E27FC236}">
                  <a16:creationId xmlns:a16="http://schemas.microsoft.com/office/drawing/2014/main" id="{FF5CAA89-4185-48E4-9DC1-68B36ADD24EF}"/>
                </a:ext>
              </a:extLst>
            </p:cNvPr>
            <p:cNvSpPr/>
            <p:nvPr/>
          </p:nvSpPr>
          <p:spPr>
            <a:xfrm rot="2700000">
              <a:off x="1834965" y="1631381"/>
              <a:ext cx="766221" cy="766221"/>
            </a:xfrm>
            <a:prstGeom prst="roundRect">
              <a:avLst>
                <a:gd name="adj" fmla="val 8047"/>
              </a:avLst>
            </a:prstGeom>
            <a:solidFill>
              <a:srgbClr val="E15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 name="Google Shape;1877;p50">
            <a:extLst>
              <a:ext uri="{FF2B5EF4-FFF2-40B4-BE49-F238E27FC236}">
                <a16:creationId xmlns:a16="http://schemas.microsoft.com/office/drawing/2014/main" id="{35A1440B-319B-478B-AECA-08668598C591}"/>
              </a:ext>
            </a:extLst>
          </p:cNvPr>
          <p:cNvGrpSpPr/>
          <p:nvPr/>
        </p:nvGrpSpPr>
        <p:grpSpPr>
          <a:xfrm>
            <a:off x="4103780" y="1216721"/>
            <a:ext cx="1171800" cy="1461830"/>
            <a:chOff x="1632175" y="1428591"/>
            <a:chExt cx="1171800" cy="1461830"/>
          </a:xfrm>
        </p:grpSpPr>
        <p:sp>
          <p:nvSpPr>
            <p:cNvPr id="78" name="Google Shape;1878;p50">
              <a:extLst>
                <a:ext uri="{FF2B5EF4-FFF2-40B4-BE49-F238E27FC236}">
                  <a16:creationId xmlns:a16="http://schemas.microsoft.com/office/drawing/2014/main" id="{F753F943-4E83-40F9-AEA0-289A0F930142}"/>
                </a:ext>
              </a:extLst>
            </p:cNvPr>
            <p:cNvSpPr/>
            <p:nvPr/>
          </p:nvSpPr>
          <p:spPr>
            <a:xfrm>
              <a:off x="2189503" y="2348325"/>
              <a:ext cx="57144" cy="542096"/>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879;p50">
              <a:extLst>
                <a:ext uri="{FF2B5EF4-FFF2-40B4-BE49-F238E27FC236}">
                  <a16:creationId xmlns:a16="http://schemas.microsoft.com/office/drawing/2014/main" id="{9345420E-DD85-4513-B9C8-333CF570C81A}"/>
                </a:ext>
              </a:extLst>
            </p:cNvPr>
            <p:cNvSpPr/>
            <p:nvPr/>
          </p:nvSpPr>
          <p:spPr>
            <a:xfrm rot="2700000">
              <a:off x="1803781" y="1600197"/>
              <a:ext cx="828588" cy="828588"/>
            </a:xfrm>
            <a:prstGeom prst="roundRect">
              <a:avLst>
                <a:gd name="adj" fmla="val 8047"/>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880;p50">
              <a:extLst>
                <a:ext uri="{FF2B5EF4-FFF2-40B4-BE49-F238E27FC236}">
                  <a16:creationId xmlns:a16="http://schemas.microsoft.com/office/drawing/2014/main" id="{A24FDE62-CBEB-45F0-ADBA-1DCD7C8FB1F2}"/>
                </a:ext>
              </a:extLst>
            </p:cNvPr>
            <p:cNvSpPr/>
            <p:nvPr/>
          </p:nvSpPr>
          <p:spPr>
            <a:xfrm rot="2700000">
              <a:off x="1834965" y="1631381"/>
              <a:ext cx="766221" cy="766221"/>
            </a:xfrm>
            <a:prstGeom prst="roundRect">
              <a:avLst>
                <a:gd name="adj" fmla="val 8047"/>
              </a:avLst>
            </a:prstGeom>
            <a:solidFill>
              <a:srgbClr val="5587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 name="Google Shape;1881;p50">
            <a:extLst>
              <a:ext uri="{FF2B5EF4-FFF2-40B4-BE49-F238E27FC236}">
                <a16:creationId xmlns:a16="http://schemas.microsoft.com/office/drawing/2014/main" id="{D10B796E-6B64-431C-949D-50D121311726}"/>
              </a:ext>
            </a:extLst>
          </p:cNvPr>
          <p:cNvGrpSpPr/>
          <p:nvPr/>
        </p:nvGrpSpPr>
        <p:grpSpPr>
          <a:xfrm>
            <a:off x="6760146" y="1230019"/>
            <a:ext cx="1171800" cy="1461830"/>
            <a:chOff x="1632175" y="1428591"/>
            <a:chExt cx="1171800" cy="1461830"/>
          </a:xfrm>
        </p:grpSpPr>
        <p:sp>
          <p:nvSpPr>
            <p:cNvPr id="82" name="Google Shape;1882;p50">
              <a:extLst>
                <a:ext uri="{FF2B5EF4-FFF2-40B4-BE49-F238E27FC236}">
                  <a16:creationId xmlns:a16="http://schemas.microsoft.com/office/drawing/2014/main" id="{598FDA07-0C3A-4283-953D-A0803D6D6F81}"/>
                </a:ext>
              </a:extLst>
            </p:cNvPr>
            <p:cNvSpPr/>
            <p:nvPr/>
          </p:nvSpPr>
          <p:spPr>
            <a:xfrm>
              <a:off x="2189503" y="2348325"/>
              <a:ext cx="57144" cy="542096"/>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883;p50">
              <a:extLst>
                <a:ext uri="{FF2B5EF4-FFF2-40B4-BE49-F238E27FC236}">
                  <a16:creationId xmlns:a16="http://schemas.microsoft.com/office/drawing/2014/main" id="{21CA39A7-912F-450E-A6FC-3BFA4F11FB8A}"/>
                </a:ext>
              </a:extLst>
            </p:cNvPr>
            <p:cNvSpPr/>
            <p:nvPr/>
          </p:nvSpPr>
          <p:spPr>
            <a:xfrm rot="2700000">
              <a:off x="1803781" y="1600197"/>
              <a:ext cx="828588" cy="828588"/>
            </a:xfrm>
            <a:prstGeom prst="roundRect">
              <a:avLst>
                <a:gd name="adj" fmla="val 8047"/>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884;p50">
              <a:extLst>
                <a:ext uri="{FF2B5EF4-FFF2-40B4-BE49-F238E27FC236}">
                  <a16:creationId xmlns:a16="http://schemas.microsoft.com/office/drawing/2014/main" id="{A876F15C-7B7D-4A33-956D-8A498F3513D8}"/>
                </a:ext>
              </a:extLst>
            </p:cNvPr>
            <p:cNvSpPr/>
            <p:nvPr/>
          </p:nvSpPr>
          <p:spPr>
            <a:xfrm rot="2700000">
              <a:off x="1834965" y="1631381"/>
              <a:ext cx="766221" cy="766221"/>
            </a:xfrm>
            <a:prstGeom prst="roundRect">
              <a:avLst>
                <a:gd name="adj" fmla="val 8047"/>
              </a:avLst>
            </a:prstGeom>
            <a:solidFill>
              <a:srgbClr val="E69E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 name="Google Shape;1885;p50">
            <a:extLst>
              <a:ext uri="{FF2B5EF4-FFF2-40B4-BE49-F238E27FC236}">
                <a16:creationId xmlns:a16="http://schemas.microsoft.com/office/drawing/2014/main" id="{EE838E2C-ADDC-4059-A4AC-7E7EDE387EE2}"/>
              </a:ext>
            </a:extLst>
          </p:cNvPr>
          <p:cNvSpPr/>
          <p:nvPr/>
        </p:nvSpPr>
        <p:spPr>
          <a:xfrm>
            <a:off x="4503787" y="1609777"/>
            <a:ext cx="371785" cy="369974"/>
          </a:xfrm>
          <a:custGeom>
            <a:avLst/>
            <a:gdLst/>
            <a:ahLst/>
            <a:cxnLst/>
            <a:rect l="l" t="t" r="r" b="b"/>
            <a:pathLst>
              <a:path w="12728" h="12666" extrusionOk="0">
                <a:moveTo>
                  <a:pt x="1859" y="3308"/>
                </a:moveTo>
                <a:lnTo>
                  <a:pt x="1859" y="5230"/>
                </a:lnTo>
                <a:lnTo>
                  <a:pt x="882" y="5230"/>
                </a:lnTo>
                <a:lnTo>
                  <a:pt x="882" y="3308"/>
                </a:lnTo>
                <a:close/>
                <a:moveTo>
                  <a:pt x="5765" y="2458"/>
                </a:moveTo>
                <a:cubicBezTo>
                  <a:pt x="5860" y="2458"/>
                  <a:pt x="5986" y="2584"/>
                  <a:pt x="5986" y="2710"/>
                </a:cubicBezTo>
                <a:lnTo>
                  <a:pt x="5986" y="5230"/>
                </a:lnTo>
                <a:lnTo>
                  <a:pt x="2678" y="5230"/>
                </a:lnTo>
                <a:lnTo>
                  <a:pt x="2678" y="2710"/>
                </a:lnTo>
                <a:cubicBezTo>
                  <a:pt x="2678" y="2584"/>
                  <a:pt x="2772" y="2458"/>
                  <a:pt x="2930" y="2458"/>
                </a:cubicBezTo>
                <a:close/>
                <a:moveTo>
                  <a:pt x="9893" y="2458"/>
                </a:moveTo>
                <a:cubicBezTo>
                  <a:pt x="10019" y="2458"/>
                  <a:pt x="10113" y="2584"/>
                  <a:pt x="10113" y="2710"/>
                </a:cubicBezTo>
                <a:lnTo>
                  <a:pt x="10113" y="5230"/>
                </a:lnTo>
                <a:lnTo>
                  <a:pt x="6837" y="5230"/>
                </a:lnTo>
                <a:lnTo>
                  <a:pt x="6837" y="2710"/>
                </a:lnTo>
                <a:cubicBezTo>
                  <a:pt x="6805" y="2584"/>
                  <a:pt x="6900" y="2458"/>
                  <a:pt x="7057" y="2458"/>
                </a:cubicBezTo>
                <a:close/>
                <a:moveTo>
                  <a:pt x="11940" y="3308"/>
                </a:moveTo>
                <a:lnTo>
                  <a:pt x="11940" y="5230"/>
                </a:lnTo>
                <a:lnTo>
                  <a:pt x="10964" y="5230"/>
                </a:lnTo>
                <a:lnTo>
                  <a:pt x="10964" y="3308"/>
                </a:lnTo>
                <a:close/>
                <a:moveTo>
                  <a:pt x="7215" y="6900"/>
                </a:moveTo>
                <a:cubicBezTo>
                  <a:pt x="7435" y="6900"/>
                  <a:pt x="7656" y="7089"/>
                  <a:pt x="7656" y="7278"/>
                </a:cubicBezTo>
                <a:cubicBezTo>
                  <a:pt x="7656" y="7530"/>
                  <a:pt x="7435" y="7719"/>
                  <a:pt x="7215" y="7719"/>
                </a:cubicBezTo>
                <a:lnTo>
                  <a:pt x="5545" y="7719"/>
                </a:lnTo>
                <a:cubicBezTo>
                  <a:pt x="5324" y="7719"/>
                  <a:pt x="5135" y="7530"/>
                  <a:pt x="5135" y="7278"/>
                </a:cubicBezTo>
                <a:cubicBezTo>
                  <a:pt x="5135" y="7026"/>
                  <a:pt x="5324" y="6900"/>
                  <a:pt x="5545" y="6900"/>
                </a:cubicBezTo>
                <a:close/>
                <a:moveTo>
                  <a:pt x="3088" y="6900"/>
                </a:moveTo>
                <a:cubicBezTo>
                  <a:pt x="3749" y="6900"/>
                  <a:pt x="4285" y="7436"/>
                  <a:pt x="4348" y="8097"/>
                </a:cubicBezTo>
                <a:cubicBezTo>
                  <a:pt x="4348" y="8790"/>
                  <a:pt x="3781" y="9326"/>
                  <a:pt x="3088" y="9326"/>
                </a:cubicBezTo>
                <a:cubicBezTo>
                  <a:pt x="2394" y="9326"/>
                  <a:pt x="1859" y="8790"/>
                  <a:pt x="1859" y="8097"/>
                </a:cubicBezTo>
                <a:cubicBezTo>
                  <a:pt x="1859" y="7436"/>
                  <a:pt x="2394" y="6900"/>
                  <a:pt x="3088" y="6900"/>
                </a:cubicBezTo>
                <a:close/>
                <a:moveTo>
                  <a:pt x="7215" y="8570"/>
                </a:moveTo>
                <a:cubicBezTo>
                  <a:pt x="7435" y="8570"/>
                  <a:pt x="7656" y="8790"/>
                  <a:pt x="7656" y="8979"/>
                </a:cubicBezTo>
                <a:cubicBezTo>
                  <a:pt x="7656" y="9168"/>
                  <a:pt x="7435" y="9357"/>
                  <a:pt x="7215" y="9357"/>
                </a:cubicBezTo>
                <a:lnTo>
                  <a:pt x="5545" y="9357"/>
                </a:lnTo>
                <a:cubicBezTo>
                  <a:pt x="5324" y="9357"/>
                  <a:pt x="5135" y="9168"/>
                  <a:pt x="5135" y="8979"/>
                </a:cubicBezTo>
                <a:cubicBezTo>
                  <a:pt x="5135" y="8727"/>
                  <a:pt x="5324" y="8570"/>
                  <a:pt x="5545" y="8570"/>
                </a:cubicBezTo>
                <a:close/>
                <a:moveTo>
                  <a:pt x="9790" y="6930"/>
                </a:moveTo>
                <a:cubicBezTo>
                  <a:pt x="10428" y="6930"/>
                  <a:pt x="10964" y="7456"/>
                  <a:pt x="10964" y="8160"/>
                </a:cubicBezTo>
                <a:cubicBezTo>
                  <a:pt x="10964" y="8822"/>
                  <a:pt x="10397" y="9357"/>
                  <a:pt x="9735" y="9357"/>
                </a:cubicBezTo>
                <a:cubicBezTo>
                  <a:pt x="9073" y="9357"/>
                  <a:pt x="8506" y="8822"/>
                  <a:pt x="8506" y="8160"/>
                </a:cubicBezTo>
                <a:cubicBezTo>
                  <a:pt x="8506" y="7467"/>
                  <a:pt x="9073" y="6931"/>
                  <a:pt x="9735" y="6931"/>
                </a:cubicBezTo>
                <a:cubicBezTo>
                  <a:pt x="9754" y="6931"/>
                  <a:pt x="9772" y="6930"/>
                  <a:pt x="9790" y="6930"/>
                </a:cubicBezTo>
                <a:close/>
                <a:moveTo>
                  <a:pt x="3875" y="0"/>
                </a:moveTo>
                <a:cubicBezTo>
                  <a:pt x="2709" y="0"/>
                  <a:pt x="1827" y="946"/>
                  <a:pt x="1764" y="2080"/>
                </a:cubicBezTo>
                <a:lnTo>
                  <a:pt x="1764" y="2458"/>
                </a:lnTo>
                <a:lnTo>
                  <a:pt x="410" y="2458"/>
                </a:lnTo>
                <a:cubicBezTo>
                  <a:pt x="158" y="2458"/>
                  <a:pt x="0" y="2678"/>
                  <a:pt x="0" y="2899"/>
                </a:cubicBezTo>
                <a:lnTo>
                  <a:pt x="0" y="5671"/>
                </a:lnTo>
                <a:cubicBezTo>
                  <a:pt x="32" y="5860"/>
                  <a:pt x="252" y="6049"/>
                  <a:pt x="473" y="6049"/>
                </a:cubicBezTo>
                <a:lnTo>
                  <a:pt x="1449" y="6049"/>
                </a:lnTo>
                <a:cubicBezTo>
                  <a:pt x="1197" y="6427"/>
                  <a:pt x="1040" y="6837"/>
                  <a:pt x="1040" y="7278"/>
                </a:cubicBezTo>
                <a:lnTo>
                  <a:pt x="1040" y="9767"/>
                </a:lnTo>
                <a:cubicBezTo>
                  <a:pt x="1040" y="10302"/>
                  <a:pt x="1386" y="10744"/>
                  <a:pt x="1859" y="10933"/>
                </a:cubicBezTo>
                <a:lnTo>
                  <a:pt x="1859" y="12256"/>
                </a:lnTo>
                <a:cubicBezTo>
                  <a:pt x="1859" y="12476"/>
                  <a:pt x="2048" y="12665"/>
                  <a:pt x="2300" y="12665"/>
                </a:cubicBezTo>
                <a:lnTo>
                  <a:pt x="3938" y="12665"/>
                </a:lnTo>
                <a:cubicBezTo>
                  <a:pt x="4190" y="12665"/>
                  <a:pt x="4348" y="12476"/>
                  <a:pt x="4348" y="12256"/>
                </a:cubicBezTo>
                <a:lnTo>
                  <a:pt x="4348" y="10996"/>
                </a:lnTo>
                <a:lnTo>
                  <a:pt x="8475" y="10996"/>
                </a:lnTo>
                <a:lnTo>
                  <a:pt x="8475" y="12256"/>
                </a:lnTo>
                <a:cubicBezTo>
                  <a:pt x="8475" y="12476"/>
                  <a:pt x="8664" y="12665"/>
                  <a:pt x="8884" y="12665"/>
                </a:cubicBezTo>
                <a:lnTo>
                  <a:pt x="10523" y="12665"/>
                </a:lnTo>
                <a:cubicBezTo>
                  <a:pt x="10775" y="12665"/>
                  <a:pt x="10901" y="12476"/>
                  <a:pt x="10901" y="12256"/>
                </a:cubicBezTo>
                <a:lnTo>
                  <a:pt x="10901" y="10933"/>
                </a:lnTo>
                <a:cubicBezTo>
                  <a:pt x="11373" y="10775"/>
                  <a:pt x="11751" y="10302"/>
                  <a:pt x="11751" y="9767"/>
                </a:cubicBezTo>
                <a:lnTo>
                  <a:pt x="11751" y="7278"/>
                </a:lnTo>
                <a:cubicBezTo>
                  <a:pt x="11751" y="6805"/>
                  <a:pt x="11594" y="6364"/>
                  <a:pt x="11310" y="6049"/>
                </a:cubicBezTo>
                <a:lnTo>
                  <a:pt x="12287" y="6049"/>
                </a:lnTo>
                <a:cubicBezTo>
                  <a:pt x="12539" y="6049"/>
                  <a:pt x="12728" y="5860"/>
                  <a:pt x="12728" y="5671"/>
                </a:cubicBezTo>
                <a:lnTo>
                  <a:pt x="12728" y="2899"/>
                </a:lnTo>
                <a:cubicBezTo>
                  <a:pt x="12728" y="2678"/>
                  <a:pt x="12539" y="2458"/>
                  <a:pt x="12287" y="2458"/>
                </a:cubicBezTo>
                <a:lnTo>
                  <a:pt x="10901" y="2458"/>
                </a:lnTo>
                <a:lnTo>
                  <a:pt x="10901" y="2080"/>
                </a:lnTo>
                <a:cubicBezTo>
                  <a:pt x="10901" y="946"/>
                  <a:pt x="9987" y="32"/>
                  <a:pt x="88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 name="Google Shape;1886;p50">
            <a:extLst>
              <a:ext uri="{FF2B5EF4-FFF2-40B4-BE49-F238E27FC236}">
                <a16:creationId xmlns:a16="http://schemas.microsoft.com/office/drawing/2014/main" id="{AAD01ED5-CFE2-4293-9C3C-F100D5CF2DDB}"/>
              </a:ext>
            </a:extLst>
          </p:cNvPr>
          <p:cNvGrpSpPr/>
          <p:nvPr/>
        </p:nvGrpSpPr>
        <p:grpSpPr>
          <a:xfrm>
            <a:off x="7131294" y="1632157"/>
            <a:ext cx="429504" cy="370879"/>
            <a:chOff x="-42651700" y="3217825"/>
            <a:chExt cx="367600" cy="317425"/>
          </a:xfrm>
        </p:grpSpPr>
        <p:sp>
          <p:nvSpPr>
            <p:cNvPr id="87" name="Google Shape;1887;p50">
              <a:extLst>
                <a:ext uri="{FF2B5EF4-FFF2-40B4-BE49-F238E27FC236}">
                  <a16:creationId xmlns:a16="http://schemas.microsoft.com/office/drawing/2014/main" id="{71D5762D-E715-4B0D-8A09-DF4C33EB5CD6}"/>
                </a:ext>
              </a:extLst>
            </p:cNvPr>
            <p:cNvSpPr/>
            <p:nvPr/>
          </p:nvSpPr>
          <p:spPr>
            <a:xfrm>
              <a:off x="-42651700" y="3239075"/>
              <a:ext cx="367600" cy="296175"/>
            </a:xfrm>
            <a:custGeom>
              <a:avLst/>
              <a:gdLst/>
              <a:ahLst/>
              <a:cxnLst/>
              <a:rect l="l" t="t" r="r" b="b"/>
              <a:pathLst>
                <a:path w="14704" h="11847" extrusionOk="0">
                  <a:moveTo>
                    <a:pt x="7370" y="797"/>
                  </a:moveTo>
                  <a:cubicBezTo>
                    <a:pt x="8536" y="797"/>
                    <a:pt x="9694" y="1246"/>
                    <a:pt x="10576" y="2143"/>
                  </a:cubicBezTo>
                  <a:cubicBezTo>
                    <a:pt x="12340" y="3908"/>
                    <a:pt x="12340" y="6775"/>
                    <a:pt x="10576" y="8539"/>
                  </a:cubicBezTo>
                  <a:cubicBezTo>
                    <a:pt x="9757" y="9390"/>
                    <a:pt x="8623" y="9894"/>
                    <a:pt x="7363" y="9894"/>
                  </a:cubicBezTo>
                  <a:cubicBezTo>
                    <a:pt x="6102" y="9894"/>
                    <a:pt x="4937" y="9358"/>
                    <a:pt x="4118" y="8539"/>
                  </a:cubicBezTo>
                  <a:cubicBezTo>
                    <a:pt x="2353" y="6775"/>
                    <a:pt x="2353" y="3908"/>
                    <a:pt x="4118" y="2143"/>
                  </a:cubicBezTo>
                  <a:cubicBezTo>
                    <a:pt x="5031" y="1246"/>
                    <a:pt x="6205" y="797"/>
                    <a:pt x="7370" y="797"/>
                  </a:cubicBezTo>
                  <a:close/>
                  <a:moveTo>
                    <a:pt x="7326" y="1"/>
                  </a:moveTo>
                  <a:cubicBezTo>
                    <a:pt x="2091" y="1"/>
                    <a:pt x="0" y="6750"/>
                    <a:pt x="4275" y="9768"/>
                  </a:cubicBezTo>
                  <a:lnTo>
                    <a:pt x="3424" y="11280"/>
                  </a:lnTo>
                  <a:cubicBezTo>
                    <a:pt x="3298" y="11532"/>
                    <a:pt x="3487" y="11847"/>
                    <a:pt x="3771" y="11847"/>
                  </a:cubicBezTo>
                  <a:cubicBezTo>
                    <a:pt x="3929" y="11847"/>
                    <a:pt x="4086" y="11784"/>
                    <a:pt x="4118" y="11626"/>
                  </a:cubicBezTo>
                  <a:lnTo>
                    <a:pt x="5000" y="10209"/>
                  </a:lnTo>
                  <a:cubicBezTo>
                    <a:pt x="5740" y="10571"/>
                    <a:pt x="6543" y="10752"/>
                    <a:pt x="7351" y="10752"/>
                  </a:cubicBezTo>
                  <a:cubicBezTo>
                    <a:pt x="8158" y="10752"/>
                    <a:pt x="8969" y="10571"/>
                    <a:pt x="9725" y="10209"/>
                  </a:cubicBezTo>
                  <a:lnTo>
                    <a:pt x="10576" y="11626"/>
                  </a:lnTo>
                  <a:cubicBezTo>
                    <a:pt x="10671" y="11784"/>
                    <a:pt x="10828" y="11847"/>
                    <a:pt x="10923" y="11847"/>
                  </a:cubicBezTo>
                  <a:cubicBezTo>
                    <a:pt x="11238" y="11847"/>
                    <a:pt x="11458" y="11532"/>
                    <a:pt x="11301" y="11280"/>
                  </a:cubicBezTo>
                  <a:lnTo>
                    <a:pt x="10419" y="9768"/>
                  </a:lnTo>
                  <a:cubicBezTo>
                    <a:pt x="14703" y="6775"/>
                    <a:pt x="12592" y="1"/>
                    <a:pt x="7363" y="1"/>
                  </a:cubicBezTo>
                  <a:cubicBezTo>
                    <a:pt x="7350" y="1"/>
                    <a:pt x="7338" y="1"/>
                    <a:pt x="732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888;p50">
              <a:extLst>
                <a:ext uri="{FF2B5EF4-FFF2-40B4-BE49-F238E27FC236}">
                  <a16:creationId xmlns:a16="http://schemas.microsoft.com/office/drawing/2014/main" id="{CF455A21-A967-4A9E-A0A1-549A451B9B8F}"/>
                </a:ext>
              </a:extLst>
            </p:cNvPr>
            <p:cNvSpPr/>
            <p:nvPr/>
          </p:nvSpPr>
          <p:spPr>
            <a:xfrm>
              <a:off x="-42419600" y="3217825"/>
              <a:ext cx="106350" cy="106350"/>
            </a:xfrm>
            <a:custGeom>
              <a:avLst/>
              <a:gdLst/>
              <a:ahLst/>
              <a:cxnLst/>
              <a:rect l="l" t="t" r="r" b="b"/>
              <a:pathLst>
                <a:path w="4254" h="4254" extrusionOk="0">
                  <a:moveTo>
                    <a:pt x="1355" y="0"/>
                  </a:moveTo>
                  <a:cubicBezTo>
                    <a:pt x="882" y="0"/>
                    <a:pt x="410" y="95"/>
                    <a:pt x="0" y="315"/>
                  </a:cubicBezTo>
                  <a:cubicBezTo>
                    <a:pt x="1891" y="946"/>
                    <a:pt x="3340" y="2395"/>
                    <a:pt x="3938" y="4254"/>
                  </a:cubicBezTo>
                  <a:cubicBezTo>
                    <a:pt x="4128" y="3844"/>
                    <a:pt x="4254" y="3371"/>
                    <a:pt x="4254" y="2899"/>
                  </a:cubicBezTo>
                  <a:cubicBezTo>
                    <a:pt x="4254" y="1292"/>
                    <a:pt x="2962" y="0"/>
                    <a:pt x="13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889;p50">
              <a:extLst>
                <a:ext uri="{FF2B5EF4-FFF2-40B4-BE49-F238E27FC236}">
                  <a16:creationId xmlns:a16="http://schemas.microsoft.com/office/drawing/2014/main" id="{BF59F595-CD45-4125-8404-C1B5CF181ED0}"/>
                </a:ext>
              </a:extLst>
            </p:cNvPr>
            <p:cNvSpPr/>
            <p:nvPr/>
          </p:nvSpPr>
          <p:spPr>
            <a:xfrm>
              <a:off x="-42623600" y="3218600"/>
              <a:ext cx="106350" cy="106375"/>
            </a:xfrm>
            <a:custGeom>
              <a:avLst/>
              <a:gdLst/>
              <a:ahLst/>
              <a:cxnLst/>
              <a:rect l="l" t="t" r="r" b="b"/>
              <a:pathLst>
                <a:path w="4254" h="4255" extrusionOk="0">
                  <a:moveTo>
                    <a:pt x="2931" y="1"/>
                  </a:moveTo>
                  <a:cubicBezTo>
                    <a:pt x="1292" y="1"/>
                    <a:pt x="1" y="1293"/>
                    <a:pt x="1" y="2899"/>
                  </a:cubicBezTo>
                  <a:cubicBezTo>
                    <a:pt x="1" y="3372"/>
                    <a:pt x="127" y="3845"/>
                    <a:pt x="316" y="4254"/>
                  </a:cubicBezTo>
                  <a:cubicBezTo>
                    <a:pt x="977" y="2364"/>
                    <a:pt x="2426" y="915"/>
                    <a:pt x="4254" y="316"/>
                  </a:cubicBezTo>
                  <a:cubicBezTo>
                    <a:pt x="3876" y="127"/>
                    <a:pt x="3403" y="1"/>
                    <a:pt x="293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890;p50">
              <a:extLst>
                <a:ext uri="{FF2B5EF4-FFF2-40B4-BE49-F238E27FC236}">
                  <a16:creationId xmlns:a16="http://schemas.microsoft.com/office/drawing/2014/main" id="{944F9699-B22A-448D-985F-C81250F36F90}"/>
                </a:ext>
              </a:extLst>
            </p:cNvPr>
            <p:cNvSpPr/>
            <p:nvPr/>
          </p:nvSpPr>
          <p:spPr>
            <a:xfrm>
              <a:off x="-42561375" y="3279250"/>
              <a:ext cx="185900" cy="186700"/>
            </a:xfrm>
            <a:custGeom>
              <a:avLst/>
              <a:gdLst/>
              <a:ahLst/>
              <a:cxnLst/>
              <a:rect l="l" t="t" r="r" b="b"/>
              <a:pathLst>
                <a:path w="7436" h="7468" extrusionOk="0">
                  <a:moveTo>
                    <a:pt x="3781" y="1671"/>
                  </a:moveTo>
                  <a:cubicBezTo>
                    <a:pt x="4033" y="1671"/>
                    <a:pt x="4191" y="1860"/>
                    <a:pt x="4191" y="2112"/>
                  </a:cubicBezTo>
                  <a:lnTo>
                    <a:pt x="4191" y="3340"/>
                  </a:lnTo>
                  <a:lnTo>
                    <a:pt x="5388" y="3340"/>
                  </a:lnTo>
                  <a:cubicBezTo>
                    <a:pt x="5640" y="3340"/>
                    <a:pt x="5829" y="3529"/>
                    <a:pt x="5829" y="3750"/>
                  </a:cubicBezTo>
                  <a:cubicBezTo>
                    <a:pt x="5829" y="4002"/>
                    <a:pt x="5640" y="4128"/>
                    <a:pt x="5388" y="4128"/>
                  </a:cubicBezTo>
                  <a:lnTo>
                    <a:pt x="3750" y="4128"/>
                  </a:lnTo>
                  <a:cubicBezTo>
                    <a:pt x="3498" y="4128"/>
                    <a:pt x="3308" y="3939"/>
                    <a:pt x="3308" y="3750"/>
                  </a:cubicBezTo>
                  <a:lnTo>
                    <a:pt x="3308" y="2112"/>
                  </a:lnTo>
                  <a:lnTo>
                    <a:pt x="3340" y="2112"/>
                  </a:lnTo>
                  <a:cubicBezTo>
                    <a:pt x="3340" y="1860"/>
                    <a:pt x="3529" y="1671"/>
                    <a:pt x="3781" y="1671"/>
                  </a:cubicBezTo>
                  <a:close/>
                  <a:moveTo>
                    <a:pt x="3750" y="1"/>
                  </a:moveTo>
                  <a:cubicBezTo>
                    <a:pt x="1702" y="1"/>
                    <a:pt x="32" y="1671"/>
                    <a:pt x="0" y="3750"/>
                  </a:cubicBezTo>
                  <a:cubicBezTo>
                    <a:pt x="32" y="5798"/>
                    <a:pt x="1702" y="7467"/>
                    <a:pt x="3750" y="7467"/>
                  </a:cubicBezTo>
                  <a:cubicBezTo>
                    <a:pt x="5797" y="7467"/>
                    <a:pt x="7436" y="5798"/>
                    <a:pt x="7436" y="3750"/>
                  </a:cubicBezTo>
                  <a:cubicBezTo>
                    <a:pt x="7436" y="1702"/>
                    <a:pt x="5797" y="64"/>
                    <a:pt x="375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 name="Google Shape;1891;p50">
            <a:extLst>
              <a:ext uri="{FF2B5EF4-FFF2-40B4-BE49-F238E27FC236}">
                <a16:creationId xmlns:a16="http://schemas.microsoft.com/office/drawing/2014/main" id="{B1C3220B-AC10-4143-A0D2-D4721FEB1F01}"/>
              </a:ext>
            </a:extLst>
          </p:cNvPr>
          <p:cNvGrpSpPr/>
          <p:nvPr/>
        </p:nvGrpSpPr>
        <p:grpSpPr>
          <a:xfrm>
            <a:off x="1727181" y="1546589"/>
            <a:ext cx="429495" cy="433810"/>
            <a:chOff x="-41526450" y="3951100"/>
            <a:chExt cx="313500" cy="316650"/>
          </a:xfrm>
        </p:grpSpPr>
        <p:sp>
          <p:nvSpPr>
            <p:cNvPr id="92" name="Google Shape;1892;p50">
              <a:extLst>
                <a:ext uri="{FF2B5EF4-FFF2-40B4-BE49-F238E27FC236}">
                  <a16:creationId xmlns:a16="http://schemas.microsoft.com/office/drawing/2014/main" id="{D299118C-9CDE-4A22-A7DF-5D5BBE9BEDB3}"/>
                </a:ext>
              </a:extLst>
            </p:cNvPr>
            <p:cNvSpPr/>
            <p:nvPr/>
          </p:nvSpPr>
          <p:spPr>
            <a:xfrm>
              <a:off x="-41483125" y="4041675"/>
              <a:ext cx="226075" cy="226075"/>
            </a:xfrm>
            <a:custGeom>
              <a:avLst/>
              <a:gdLst/>
              <a:ahLst/>
              <a:cxnLst/>
              <a:rect l="l" t="t" r="r" b="b"/>
              <a:pathLst>
                <a:path w="9043" h="9043" extrusionOk="0">
                  <a:moveTo>
                    <a:pt x="4506" y="2174"/>
                  </a:moveTo>
                  <a:cubicBezTo>
                    <a:pt x="6144" y="2174"/>
                    <a:pt x="7404" y="3466"/>
                    <a:pt x="7436" y="5041"/>
                  </a:cubicBezTo>
                  <a:cubicBezTo>
                    <a:pt x="7436" y="6648"/>
                    <a:pt x="6144" y="7908"/>
                    <a:pt x="4506" y="7908"/>
                  </a:cubicBezTo>
                  <a:cubicBezTo>
                    <a:pt x="2899" y="7908"/>
                    <a:pt x="1639" y="6616"/>
                    <a:pt x="1639" y="5041"/>
                  </a:cubicBezTo>
                  <a:cubicBezTo>
                    <a:pt x="1639" y="3466"/>
                    <a:pt x="2931" y="2174"/>
                    <a:pt x="4506" y="2174"/>
                  </a:cubicBezTo>
                  <a:close/>
                  <a:moveTo>
                    <a:pt x="4506" y="0"/>
                  </a:moveTo>
                  <a:lnTo>
                    <a:pt x="1" y="3214"/>
                  </a:lnTo>
                  <a:lnTo>
                    <a:pt x="1" y="8664"/>
                  </a:lnTo>
                  <a:cubicBezTo>
                    <a:pt x="1" y="8885"/>
                    <a:pt x="190" y="9042"/>
                    <a:pt x="379" y="9042"/>
                  </a:cubicBezTo>
                  <a:lnTo>
                    <a:pt x="8665" y="9042"/>
                  </a:lnTo>
                  <a:cubicBezTo>
                    <a:pt x="8885" y="9042"/>
                    <a:pt x="9043" y="8853"/>
                    <a:pt x="9043" y="8664"/>
                  </a:cubicBezTo>
                  <a:lnTo>
                    <a:pt x="9043" y="3214"/>
                  </a:lnTo>
                  <a:lnTo>
                    <a:pt x="450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893;p50">
              <a:extLst>
                <a:ext uri="{FF2B5EF4-FFF2-40B4-BE49-F238E27FC236}">
                  <a16:creationId xmlns:a16="http://schemas.microsoft.com/office/drawing/2014/main" id="{D5B245E7-7C2E-4DB0-8019-8D9B2C37975A}"/>
                </a:ext>
              </a:extLst>
            </p:cNvPr>
            <p:cNvSpPr/>
            <p:nvPr/>
          </p:nvSpPr>
          <p:spPr>
            <a:xfrm>
              <a:off x="-41422475" y="4114925"/>
              <a:ext cx="104775" cy="104775"/>
            </a:xfrm>
            <a:custGeom>
              <a:avLst/>
              <a:gdLst/>
              <a:ahLst/>
              <a:cxnLst/>
              <a:rect l="l" t="t" r="r" b="b"/>
              <a:pathLst>
                <a:path w="4191" h="4191" extrusionOk="0">
                  <a:moveTo>
                    <a:pt x="2080" y="1040"/>
                  </a:moveTo>
                  <a:cubicBezTo>
                    <a:pt x="2332" y="1040"/>
                    <a:pt x="2521" y="1229"/>
                    <a:pt x="2521" y="1450"/>
                  </a:cubicBezTo>
                  <a:lnTo>
                    <a:pt x="2521" y="1859"/>
                  </a:lnTo>
                  <a:lnTo>
                    <a:pt x="2931" y="1859"/>
                  </a:lnTo>
                  <a:cubicBezTo>
                    <a:pt x="3151" y="1859"/>
                    <a:pt x="3372" y="2080"/>
                    <a:pt x="3372" y="2269"/>
                  </a:cubicBezTo>
                  <a:cubicBezTo>
                    <a:pt x="3372" y="2489"/>
                    <a:pt x="3151" y="2710"/>
                    <a:pt x="2931" y="2710"/>
                  </a:cubicBezTo>
                  <a:lnTo>
                    <a:pt x="2080" y="2710"/>
                  </a:lnTo>
                  <a:cubicBezTo>
                    <a:pt x="1859" y="2710"/>
                    <a:pt x="1702" y="2489"/>
                    <a:pt x="1702" y="2269"/>
                  </a:cubicBezTo>
                  <a:lnTo>
                    <a:pt x="1702" y="1450"/>
                  </a:lnTo>
                  <a:cubicBezTo>
                    <a:pt x="1702" y="1198"/>
                    <a:pt x="1891" y="1040"/>
                    <a:pt x="2080" y="1040"/>
                  </a:cubicBezTo>
                  <a:close/>
                  <a:moveTo>
                    <a:pt x="2080" y="0"/>
                  </a:moveTo>
                  <a:cubicBezTo>
                    <a:pt x="946" y="0"/>
                    <a:pt x="64" y="946"/>
                    <a:pt x="1" y="2111"/>
                  </a:cubicBezTo>
                  <a:cubicBezTo>
                    <a:pt x="64" y="3277"/>
                    <a:pt x="946" y="4191"/>
                    <a:pt x="2080" y="4191"/>
                  </a:cubicBezTo>
                  <a:cubicBezTo>
                    <a:pt x="3246" y="4191"/>
                    <a:pt x="4128" y="3245"/>
                    <a:pt x="4191" y="2111"/>
                  </a:cubicBezTo>
                  <a:cubicBezTo>
                    <a:pt x="4191" y="977"/>
                    <a:pt x="3246" y="63"/>
                    <a:pt x="208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1894;p50">
              <a:extLst>
                <a:ext uri="{FF2B5EF4-FFF2-40B4-BE49-F238E27FC236}">
                  <a16:creationId xmlns:a16="http://schemas.microsoft.com/office/drawing/2014/main" id="{8373072E-6E88-4573-BBD4-DFC568A9CA77}"/>
                </a:ext>
              </a:extLst>
            </p:cNvPr>
            <p:cNvSpPr/>
            <p:nvPr/>
          </p:nvSpPr>
          <p:spPr>
            <a:xfrm>
              <a:off x="-41526450" y="3951100"/>
              <a:ext cx="313500" cy="165575"/>
            </a:xfrm>
            <a:custGeom>
              <a:avLst/>
              <a:gdLst/>
              <a:ahLst/>
              <a:cxnLst/>
              <a:rect l="l" t="t" r="r" b="b"/>
              <a:pathLst>
                <a:path w="12540" h="6623" extrusionOk="0">
                  <a:moveTo>
                    <a:pt x="6239" y="0"/>
                  </a:moveTo>
                  <a:cubicBezTo>
                    <a:pt x="6018" y="0"/>
                    <a:pt x="5861" y="189"/>
                    <a:pt x="5861" y="378"/>
                  </a:cubicBezTo>
                  <a:lnTo>
                    <a:pt x="5861" y="1859"/>
                  </a:lnTo>
                  <a:lnTo>
                    <a:pt x="1891" y="4695"/>
                  </a:lnTo>
                  <a:lnTo>
                    <a:pt x="222" y="5860"/>
                  </a:lnTo>
                  <a:cubicBezTo>
                    <a:pt x="32" y="5986"/>
                    <a:pt x="1" y="6270"/>
                    <a:pt x="159" y="6459"/>
                  </a:cubicBezTo>
                  <a:cubicBezTo>
                    <a:pt x="230" y="6566"/>
                    <a:pt x="342" y="6623"/>
                    <a:pt x="460" y="6623"/>
                  </a:cubicBezTo>
                  <a:cubicBezTo>
                    <a:pt x="550" y="6623"/>
                    <a:pt x="644" y="6590"/>
                    <a:pt x="726" y="6522"/>
                  </a:cubicBezTo>
                  <a:lnTo>
                    <a:pt x="6050" y="2741"/>
                  </a:lnTo>
                  <a:cubicBezTo>
                    <a:pt x="6129" y="2678"/>
                    <a:pt x="6215" y="2647"/>
                    <a:pt x="6298" y="2647"/>
                  </a:cubicBezTo>
                  <a:cubicBezTo>
                    <a:pt x="6381" y="2647"/>
                    <a:pt x="6459" y="2678"/>
                    <a:pt x="6523" y="2741"/>
                  </a:cubicBezTo>
                  <a:lnTo>
                    <a:pt x="11847" y="6522"/>
                  </a:lnTo>
                  <a:cubicBezTo>
                    <a:pt x="11926" y="6575"/>
                    <a:pt x="12016" y="6600"/>
                    <a:pt x="12105" y="6600"/>
                  </a:cubicBezTo>
                  <a:cubicBezTo>
                    <a:pt x="12230" y="6600"/>
                    <a:pt x="12354" y="6551"/>
                    <a:pt x="12445" y="6459"/>
                  </a:cubicBezTo>
                  <a:cubicBezTo>
                    <a:pt x="12540" y="6270"/>
                    <a:pt x="12508" y="6018"/>
                    <a:pt x="12351" y="5860"/>
                  </a:cubicBezTo>
                  <a:lnTo>
                    <a:pt x="10713" y="4695"/>
                  </a:lnTo>
                  <a:lnTo>
                    <a:pt x="6712" y="1859"/>
                  </a:lnTo>
                  <a:lnTo>
                    <a:pt x="6712" y="378"/>
                  </a:lnTo>
                  <a:cubicBezTo>
                    <a:pt x="6680" y="189"/>
                    <a:pt x="6491" y="0"/>
                    <a:pt x="62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90951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476"/>
        <p:cNvGrpSpPr/>
        <p:nvPr/>
      </p:nvGrpSpPr>
      <p:grpSpPr>
        <a:xfrm>
          <a:off x="0" y="0"/>
          <a:ext cx="0" cy="0"/>
          <a:chOff x="0" y="0"/>
          <a:chExt cx="0" cy="0"/>
        </a:xfrm>
      </p:grpSpPr>
      <p:sp>
        <p:nvSpPr>
          <p:cNvPr id="3495" name="Google Shape;3495;p74"/>
          <p:cNvSpPr txBox="1">
            <a:spLocks noGrp="1"/>
          </p:cNvSpPr>
          <p:nvPr>
            <p:ph type="title" idx="6"/>
          </p:nvPr>
        </p:nvSpPr>
        <p:spPr>
          <a:xfrm>
            <a:off x="817594" y="79836"/>
            <a:ext cx="7717800" cy="713400"/>
          </a:xfrm>
          <a:prstGeom prst="rect">
            <a:avLst/>
          </a:prstGeom>
        </p:spPr>
        <p:txBody>
          <a:bodyPr spcFirstLastPara="1" wrap="square" lIns="91425" tIns="91425" rIns="91425" bIns="91425" anchor="t" anchorCtr="0">
            <a:noAutofit/>
          </a:bodyPr>
          <a:lstStyle/>
          <a:p>
            <a:pPr lvl="0"/>
            <a:r>
              <a:rPr lang="en-US" dirty="0"/>
              <a:t>Testing &amp; Validation Phase</a:t>
            </a:r>
            <a:endParaRPr dirty="0"/>
          </a:p>
        </p:txBody>
      </p:sp>
      <p:grpSp>
        <p:nvGrpSpPr>
          <p:cNvPr id="27" name="Group 26">
            <a:extLst>
              <a:ext uri="{FF2B5EF4-FFF2-40B4-BE49-F238E27FC236}">
                <a16:creationId xmlns:a16="http://schemas.microsoft.com/office/drawing/2014/main" id="{A2D0E1E0-338E-4A65-8A17-26CF8ECB06C7}"/>
              </a:ext>
            </a:extLst>
          </p:cNvPr>
          <p:cNvGrpSpPr/>
          <p:nvPr/>
        </p:nvGrpSpPr>
        <p:grpSpPr>
          <a:xfrm>
            <a:off x="955947" y="1089044"/>
            <a:ext cx="7441094" cy="3704824"/>
            <a:chOff x="902804" y="926484"/>
            <a:chExt cx="7441094" cy="3704824"/>
          </a:xfrm>
        </p:grpSpPr>
        <p:grpSp>
          <p:nvGrpSpPr>
            <p:cNvPr id="12" name="Group 11">
              <a:extLst>
                <a:ext uri="{FF2B5EF4-FFF2-40B4-BE49-F238E27FC236}">
                  <a16:creationId xmlns:a16="http://schemas.microsoft.com/office/drawing/2014/main" id="{C97B9696-D1A6-4779-AF2F-809268D20617}"/>
                </a:ext>
              </a:extLst>
            </p:cNvPr>
            <p:cNvGrpSpPr/>
            <p:nvPr/>
          </p:nvGrpSpPr>
          <p:grpSpPr>
            <a:xfrm>
              <a:off x="6219899" y="1340777"/>
              <a:ext cx="2123999" cy="3290531"/>
              <a:chOff x="6219899" y="1340777"/>
              <a:chExt cx="2123999" cy="3290531"/>
            </a:xfrm>
          </p:grpSpPr>
          <p:grpSp>
            <p:nvGrpSpPr>
              <p:cNvPr id="46" name="Group 45">
                <a:extLst>
                  <a:ext uri="{FF2B5EF4-FFF2-40B4-BE49-F238E27FC236}">
                    <a16:creationId xmlns:a16="http://schemas.microsoft.com/office/drawing/2014/main" id="{C0F7A801-7689-4BDA-AA36-742F16F23518}"/>
                  </a:ext>
                </a:extLst>
              </p:cNvPr>
              <p:cNvGrpSpPr/>
              <p:nvPr/>
            </p:nvGrpSpPr>
            <p:grpSpPr>
              <a:xfrm>
                <a:off x="6219899" y="1340777"/>
                <a:ext cx="2123999" cy="3290531"/>
                <a:chOff x="549568" y="1121094"/>
                <a:chExt cx="2123999" cy="3290531"/>
              </a:xfrm>
              <a:solidFill>
                <a:srgbClr val="5587AC"/>
              </a:solidFill>
            </p:grpSpPr>
            <p:sp>
              <p:nvSpPr>
                <p:cNvPr id="47" name="Rectangle: Rounded Corners 46">
                  <a:extLst>
                    <a:ext uri="{FF2B5EF4-FFF2-40B4-BE49-F238E27FC236}">
                      <a16:creationId xmlns:a16="http://schemas.microsoft.com/office/drawing/2014/main" id="{C7391ED4-8F64-4433-8D0F-A5594D0FCE14}"/>
                    </a:ext>
                  </a:extLst>
                </p:cNvPr>
                <p:cNvSpPr/>
                <p:nvPr/>
              </p:nvSpPr>
              <p:spPr>
                <a:xfrm>
                  <a:off x="549568" y="2571750"/>
                  <a:ext cx="2123999" cy="1839875"/>
                </a:xfrm>
                <a:prstGeom prst="roundRect">
                  <a:avLst>
                    <a:gd name="adj" fmla="val 12263"/>
                  </a:avLst>
                </a:prstGeom>
                <a:grpFill/>
                <a:ln w="381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AA6208FB-ED40-47DF-B27A-82F0E0030AEA}"/>
                    </a:ext>
                  </a:extLst>
                </p:cNvPr>
                <p:cNvGrpSpPr/>
                <p:nvPr/>
              </p:nvGrpSpPr>
              <p:grpSpPr>
                <a:xfrm>
                  <a:off x="1197273" y="1121094"/>
                  <a:ext cx="828588" cy="828588"/>
                  <a:chOff x="1345475" y="1392038"/>
                  <a:chExt cx="828588" cy="828588"/>
                </a:xfrm>
                <a:grpFill/>
              </p:grpSpPr>
              <p:sp>
                <p:nvSpPr>
                  <p:cNvPr id="50" name="Google Shape;3481;p74">
                    <a:extLst>
                      <a:ext uri="{FF2B5EF4-FFF2-40B4-BE49-F238E27FC236}">
                        <a16:creationId xmlns:a16="http://schemas.microsoft.com/office/drawing/2014/main" id="{0E1C4491-C0D5-4F42-BF3A-988CA014897F}"/>
                      </a:ext>
                    </a:extLst>
                  </p:cNvPr>
                  <p:cNvSpPr/>
                  <p:nvPr/>
                </p:nvSpPr>
                <p:spPr>
                  <a:xfrm rot="2700000">
                    <a:off x="1345475" y="1392038"/>
                    <a:ext cx="828588" cy="828588"/>
                  </a:xfrm>
                  <a:prstGeom prst="roundRect">
                    <a:avLst>
                      <a:gd name="adj" fmla="val 8047"/>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 name="Google Shape;3482;p74">
                    <a:extLst>
                      <a:ext uri="{FF2B5EF4-FFF2-40B4-BE49-F238E27FC236}">
                        <a16:creationId xmlns:a16="http://schemas.microsoft.com/office/drawing/2014/main" id="{9FBC37D8-00C3-45B4-A7E7-EFE3B0EAA212}"/>
                      </a:ext>
                    </a:extLst>
                  </p:cNvPr>
                  <p:cNvSpPr/>
                  <p:nvPr/>
                </p:nvSpPr>
                <p:spPr>
                  <a:xfrm rot="2700000">
                    <a:off x="1381751" y="1423339"/>
                    <a:ext cx="766221" cy="766221"/>
                  </a:xfrm>
                  <a:prstGeom prst="roundRect">
                    <a:avLst>
                      <a:gd name="adj" fmla="val 8047"/>
                    </a:avLst>
                  </a:prstGeom>
                  <a:grpFill/>
                  <a:ln w="38100">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cxnSp>
              <p:nvCxnSpPr>
                <p:cNvPr id="49" name="Straight Connector 48">
                  <a:extLst>
                    <a:ext uri="{FF2B5EF4-FFF2-40B4-BE49-F238E27FC236}">
                      <a16:creationId xmlns:a16="http://schemas.microsoft.com/office/drawing/2014/main" id="{FFB0D269-1B1A-4ED8-AE5A-DB42FB51C541}"/>
                    </a:ext>
                  </a:extLst>
                </p:cNvPr>
                <p:cNvCxnSpPr>
                  <a:cxnSpLocks/>
                  <a:stCxn id="47" idx="0"/>
                </p:cNvCxnSpPr>
                <p:nvPr/>
              </p:nvCxnSpPr>
              <p:spPr>
                <a:xfrm flipH="1" flipV="1">
                  <a:off x="1611567" y="2077188"/>
                  <a:ext cx="1" cy="494562"/>
                </a:xfrm>
                <a:prstGeom prst="line">
                  <a:avLst/>
                </a:prstGeom>
                <a:grpFill/>
                <a:ln w="76200"/>
              </p:spPr>
              <p:style>
                <a:lnRef idx="1">
                  <a:schemeClr val="accent6"/>
                </a:lnRef>
                <a:fillRef idx="0">
                  <a:schemeClr val="accent6"/>
                </a:fillRef>
                <a:effectRef idx="0">
                  <a:schemeClr val="accent6"/>
                </a:effectRef>
                <a:fontRef idx="minor">
                  <a:schemeClr val="tx1"/>
                </a:fontRef>
              </p:style>
            </p:cxnSp>
          </p:grpSp>
          <p:sp>
            <p:nvSpPr>
              <p:cNvPr id="52" name="Google Shape;3504;p74">
                <a:extLst>
                  <a:ext uri="{FF2B5EF4-FFF2-40B4-BE49-F238E27FC236}">
                    <a16:creationId xmlns:a16="http://schemas.microsoft.com/office/drawing/2014/main" id="{A6E0F660-5DEC-40D7-A2E9-8B825AB5E471}"/>
                  </a:ext>
                </a:extLst>
              </p:cNvPr>
              <p:cNvSpPr txBox="1"/>
              <p:nvPr/>
            </p:nvSpPr>
            <p:spPr>
              <a:xfrm>
                <a:off x="6991347" y="1431880"/>
                <a:ext cx="581100" cy="646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3000" dirty="0">
                    <a:solidFill>
                      <a:srgbClr val="FFFFFF"/>
                    </a:solidFill>
                    <a:latin typeface="Mouse Memoirs"/>
                    <a:ea typeface="Mouse Memoirs"/>
                    <a:cs typeface="Mouse Memoirs"/>
                    <a:sym typeface="Mouse Memoirs"/>
                  </a:rPr>
                  <a:t>3</a:t>
                </a:r>
                <a:endParaRPr sz="3000" dirty="0">
                  <a:solidFill>
                    <a:srgbClr val="FFFFFF"/>
                  </a:solidFill>
                  <a:latin typeface="Mouse Memoirs"/>
                  <a:ea typeface="Mouse Memoirs"/>
                  <a:cs typeface="Mouse Memoirs"/>
                  <a:sym typeface="Mouse Memoirs"/>
                </a:endParaRPr>
              </a:p>
            </p:txBody>
          </p:sp>
        </p:grpSp>
        <p:grpSp>
          <p:nvGrpSpPr>
            <p:cNvPr id="11" name="Group 10">
              <a:extLst>
                <a:ext uri="{FF2B5EF4-FFF2-40B4-BE49-F238E27FC236}">
                  <a16:creationId xmlns:a16="http://schemas.microsoft.com/office/drawing/2014/main" id="{A8AF964B-A465-4381-B98C-AAD3E004C88D}"/>
                </a:ext>
              </a:extLst>
            </p:cNvPr>
            <p:cNvGrpSpPr/>
            <p:nvPr/>
          </p:nvGrpSpPr>
          <p:grpSpPr>
            <a:xfrm>
              <a:off x="3510000" y="926484"/>
              <a:ext cx="2123999" cy="3290531"/>
              <a:chOff x="3510000" y="926484"/>
              <a:chExt cx="2123999" cy="3290531"/>
            </a:xfrm>
          </p:grpSpPr>
          <p:grpSp>
            <p:nvGrpSpPr>
              <p:cNvPr id="8" name="Group 7">
                <a:extLst>
                  <a:ext uri="{FF2B5EF4-FFF2-40B4-BE49-F238E27FC236}">
                    <a16:creationId xmlns:a16="http://schemas.microsoft.com/office/drawing/2014/main" id="{FF892A2D-BE93-460E-9475-BD4D022C602B}"/>
                  </a:ext>
                </a:extLst>
              </p:cNvPr>
              <p:cNvGrpSpPr/>
              <p:nvPr/>
            </p:nvGrpSpPr>
            <p:grpSpPr>
              <a:xfrm>
                <a:off x="3510000" y="926484"/>
                <a:ext cx="2123999" cy="3290531"/>
                <a:chOff x="549568" y="1121094"/>
                <a:chExt cx="2123999" cy="3290531"/>
              </a:xfrm>
            </p:grpSpPr>
            <p:sp>
              <p:nvSpPr>
                <p:cNvPr id="2" name="Rectangle: Rounded Corners 1">
                  <a:extLst>
                    <a:ext uri="{FF2B5EF4-FFF2-40B4-BE49-F238E27FC236}">
                      <a16:creationId xmlns:a16="http://schemas.microsoft.com/office/drawing/2014/main" id="{F77F4929-851D-4838-9138-348D4C748819}"/>
                    </a:ext>
                  </a:extLst>
                </p:cNvPr>
                <p:cNvSpPr/>
                <p:nvPr/>
              </p:nvSpPr>
              <p:spPr>
                <a:xfrm>
                  <a:off x="549568" y="2571750"/>
                  <a:ext cx="2123999" cy="1839875"/>
                </a:xfrm>
                <a:prstGeom prst="roundRect">
                  <a:avLst>
                    <a:gd name="adj" fmla="val 12263"/>
                  </a:avLst>
                </a:prstGeom>
                <a:solidFill>
                  <a:srgbClr val="E69E1A"/>
                </a:solidFill>
                <a:ln w="381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DBF88EFE-C88D-474C-9A36-CA6BB89C46A2}"/>
                    </a:ext>
                  </a:extLst>
                </p:cNvPr>
                <p:cNvGrpSpPr/>
                <p:nvPr/>
              </p:nvGrpSpPr>
              <p:grpSpPr>
                <a:xfrm>
                  <a:off x="1197273" y="1121094"/>
                  <a:ext cx="828588" cy="828588"/>
                  <a:chOff x="1345475" y="1392038"/>
                  <a:chExt cx="828588" cy="828588"/>
                </a:xfrm>
              </p:grpSpPr>
              <p:sp>
                <p:nvSpPr>
                  <p:cNvPr id="33" name="Google Shape;3481;p74">
                    <a:extLst>
                      <a:ext uri="{FF2B5EF4-FFF2-40B4-BE49-F238E27FC236}">
                        <a16:creationId xmlns:a16="http://schemas.microsoft.com/office/drawing/2014/main" id="{B1997163-21F7-4C40-BF5D-03AFCD7B0AA3}"/>
                      </a:ext>
                    </a:extLst>
                  </p:cNvPr>
                  <p:cNvSpPr/>
                  <p:nvPr/>
                </p:nvSpPr>
                <p:spPr>
                  <a:xfrm rot="2700000">
                    <a:off x="1345475" y="1392038"/>
                    <a:ext cx="828588" cy="828588"/>
                  </a:xfrm>
                  <a:prstGeom prst="roundRect">
                    <a:avLst>
                      <a:gd name="adj" fmla="val 8047"/>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 name="Google Shape;3482;p74">
                    <a:extLst>
                      <a:ext uri="{FF2B5EF4-FFF2-40B4-BE49-F238E27FC236}">
                        <a16:creationId xmlns:a16="http://schemas.microsoft.com/office/drawing/2014/main" id="{3F859864-5270-4A12-9C65-4CBEDBF979DD}"/>
                      </a:ext>
                    </a:extLst>
                  </p:cNvPr>
                  <p:cNvSpPr/>
                  <p:nvPr/>
                </p:nvSpPr>
                <p:spPr>
                  <a:xfrm rot="2700000">
                    <a:off x="1376660" y="1423221"/>
                    <a:ext cx="766221" cy="766221"/>
                  </a:xfrm>
                  <a:prstGeom prst="roundRect">
                    <a:avLst>
                      <a:gd name="adj" fmla="val 8047"/>
                    </a:avLst>
                  </a:prstGeom>
                  <a:solidFill>
                    <a:srgbClr val="E69E1A"/>
                  </a:solidFill>
                  <a:ln w="38100">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cxnSp>
              <p:nvCxnSpPr>
                <p:cNvPr id="6" name="Straight Connector 5">
                  <a:extLst>
                    <a:ext uri="{FF2B5EF4-FFF2-40B4-BE49-F238E27FC236}">
                      <a16:creationId xmlns:a16="http://schemas.microsoft.com/office/drawing/2014/main" id="{B9556547-4CAE-495A-A11D-A924BDB2C40B}"/>
                    </a:ext>
                  </a:extLst>
                </p:cNvPr>
                <p:cNvCxnSpPr>
                  <a:cxnSpLocks/>
                  <a:stCxn id="2" idx="0"/>
                </p:cNvCxnSpPr>
                <p:nvPr/>
              </p:nvCxnSpPr>
              <p:spPr>
                <a:xfrm flipH="1" flipV="1">
                  <a:off x="1611567" y="2077188"/>
                  <a:ext cx="1" cy="494562"/>
                </a:xfrm>
                <a:prstGeom prst="line">
                  <a:avLst/>
                </a:prstGeom>
                <a:ln w="76200"/>
              </p:spPr>
              <p:style>
                <a:lnRef idx="1">
                  <a:schemeClr val="accent6"/>
                </a:lnRef>
                <a:fillRef idx="0">
                  <a:schemeClr val="accent6"/>
                </a:fillRef>
                <a:effectRef idx="0">
                  <a:schemeClr val="accent6"/>
                </a:effectRef>
                <a:fontRef idx="minor">
                  <a:schemeClr val="tx1"/>
                </a:fontRef>
              </p:style>
            </p:cxnSp>
          </p:grpSp>
          <p:sp>
            <p:nvSpPr>
              <p:cNvPr id="53" name="Google Shape;3504;p74">
                <a:extLst>
                  <a:ext uri="{FF2B5EF4-FFF2-40B4-BE49-F238E27FC236}">
                    <a16:creationId xmlns:a16="http://schemas.microsoft.com/office/drawing/2014/main" id="{4BF5A016-FA00-4534-A3F4-51D448A90DC3}"/>
                  </a:ext>
                </a:extLst>
              </p:cNvPr>
              <p:cNvSpPr txBox="1"/>
              <p:nvPr/>
            </p:nvSpPr>
            <p:spPr>
              <a:xfrm>
                <a:off x="4287492" y="1017527"/>
                <a:ext cx="581100" cy="646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3000" dirty="0">
                    <a:solidFill>
                      <a:srgbClr val="FFFFFF"/>
                    </a:solidFill>
                    <a:latin typeface="Mouse Memoirs"/>
                    <a:ea typeface="Mouse Memoirs"/>
                    <a:cs typeface="Mouse Memoirs"/>
                    <a:sym typeface="Mouse Memoirs"/>
                  </a:rPr>
                  <a:t>1</a:t>
                </a:r>
                <a:endParaRPr sz="3000" dirty="0">
                  <a:solidFill>
                    <a:srgbClr val="FFFFFF"/>
                  </a:solidFill>
                  <a:latin typeface="Mouse Memoirs"/>
                  <a:ea typeface="Mouse Memoirs"/>
                  <a:cs typeface="Mouse Memoirs"/>
                  <a:sym typeface="Mouse Memoirs"/>
                </a:endParaRPr>
              </a:p>
            </p:txBody>
          </p:sp>
        </p:grpSp>
        <p:grpSp>
          <p:nvGrpSpPr>
            <p:cNvPr id="10" name="Group 9">
              <a:extLst>
                <a:ext uri="{FF2B5EF4-FFF2-40B4-BE49-F238E27FC236}">
                  <a16:creationId xmlns:a16="http://schemas.microsoft.com/office/drawing/2014/main" id="{195A9D7A-04A0-4D48-A19C-F32B7F882A4E}"/>
                </a:ext>
              </a:extLst>
            </p:cNvPr>
            <p:cNvGrpSpPr/>
            <p:nvPr/>
          </p:nvGrpSpPr>
          <p:grpSpPr>
            <a:xfrm>
              <a:off x="902804" y="1340777"/>
              <a:ext cx="2123999" cy="3290531"/>
              <a:chOff x="902804" y="1340777"/>
              <a:chExt cx="2123999" cy="3290531"/>
            </a:xfrm>
          </p:grpSpPr>
          <p:grpSp>
            <p:nvGrpSpPr>
              <p:cNvPr id="40" name="Group 39">
                <a:extLst>
                  <a:ext uri="{FF2B5EF4-FFF2-40B4-BE49-F238E27FC236}">
                    <a16:creationId xmlns:a16="http://schemas.microsoft.com/office/drawing/2014/main" id="{EC217877-B866-41FF-88B0-99D7F2C46372}"/>
                  </a:ext>
                </a:extLst>
              </p:cNvPr>
              <p:cNvGrpSpPr/>
              <p:nvPr/>
            </p:nvGrpSpPr>
            <p:grpSpPr>
              <a:xfrm>
                <a:off x="902804" y="1340777"/>
                <a:ext cx="2123999" cy="3290531"/>
                <a:chOff x="549568" y="1121094"/>
                <a:chExt cx="2123999" cy="3290531"/>
              </a:xfrm>
            </p:grpSpPr>
            <p:sp>
              <p:nvSpPr>
                <p:cNvPr id="41" name="Rectangle: Rounded Corners 40">
                  <a:extLst>
                    <a:ext uri="{FF2B5EF4-FFF2-40B4-BE49-F238E27FC236}">
                      <a16:creationId xmlns:a16="http://schemas.microsoft.com/office/drawing/2014/main" id="{DF0E1E0F-C984-4C7E-925F-ECEEC9E40187}"/>
                    </a:ext>
                  </a:extLst>
                </p:cNvPr>
                <p:cNvSpPr/>
                <p:nvPr/>
              </p:nvSpPr>
              <p:spPr>
                <a:xfrm>
                  <a:off x="549568" y="2571750"/>
                  <a:ext cx="2123999" cy="1839875"/>
                </a:xfrm>
                <a:prstGeom prst="roundRect">
                  <a:avLst>
                    <a:gd name="adj" fmla="val 12263"/>
                  </a:avLst>
                </a:prstGeom>
                <a:solidFill>
                  <a:srgbClr val="E15561"/>
                </a:solidFill>
                <a:ln w="381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41">
                  <a:extLst>
                    <a:ext uri="{FF2B5EF4-FFF2-40B4-BE49-F238E27FC236}">
                      <a16:creationId xmlns:a16="http://schemas.microsoft.com/office/drawing/2014/main" id="{2D8EAD02-B7E9-408E-B7B5-4B84AA1EE16E}"/>
                    </a:ext>
                  </a:extLst>
                </p:cNvPr>
                <p:cNvGrpSpPr/>
                <p:nvPr/>
              </p:nvGrpSpPr>
              <p:grpSpPr>
                <a:xfrm>
                  <a:off x="1197273" y="1121094"/>
                  <a:ext cx="828588" cy="828588"/>
                  <a:chOff x="1345475" y="1392038"/>
                  <a:chExt cx="828588" cy="828588"/>
                </a:xfrm>
              </p:grpSpPr>
              <p:sp>
                <p:nvSpPr>
                  <p:cNvPr id="44" name="Google Shape;3481;p74">
                    <a:extLst>
                      <a:ext uri="{FF2B5EF4-FFF2-40B4-BE49-F238E27FC236}">
                        <a16:creationId xmlns:a16="http://schemas.microsoft.com/office/drawing/2014/main" id="{E952FF07-8011-465B-BD39-FA5AB64484B2}"/>
                      </a:ext>
                    </a:extLst>
                  </p:cNvPr>
                  <p:cNvSpPr/>
                  <p:nvPr/>
                </p:nvSpPr>
                <p:spPr>
                  <a:xfrm rot="2700000">
                    <a:off x="1345475" y="1392038"/>
                    <a:ext cx="828588" cy="828588"/>
                  </a:xfrm>
                  <a:prstGeom prst="roundRect">
                    <a:avLst>
                      <a:gd name="adj" fmla="val 8047"/>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 name="Google Shape;3482;p74">
                    <a:extLst>
                      <a:ext uri="{FF2B5EF4-FFF2-40B4-BE49-F238E27FC236}">
                        <a16:creationId xmlns:a16="http://schemas.microsoft.com/office/drawing/2014/main" id="{5A308551-C816-42DE-9C43-120A87A8A83D}"/>
                      </a:ext>
                    </a:extLst>
                  </p:cNvPr>
                  <p:cNvSpPr/>
                  <p:nvPr/>
                </p:nvSpPr>
                <p:spPr>
                  <a:xfrm rot="2700000">
                    <a:off x="1376660" y="1423221"/>
                    <a:ext cx="766221" cy="766221"/>
                  </a:xfrm>
                  <a:prstGeom prst="roundRect">
                    <a:avLst>
                      <a:gd name="adj" fmla="val 8047"/>
                    </a:avLst>
                  </a:prstGeom>
                  <a:solidFill>
                    <a:srgbClr val="E15561"/>
                  </a:solidFill>
                  <a:ln w="38100">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cxnSp>
              <p:nvCxnSpPr>
                <p:cNvPr id="43" name="Straight Connector 42">
                  <a:extLst>
                    <a:ext uri="{FF2B5EF4-FFF2-40B4-BE49-F238E27FC236}">
                      <a16:creationId xmlns:a16="http://schemas.microsoft.com/office/drawing/2014/main" id="{52665D5A-5DFF-43CE-9FA5-3A9A2E83CCA4}"/>
                    </a:ext>
                  </a:extLst>
                </p:cNvPr>
                <p:cNvCxnSpPr>
                  <a:cxnSpLocks/>
                  <a:stCxn id="41" idx="0"/>
                </p:cNvCxnSpPr>
                <p:nvPr/>
              </p:nvCxnSpPr>
              <p:spPr>
                <a:xfrm flipH="1" flipV="1">
                  <a:off x="1611567" y="2077188"/>
                  <a:ext cx="1" cy="494562"/>
                </a:xfrm>
                <a:prstGeom prst="line">
                  <a:avLst/>
                </a:prstGeom>
                <a:ln w="76200"/>
              </p:spPr>
              <p:style>
                <a:lnRef idx="1">
                  <a:schemeClr val="accent6"/>
                </a:lnRef>
                <a:fillRef idx="0">
                  <a:schemeClr val="accent6"/>
                </a:fillRef>
                <a:effectRef idx="0">
                  <a:schemeClr val="accent6"/>
                </a:effectRef>
                <a:fontRef idx="minor">
                  <a:schemeClr val="tx1"/>
                </a:fontRef>
              </p:style>
            </p:cxnSp>
          </p:grpSp>
          <p:sp>
            <p:nvSpPr>
              <p:cNvPr id="54" name="Google Shape;3504;p74">
                <a:extLst>
                  <a:ext uri="{FF2B5EF4-FFF2-40B4-BE49-F238E27FC236}">
                    <a16:creationId xmlns:a16="http://schemas.microsoft.com/office/drawing/2014/main" id="{602B3CB5-D0E7-4ABC-8BD4-D6DA2EE7828F}"/>
                  </a:ext>
                </a:extLst>
              </p:cNvPr>
              <p:cNvSpPr txBox="1"/>
              <p:nvPr/>
            </p:nvSpPr>
            <p:spPr>
              <a:xfrm>
                <a:off x="1674253" y="1445072"/>
                <a:ext cx="581100" cy="646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3000" dirty="0">
                    <a:solidFill>
                      <a:srgbClr val="FFFFFF"/>
                    </a:solidFill>
                    <a:latin typeface="Mouse Memoirs"/>
                    <a:ea typeface="Mouse Memoirs"/>
                    <a:cs typeface="Mouse Memoirs"/>
                    <a:sym typeface="Mouse Memoirs"/>
                  </a:rPr>
                  <a:t>2</a:t>
                </a:r>
                <a:endParaRPr sz="3000" dirty="0">
                  <a:solidFill>
                    <a:srgbClr val="FFFFFF"/>
                  </a:solidFill>
                  <a:latin typeface="Mouse Memoirs"/>
                  <a:ea typeface="Mouse Memoirs"/>
                  <a:cs typeface="Mouse Memoirs"/>
                  <a:sym typeface="Mouse Memoirs"/>
                </a:endParaRPr>
              </a:p>
            </p:txBody>
          </p:sp>
        </p:grpSp>
        <p:sp>
          <p:nvSpPr>
            <p:cNvPr id="9" name="Rectangle 8">
              <a:extLst>
                <a:ext uri="{FF2B5EF4-FFF2-40B4-BE49-F238E27FC236}">
                  <a16:creationId xmlns:a16="http://schemas.microsoft.com/office/drawing/2014/main" id="{89ABC94B-1766-454F-8CA6-C8F21ACBB307}"/>
                </a:ext>
              </a:extLst>
            </p:cNvPr>
            <p:cNvSpPr/>
            <p:nvPr/>
          </p:nvSpPr>
          <p:spPr>
            <a:xfrm>
              <a:off x="983851" y="2744458"/>
              <a:ext cx="1940249" cy="1661993"/>
            </a:xfrm>
            <a:prstGeom prst="rect">
              <a:avLst/>
            </a:prstGeom>
          </p:spPr>
          <p:txBody>
            <a:bodyPr wrap="square">
              <a:spAutoFit/>
            </a:bodyPr>
            <a:lstStyle/>
            <a:p>
              <a:pPr algn="ctr">
                <a:lnSpc>
                  <a:spcPct val="200000"/>
                </a:lnSpc>
              </a:pPr>
              <a:r>
                <a:rPr lang="en-US" sz="1800" dirty="0">
                  <a:solidFill>
                    <a:srgbClr val="FFFFFF"/>
                  </a:solidFill>
                  <a:latin typeface="Mouse Memoirs" panose="020B0604020202020204" charset="0"/>
                </a:rPr>
                <a:t>Testing Approach</a:t>
              </a:r>
            </a:p>
            <a:p>
              <a:pPr algn="ctr"/>
              <a:r>
                <a:rPr lang="en-US" sz="1100" dirty="0">
                  <a:solidFill>
                    <a:srgbClr val="FFFFFF"/>
                  </a:solidFill>
                  <a:latin typeface="Catamaran" panose="020B0604020202020204" charset="0"/>
                  <a:cs typeface="Catamaran" panose="020B0604020202020204" charset="0"/>
                </a:rPr>
                <a:t>System testing used functional and scenario-based cases to verify sensor accuracy, detection logic, and alert escalation under varied operating conditions.</a:t>
              </a:r>
            </a:p>
          </p:txBody>
        </p:sp>
        <p:sp>
          <p:nvSpPr>
            <p:cNvPr id="13" name="Rectangle 12">
              <a:extLst>
                <a:ext uri="{FF2B5EF4-FFF2-40B4-BE49-F238E27FC236}">
                  <a16:creationId xmlns:a16="http://schemas.microsoft.com/office/drawing/2014/main" id="{11CB9912-3DA5-42FE-9C7B-1BC12A73B59A}"/>
                </a:ext>
              </a:extLst>
            </p:cNvPr>
            <p:cNvSpPr/>
            <p:nvPr/>
          </p:nvSpPr>
          <p:spPr>
            <a:xfrm>
              <a:off x="3684087" y="2333039"/>
              <a:ext cx="1775824" cy="1492716"/>
            </a:xfrm>
            <a:prstGeom prst="rect">
              <a:avLst/>
            </a:prstGeom>
          </p:spPr>
          <p:txBody>
            <a:bodyPr wrap="square">
              <a:spAutoFit/>
            </a:bodyPr>
            <a:lstStyle/>
            <a:p>
              <a:pPr algn="ctr">
                <a:lnSpc>
                  <a:spcPct val="200000"/>
                </a:lnSpc>
              </a:pPr>
              <a:r>
                <a:rPr lang="en-US" sz="1800" dirty="0">
                  <a:solidFill>
                    <a:srgbClr val="FFFFFF"/>
                  </a:solidFill>
                  <a:latin typeface="Mouse Memoirs" panose="020B0604020202020204" charset="0"/>
                </a:rPr>
                <a:t>Validation Process</a:t>
              </a:r>
            </a:p>
            <a:p>
              <a:pPr algn="ctr"/>
              <a:r>
                <a:rPr lang="en-US" sz="1100" dirty="0">
                  <a:solidFill>
                    <a:srgbClr val="FFFFFF"/>
                  </a:solidFill>
                  <a:latin typeface="Catamaran" panose="020B0604020202020204" charset="0"/>
                  <a:cs typeface="Catamaran" panose="020B0604020202020204" charset="0"/>
                </a:rPr>
                <a:t>System performance was validated against project objectives to ensure reliable detection, timely alerts, and safe operation.</a:t>
              </a:r>
            </a:p>
          </p:txBody>
        </p:sp>
        <p:sp>
          <p:nvSpPr>
            <p:cNvPr id="14" name="Rectangle 13">
              <a:extLst>
                <a:ext uri="{FF2B5EF4-FFF2-40B4-BE49-F238E27FC236}">
                  <a16:creationId xmlns:a16="http://schemas.microsoft.com/office/drawing/2014/main" id="{DC375F48-4EE5-476D-91B4-6320227FD1D2}"/>
                </a:ext>
              </a:extLst>
            </p:cNvPr>
            <p:cNvSpPr/>
            <p:nvPr/>
          </p:nvSpPr>
          <p:spPr>
            <a:xfrm>
              <a:off x="6472371" y="2826663"/>
              <a:ext cx="1619052" cy="1492716"/>
            </a:xfrm>
            <a:prstGeom prst="rect">
              <a:avLst/>
            </a:prstGeom>
          </p:spPr>
          <p:txBody>
            <a:bodyPr wrap="square">
              <a:spAutoFit/>
            </a:bodyPr>
            <a:lstStyle/>
            <a:p>
              <a:pPr algn="ctr">
                <a:lnSpc>
                  <a:spcPct val="200000"/>
                </a:lnSpc>
              </a:pPr>
              <a:r>
                <a:rPr lang="en-US" sz="1800" dirty="0">
                  <a:solidFill>
                    <a:srgbClr val="FFFFFF"/>
                  </a:solidFill>
                  <a:latin typeface="Mouse Memoirs" panose="020B0604020202020204" charset="0"/>
                </a:rPr>
                <a:t>Outcome</a:t>
              </a:r>
            </a:p>
            <a:p>
              <a:pPr algn="ctr"/>
              <a:r>
                <a:rPr lang="en-US" sz="1100" dirty="0">
                  <a:solidFill>
                    <a:srgbClr val="FFFFFF"/>
                  </a:solidFill>
                  <a:latin typeface="Catamaran" panose="020B0604020202020204" charset="0"/>
                  <a:cs typeface="Catamaran" panose="020B0604020202020204" charset="0"/>
                </a:rPr>
                <a:t>All critical system functions operated as intended, meeting safety and reliability requirements.</a:t>
              </a:r>
            </a:p>
          </p:txBody>
        </p:sp>
      </p:grpSp>
    </p:spTree>
    <p:extLst>
      <p:ext uri="{BB962C8B-B14F-4D97-AF65-F5344CB8AC3E}">
        <p14:creationId xmlns:p14="http://schemas.microsoft.com/office/powerpoint/2010/main" val="11108740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16"/>
        <p:cNvGrpSpPr/>
        <p:nvPr/>
      </p:nvGrpSpPr>
      <p:grpSpPr>
        <a:xfrm>
          <a:off x="0" y="0"/>
          <a:ext cx="0" cy="0"/>
          <a:chOff x="0" y="0"/>
          <a:chExt cx="0" cy="0"/>
        </a:xfrm>
      </p:grpSpPr>
      <p:sp>
        <p:nvSpPr>
          <p:cNvPr id="2717" name="Google Shape;2717;p66"/>
          <p:cNvSpPr txBox="1">
            <a:spLocks noGrp="1"/>
          </p:cNvSpPr>
          <p:nvPr>
            <p:ph type="subTitle" idx="1"/>
          </p:nvPr>
        </p:nvSpPr>
        <p:spPr>
          <a:xfrm>
            <a:off x="1058850" y="3016038"/>
            <a:ext cx="2113200" cy="469800"/>
          </a:xfrm>
          <a:prstGeom prst="rect">
            <a:avLst/>
          </a:prstGeom>
        </p:spPr>
        <p:txBody>
          <a:bodyPr spcFirstLastPara="1" wrap="square" lIns="91425" tIns="91425" rIns="91425" bIns="91425" anchor="t" anchorCtr="0">
            <a:noAutofit/>
          </a:bodyPr>
          <a:lstStyle/>
          <a:p>
            <a:pPr marL="0" lvl="0" indent="0"/>
            <a:r>
              <a:rPr lang="en-US" dirty="0"/>
              <a:t>System Assembly</a:t>
            </a:r>
            <a:endParaRPr dirty="0"/>
          </a:p>
        </p:txBody>
      </p:sp>
      <p:sp>
        <p:nvSpPr>
          <p:cNvPr id="2718" name="Google Shape;2718;p66"/>
          <p:cNvSpPr txBox="1">
            <a:spLocks noGrp="1"/>
          </p:cNvSpPr>
          <p:nvPr>
            <p:ph type="subTitle" idx="2"/>
          </p:nvPr>
        </p:nvSpPr>
        <p:spPr>
          <a:xfrm>
            <a:off x="1058850" y="3485838"/>
            <a:ext cx="2113200" cy="881700"/>
          </a:xfrm>
          <a:prstGeom prst="rect">
            <a:avLst/>
          </a:prstGeom>
        </p:spPr>
        <p:txBody>
          <a:bodyPr spcFirstLastPara="1" wrap="square" lIns="91425" tIns="91425" rIns="91425" bIns="91425" anchor="t" anchorCtr="0">
            <a:noAutofit/>
          </a:bodyPr>
          <a:lstStyle/>
          <a:p>
            <a:pPr marL="0" lvl="0" indent="0"/>
            <a:r>
              <a:rPr lang="en-US" sz="1200" dirty="0"/>
              <a:t>The final prototype integrated all hardware into a compact enclosure, ensuring secure and reliable operation.</a:t>
            </a:r>
            <a:endParaRPr sz="1200" dirty="0"/>
          </a:p>
        </p:txBody>
      </p:sp>
      <p:sp>
        <p:nvSpPr>
          <p:cNvPr id="2719" name="Google Shape;2719;p66"/>
          <p:cNvSpPr txBox="1">
            <a:spLocks noGrp="1"/>
          </p:cNvSpPr>
          <p:nvPr>
            <p:ph type="subTitle" idx="3"/>
          </p:nvPr>
        </p:nvSpPr>
        <p:spPr>
          <a:xfrm>
            <a:off x="3515400" y="3016038"/>
            <a:ext cx="2113200" cy="469800"/>
          </a:xfrm>
          <a:prstGeom prst="rect">
            <a:avLst/>
          </a:prstGeom>
        </p:spPr>
        <p:txBody>
          <a:bodyPr spcFirstLastPara="1" wrap="square" lIns="91425" tIns="91425" rIns="91425" bIns="91425" anchor="t" anchorCtr="0">
            <a:noAutofit/>
          </a:bodyPr>
          <a:lstStyle/>
          <a:p>
            <a:pPr marL="0" lvl="0" indent="0"/>
            <a:r>
              <a:rPr lang="en-US" dirty="0"/>
              <a:t>System Readiness</a:t>
            </a:r>
            <a:endParaRPr dirty="0"/>
          </a:p>
        </p:txBody>
      </p:sp>
      <p:sp>
        <p:nvSpPr>
          <p:cNvPr id="2720" name="Google Shape;2720;p66"/>
          <p:cNvSpPr txBox="1">
            <a:spLocks noGrp="1"/>
          </p:cNvSpPr>
          <p:nvPr>
            <p:ph type="subTitle" idx="4"/>
          </p:nvPr>
        </p:nvSpPr>
        <p:spPr>
          <a:xfrm>
            <a:off x="3515400" y="3485838"/>
            <a:ext cx="2113200" cy="881700"/>
          </a:xfrm>
          <a:prstGeom prst="rect">
            <a:avLst/>
          </a:prstGeom>
        </p:spPr>
        <p:txBody>
          <a:bodyPr spcFirstLastPara="1" wrap="square" lIns="91425" tIns="91425" rIns="91425" bIns="91425" anchor="t" anchorCtr="0">
            <a:noAutofit/>
          </a:bodyPr>
          <a:lstStyle/>
          <a:p>
            <a:pPr marL="0" indent="0"/>
            <a:r>
              <a:rPr lang="en-US" sz="1200" dirty="0"/>
              <a:t>Final checks confirmed system stability, communication functionality, and deployment readiness.</a:t>
            </a:r>
          </a:p>
          <a:p>
            <a:pPr marL="0" lvl="0" indent="0"/>
            <a:endParaRPr dirty="0"/>
          </a:p>
        </p:txBody>
      </p:sp>
      <p:sp>
        <p:nvSpPr>
          <p:cNvPr id="2721" name="Google Shape;2721;p66"/>
          <p:cNvSpPr txBox="1">
            <a:spLocks noGrp="1"/>
          </p:cNvSpPr>
          <p:nvPr>
            <p:ph type="subTitle" idx="5"/>
          </p:nvPr>
        </p:nvSpPr>
        <p:spPr>
          <a:xfrm>
            <a:off x="5971950" y="3016038"/>
            <a:ext cx="2113200" cy="469800"/>
          </a:xfrm>
          <a:prstGeom prst="rect">
            <a:avLst/>
          </a:prstGeom>
        </p:spPr>
        <p:txBody>
          <a:bodyPr spcFirstLastPara="1" wrap="square" lIns="91425" tIns="91425" rIns="91425" bIns="91425" anchor="t" anchorCtr="0">
            <a:noAutofit/>
          </a:bodyPr>
          <a:lstStyle/>
          <a:p>
            <a:pPr marL="0" lvl="0" indent="0"/>
            <a:r>
              <a:rPr lang="en-US" dirty="0"/>
              <a:t>Demonstration</a:t>
            </a:r>
            <a:endParaRPr dirty="0"/>
          </a:p>
        </p:txBody>
      </p:sp>
      <p:sp>
        <p:nvSpPr>
          <p:cNvPr id="2722" name="Google Shape;2722;p66"/>
          <p:cNvSpPr txBox="1">
            <a:spLocks noGrp="1"/>
          </p:cNvSpPr>
          <p:nvPr>
            <p:ph type="subTitle" idx="6"/>
          </p:nvPr>
        </p:nvSpPr>
        <p:spPr>
          <a:xfrm>
            <a:off x="5971950" y="3485838"/>
            <a:ext cx="2113200" cy="881700"/>
          </a:xfrm>
          <a:prstGeom prst="rect">
            <a:avLst/>
          </a:prstGeom>
        </p:spPr>
        <p:txBody>
          <a:bodyPr spcFirstLastPara="1" wrap="square" lIns="91425" tIns="91425" rIns="91425" bIns="91425" anchor="t" anchorCtr="0">
            <a:noAutofit/>
          </a:bodyPr>
          <a:lstStyle/>
          <a:p>
            <a:pPr marL="0" lvl="0" indent="0"/>
            <a:r>
              <a:rPr lang="en-US" sz="1200" dirty="0"/>
              <a:t>The completed system was demonstrated to verify overall functionality and practical applicability in a school transportation environment.</a:t>
            </a:r>
            <a:endParaRPr sz="1200" dirty="0"/>
          </a:p>
        </p:txBody>
      </p:sp>
      <p:sp>
        <p:nvSpPr>
          <p:cNvPr id="2723" name="Google Shape;2723;p66"/>
          <p:cNvSpPr txBox="1">
            <a:spLocks noGrp="1"/>
          </p:cNvSpPr>
          <p:nvPr>
            <p:ph type="title"/>
          </p:nvPr>
        </p:nvSpPr>
        <p:spPr>
          <a:xfrm>
            <a:off x="713225" y="330725"/>
            <a:ext cx="7717800" cy="713400"/>
          </a:xfrm>
          <a:prstGeom prst="rect">
            <a:avLst/>
          </a:prstGeom>
        </p:spPr>
        <p:txBody>
          <a:bodyPr spcFirstLastPara="1" wrap="square" lIns="91425" tIns="91425" rIns="91425" bIns="91425" anchor="t" anchorCtr="0">
            <a:noAutofit/>
          </a:bodyPr>
          <a:lstStyle/>
          <a:p>
            <a:pPr lvl="0"/>
            <a:r>
              <a:rPr lang="en-US" dirty="0"/>
              <a:t>Final Deployment Phase</a:t>
            </a:r>
            <a:endParaRPr dirty="0"/>
          </a:p>
        </p:txBody>
      </p:sp>
      <p:grpSp>
        <p:nvGrpSpPr>
          <p:cNvPr id="2724" name="Google Shape;2724;p66"/>
          <p:cNvGrpSpPr/>
          <p:nvPr/>
        </p:nvGrpSpPr>
        <p:grpSpPr>
          <a:xfrm>
            <a:off x="3986100" y="1384791"/>
            <a:ext cx="1171800" cy="1486580"/>
            <a:chOff x="3986100" y="1537191"/>
            <a:chExt cx="1171800" cy="1486580"/>
          </a:xfrm>
        </p:grpSpPr>
        <p:sp>
          <p:nvSpPr>
            <p:cNvPr id="2725" name="Google Shape;2725;p66"/>
            <p:cNvSpPr/>
            <p:nvPr/>
          </p:nvSpPr>
          <p:spPr>
            <a:xfrm>
              <a:off x="4543428" y="2481675"/>
              <a:ext cx="57144" cy="542096"/>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26" name="Google Shape;2726;p66"/>
            <p:cNvGrpSpPr/>
            <p:nvPr/>
          </p:nvGrpSpPr>
          <p:grpSpPr>
            <a:xfrm>
              <a:off x="3986100" y="1537191"/>
              <a:ext cx="1171800" cy="1171800"/>
              <a:chOff x="-1990735" y="1199991"/>
              <a:chExt cx="1171800" cy="1171800"/>
            </a:xfrm>
          </p:grpSpPr>
          <p:sp>
            <p:nvSpPr>
              <p:cNvPr id="2727" name="Google Shape;2727;p66"/>
              <p:cNvSpPr/>
              <p:nvPr/>
            </p:nvSpPr>
            <p:spPr>
              <a:xfrm rot="2700000">
                <a:off x="-1819129" y="1371597"/>
                <a:ext cx="828588" cy="828588"/>
              </a:xfrm>
              <a:prstGeom prst="roundRect">
                <a:avLst>
                  <a:gd name="adj" fmla="val 8047"/>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66"/>
              <p:cNvSpPr/>
              <p:nvPr/>
            </p:nvSpPr>
            <p:spPr>
              <a:xfrm rot="2700000">
                <a:off x="-1787945" y="1402781"/>
                <a:ext cx="766221" cy="766221"/>
              </a:xfrm>
              <a:prstGeom prst="roundRect">
                <a:avLst>
                  <a:gd name="adj" fmla="val 8047"/>
                </a:avLst>
              </a:prstGeom>
              <a:solidFill>
                <a:srgbClr val="E15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729" name="Google Shape;2729;p66"/>
          <p:cNvGrpSpPr/>
          <p:nvPr/>
        </p:nvGrpSpPr>
        <p:grpSpPr>
          <a:xfrm>
            <a:off x="1636800" y="1492041"/>
            <a:ext cx="957300" cy="1379330"/>
            <a:chOff x="1636800" y="1644441"/>
            <a:chExt cx="957300" cy="1379330"/>
          </a:xfrm>
        </p:grpSpPr>
        <p:sp>
          <p:nvSpPr>
            <p:cNvPr id="2730" name="Google Shape;2730;p66"/>
            <p:cNvSpPr/>
            <p:nvPr/>
          </p:nvSpPr>
          <p:spPr>
            <a:xfrm>
              <a:off x="2086879" y="2481675"/>
              <a:ext cx="57144" cy="542096"/>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31" name="Google Shape;2731;p66"/>
            <p:cNvGrpSpPr/>
            <p:nvPr/>
          </p:nvGrpSpPr>
          <p:grpSpPr>
            <a:xfrm>
              <a:off x="1636800" y="1644441"/>
              <a:ext cx="957300" cy="957300"/>
              <a:chOff x="831701" y="3244650"/>
              <a:chExt cx="957300" cy="957300"/>
            </a:xfrm>
          </p:grpSpPr>
          <p:sp>
            <p:nvSpPr>
              <p:cNvPr id="2732" name="Google Shape;2732;p66"/>
              <p:cNvSpPr/>
              <p:nvPr/>
            </p:nvSpPr>
            <p:spPr>
              <a:xfrm>
                <a:off x="831701" y="3244650"/>
                <a:ext cx="957300" cy="9573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66"/>
              <p:cNvSpPr/>
              <p:nvPr/>
            </p:nvSpPr>
            <p:spPr>
              <a:xfrm>
                <a:off x="867551" y="3280500"/>
                <a:ext cx="885600" cy="885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734" name="Google Shape;2734;p66"/>
          <p:cNvGrpSpPr/>
          <p:nvPr/>
        </p:nvGrpSpPr>
        <p:grpSpPr>
          <a:xfrm>
            <a:off x="6612300" y="1554291"/>
            <a:ext cx="832500" cy="1317080"/>
            <a:chOff x="6612300" y="1706691"/>
            <a:chExt cx="832500" cy="1317080"/>
          </a:xfrm>
        </p:grpSpPr>
        <p:sp>
          <p:nvSpPr>
            <p:cNvPr id="2735" name="Google Shape;2735;p66"/>
            <p:cNvSpPr/>
            <p:nvPr/>
          </p:nvSpPr>
          <p:spPr>
            <a:xfrm>
              <a:off x="6999978" y="2481675"/>
              <a:ext cx="57144" cy="542096"/>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66"/>
            <p:cNvSpPr/>
            <p:nvPr/>
          </p:nvSpPr>
          <p:spPr>
            <a:xfrm>
              <a:off x="6612300" y="1706691"/>
              <a:ext cx="832500" cy="832800"/>
            </a:xfrm>
            <a:prstGeom prst="roundRect">
              <a:avLst>
                <a:gd name="adj" fmla="val 9990"/>
              </a:avLst>
            </a:prstGeom>
            <a:solidFill>
              <a:schemeClr val="accent2"/>
            </a:solid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37" name="Google Shape;2737;p66"/>
          <p:cNvGrpSpPr/>
          <p:nvPr/>
        </p:nvGrpSpPr>
        <p:grpSpPr>
          <a:xfrm>
            <a:off x="1957233" y="1791642"/>
            <a:ext cx="316434" cy="358099"/>
            <a:chOff x="-54007925" y="3584850"/>
            <a:chExt cx="281200" cy="318225"/>
          </a:xfrm>
        </p:grpSpPr>
        <p:sp>
          <p:nvSpPr>
            <p:cNvPr id="2738" name="Google Shape;2738;p66"/>
            <p:cNvSpPr/>
            <p:nvPr/>
          </p:nvSpPr>
          <p:spPr>
            <a:xfrm>
              <a:off x="-53943325" y="3716375"/>
              <a:ext cx="151250" cy="18950"/>
            </a:xfrm>
            <a:custGeom>
              <a:avLst/>
              <a:gdLst/>
              <a:ahLst/>
              <a:cxnLst/>
              <a:rect l="l" t="t" r="r" b="b"/>
              <a:pathLst>
                <a:path w="6050" h="758" extrusionOk="0">
                  <a:moveTo>
                    <a:pt x="0" y="1"/>
                  </a:moveTo>
                  <a:cubicBezTo>
                    <a:pt x="441" y="474"/>
                    <a:pt x="1040" y="757"/>
                    <a:pt x="1702" y="757"/>
                  </a:cubicBezTo>
                  <a:lnTo>
                    <a:pt x="4348" y="757"/>
                  </a:lnTo>
                  <a:cubicBezTo>
                    <a:pt x="5041" y="757"/>
                    <a:pt x="5608" y="474"/>
                    <a:pt x="604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66"/>
            <p:cNvSpPr/>
            <p:nvPr/>
          </p:nvSpPr>
          <p:spPr>
            <a:xfrm>
              <a:off x="-53970100" y="3679375"/>
              <a:ext cx="205575" cy="18125"/>
            </a:xfrm>
            <a:custGeom>
              <a:avLst/>
              <a:gdLst/>
              <a:ahLst/>
              <a:cxnLst/>
              <a:rect l="l" t="t" r="r" b="b"/>
              <a:pathLst>
                <a:path w="8223" h="725" extrusionOk="0">
                  <a:moveTo>
                    <a:pt x="0" y="0"/>
                  </a:moveTo>
                  <a:lnTo>
                    <a:pt x="0" y="725"/>
                  </a:lnTo>
                  <a:lnTo>
                    <a:pt x="8223" y="725"/>
                  </a:lnTo>
                  <a:lnTo>
                    <a:pt x="822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66"/>
            <p:cNvSpPr/>
            <p:nvPr/>
          </p:nvSpPr>
          <p:spPr>
            <a:xfrm>
              <a:off x="-53970100" y="3715600"/>
              <a:ext cx="204800" cy="187475"/>
            </a:xfrm>
            <a:custGeom>
              <a:avLst/>
              <a:gdLst/>
              <a:ahLst/>
              <a:cxnLst/>
              <a:rect l="l" t="t" r="r" b="b"/>
              <a:pathLst>
                <a:path w="8192" h="7499" extrusionOk="0">
                  <a:moveTo>
                    <a:pt x="2584" y="2300"/>
                  </a:moveTo>
                  <a:cubicBezTo>
                    <a:pt x="2804" y="2300"/>
                    <a:pt x="2962" y="2426"/>
                    <a:pt x="2962" y="2647"/>
                  </a:cubicBezTo>
                  <a:cubicBezTo>
                    <a:pt x="2962" y="2836"/>
                    <a:pt x="2804" y="2993"/>
                    <a:pt x="2584" y="2993"/>
                  </a:cubicBezTo>
                  <a:cubicBezTo>
                    <a:pt x="2395" y="2993"/>
                    <a:pt x="2237" y="2836"/>
                    <a:pt x="2237" y="2647"/>
                  </a:cubicBezTo>
                  <a:cubicBezTo>
                    <a:pt x="2237" y="2426"/>
                    <a:pt x="2395" y="2300"/>
                    <a:pt x="2584" y="2300"/>
                  </a:cubicBezTo>
                  <a:close/>
                  <a:moveTo>
                    <a:pt x="5577" y="2300"/>
                  </a:moveTo>
                  <a:cubicBezTo>
                    <a:pt x="5797" y="2300"/>
                    <a:pt x="5955" y="2458"/>
                    <a:pt x="5955" y="2647"/>
                  </a:cubicBezTo>
                  <a:cubicBezTo>
                    <a:pt x="5955" y="2836"/>
                    <a:pt x="5797" y="2993"/>
                    <a:pt x="5577" y="2993"/>
                  </a:cubicBezTo>
                  <a:cubicBezTo>
                    <a:pt x="5388" y="2993"/>
                    <a:pt x="5230" y="2836"/>
                    <a:pt x="5230" y="2647"/>
                  </a:cubicBezTo>
                  <a:cubicBezTo>
                    <a:pt x="5230" y="2458"/>
                    <a:pt x="5388" y="2300"/>
                    <a:pt x="5577" y="2300"/>
                  </a:cubicBezTo>
                  <a:close/>
                  <a:moveTo>
                    <a:pt x="5191" y="4072"/>
                  </a:moveTo>
                  <a:cubicBezTo>
                    <a:pt x="5285" y="4072"/>
                    <a:pt x="5372" y="4112"/>
                    <a:pt x="5419" y="4191"/>
                  </a:cubicBezTo>
                  <a:cubicBezTo>
                    <a:pt x="5577" y="4348"/>
                    <a:pt x="5577" y="4569"/>
                    <a:pt x="5419" y="4695"/>
                  </a:cubicBezTo>
                  <a:cubicBezTo>
                    <a:pt x="5072" y="5041"/>
                    <a:pt x="4600" y="5230"/>
                    <a:pt x="4127" y="5230"/>
                  </a:cubicBezTo>
                  <a:cubicBezTo>
                    <a:pt x="3655" y="5230"/>
                    <a:pt x="3151" y="5041"/>
                    <a:pt x="2836" y="4695"/>
                  </a:cubicBezTo>
                  <a:cubicBezTo>
                    <a:pt x="2678" y="4537"/>
                    <a:pt x="2678" y="4285"/>
                    <a:pt x="2836" y="4191"/>
                  </a:cubicBezTo>
                  <a:cubicBezTo>
                    <a:pt x="2914" y="4112"/>
                    <a:pt x="3009" y="4072"/>
                    <a:pt x="3099" y="4072"/>
                  </a:cubicBezTo>
                  <a:cubicBezTo>
                    <a:pt x="3190" y="4072"/>
                    <a:pt x="3277" y="4112"/>
                    <a:pt x="3340" y="4191"/>
                  </a:cubicBezTo>
                  <a:cubicBezTo>
                    <a:pt x="3560" y="4395"/>
                    <a:pt x="3844" y="4498"/>
                    <a:pt x="4127" y="4498"/>
                  </a:cubicBezTo>
                  <a:cubicBezTo>
                    <a:pt x="4411" y="4498"/>
                    <a:pt x="4694" y="4395"/>
                    <a:pt x="4915" y="4191"/>
                  </a:cubicBezTo>
                  <a:cubicBezTo>
                    <a:pt x="4994" y="4112"/>
                    <a:pt x="5096" y="4072"/>
                    <a:pt x="5191" y="4072"/>
                  </a:cubicBezTo>
                  <a:close/>
                  <a:moveTo>
                    <a:pt x="0" y="0"/>
                  </a:moveTo>
                  <a:lnTo>
                    <a:pt x="0" y="3340"/>
                  </a:lnTo>
                  <a:cubicBezTo>
                    <a:pt x="0" y="5577"/>
                    <a:pt x="1859" y="7499"/>
                    <a:pt x="4096" y="7499"/>
                  </a:cubicBezTo>
                  <a:cubicBezTo>
                    <a:pt x="6333" y="7499"/>
                    <a:pt x="8191" y="5640"/>
                    <a:pt x="8191" y="3340"/>
                  </a:cubicBezTo>
                  <a:lnTo>
                    <a:pt x="8191" y="0"/>
                  </a:lnTo>
                  <a:lnTo>
                    <a:pt x="8034" y="0"/>
                  </a:lnTo>
                  <a:cubicBezTo>
                    <a:pt x="7467" y="946"/>
                    <a:pt x="6490" y="1513"/>
                    <a:pt x="5419" y="1513"/>
                  </a:cubicBezTo>
                  <a:lnTo>
                    <a:pt x="2804" y="1513"/>
                  </a:lnTo>
                  <a:cubicBezTo>
                    <a:pt x="1701" y="1513"/>
                    <a:pt x="693" y="946"/>
                    <a:pt x="1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66"/>
            <p:cNvSpPr/>
            <p:nvPr/>
          </p:nvSpPr>
          <p:spPr>
            <a:xfrm>
              <a:off x="-54007125" y="3584850"/>
              <a:ext cx="278825" cy="74850"/>
            </a:xfrm>
            <a:custGeom>
              <a:avLst/>
              <a:gdLst/>
              <a:ahLst/>
              <a:cxnLst/>
              <a:rect l="l" t="t" r="r" b="b"/>
              <a:pathLst>
                <a:path w="11153" h="2994" extrusionOk="0">
                  <a:moveTo>
                    <a:pt x="5577" y="1"/>
                  </a:moveTo>
                  <a:cubicBezTo>
                    <a:pt x="2867" y="1"/>
                    <a:pt x="0" y="788"/>
                    <a:pt x="0" y="2238"/>
                  </a:cubicBezTo>
                  <a:cubicBezTo>
                    <a:pt x="0" y="2647"/>
                    <a:pt x="315" y="2994"/>
                    <a:pt x="725" y="2994"/>
                  </a:cubicBezTo>
                  <a:lnTo>
                    <a:pt x="10429" y="2994"/>
                  </a:lnTo>
                  <a:cubicBezTo>
                    <a:pt x="10838" y="2994"/>
                    <a:pt x="11153" y="2679"/>
                    <a:pt x="11153" y="2238"/>
                  </a:cubicBezTo>
                  <a:cubicBezTo>
                    <a:pt x="11153" y="788"/>
                    <a:pt x="8286" y="1"/>
                    <a:pt x="55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66"/>
            <p:cNvSpPr/>
            <p:nvPr/>
          </p:nvSpPr>
          <p:spPr>
            <a:xfrm>
              <a:off x="-54007925" y="3740025"/>
              <a:ext cx="18925" cy="64600"/>
            </a:xfrm>
            <a:custGeom>
              <a:avLst/>
              <a:gdLst/>
              <a:ahLst/>
              <a:cxnLst/>
              <a:rect l="l" t="t" r="r" b="b"/>
              <a:pathLst>
                <a:path w="757" h="2584" extrusionOk="0">
                  <a:moveTo>
                    <a:pt x="757" y="0"/>
                  </a:moveTo>
                  <a:cubicBezTo>
                    <a:pt x="316" y="252"/>
                    <a:pt x="1" y="725"/>
                    <a:pt x="1" y="1260"/>
                  </a:cubicBezTo>
                  <a:cubicBezTo>
                    <a:pt x="1" y="1827"/>
                    <a:pt x="316" y="2300"/>
                    <a:pt x="757" y="2584"/>
                  </a:cubicBezTo>
                  <a:lnTo>
                    <a:pt x="75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66"/>
            <p:cNvSpPr/>
            <p:nvPr/>
          </p:nvSpPr>
          <p:spPr>
            <a:xfrm>
              <a:off x="-53745625" y="3740025"/>
              <a:ext cx="18900" cy="64600"/>
            </a:xfrm>
            <a:custGeom>
              <a:avLst/>
              <a:gdLst/>
              <a:ahLst/>
              <a:cxnLst/>
              <a:rect l="l" t="t" r="r" b="b"/>
              <a:pathLst>
                <a:path w="756" h="2584" extrusionOk="0">
                  <a:moveTo>
                    <a:pt x="0" y="0"/>
                  </a:moveTo>
                  <a:lnTo>
                    <a:pt x="0" y="2584"/>
                  </a:lnTo>
                  <a:cubicBezTo>
                    <a:pt x="441" y="2300"/>
                    <a:pt x="756" y="1827"/>
                    <a:pt x="756" y="1260"/>
                  </a:cubicBezTo>
                  <a:cubicBezTo>
                    <a:pt x="693" y="725"/>
                    <a:pt x="441" y="252"/>
                    <a:pt x="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44" name="Google Shape;2744;p66"/>
          <p:cNvGrpSpPr/>
          <p:nvPr/>
        </p:nvGrpSpPr>
        <p:grpSpPr>
          <a:xfrm>
            <a:off x="4414669" y="1791192"/>
            <a:ext cx="314662" cy="358999"/>
            <a:chOff x="-53224225" y="3976300"/>
            <a:chExt cx="279625" cy="319025"/>
          </a:xfrm>
        </p:grpSpPr>
        <p:sp>
          <p:nvSpPr>
            <p:cNvPr id="2745" name="Google Shape;2745;p66"/>
            <p:cNvSpPr/>
            <p:nvPr/>
          </p:nvSpPr>
          <p:spPr>
            <a:xfrm>
              <a:off x="-53224225" y="4132250"/>
              <a:ext cx="18925" cy="63825"/>
            </a:xfrm>
            <a:custGeom>
              <a:avLst/>
              <a:gdLst/>
              <a:ahLst/>
              <a:cxnLst/>
              <a:rect l="l" t="t" r="r" b="b"/>
              <a:pathLst>
                <a:path w="757" h="2553" extrusionOk="0">
                  <a:moveTo>
                    <a:pt x="756" y="1"/>
                  </a:moveTo>
                  <a:cubicBezTo>
                    <a:pt x="315" y="284"/>
                    <a:pt x="0" y="757"/>
                    <a:pt x="0" y="1292"/>
                  </a:cubicBezTo>
                  <a:cubicBezTo>
                    <a:pt x="0" y="1796"/>
                    <a:pt x="315" y="2269"/>
                    <a:pt x="756" y="2552"/>
                  </a:cubicBezTo>
                  <a:lnTo>
                    <a:pt x="756" y="2395"/>
                  </a:lnTo>
                  <a:lnTo>
                    <a:pt x="75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66"/>
            <p:cNvSpPr/>
            <p:nvPr/>
          </p:nvSpPr>
          <p:spPr>
            <a:xfrm>
              <a:off x="-53185625" y="4014900"/>
              <a:ext cx="204800" cy="117375"/>
            </a:xfrm>
            <a:custGeom>
              <a:avLst/>
              <a:gdLst/>
              <a:ahLst/>
              <a:cxnLst/>
              <a:rect l="l" t="t" r="r" b="b"/>
              <a:pathLst>
                <a:path w="8192" h="4695" extrusionOk="0">
                  <a:moveTo>
                    <a:pt x="4096" y="0"/>
                  </a:moveTo>
                  <a:cubicBezTo>
                    <a:pt x="1859" y="0"/>
                    <a:pt x="0" y="1859"/>
                    <a:pt x="0" y="4096"/>
                  </a:cubicBezTo>
                  <a:lnTo>
                    <a:pt x="0" y="4695"/>
                  </a:lnTo>
                  <a:lnTo>
                    <a:pt x="1638" y="3088"/>
                  </a:lnTo>
                  <a:cubicBezTo>
                    <a:pt x="1675" y="3014"/>
                    <a:pt x="1755" y="2983"/>
                    <a:pt x="1847" y="2983"/>
                  </a:cubicBezTo>
                  <a:cubicBezTo>
                    <a:pt x="1912" y="2983"/>
                    <a:pt x="1983" y="2999"/>
                    <a:pt x="2048" y="3025"/>
                  </a:cubicBezTo>
                  <a:cubicBezTo>
                    <a:pt x="2662" y="3450"/>
                    <a:pt x="3371" y="3663"/>
                    <a:pt x="4080" y="3663"/>
                  </a:cubicBezTo>
                  <a:cubicBezTo>
                    <a:pt x="4789" y="3663"/>
                    <a:pt x="5498" y="3450"/>
                    <a:pt x="6112" y="3025"/>
                  </a:cubicBezTo>
                  <a:cubicBezTo>
                    <a:pt x="6174" y="2987"/>
                    <a:pt x="6241" y="2970"/>
                    <a:pt x="6307" y="2970"/>
                  </a:cubicBezTo>
                  <a:cubicBezTo>
                    <a:pt x="6409" y="2970"/>
                    <a:pt x="6508" y="3011"/>
                    <a:pt x="6585" y="3088"/>
                  </a:cubicBezTo>
                  <a:lnTo>
                    <a:pt x="8191" y="4695"/>
                  </a:lnTo>
                  <a:lnTo>
                    <a:pt x="8191" y="4096"/>
                  </a:lnTo>
                  <a:cubicBezTo>
                    <a:pt x="8191" y="1859"/>
                    <a:pt x="6333" y="0"/>
                    <a:pt x="409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66"/>
            <p:cNvSpPr/>
            <p:nvPr/>
          </p:nvSpPr>
          <p:spPr>
            <a:xfrm>
              <a:off x="-53187200" y="4110200"/>
              <a:ext cx="205575" cy="185125"/>
            </a:xfrm>
            <a:custGeom>
              <a:avLst/>
              <a:gdLst/>
              <a:ahLst/>
              <a:cxnLst/>
              <a:rect l="l" t="t" r="r" b="b"/>
              <a:pathLst>
                <a:path w="8223" h="7405" extrusionOk="0">
                  <a:moveTo>
                    <a:pt x="2615" y="1418"/>
                  </a:moveTo>
                  <a:cubicBezTo>
                    <a:pt x="2836" y="1418"/>
                    <a:pt x="2993" y="1576"/>
                    <a:pt x="2993" y="1796"/>
                  </a:cubicBezTo>
                  <a:cubicBezTo>
                    <a:pt x="2993" y="1985"/>
                    <a:pt x="2836" y="2143"/>
                    <a:pt x="2615" y="2143"/>
                  </a:cubicBezTo>
                  <a:cubicBezTo>
                    <a:pt x="2426" y="2143"/>
                    <a:pt x="2268" y="1985"/>
                    <a:pt x="2268" y="1796"/>
                  </a:cubicBezTo>
                  <a:cubicBezTo>
                    <a:pt x="2268" y="1576"/>
                    <a:pt x="2426" y="1418"/>
                    <a:pt x="2615" y="1418"/>
                  </a:cubicBezTo>
                  <a:close/>
                  <a:moveTo>
                    <a:pt x="5608" y="1418"/>
                  </a:moveTo>
                  <a:cubicBezTo>
                    <a:pt x="5829" y="1418"/>
                    <a:pt x="5986" y="1576"/>
                    <a:pt x="5986" y="1796"/>
                  </a:cubicBezTo>
                  <a:cubicBezTo>
                    <a:pt x="5986" y="1985"/>
                    <a:pt x="5829" y="2143"/>
                    <a:pt x="5608" y="2143"/>
                  </a:cubicBezTo>
                  <a:cubicBezTo>
                    <a:pt x="5419" y="2143"/>
                    <a:pt x="5261" y="1985"/>
                    <a:pt x="5261" y="1796"/>
                  </a:cubicBezTo>
                  <a:cubicBezTo>
                    <a:pt x="5261" y="1576"/>
                    <a:pt x="5419" y="1418"/>
                    <a:pt x="5608" y="1418"/>
                  </a:cubicBezTo>
                  <a:close/>
                  <a:moveTo>
                    <a:pt x="5179" y="3978"/>
                  </a:moveTo>
                  <a:cubicBezTo>
                    <a:pt x="5269" y="3978"/>
                    <a:pt x="5356" y="4017"/>
                    <a:pt x="5419" y="4096"/>
                  </a:cubicBezTo>
                  <a:cubicBezTo>
                    <a:pt x="5576" y="4222"/>
                    <a:pt x="5576" y="4474"/>
                    <a:pt x="5450" y="4632"/>
                  </a:cubicBezTo>
                  <a:cubicBezTo>
                    <a:pt x="5104" y="4978"/>
                    <a:pt x="4631" y="5167"/>
                    <a:pt x="4159" y="5167"/>
                  </a:cubicBezTo>
                  <a:cubicBezTo>
                    <a:pt x="3655" y="5167"/>
                    <a:pt x="3182" y="4978"/>
                    <a:pt x="2836" y="4632"/>
                  </a:cubicBezTo>
                  <a:cubicBezTo>
                    <a:pt x="2678" y="4474"/>
                    <a:pt x="2678" y="4222"/>
                    <a:pt x="2836" y="4096"/>
                  </a:cubicBezTo>
                  <a:cubicBezTo>
                    <a:pt x="2914" y="4017"/>
                    <a:pt x="3009" y="3978"/>
                    <a:pt x="3099" y="3978"/>
                  </a:cubicBezTo>
                  <a:cubicBezTo>
                    <a:pt x="3190" y="3978"/>
                    <a:pt x="3277" y="4017"/>
                    <a:pt x="3340" y="4096"/>
                  </a:cubicBezTo>
                  <a:cubicBezTo>
                    <a:pt x="3560" y="4317"/>
                    <a:pt x="3844" y="4427"/>
                    <a:pt x="4127" y="4427"/>
                  </a:cubicBezTo>
                  <a:cubicBezTo>
                    <a:pt x="4411" y="4427"/>
                    <a:pt x="4694" y="4317"/>
                    <a:pt x="4915" y="4096"/>
                  </a:cubicBezTo>
                  <a:cubicBezTo>
                    <a:pt x="4994" y="4017"/>
                    <a:pt x="5088" y="3978"/>
                    <a:pt x="5179" y="3978"/>
                  </a:cubicBezTo>
                  <a:close/>
                  <a:moveTo>
                    <a:pt x="1922" y="0"/>
                  </a:moveTo>
                  <a:lnTo>
                    <a:pt x="0" y="1954"/>
                  </a:lnTo>
                  <a:lnTo>
                    <a:pt x="0" y="3277"/>
                  </a:lnTo>
                  <a:cubicBezTo>
                    <a:pt x="0" y="5514"/>
                    <a:pt x="1827" y="7404"/>
                    <a:pt x="4096" y="7404"/>
                  </a:cubicBezTo>
                  <a:cubicBezTo>
                    <a:pt x="6396" y="7404"/>
                    <a:pt x="8223" y="5514"/>
                    <a:pt x="8223" y="3277"/>
                  </a:cubicBezTo>
                  <a:lnTo>
                    <a:pt x="8223" y="1954"/>
                  </a:lnTo>
                  <a:lnTo>
                    <a:pt x="6301" y="0"/>
                  </a:lnTo>
                  <a:cubicBezTo>
                    <a:pt x="5624" y="394"/>
                    <a:pt x="4875" y="591"/>
                    <a:pt x="4123" y="591"/>
                  </a:cubicBezTo>
                  <a:cubicBezTo>
                    <a:pt x="3371" y="591"/>
                    <a:pt x="2615" y="394"/>
                    <a:pt x="19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66"/>
            <p:cNvSpPr/>
            <p:nvPr/>
          </p:nvSpPr>
          <p:spPr>
            <a:xfrm>
              <a:off x="-53020225" y="4211800"/>
              <a:ext cx="74825" cy="83525"/>
            </a:xfrm>
            <a:custGeom>
              <a:avLst/>
              <a:gdLst/>
              <a:ahLst/>
              <a:cxnLst/>
              <a:rect l="l" t="t" r="r" b="b"/>
              <a:pathLst>
                <a:path w="2993" h="3341" extrusionOk="0">
                  <a:moveTo>
                    <a:pt x="2174" y="1"/>
                  </a:moveTo>
                  <a:cubicBezTo>
                    <a:pt x="2016" y="1387"/>
                    <a:pt x="1197" y="2615"/>
                    <a:pt x="0" y="3340"/>
                  </a:cubicBezTo>
                  <a:lnTo>
                    <a:pt x="2647" y="3340"/>
                  </a:lnTo>
                  <a:cubicBezTo>
                    <a:pt x="2836" y="3340"/>
                    <a:pt x="2993" y="3183"/>
                    <a:pt x="2993" y="2993"/>
                  </a:cubicBezTo>
                  <a:lnTo>
                    <a:pt x="2993" y="2867"/>
                  </a:lnTo>
                  <a:cubicBezTo>
                    <a:pt x="2993" y="1859"/>
                    <a:pt x="2710" y="883"/>
                    <a:pt x="21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66"/>
            <p:cNvSpPr/>
            <p:nvPr/>
          </p:nvSpPr>
          <p:spPr>
            <a:xfrm>
              <a:off x="-53224225" y="4211025"/>
              <a:ext cx="74850" cy="83500"/>
            </a:xfrm>
            <a:custGeom>
              <a:avLst/>
              <a:gdLst/>
              <a:ahLst/>
              <a:cxnLst/>
              <a:rect l="l" t="t" r="r" b="b"/>
              <a:pathLst>
                <a:path w="2994" h="3340" extrusionOk="0">
                  <a:moveTo>
                    <a:pt x="851" y="0"/>
                  </a:moveTo>
                  <a:cubicBezTo>
                    <a:pt x="315" y="851"/>
                    <a:pt x="0" y="1796"/>
                    <a:pt x="0" y="2867"/>
                  </a:cubicBezTo>
                  <a:lnTo>
                    <a:pt x="0" y="2993"/>
                  </a:lnTo>
                  <a:cubicBezTo>
                    <a:pt x="0" y="3182"/>
                    <a:pt x="158" y="3340"/>
                    <a:pt x="378" y="3340"/>
                  </a:cubicBezTo>
                  <a:lnTo>
                    <a:pt x="2993" y="3340"/>
                  </a:lnTo>
                  <a:cubicBezTo>
                    <a:pt x="1859" y="2646"/>
                    <a:pt x="1040" y="1418"/>
                    <a:pt x="85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66"/>
            <p:cNvSpPr/>
            <p:nvPr/>
          </p:nvSpPr>
          <p:spPr>
            <a:xfrm>
              <a:off x="-52962725" y="4131475"/>
              <a:ext cx="18125" cy="63800"/>
            </a:xfrm>
            <a:custGeom>
              <a:avLst/>
              <a:gdLst/>
              <a:ahLst/>
              <a:cxnLst/>
              <a:rect l="l" t="t" r="r" b="b"/>
              <a:pathLst>
                <a:path w="725" h="2552" extrusionOk="0">
                  <a:moveTo>
                    <a:pt x="0" y="0"/>
                  </a:moveTo>
                  <a:lnTo>
                    <a:pt x="0" y="2394"/>
                  </a:lnTo>
                  <a:lnTo>
                    <a:pt x="0" y="2552"/>
                  </a:lnTo>
                  <a:cubicBezTo>
                    <a:pt x="410" y="2300"/>
                    <a:pt x="725" y="1827"/>
                    <a:pt x="725" y="1292"/>
                  </a:cubicBezTo>
                  <a:cubicBezTo>
                    <a:pt x="725" y="725"/>
                    <a:pt x="410" y="252"/>
                    <a:pt x="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66"/>
            <p:cNvSpPr/>
            <p:nvPr/>
          </p:nvSpPr>
          <p:spPr>
            <a:xfrm>
              <a:off x="-53125775" y="3976300"/>
              <a:ext cx="82725" cy="26800"/>
            </a:xfrm>
            <a:custGeom>
              <a:avLst/>
              <a:gdLst/>
              <a:ahLst/>
              <a:cxnLst/>
              <a:rect l="l" t="t" r="r" b="b"/>
              <a:pathLst>
                <a:path w="3309" h="1072" extrusionOk="0">
                  <a:moveTo>
                    <a:pt x="1670" y="1"/>
                  </a:moveTo>
                  <a:cubicBezTo>
                    <a:pt x="914" y="1"/>
                    <a:pt x="284" y="442"/>
                    <a:pt x="0" y="1072"/>
                  </a:cubicBezTo>
                  <a:cubicBezTo>
                    <a:pt x="536" y="883"/>
                    <a:pt x="1072" y="757"/>
                    <a:pt x="1670" y="757"/>
                  </a:cubicBezTo>
                  <a:cubicBezTo>
                    <a:pt x="2269" y="757"/>
                    <a:pt x="2804" y="883"/>
                    <a:pt x="3308" y="1072"/>
                  </a:cubicBezTo>
                  <a:cubicBezTo>
                    <a:pt x="2993" y="442"/>
                    <a:pt x="2363" y="1"/>
                    <a:pt x="16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52" name="Google Shape;2752;p66"/>
          <p:cNvGrpSpPr/>
          <p:nvPr/>
        </p:nvGrpSpPr>
        <p:grpSpPr>
          <a:xfrm>
            <a:off x="6871219" y="1792078"/>
            <a:ext cx="314662" cy="357226"/>
            <a:chOff x="-52440550" y="3977875"/>
            <a:chExt cx="279625" cy="317450"/>
          </a:xfrm>
        </p:grpSpPr>
        <p:sp>
          <p:nvSpPr>
            <p:cNvPr id="2753" name="Google Shape;2753;p66"/>
            <p:cNvSpPr/>
            <p:nvPr/>
          </p:nvSpPr>
          <p:spPr>
            <a:xfrm>
              <a:off x="-52403525" y="4052700"/>
              <a:ext cx="76425" cy="18150"/>
            </a:xfrm>
            <a:custGeom>
              <a:avLst/>
              <a:gdLst/>
              <a:ahLst/>
              <a:cxnLst/>
              <a:rect l="l" t="t" r="r" b="b"/>
              <a:pathLst>
                <a:path w="3057" h="726" extrusionOk="0">
                  <a:moveTo>
                    <a:pt x="0" y="1"/>
                  </a:moveTo>
                  <a:lnTo>
                    <a:pt x="0" y="725"/>
                  </a:lnTo>
                  <a:lnTo>
                    <a:pt x="3056" y="725"/>
                  </a:lnTo>
                  <a:cubicBezTo>
                    <a:pt x="3025" y="631"/>
                    <a:pt x="2993" y="473"/>
                    <a:pt x="2993" y="347"/>
                  </a:cubicBezTo>
                  <a:cubicBezTo>
                    <a:pt x="2993" y="221"/>
                    <a:pt x="3025" y="95"/>
                    <a:pt x="305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66"/>
            <p:cNvSpPr/>
            <p:nvPr/>
          </p:nvSpPr>
          <p:spPr>
            <a:xfrm>
              <a:off x="-52357850" y="4088925"/>
              <a:ext cx="168575" cy="33075"/>
            </a:xfrm>
            <a:custGeom>
              <a:avLst/>
              <a:gdLst/>
              <a:ahLst/>
              <a:cxnLst/>
              <a:rect l="l" t="t" r="r" b="b"/>
              <a:pathLst>
                <a:path w="6743" h="1323" extrusionOk="0">
                  <a:moveTo>
                    <a:pt x="1" y="1"/>
                  </a:moveTo>
                  <a:cubicBezTo>
                    <a:pt x="1387" y="631"/>
                    <a:pt x="2836" y="1072"/>
                    <a:pt x="4348" y="1292"/>
                  </a:cubicBezTo>
                  <a:cubicBezTo>
                    <a:pt x="4474" y="1313"/>
                    <a:pt x="4599" y="1322"/>
                    <a:pt x="4723" y="1322"/>
                  </a:cubicBezTo>
                  <a:cubicBezTo>
                    <a:pt x="5372" y="1322"/>
                    <a:pt x="5978" y="1054"/>
                    <a:pt x="6428" y="631"/>
                  </a:cubicBezTo>
                  <a:cubicBezTo>
                    <a:pt x="6554" y="505"/>
                    <a:pt x="6617" y="379"/>
                    <a:pt x="6711" y="284"/>
                  </a:cubicBezTo>
                  <a:cubicBezTo>
                    <a:pt x="6743" y="221"/>
                    <a:pt x="6743" y="158"/>
                    <a:pt x="6711" y="64"/>
                  </a:cubicBezTo>
                  <a:cubicBezTo>
                    <a:pt x="6680" y="32"/>
                    <a:pt x="6585" y="1"/>
                    <a:pt x="655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66"/>
            <p:cNvSpPr/>
            <p:nvPr/>
          </p:nvSpPr>
          <p:spPr>
            <a:xfrm>
              <a:off x="-52309000" y="4051925"/>
              <a:ext cx="17350" cy="18125"/>
            </a:xfrm>
            <a:custGeom>
              <a:avLst/>
              <a:gdLst/>
              <a:ahLst/>
              <a:cxnLst/>
              <a:rect l="l" t="t" r="r" b="b"/>
              <a:pathLst>
                <a:path w="694" h="725" extrusionOk="0">
                  <a:moveTo>
                    <a:pt x="347" y="0"/>
                  </a:moveTo>
                  <a:cubicBezTo>
                    <a:pt x="158" y="0"/>
                    <a:pt x="0" y="189"/>
                    <a:pt x="0" y="378"/>
                  </a:cubicBezTo>
                  <a:cubicBezTo>
                    <a:pt x="0" y="567"/>
                    <a:pt x="158" y="725"/>
                    <a:pt x="347" y="725"/>
                  </a:cubicBezTo>
                  <a:cubicBezTo>
                    <a:pt x="536" y="725"/>
                    <a:pt x="693" y="567"/>
                    <a:pt x="693" y="378"/>
                  </a:cubicBezTo>
                  <a:cubicBezTo>
                    <a:pt x="693" y="189"/>
                    <a:pt x="536" y="0"/>
                    <a:pt x="3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66"/>
            <p:cNvSpPr/>
            <p:nvPr/>
          </p:nvSpPr>
          <p:spPr>
            <a:xfrm>
              <a:off x="-52402750" y="3977875"/>
              <a:ext cx="204825" cy="55950"/>
            </a:xfrm>
            <a:custGeom>
              <a:avLst/>
              <a:gdLst/>
              <a:ahLst/>
              <a:cxnLst/>
              <a:rect l="l" t="t" r="r" b="b"/>
              <a:pathLst>
                <a:path w="8193" h="2238" extrusionOk="0">
                  <a:moveTo>
                    <a:pt x="1104" y="1"/>
                  </a:moveTo>
                  <a:cubicBezTo>
                    <a:pt x="474" y="1"/>
                    <a:pt x="1" y="505"/>
                    <a:pt x="1" y="1103"/>
                  </a:cubicBezTo>
                  <a:lnTo>
                    <a:pt x="1" y="2237"/>
                  </a:lnTo>
                  <a:lnTo>
                    <a:pt x="8192" y="2237"/>
                  </a:lnTo>
                  <a:lnTo>
                    <a:pt x="8192" y="1103"/>
                  </a:lnTo>
                  <a:cubicBezTo>
                    <a:pt x="8192" y="473"/>
                    <a:pt x="7688" y="1"/>
                    <a:pt x="70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66"/>
            <p:cNvSpPr/>
            <p:nvPr/>
          </p:nvSpPr>
          <p:spPr>
            <a:xfrm>
              <a:off x="-52275150" y="4052700"/>
              <a:ext cx="77225" cy="17350"/>
            </a:xfrm>
            <a:custGeom>
              <a:avLst/>
              <a:gdLst/>
              <a:ahLst/>
              <a:cxnLst/>
              <a:rect l="l" t="t" r="r" b="b"/>
              <a:pathLst>
                <a:path w="3089" h="694" extrusionOk="0">
                  <a:moveTo>
                    <a:pt x="1" y="1"/>
                  </a:moveTo>
                  <a:cubicBezTo>
                    <a:pt x="64" y="95"/>
                    <a:pt x="95" y="221"/>
                    <a:pt x="95" y="347"/>
                  </a:cubicBezTo>
                  <a:cubicBezTo>
                    <a:pt x="95" y="442"/>
                    <a:pt x="64" y="568"/>
                    <a:pt x="1" y="694"/>
                  </a:cubicBezTo>
                  <a:lnTo>
                    <a:pt x="3088" y="694"/>
                  </a:lnTo>
                  <a:lnTo>
                    <a:pt x="308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66"/>
            <p:cNvSpPr/>
            <p:nvPr/>
          </p:nvSpPr>
          <p:spPr>
            <a:xfrm>
              <a:off x="-52403525" y="4089725"/>
              <a:ext cx="204800" cy="205600"/>
            </a:xfrm>
            <a:custGeom>
              <a:avLst/>
              <a:gdLst/>
              <a:ahLst/>
              <a:cxnLst/>
              <a:rect l="l" t="t" r="r" b="b"/>
              <a:pathLst>
                <a:path w="8192" h="8224" extrusionOk="0">
                  <a:moveTo>
                    <a:pt x="2584" y="2993"/>
                  </a:moveTo>
                  <a:cubicBezTo>
                    <a:pt x="2773" y="2993"/>
                    <a:pt x="2930" y="3151"/>
                    <a:pt x="2930" y="3340"/>
                  </a:cubicBezTo>
                  <a:cubicBezTo>
                    <a:pt x="2930" y="3560"/>
                    <a:pt x="2773" y="3718"/>
                    <a:pt x="2584" y="3718"/>
                  </a:cubicBezTo>
                  <a:cubicBezTo>
                    <a:pt x="2426" y="3718"/>
                    <a:pt x="2237" y="3560"/>
                    <a:pt x="2237" y="3340"/>
                  </a:cubicBezTo>
                  <a:cubicBezTo>
                    <a:pt x="2237" y="3151"/>
                    <a:pt x="2395" y="2993"/>
                    <a:pt x="2584" y="2993"/>
                  </a:cubicBezTo>
                  <a:close/>
                  <a:moveTo>
                    <a:pt x="5608" y="2993"/>
                  </a:moveTo>
                  <a:cubicBezTo>
                    <a:pt x="5829" y="2993"/>
                    <a:pt x="5986" y="3151"/>
                    <a:pt x="5986" y="3340"/>
                  </a:cubicBezTo>
                  <a:cubicBezTo>
                    <a:pt x="5986" y="3560"/>
                    <a:pt x="5829" y="3718"/>
                    <a:pt x="5608" y="3718"/>
                  </a:cubicBezTo>
                  <a:cubicBezTo>
                    <a:pt x="5419" y="3718"/>
                    <a:pt x="5262" y="3560"/>
                    <a:pt x="5262" y="3340"/>
                  </a:cubicBezTo>
                  <a:cubicBezTo>
                    <a:pt x="5262" y="3151"/>
                    <a:pt x="5419" y="2993"/>
                    <a:pt x="5608" y="2993"/>
                  </a:cubicBezTo>
                  <a:close/>
                  <a:moveTo>
                    <a:pt x="5148" y="5553"/>
                  </a:moveTo>
                  <a:cubicBezTo>
                    <a:pt x="5238" y="5553"/>
                    <a:pt x="5325" y="5592"/>
                    <a:pt x="5388" y="5671"/>
                  </a:cubicBezTo>
                  <a:cubicBezTo>
                    <a:pt x="5577" y="5797"/>
                    <a:pt x="5577" y="6018"/>
                    <a:pt x="5419" y="6175"/>
                  </a:cubicBezTo>
                  <a:cubicBezTo>
                    <a:pt x="5073" y="6522"/>
                    <a:pt x="4600" y="6742"/>
                    <a:pt x="4128" y="6742"/>
                  </a:cubicBezTo>
                  <a:cubicBezTo>
                    <a:pt x="3624" y="6742"/>
                    <a:pt x="3151" y="6522"/>
                    <a:pt x="2773" y="6175"/>
                  </a:cubicBezTo>
                  <a:cubicBezTo>
                    <a:pt x="2615" y="6018"/>
                    <a:pt x="2615" y="5797"/>
                    <a:pt x="2773" y="5671"/>
                  </a:cubicBezTo>
                  <a:cubicBezTo>
                    <a:pt x="2852" y="5592"/>
                    <a:pt x="2954" y="5553"/>
                    <a:pt x="3053" y="5553"/>
                  </a:cubicBezTo>
                  <a:cubicBezTo>
                    <a:pt x="3151" y="5553"/>
                    <a:pt x="3245" y="5592"/>
                    <a:pt x="3308" y="5671"/>
                  </a:cubicBezTo>
                  <a:cubicBezTo>
                    <a:pt x="3513" y="5892"/>
                    <a:pt x="3797" y="6002"/>
                    <a:pt x="4084" y="6002"/>
                  </a:cubicBezTo>
                  <a:cubicBezTo>
                    <a:pt x="4372" y="6002"/>
                    <a:pt x="4663" y="5892"/>
                    <a:pt x="4884" y="5671"/>
                  </a:cubicBezTo>
                  <a:cubicBezTo>
                    <a:pt x="4962" y="5592"/>
                    <a:pt x="5057" y="5553"/>
                    <a:pt x="5148" y="5553"/>
                  </a:cubicBezTo>
                  <a:close/>
                  <a:moveTo>
                    <a:pt x="0" y="0"/>
                  </a:moveTo>
                  <a:lnTo>
                    <a:pt x="0" y="4096"/>
                  </a:lnTo>
                  <a:cubicBezTo>
                    <a:pt x="0" y="6333"/>
                    <a:pt x="1828" y="8223"/>
                    <a:pt x="4096" y="8223"/>
                  </a:cubicBezTo>
                  <a:cubicBezTo>
                    <a:pt x="6333" y="8223"/>
                    <a:pt x="8192" y="6396"/>
                    <a:pt x="8192" y="4096"/>
                  </a:cubicBezTo>
                  <a:lnTo>
                    <a:pt x="8192" y="1576"/>
                  </a:lnTo>
                  <a:cubicBezTo>
                    <a:pt x="7656" y="1891"/>
                    <a:pt x="7089" y="2080"/>
                    <a:pt x="6490" y="2080"/>
                  </a:cubicBezTo>
                  <a:cubicBezTo>
                    <a:pt x="6364" y="2048"/>
                    <a:pt x="6207" y="2048"/>
                    <a:pt x="6049" y="2017"/>
                  </a:cubicBezTo>
                  <a:cubicBezTo>
                    <a:pt x="4317" y="1733"/>
                    <a:pt x="2615" y="1229"/>
                    <a:pt x="1009" y="441"/>
                  </a:cubicBezTo>
                  <a:lnTo>
                    <a:pt x="9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66"/>
            <p:cNvSpPr/>
            <p:nvPr/>
          </p:nvSpPr>
          <p:spPr>
            <a:xfrm>
              <a:off x="-52179050" y="4132250"/>
              <a:ext cx="18125" cy="63825"/>
            </a:xfrm>
            <a:custGeom>
              <a:avLst/>
              <a:gdLst/>
              <a:ahLst/>
              <a:cxnLst/>
              <a:rect l="l" t="t" r="r" b="b"/>
              <a:pathLst>
                <a:path w="725" h="2553" extrusionOk="0">
                  <a:moveTo>
                    <a:pt x="0" y="1"/>
                  </a:moveTo>
                  <a:lnTo>
                    <a:pt x="0" y="2552"/>
                  </a:lnTo>
                  <a:cubicBezTo>
                    <a:pt x="410" y="2269"/>
                    <a:pt x="725" y="1796"/>
                    <a:pt x="725" y="1261"/>
                  </a:cubicBezTo>
                  <a:cubicBezTo>
                    <a:pt x="725" y="694"/>
                    <a:pt x="410" y="221"/>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66"/>
            <p:cNvSpPr/>
            <p:nvPr/>
          </p:nvSpPr>
          <p:spPr>
            <a:xfrm>
              <a:off x="-52440550" y="4132250"/>
              <a:ext cx="18925" cy="63825"/>
            </a:xfrm>
            <a:custGeom>
              <a:avLst/>
              <a:gdLst/>
              <a:ahLst/>
              <a:cxnLst/>
              <a:rect l="l" t="t" r="r" b="b"/>
              <a:pathLst>
                <a:path w="757" h="2553" extrusionOk="0">
                  <a:moveTo>
                    <a:pt x="757" y="1"/>
                  </a:moveTo>
                  <a:cubicBezTo>
                    <a:pt x="284" y="221"/>
                    <a:pt x="1" y="694"/>
                    <a:pt x="1" y="1261"/>
                  </a:cubicBezTo>
                  <a:cubicBezTo>
                    <a:pt x="1" y="1796"/>
                    <a:pt x="316" y="2269"/>
                    <a:pt x="757" y="2552"/>
                  </a:cubicBezTo>
                  <a:lnTo>
                    <a:pt x="75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4452885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68"/>
        <p:cNvGrpSpPr/>
        <p:nvPr/>
      </p:nvGrpSpPr>
      <p:grpSpPr>
        <a:xfrm>
          <a:off x="0" y="0"/>
          <a:ext cx="0" cy="0"/>
          <a:chOff x="0" y="0"/>
          <a:chExt cx="0" cy="0"/>
        </a:xfrm>
      </p:grpSpPr>
      <p:sp>
        <p:nvSpPr>
          <p:cNvPr id="3182" name="Google Shape;3182;p71"/>
          <p:cNvSpPr txBox="1">
            <a:spLocks noGrp="1"/>
          </p:cNvSpPr>
          <p:nvPr>
            <p:ph type="title"/>
          </p:nvPr>
        </p:nvSpPr>
        <p:spPr>
          <a:xfrm>
            <a:off x="713225" y="330725"/>
            <a:ext cx="7717800" cy="713400"/>
          </a:xfrm>
          <a:prstGeom prst="rect">
            <a:avLst/>
          </a:prstGeom>
        </p:spPr>
        <p:txBody>
          <a:bodyPr spcFirstLastPara="1" wrap="square" lIns="91425" tIns="91425" rIns="91425" bIns="91425" anchor="t" anchorCtr="0">
            <a:noAutofit/>
          </a:bodyPr>
          <a:lstStyle/>
          <a:p>
            <a:r>
              <a:rPr lang="en-US" sz="4000" dirty="0">
                <a:solidFill>
                  <a:schemeClr val="accent6">
                    <a:lumMod val="75000"/>
                  </a:schemeClr>
                </a:solidFill>
              </a:rPr>
              <a:t>CHALLENGES</a:t>
            </a:r>
            <a:br>
              <a:rPr lang="en-US" sz="4000" dirty="0">
                <a:solidFill>
                  <a:schemeClr val="accent6">
                    <a:lumMod val="75000"/>
                  </a:schemeClr>
                </a:solidFill>
              </a:rPr>
            </a:br>
            <a:br>
              <a:rPr lang="en-US" sz="4000" dirty="0">
                <a:solidFill>
                  <a:schemeClr val="accent6">
                    <a:lumMod val="75000"/>
                  </a:schemeClr>
                </a:solidFill>
              </a:rPr>
            </a:br>
            <a:r>
              <a:rPr lang="en-US" dirty="0">
                <a:solidFill>
                  <a:schemeClr val="accent6">
                    <a:lumMod val="75000"/>
                  </a:schemeClr>
                </a:solidFill>
              </a:rPr>
              <a:t> </a:t>
            </a:r>
            <a:endParaRPr dirty="0">
              <a:solidFill>
                <a:schemeClr val="accent6">
                  <a:lumMod val="75000"/>
                </a:schemeClr>
              </a:solidFill>
            </a:endParaRPr>
          </a:p>
        </p:txBody>
      </p:sp>
      <p:sp>
        <p:nvSpPr>
          <p:cNvPr id="3183" name="Google Shape;3183;p71"/>
          <p:cNvSpPr txBox="1"/>
          <p:nvPr/>
        </p:nvSpPr>
        <p:spPr>
          <a:xfrm>
            <a:off x="1462050" y="1162050"/>
            <a:ext cx="6219900" cy="677078"/>
          </a:xfrm>
          <a:prstGeom prst="rect">
            <a:avLst/>
          </a:prstGeom>
          <a:noFill/>
          <a:ln>
            <a:noFill/>
          </a:ln>
        </p:spPr>
        <p:txBody>
          <a:bodyPr spcFirstLastPara="1" wrap="square" lIns="91425" tIns="91425" rIns="91425" bIns="91425" anchor="t" anchorCtr="0">
            <a:spAutoFit/>
          </a:bodyPr>
          <a:lstStyle/>
          <a:p>
            <a:pPr lvl="0" algn="ctr"/>
            <a:r>
              <a:rPr lang="en-US" sz="1600" dirty="0">
                <a:solidFill>
                  <a:schemeClr val="accent6"/>
                </a:solidFill>
                <a:latin typeface="Catamaran"/>
                <a:ea typeface="Catamaran"/>
                <a:cs typeface="Catamaran"/>
                <a:sym typeface="Catamaran"/>
              </a:rPr>
              <a:t>During the development of the system, several technical and logistical challenges were encountered:</a:t>
            </a:r>
          </a:p>
        </p:txBody>
      </p:sp>
      <p:grpSp>
        <p:nvGrpSpPr>
          <p:cNvPr id="19" name="Group 18">
            <a:extLst>
              <a:ext uri="{FF2B5EF4-FFF2-40B4-BE49-F238E27FC236}">
                <a16:creationId xmlns:a16="http://schemas.microsoft.com/office/drawing/2014/main" id="{9596DA21-093B-43E2-8B71-239F249C96E6}"/>
              </a:ext>
            </a:extLst>
          </p:cNvPr>
          <p:cNvGrpSpPr/>
          <p:nvPr/>
        </p:nvGrpSpPr>
        <p:grpSpPr>
          <a:xfrm>
            <a:off x="922150" y="1987676"/>
            <a:ext cx="7285250" cy="3222517"/>
            <a:chOff x="922150" y="1987676"/>
            <a:chExt cx="7285250" cy="3222517"/>
          </a:xfrm>
        </p:grpSpPr>
        <p:grpSp>
          <p:nvGrpSpPr>
            <p:cNvPr id="7" name="Group 6">
              <a:extLst>
                <a:ext uri="{FF2B5EF4-FFF2-40B4-BE49-F238E27FC236}">
                  <a16:creationId xmlns:a16="http://schemas.microsoft.com/office/drawing/2014/main" id="{8FC6D1FF-7994-42C8-B3CA-F07032073581}"/>
                </a:ext>
              </a:extLst>
            </p:cNvPr>
            <p:cNvGrpSpPr/>
            <p:nvPr/>
          </p:nvGrpSpPr>
          <p:grpSpPr>
            <a:xfrm>
              <a:off x="936600" y="1987676"/>
              <a:ext cx="7270800" cy="3222517"/>
              <a:chOff x="936600" y="1987676"/>
              <a:chExt cx="7270800" cy="3222517"/>
            </a:xfrm>
          </p:grpSpPr>
          <p:sp>
            <p:nvSpPr>
              <p:cNvPr id="3169" name="Google Shape;3169;p71"/>
              <p:cNvSpPr/>
              <p:nvPr/>
            </p:nvSpPr>
            <p:spPr>
              <a:xfrm>
                <a:off x="2006750" y="3245925"/>
                <a:ext cx="253704" cy="1964267"/>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71"/>
              <p:cNvSpPr/>
              <p:nvPr/>
            </p:nvSpPr>
            <p:spPr>
              <a:xfrm>
                <a:off x="4441786" y="3193919"/>
                <a:ext cx="257066" cy="2016274"/>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71"/>
              <p:cNvSpPr/>
              <p:nvPr/>
            </p:nvSpPr>
            <p:spPr>
              <a:xfrm>
                <a:off x="6880184" y="3245925"/>
                <a:ext cx="257066" cy="1964267"/>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72" name="Google Shape;3172;p71"/>
              <p:cNvGrpSpPr/>
              <p:nvPr/>
            </p:nvGrpSpPr>
            <p:grpSpPr>
              <a:xfrm>
                <a:off x="936600" y="2009775"/>
                <a:ext cx="2394000" cy="1270450"/>
                <a:chOff x="936600" y="2009775"/>
                <a:chExt cx="2394000" cy="1270450"/>
              </a:xfrm>
            </p:grpSpPr>
            <p:sp>
              <p:nvSpPr>
                <p:cNvPr id="3173" name="Google Shape;3173;p71"/>
                <p:cNvSpPr/>
                <p:nvPr/>
              </p:nvSpPr>
              <p:spPr>
                <a:xfrm>
                  <a:off x="936600" y="2009775"/>
                  <a:ext cx="2394000" cy="1270450"/>
                </a:xfrm>
                <a:prstGeom prst="roundRect">
                  <a:avLst>
                    <a:gd name="adj" fmla="val 994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74" name="Google Shape;3174;p71"/>
                <p:cNvSpPr/>
                <p:nvPr/>
              </p:nvSpPr>
              <p:spPr>
                <a:xfrm>
                  <a:off x="1025100" y="2099175"/>
                  <a:ext cx="2217000" cy="1077737"/>
                </a:xfrm>
                <a:prstGeom prst="roundRect">
                  <a:avLst>
                    <a:gd name="adj" fmla="val 6607"/>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75" name="Google Shape;3175;p71"/>
              <p:cNvGrpSpPr/>
              <p:nvPr/>
            </p:nvGrpSpPr>
            <p:grpSpPr>
              <a:xfrm>
                <a:off x="3375000" y="2009775"/>
                <a:ext cx="2394000" cy="1294598"/>
                <a:chOff x="3375000" y="2009775"/>
                <a:chExt cx="2394000" cy="1294598"/>
              </a:xfrm>
            </p:grpSpPr>
            <p:sp>
              <p:nvSpPr>
                <p:cNvPr id="3176" name="Google Shape;3176;p71"/>
                <p:cNvSpPr/>
                <p:nvPr/>
              </p:nvSpPr>
              <p:spPr>
                <a:xfrm>
                  <a:off x="3375000" y="2009775"/>
                  <a:ext cx="2394000" cy="1294598"/>
                </a:xfrm>
                <a:prstGeom prst="roundRect">
                  <a:avLst>
                    <a:gd name="adj" fmla="val 9947"/>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77" name="Google Shape;3177;p71"/>
                <p:cNvSpPr/>
                <p:nvPr/>
              </p:nvSpPr>
              <p:spPr>
                <a:xfrm>
                  <a:off x="3463500" y="2099175"/>
                  <a:ext cx="2217000" cy="1094743"/>
                </a:xfrm>
                <a:prstGeom prst="roundRect">
                  <a:avLst>
                    <a:gd name="adj" fmla="val 6607"/>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78" name="Google Shape;3178;p71"/>
              <p:cNvGrpSpPr/>
              <p:nvPr/>
            </p:nvGrpSpPr>
            <p:grpSpPr>
              <a:xfrm>
                <a:off x="5813400" y="2043150"/>
                <a:ext cx="2394000" cy="1261223"/>
                <a:chOff x="5813400" y="2009775"/>
                <a:chExt cx="2394000" cy="1261223"/>
              </a:xfrm>
            </p:grpSpPr>
            <p:sp>
              <p:nvSpPr>
                <p:cNvPr id="3179" name="Google Shape;3179;p71"/>
                <p:cNvSpPr/>
                <p:nvPr/>
              </p:nvSpPr>
              <p:spPr>
                <a:xfrm>
                  <a:off x="5813400" y="2009775"/>
                  <a:ext cx="2394000" cy="1261223"/>
                </a:xfrm>
                <a:prstGeom prst="roundRect">
                  <a:avLst>
                    <a:gd name="adj" fmla="val 994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80" name="Google Shape;3180;p71"/>
                <p:cNvSpPr/>
                <p:nvPr/>
              </p:nvSpPr>
              <p:spPr>
                <a:xfrm>
                  <a:off x="5901900" y="2099175"/>
                  <a:ext cx="2217000" cy="1044362"/>
                </a:xfrm>
                <a:prstGeom prst="roundRect">
                  <a:avLst>
                    <a:gd name="adj" fmla="val 6607"/>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3181" name="Google Shape;3181;p71"/>
              <p:cNvGraphicFramePr/>
              <p:nvPr>
                <p:extLst>
                  <p:ext uri="{D42A27DB-BD31-4B8C-83A1-F6EECF244321}">
                    <p14:modId xmlns:p14="http://schemas.microsoft.com/office/powerpoint/2010/main" val="3759439099"/>
                  </p:ext>
                </p:extLst>
              </p:nvPr>
            </p:nvGraphicFramePr>
            <p:xfrm>
              <a:off x="1013893" y="1987676"/>
              <a:ext cx="2219030" cy="2293500"/>
            </p:xfrm>
            <a:graphic>
              <a:graphicData uri="http://schemas.openxmlformats.org/drawingml/2006/table">
                <a:tbl>
                  <a:tblPr>
                    <a:noFill/>
                    <a:tableStyleId>{97273FD9-47E8-44FA-BCE8-DAA0CA4FE539}</a:tableStyleId>
                  </a:tblPr>
                  <a:tblGrid>
                    <a:gridCol w="2219030">
                      <a:extLst>
                        <a:ext uri="{9D8B030D-6E8A-4147-A177-3AD203B41FA5}">
                          <a16:colId xmlns:a16="http://schemas.microsoft.com/office/drawing/2014/main" val="20000"/>
                        </a:ext>
                      </a:extLst>
                    </a:gridCol>
                  </a:tblGrid>
                  <a:tr h="531563">
                    <a:tc>
                      <a:txBody>
                        <a:bodyPr/>
                        <a:lstStyle/>
                        <a:p>
                          <a:pPr marL="0" lvl="0" indent="0" algn="ctr" rtl="0">
                            <a:spcBef>
                              <a:spcPts val="0"/>
                            </a:spcBef>
                            <a:spcAft>
                              <a:spcPts val="0"/>
                            </a:spcAft>
                            <a:buNone/>
                          </a:pPr>
                          <a:endParaRPr lang="ar-BH" sz="2000" dirty="0">
                            <a:solidFill>
                              <a:srgbClr val="FFFFFF"/>
                            </a:solidFill>
                            <a:latin typeface="Mouse Memoirs"/>
                            <a:ea typeface="Mouse Memoirs"/>
                            <a:cs typeface="Mouse Memoirs"/>
                            <a:sym typeface="Mouse Memoirs"/>
                          </a:endParaRPr>
                        </a:p>
                        <a:p>
                          <a:pPr marL="0" lvl="0" indent="0" algn="ctr" rtl="0">
                            <a:spcBef>
                              <a:spcPts val="0"/>
                            </a:spcBef>
                            <a:spcAft>
                              <a:spcPts val="0"/>
                            </a:spcAft>
                            <a:buNone/>
                          </a:pPr>
                          <a:r>
                            <a:rPr lang="en-US" sz="2000" dirty="0">
                              <a:solidFill>
                                <a:srgbClr val="FFFFFF"/>
                              </a:solidFill>
                              <a:latin typeface="Mouse Memoirs"/>
                              <a:ea typeface="Mouse Memoirs"/>
                              <a:cs typeface="Mouse Memoirs"/>
                              <a:sym typeface="Mouse Memoirs"/>
                            </a:rPr>
                            <a:t>C1001 Sensor Calibration Issues</a:t>
                          </a:r>
                          <a:r>
                            <a:rPr lang="en" sz="2000" dirty="0">
                              <a:solidFill>
                                <a:srgbClr val="FFFFFF"/>
                              </a:solidFill>
                              <a:latin typeface="Mouse Memoirs"/>
                              <a:ea typeface="Mouse Memoirs"/>
                              <a:cs typeface="Mouse Memoirs"/>
                              <a:sym typeface="Mouse Memoirs"/>
                            </a:rPr>
                            <a:t> </a:t>
                          </a:r>
                          <a:endParaRPr sz="2000" dirty="0">
                            <a:solidFill>
                              <a:srgbClr val="FFFFFF"/>
                            </a:solidFill>
                            <a:latin typeface="Mouse Memoirs"/>
                            <a:ea typeface="Mouse Memoirs"/>
                            <a:cs typeface="Mouse Memoirs"/>
                            <a:sym typeface="Mouse Memoir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endParaRPr sz="1050" dirty="0">
                            <a:solidFill>
                              <a:srgbClr val="FFFFFF"/>
                            </a:solidFill>
                            <a:latin typeface="Catamaran"/>
                            <a:ea typeface="Catamaran"/>
                            <a:cs typeface="Catamaran"/>
                            <a:sym typeface="Catamar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endParaRPr sz="1600" dirty="0">
                            <a:solidFill>
                              <a:srgbClr val="FFFFFF"/>
                            </a:solidFill>
                            <a:latin typeface="Catamaran"/>
                            <a:ea typeface="Catamaran"/>
                            <a:cs typeface="Catamaran"/>
                            <a:sym typeface="Catamar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endParaRPr sz="1600" dirty="0">
                            <a:solidFill>
                              <a:srgbClr val="FFFFFF"/>
                            </a:solidFill>
                            <a:latin typeface="Catamaran"/>
                            <a:ea typeface="Catamaran"/>
                            <a:cs typeface="Catamaran"/>
                            <a:sym typeface="Catamar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3" name="Rectangle 2">
                <a:extLst>
                  <a:ext uri="{FF2B5EF4-FFF2-40B4-BE49-F238E27FC236}">
                    <a16:creationId xmlns:a16="http://schemas.microsoft.com/office/drawing/2014/main" id="{F2CD0CFC-8784-4F2C-9350-61EB61A96FFB}"/>
                  </a:ext>
                </a:extLst>
              </p:cNvPr>
              <p:cNvSpPr/>
              <p:nvPr/>
            </p:nvSpPr>
            <p:spPr>
              <a:xfrm>
                <a:off x="3628438" y="2438375"/>
                <a:ext cx="1803699" cy="400110"/>
              </a:xfrm>
              <a:prstGeom prst="rect">
                <a:avLst/>
              </a:prstGeom>
            </p:spPr>
            <p:txBody>
              <a:bodyPr wrap="none">
                <a:spAutoFit/>
              </a:bodyPr>
              <a:lstStyle/>
              <a:p>
                <a:r>
                  <a:rPr lang="en-US" sz="2000" dirty="0">
                    <a:solidFill>
                      <a:srgbClr val="FFFFFF"/>
                    </a:solidFill>
                    <a:latin typeface="Mouse Memoirs" panose="020B0604020202020204" charset="0"/>
                  </a:rPr>
                  <a:t>Digital Pins Limitation</a:t>
                </a:r>
              </a:p>
            </p:txBody>
          </p:sp>
          <p:sp>
            <p:nvSpPr>
              <p:cNvPr id="5" name="Rectangle 4">
                <a:extLst>
                  <a:ext uri="{FF2B5EF4-FFF2-40B4-BE49-F238E27FC236}">
                    <a16:creationId xmlns:a16="http://schemas.microsoft.com/office/drawing/2014/main" id="{08C80B1B-C5D9-4766-B985-424A2F0E0A1F}"/>
                  </a:ext>
                </a:extLst>
              </p:cNvPr>
              <p:cNvSpPr/>
              <p:nvPr/>
            </p:nvSpPr>
            <p:spPr>
              <a:xfrm>
                <a:off x="5997532" y="2457331"/>
                <a:ext cx="2079415" cy="400110"/>
              </a:xfrm>
              <a:prstGeom prst="rect">
                <a:avLst/>
              </a:prstGeom>
            </p:spPr>
            <p:txBody>
              <a:bodyPr wrap="none">
                <a:spAutoFit/>
              </a:bodyPr>
              <a:lstStyle/>
              <a:p>
                <a:r>
                  <a:rPr lang="en-US" sz="2000" dirty="0">
                    <a:solidFill>
                      <a:srgbClr val="FFFFFF"/>
                    </a:solidFill>
                    <a:latin typeface="Mouse Memoirs" panose="020B0604020202020204" charset="0"/>
                  </a:rPr>
                  <a:t>C1001 and GPS Pin Conflict</a:t>
                </a:r>
              </a:p>
            </p:txBody>
          </p:sp>
        </p:grpSp>
        <p:grpSp>
          <p:nvGrpSpPr>
            <p:cNvPr id="10" name="Group 9">
              <a:extLst>
                <a:ext uri="{FF2B5EF4-FFF2-40B4-BE49-F238E27FC236}">
                  <a16:creationId xmlns:a16="http://schemas.microsoft.com/office/drawing/2014/main" id="{A6E26466-E01C-44AD-9328-ABE48927B5A5}"/>
                </a:ext>
              </a:extLst>
            </p:cNvPr>
            <p:cNvGrpSpPr/>
            <p:nvPr/>
          </p:nvGrpSpPr>
          <p:grpSpPr>
            <a:xfrm>
              <a:off x="5813400" y="3424921"/>
              <a:ext cx="2374740" cy="1225750"/>
              <a:chOff x="5798946" y="3492513"/>
              <a:chExt cx="2374740" cy="1225750"/>
            </a:xfrm>
          </p:grpSpPr>
          <p:sp>
            <p:nvSpPr>
              <p:cNvPr id="9" name="Rectangle: Rounded Corners 8">
                <a:extLst>
                  <a:ext uri="{FF2B5EF4-FFF2-40B4-BE49-F238E27FC236}">
                    <a16:creationId xmlns:a16="http://schemas.microsoft.com/office/drawing/2014/main" id="{C30F7186-E092-4698-BEBD-E6C99B1CAECC}"/>
                  </a:ext>
                </a:extLst>
              </p:cNvPr>
              <p:cNvSpPr/>
              <p:nvPr/>
            </p:nvSpPr>
            <p:spPr>
              <a:xfrm>
                <a:off x="5798946" y="3492513"/>
                <a:ext cx="2374740" cy="1225750"/>
              </a:xfrm>
              <a:prstGeom prst="roundRect">
                <a:avLst>
                  <a:gd name="adj" fmla="val 10037"/>
                </a:avLst>
              </a:prstGeom>
              <a:solidFill>
                <a:srgbClr val="7BA145"/>
              </a:solidFill>
              <a:ln>
                <a:solidFill>
                  <a:srgbClr val="7BA1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Google Shape;3180;p71">
                <a:extLst>
                  <a:ext uri="{FF2B5EF4-FFF2-40B4-BE49-F238E27FC236}">
                    <a16:creationId xmlns:a16="http://schemas.microsoft.com/office/drawing/2014/main" id="{9D163F6C-8AC6-41A5-8596-8EE555734A6B}"/>
                  </a:ext>
                </a:extLst>
              </p:cNvPr>
              <p:cNvSpPr/>
              <p:nvPr/>
            </p:nvSpPr>
            <p:spPr>
              <a:xfrm>
                <a:off x="5877816" y="3585332"/>
                <a:ext cx="2217000" cy="1042091"/>
              </a:xfrm>
              <a:prstGeom prst="roundRect">
                <a:avLst>
                  <a:gd name="adj" fmla="val 6607"/>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 name="Group 83">
              <a:extLst>
                <a:ext uri="{FF2B5EF4-FFF2-40B4-BE49-F238E27FC236}">
                  <a16:creationId xmlns:a16="http://schemas.microsoft.com/office/drawing/2014/main" id="{A9825F1B-6EE7-4A49-B745-E63A15E91603}"/>
                </a:ext>
              </a:extLst>
            </p:cNvPr>
            <p:cNvGrpSpPr/>
            <p:nvPr/>
          </p:nvGrpSpPr>
          <p:grpSpPr>
            <a:xfrm>
              <a:off x="3379008" y="3422544"/>
              <a:ext cx="2374740" cy="1225750"/>
              <a:chOff x="5798946" y="3492513"/>
              <a:chExt cx="2374740" cy="1225750"/>
            </a:xfrm>
          </p:grpSpPr>
          <p:sp>
            <p:nvSpPr>
              <p:cNvPr id="85" name="Rectangle: Rounded Corners 84">
                <a:extLst>
                  <a:ext uri="{FF2B5EF4-FFF2-40B4-BE49-F238E27FC236}">
                    <a16:creationId xmlns:a16="http://schemas.microsoft.com/office/drawing/2014/main" id="{AD709997-AB5E-4674-BBFE-96B275D59740}"/>
                  </a:ext>
                </a:extLst>
              </p:cNvPr>
              <p:cNvSpPr/>
              <p:nvPr/>
            </p:nvSpPr>
            <p:spPr>
              <a:xfrm>
                <a:off x="5798946" y="3492513"/>
                <a:ext cx="2374740" cy="1225750"/>
              </a:xfrm>
              <a:prstGeom prst="roundRect">
                <a:avLst>
                  <a:gd name="adj" fmla="val 10037"/>
                </a:avLst>
              </a:prstGeom>
              <a:solidFill>
                <a:srgbClr val="A8A8A8"/>
              </a:solidFill>
              <a:ln>
                <a:solidFill>
                  <a:srgbClr val="A8A8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Google Shape;3180;p71">
                <a:extLst>
                  <a:ext uri="{FF2B5EF4-FFF2-40B4-BE49-F238E27FC236}">
                    <a16:creationId xmlns:a16="http://schemas.microsoft.com/office/drawing/2014/main" id="{790725B9-1D79-460D-8D2F-DD3C132BB64C}"/>
                  </a:ext>
                </a:extLst>
              </p:cNvPr>
              <p:cNvSpPr/>
              <p:nvPr/>
            </p:nvSpPr>
            <p:spPr>
              <a:xfrm>
                <a:off x="5871703" y="3569720"/>
                <a:ext cx="2217000" cy="1042091"/>
              </a:xfrm>
              <a:prstGeom prst="roundRect">
                <a:avLst>
                  <a:gd name="adj" fmla="val 6607"/>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87" name="Group 86">
              <a:extLst>
                <a:ext uri="{FF2B5EF4-FFF2-40B4-BE49-F238E27FC236}">
                  <a16:creationId xmlns:a16="http://schemas.microsoft.com/office/drawing/2014/main" id="{9D4833FC-EE34-43B0-A427-B9260A6F02FD}"/>
                </a:ext>
              </a:extLst>
            </p:cNvPr>
            <p:cNvGrpSpPr/>
            <p:nvPr/>
          </p:nvGrpSpPr>
          <p:grpSpPr>
            <a:xfrm>
              <a:off x="922150" y="3403428"/>
              <a:ext cx="2374740" cy="1225750"/>
              <a:chOff x="5798946" y="3492513"/>
              <a:chExt cx="2374740" cy="1225750"/>
            </a:xfrm>
          </p:grpSpPr>
          <p:sp>
            <p:nvSpPr>
              <p:cNvPr id="88" name="Rectangle: Rounded Corners 87">
                <a:extLst>
                  <a:ext uri="{FF2B5EF4-FFF2-40B4-BE49-F238E27FC236}">
                    <a16:creationId xmlns:a16="http://schemas.microsoft.com/office/drawing/2014/main" id="{592ABBBE-D227-426D-AF97-A181C43151F5}"/>
                  </a:ext>
                </a:extLst>
              </p:cNvPr>
              <p:cNvSpPr/>
              <p:nvPr/>
            </p:nvSpPr>
            <p:spPr>
              <a:xfrm>
                <a:off x="5798946" y="3492513"/>
                <a:ext cx="2374740" cy="1225750"/>
              </a:xfrm>
              <a:prstGeom prst="roundRect">
                <a:avLst>
                  <a:gd name="adj" fmla="val 10037"/>
                </a:avLst>
              </a:prstGeom>
              <a:solidFill>
                <a:srgbClr val="880E77"/>
              </a:solidFill>
              <a:ln>
                <a:solidFill>
                  <a:srgbClr val="880E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 name="Google Shape;3180;p71">
                <a:extLst>
                  <a:ext uri="{FF2B5EF4-FFF2-40B4-BE49-F238E27FC236}">
                    <a16:creationId xmlns:a16="http://schemas.microsoft.com/office/drawing/2014/main" id="{37840ED0-7CE6-4D12-8E0B-530C8BD6D065}"/>
                  </a:ext>
                </a:extLst>
              </p:cNvPr>
              <p:cNvSpPr/>
              <p:nvPr/>
            </p:nvSpPr>
            <p:spPr>
              <a:xfrm>
                <a:off x="5877816" y="3585332"/>
                <a:ext cx="2217000" cy="1042091"/>
              </a:xfrm>
              <a:prstGeom prst="roundRect">
                <a:avLst>
                  <a:gd name="adj" fmla="val 6607"/>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 name="Rectangle 10">
              <a:extLst>
                <a:ext uri="{FF2B5EF4-FFF2-40B4-BE49-F238E27FC236}">
                  <a16:creationId xmlns:a16="http://schemas.microsoft.com/office/drawing/2014/main" id="{7A4CFD31-F29A-45A1-824F-AF5210CC77EF}"/>
                </a:ext>
              </a:extLst>
            </p:cNvPr>
            <p:cNvSpPr/>
            <p:nvPr/>
          </p:nvSpPr>
          <p:spPr>
            <a:xfrm>
              <a:off x="1295812" y="3819231"/>
              <a:ext cx="1622560" cy="400110"/>
            </a:xfrm>
            <a:prstGeom prst="rect">
              <a:avLst/>
            </a:prstGeom>
          </p:spPr>
          <p:txBody>
            <a:bodyPr wrap="none">
              <a:spAutoFit/>
            </a:bodyPr>
            <a:lstStyle/>
            <a:p>
              <a:pPr lvl="0" algn="ctr">
                <a:defRPr/>
              </a:pPr>
              <a:r>
                <a:rPr lang="en-US" sz="2000" dirty="0">
                  <a:solidFill>
                    <a:srgbClr val="FFFFFF"/>
                  </a:solidFill>
                  <a:latin typeface="Mouse Memoirs" panose="020B0604020202020204" charset="0"/>
                </a:rPr>
                <a:t>Camera Limitations</a:t>
              </a:r>
            </a:p>
          </p:txBody>
        </p:sp>
        <p:sp>
          <p:nvSpPr>
            <p:cNvPr id="12" name="Rectangle 11">
              <a:extLst>
                <a:ext uri="{FF2B5EF4-FFF2-40B4-BE49-F238E27FC236}">
                  <a16:creationId xmlns:a16="http://schemas.microsoft.com/office/drawing/2014/main" id="{3BE92371-8C6A-4075-85C0-4700E34BE9E9}"/>
                </a:ext>
              </a:extLst>
            </p:cNvPr>
            <p:cNvSpPr/>
            <p:nvPr/>
          </p:nvSpPr>
          <p:spPr>
            <a:xfrm>
              <a:off x="3516840" y="3649851"/>
              <a:ext cx="2104794" cy="707886"/>
            </a:xfrm>
            <a:prstGeom prst="rect">
              <a:avLst/>
            </a:prstGeom>
          </p:spPr>
          <p:txBody>
            <a:bodyPr wrap="square">
              <a:spAutoFit/>
            </a:bodyPr>
            <a:lstStyle/>
            <a:p>
              <a:pPr lvl="0" algn="ctr"/>
              <a:r>
                <a:rPr lang="en-US" sz="2000" dirty="0">
                  <a:solidFill>
                    <a:srgbClr val="FFFFFF"/>
                  </a:solidFill>
                  <a:latin typeface="Mouse Memoirs"/>
                  <a:ea typeface="Mouse Memoirs"/>
                  <a:cs typeface="Mouse Memoirs"/>
                  <a:sym typeface="Mouse Memoirs"/>
                </a:rPr>
                <a:t>Component Delivery Delays and Damages</a:t>
              </a:r>
              <a:endParaRPr lang="ar-BH" sz="2000" dirty="0">
                <a:solidFill>
                  <a:srgbClr val="FFFFFF"/>
                </a:solidFill>
                <a:latin typeface="Mouse Memoirs"/>
                <a:ea typeface="Mouse Memoirs"/>
                <a:cs typeface="Mouse Memoirs"/>
                <a:sym typeface="Mouse Memoirs"/>
              </a:endParaRPr>
            </a:p>
          </p:txBody>
        </p:sp>
        <p:sp>
          <p:nvSpPr>
            <p:cNvPr id="13" name="Rectangle 12">
              <a:extLst>
                <a:ext uri="{FF2B5EF4-FFF2-40B4-BE49-F238E27FC236}">
                  <a16:creationId xmlns:a16="http://schemas.microsoft.com/office/drawing/2014/main" id="{2DB97F80-5810-4529-B10D-4733D2E3A8D3}"/>
                </a:ext>
              </a:extLst>
            </p:cNvPr>
            <p:cNvSpPr/>
            <p:nvPr/>
          </p:nvSpPr>
          <p:spPr>
            <a:xfrm>
              <a:off x="6080887" y="3811133"/>
              <a:ext cx="1912703" cy="400110"/>
            </a:xfrm>
            <a:prstGeom prst="rect">
              <a:avLst/>
            </a:prstGeom>
          </p:spPr>
          <p:txBody>
            <a:bodyPr wrap="none">
              <a:spAutoFit/>
            </a:bodyPr>
            <a:lstStyle/>
            <a:p>
              <a:r>
                <a:rPr lang="en-US" sz="2000" dirty="0">
                  <a:solidFill>
                    <a:srgbClr val="FFFFFF"/>
                  </a:solidFill>
                  <a:latin typeface="Mouse Memoirs" panose="020B0604020202020204" charset="0"/>
                </a:rPr>
                <a:t>Integration Complexity</a:t>
              </a:r>
            </a:p>
          </p:txBody>
        </p:sp>
      </p:grpSp>
    </p:spTree>
    <p:extLst>
      <p:ext uri="{BB962C8B-B14F-4D97-AF65-F5344CB8AC3E}">
        <p14:creationId xmlns:p14="http://schemas.microsoft.com/office/powerpoint/2010/main" val="40199798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11"/>
        <p:cNvGrpSpPr/>
        <p:nvPr/>
      </p:nvGrpSpPr>
      <p:grpSpPr>
        <a:xfrm>
          <a:off x="0" y="0"/>
          <a:ext cx="0" cy="0"/>
          <a:chOff x="0" y="0"/>
          <a:chExt cx="0" cy="0"/>
        </a:xfrm>
      </p:grpSpPr>
      <p:sp>
        <p:nvSpPr>
          <p:cNvPr id="3469" name="Google Shape;3469;p73"/>
          <p:cNvSpPr txBox="1">
            <a:spLocks noGrp="1"/>
          </p:cNvSpPr>
          <p:nvPr>
            <p:ph type="subTitle" idx="2"/>
          </p:nvPr>
        </p:nvSpPr>
        <p:spPr>
          <a:xfrm>
            <a:off x="934720" y="640080"/>
            <a:ext cx="7599680" cy="548639"/>
          </a:xfrm>
          <a:prstGeom prst="rect">
            <a:avLst/>
          </a:prstGeom>
        </p:spPr>
        <p:txBody>
          <a:bodyPr spcFirstLastPara="1" wrap="square" lIns="91425" tIns="91425" rIns="91425" bIns="91425" anchor="t" anchorCtr="0">
            <a:noAutofit/>
          </a:bodyPr>
          <a:lstStyle/>
          <a:p>
            <a:r>
              <a:rPr lang="en-US" sz="1400" b="1" dirty="0">
                <a:solidFill>
                  <a:srgbClr val="A8A8A8"/>
                </a:solidFill>
              </a:rPr>
              <a:t>Since we faced several issues at the start of the execution phase, we implemented some modifications, the most important of which were:</a:t>
            </a:r>
            <a:endParaRPr lang="ar-BH" sz="1400" b="1" dirty="0">
              <a:solidFill>
                <a:srgbClr val="A8A8A8"/>
              </a:solidFill>
            </a:endParaRPr>
          </a:p>
          <a:p>
            <a:endParaRPr lang="en-US" sz="1000" b="1" dirty="0">
              <a:solidFill>
                <a:srgbClr val="A8A8A8"/>
              </a:solidFill>
            </a:endParaRPr>
          </a:p>
        </p:txBody>
      </p:sp>
      <p:grpSp>
        <p:nvGrpSpPr>
          <p:cNvPr id="4" name="Google Shape;3412;p73">
            <a:extLst>
              <a:ext uri="{FF2B5EF4-FFF2-40B4-BE49-F238E27FC236}">
                <a16:creationId xmlns:a16="http://schemas.microsoft.com/office/drawing/2014/main" id="{9CADA96C-7A61-4535-B568-2820715FE2A0}"/>
              </a:ext>
            </a:extLst>
          </p:cNvPr>
          <p:cNvGrpSpPr/>
          <p:nvPr/>
        </p:nvGrpSpPr>
        <p:grpSpPr>
          <a:xfrm>
            <a:off x="7350078" y="1289396"/>
            <a:ext cx="9143793" cy="3854104"/>
            <a:chOff x="8839575" y="2223288"/>
            <a:chExt cx="6135950" cy="2586300"/>
          </a:xfrm>
        </p:grpSpPr>
        <p:sp>
          <p:nvSpPr>
            <p:cNvPr id="5" name="Google Shape;3413;p73">
              <a:extLst>
                <a:ext uri="{FF2B5EF4-FFF2-40B4-BE49-F238E27FC236}">
                  <a16:creationId xmlns:a16="http://schemas.microsoft.com/office/drawing/2014/main" id="{F447EE65-DD00-4BAD-B132-46A4526665B3}"/>
                </a:ext>
              </a:extLst>
            </p:cNvPr>
            <p:cNvSpPr/>
            <p:nvPr/>
          </p:nvSpPr>
          <p:spPr>
            <a:xfrm>
              <a:off x="9749550" y="2223288"/>
              <a:ext cx="5100175" cy="2145300"/>
            </a:xfrm>
            <a:custGeom>
              <a:avLst/>
              <a:gdLst/>
              <a:ahLst/>
              <a:cxnLst/>
              <a:rect l="l" t="t" r="r" b="b"/>
              <a:pathLst>
                <a:path w="204007" h="85812" extrusionOk="0">
                  <a:moveTo>
                    <a:pt x="11540" y="1"/>
                  </a:moveTo>
                  <a:cubicBezTo>
                    <a:pt x="5135" y="1"/>
                    <a:pt x="1" y="5186"/>
                    <a:pt x="1" y="11540"/>
                  </a:cubicBezTo>
                  <a:lnTo>
                    <a:pt x="1" y="85812"/>
                  </a:lnTo>
                  <a:lnTo>
                    <a:pt x="204006" y="85812"/>
                  </a:lnTo>
                  <a:lnTo>
                    <a:pt x="204006" y="11540"/>
                  </a:lnTo>
                  <a:cubicBezTo>
                    <a:pt x="204006" y="5186"/>
                    <a:pt x="198821" y="1"/>
                    <a:pt x="19246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3414;p73">
              <a:extLst>
                <a:ext uri="{FF2B5EF4-FFF2-40B4-BE49-F238E27FC236}">
                  <a16:creationId xmlns:a16="http://schemas.microsoft.com/office/drawing/2014/main" id="{E5B2ACDF-4518-4D77-AE9D-BB1AB42B2D01}"/>
                </a:ext>
              </a:extLst>
            </p:cNvPr>
            <p:cNvSpPr/>
            <p:nvPr/>
          </p:nvSpPr>
          <p:spPr>
            <a:xfrm>
              <a:off x="9078542" y="3295938"/>
              <a:ext cx="677425" cy="781625"/>
            </a:xfrm>
            <a:custGeom>
              <a:avLst/>
              <a:gdLst/>
              <a:ahLst/>
              <a:cxnLst/>
              <a:rect l="l" t="t" r="r" b="b"/>
              <a:pathLst>
                <a:path w="27097" h="31265" extrusionOk="0">
                  <a:moveTo>
                    <a:pt x="9609" y="0"/>
                  </a:moveTo>
                  <a:cubicBezTo>
                    <a:pt x="4322" y="0"/>
                    <a:pt x="1" y="4321"/>
                    <a:pt x="1" y="9608"/>
                  </a:cubicBezTo>
                  <a:lnTo>
                    <a:pt x="1" y="31264"/>
                  </a:lnTo>
                  <a:lnTo>
                    <a:pt x="27097" y="31264"/>
                  </a:lnTo>
                  <a:lnTo>
                    <a:pt x="270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3415;p73">
              <a:extLst>
                <a:ext uri="{FF2B5EF4-FFF2-40B4-BE49-F238E27FC236}">
                  <a16:creationId xmlns:a16="http://schemas.microsoft.com/office/drawing/2014/main" id="{C01339EB-E764-4F2F-B535-7502AB1550C1}"/>
                </a:ext>
              </a:extLst>
            </p:cNvPr>
            <p:cNvSpPr/>
            <p:nvPr/>
          </p:nvSpPr>
          <p:spPr>
            <a:xfrm>
              <a:off x="8966675" y="3525963"/>
              <a:ext cx="1363700" cy="842625"/>
            </a:xfrm>
            <a:custGeom>
              <a:avLst/>
              <a:gdLst/>
              <a:ahLst/>
              <a:cxnLst/>
              <a:rect l="l" t="t" r="r" b="b"/>
              <a:pathLst>
                <a:path w="54548" h="33705" extrusionOk="0">
                  <a:moveTo>
                    <a:pt x="14184" y="1"/>
                  </a:moveTo>
                  <a:cubicBezTo>
                    <a:pt x="6355" y="1"/>
                    <a:pt x="0" y="6355"/>
                    <a:pt x="0" y="14184"/>
                  </a:cubicBezTo>
                  <a:lnTo>
                    <a:pt x="0" y="33705"/>
                  </a:lnTo>
                  <a:lnTo>
                    <a:pt x="54548" y="33705"/>
                  </a:lnTo>
                  <a:lnTo>
                    <a:pt x="54548" y="24503"/>
                  </a:lnTo>
                  <a:cubicBezTo>
                    <a:pt x="54548" y="10981"/>
                    <a:pt x="43567" y="1"/>
                    <a:pt x="300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416;p73">
              <a:extLst>
                <a:ext uri="{FF2B5EF4-FFF2-40B4-BE49-F238E27FC236}">
                  <a16:creationId xmlns:a16="http://schemas.microsoft.com/office/drawing/2014/main" id="{9E813193-835E-416F-B589-A90FB59E4621}"/>
                </a:ext>
              </a:extLst>
            </p:cNvPr>
            <p:cNvSpPr/>
            <p:nvPr/>
          </p:nvSpPr>
          <p:spPr>
            <a:xfrm>
              <a:off x="9903325" y="4241488"/>
              <a:ext cx="4560025" cy="127100"/>
            </a:xfrm>
            <a:custGeom>
              <a:avLst/>
              <a:gdLst/>
              <a:ahLst/>
              <a:cxnLst/>
              <a:rect l="l" t="t" r="r" b="b"/>
              <a:pathLst>
                <a:path w="182401" h="5084" extrusionOk="0">
                  <a:moveTo>
                    <a:pt x="1" y="0"/>
                  </a:moveTo>
                  <a:lnTo>
                    <a:pt x="1" y="5084"/>
                  </a:lnTo>
                  <a:lnTo>
                    <a:pt x="182401" y="5084"/>
                  </a:lnTo>
                  <a:lnTo>
                    <a:pt x="18240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417;p73">
              <a:extLst>
                <a:ext uri="{FF2B5EF4-FFF2-40B4-BE49-F238E27FC236}">
                  <a16:creationId xmlns:a16="http://schemas.microsoft.com/office/drawing/2014/main" id="{27BA74B7-656D-4249-A6B7-D618723E1643}"/>
                </a:ext>
              </a:extLst>
            </p:cNvPr>
            <p:cNvSpPr/>
            <p:nvPr/>
          </p:nvSpPr>
          <p:spPr>
            <a:xfrm>
              <a:off x="8839575" y="4114388"/>
              <a:ext cx="688875" cy="254200"/>
            </a:xfrm>
            <a:custGeom>
              <a:avLst/>
              <a:gdLst/>
              <a:ahLst/>
              <a:cxnLst/>
              <a:rect l="l" t="t" r="r" b="b"/>
              <a:pathLst>
                <a:path w="27555" h="10168" extrusionOk="0">
                  <a:moveTo>
                    <a:pt x="5084" y="1"/>
                  </a:moveTo>
                  <a:cubicBezTo>
                    <a:pt x="2288" y="1"/>
                    <a:pt x="1" y="2237"/>
                    <a:pt x="1" y="5084"/>
                  </a:cubicBezTo>
                  <a:cubicBezTo>
                    <a:pt x="1" y="7880"/>
                    <a:pt x="2288" y="10168"/>
                    <a:pt x="5084" y="10168"/>
                  </a:cubicBezTo>
                  <a:lnTo>
                    <a:pt x="27554" y="10168"/>
                  </a:lnTo>
                  <a:lnTo>
                    <a:pt x="2755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418;p73">
              <a:extLst>
                <a:ext uri="{FF2B5EF4-FFF2-40B4-BE49-F238E27FC236}">
                  <a16:creationId xmlns:a16="http://schemas.microsoft.com/office/drawing/2014/main" id="{E747809E-8F65-4B3E-A460-95ED2F393AB0}"/>
                </a:ext>
              </a:extLst>
            </p:cNvPr>
            <p:cNvSpPr/>
            <p:nvPr/>
          </p:nvSpPr>
          <p:spPr>
            <a:xfrm>
              <a:off x="9208150" y="3927563"/>
              <a:ext cx="882025" cy="882025"/>
            </a:xfrm>
            <a:custGeom>
              <a:avLst/>
              <a:gdLst/>
              <a:ahLst/>
              <a:cxnLst/>
              <a:rect l="l" t="t" r="r" b="b"/>
              <a:pathLst>
                <a:path w="35281" h="35281" extrusionOk="0">
                  <a:moveTo>
                    <a:pt x="17640" y="1"/>
                  </a:moveTo>
                  <a:cubicBezTo>
                    <a:pt x="7880" y="1"/>
                    <a:pt x="0" y="7880"/>
                    <a:pt x="0" y="17641"/>
                  </a:cubicBezTo>
                  <a:cubicBezTo>
                    <a:pt x="0" y="27401"/>
                    <a:pt x="7880" y="35281"/>
                    <a:pt x="17640" y="35281"/>
                  </a:cubicBezTo>
                  <a:cubicBezTo>
                    <a:pt x="27350" y="35281"/>
                    <a:pt x="35281" y="27401"/>
                    <a:pt x="35281" y="17641"/>
                  </a:cubicBezTo>
                  <a:cubicBezTo>
                    <a:pt x="35281" y="7880"/>
                    <a:pt x="27350" y="1"/>
                    <a:pt x="1764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419;p73">
              <a:extLst>
                <a:ext uri="{FF2B5EF4-FFF2-40B4-BE49-F238E27FC236}">
                  <a16:creationId xmlns:a16="http://schemas.microsoft.com/office/drawing/2014/main" id="{8436EC86-4335-4207-B66D-169D64B90C2E}"/>
                </a:ext>
              </a:extLst>
            </p:cNvPr>
            <p:cNvSpPr/>
            <p:nvPr/>
          </p:nvSpPr>
          <p:spPr>
            <a:xfrm>
              <a:off x="9394975" y="4114388"/>
              <a:ext cx="508375" cy="508375"/>
            </a:xfrm>
            <a:custGeom>
              <a:avLst/>
              <a:gdLst/>
              <a:ahLst/>
              <a:cxnLst/>
              <a:rect l="l" t="t" r="r" b="b"/>
              <a:pathLst>
                <a:path w="20335" h="20335" extrusionOk="0">
                  <a:moveTo>
                    <a:pt x="10167" y="1"/>
                  </a:moveTo>
                  <a:cubicBezTo>
                    <a:pt x="4525" y="1"/>
                    <a:pt x="0" y="4525"/>
                    <a:pt x="0" y="10168"/>
                  </a:cubicBezTo>
                  <a:cubicBezTo>
                    <a:pt x="0" y="15811"/>
                    <a:pt x="4525" y="20335"/>
                    <a:pt x="10167" y="20335"/>
                  </a:cubicBezTo>
                  <a:cubicBezTo>
                    <a:pt x="15759" y="20335"/>
                    <a:pt x="20335" y="15811"/>
                    <a:pt x="20335" y="10168"/>
                  </a:cubicBezTo>
                  <a:cubicBezTo>
                    <a:pt x="20335" y="4525"/>
                    <a:pt x="15759" y="1"/>
                    <a:pt x="101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420;p73">
              <a:extLst>
                <a:ext uri="{FF2B5EF4-FFF2-40B4-BE49-F238E27FC236}">
                  <a16:creationId xmlns:a16="http://schemas.microsoft.com/office/drawing/2014/main" id="{8DAA65E7-4A7B-443E-94EA-CEA6F7ED97EB}"/>
                </a:ext>
              </a:extLst>
            </p:cNvPr>
            <p:cNvSpPr/>
            <p:nvPr/>
          </p:nvSpPr>
          <p:spPr>
            <a:xfrm>
              <a:off x="9548750" y="4268163"/>
              <a:ext cx="200825" cy="200825"/>
            </a:xfrm>
            <a:custGeom>
              <a:avLst/>
              <a:gdLst/>
              <a:ahLst/>
              <a:cxnLst/>
              <a:rect l="l" t="t" r="r" b="b"/>
              <a:pathLst>
                <a:path w="8033" h="8033" extrusionOk="0">
                  <a:moveTo>
                    <a:pt x="4016" y="1"/>
                  </a:moveTo>
                  <a:cubicBezTo>
                    <a:pt x="1780" y="1"/>
                    <a:pt x="0" y="1780"/>
                    <a:pt x="0" y="4017"/>
                  </a:cubicBezTo>
                  <a:cubicBezTo>
                    <a:pt x="0" y="6254"/>
                    <a:pt x="1780" y="8033"/>
                    <a:pt x="4016" y="8033"/>
                  </a:cubicBezTo>
                  <a:cubicBezTo>
                    <a:pt x="6202" y="8033"/>
                    <a:pt x="8033" y="6254"/>
                    <a:pt x="8033" y="4017"/>
                  </a:cubicBezTo>
                  <a:cubicBezTo>
                    <a:pt x="8033" y="1780"/>
                    <a:pt x="6202" y="1"/>
                    <a:pt x="401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421;p73">
              <a:extLst>
                <a:ext uri="{FF2B5EF4-FFF2-40B4-BE49-F238E27FC236}">
                  <a16:creationId xmlns:a16="http://schemas.microsoft.com/office/drawing/2014/main" id="{AF1EA3DC-86F6-40F9-A8EF-1E9FBD3C9A36}"/>
                </a:ext>
              </a:extLst>
            </p:cNvPr>
            <p:cNvSpPr/>
            <p:nvPr/>
          </p:nvSpPr>
          <p:spPr>
            <a:xfrm>
              <a:off x="9625000" y="4170313"/>
              <a:ext cx="48325" cy="48325"/>
            </a:xfrm>
            <a:custGeom>
              <a:avLst/>
              <a:gdLst/>
              <a:ahLst/>
              <a:cxnLst/>
              <a:rect l="l" t="t" r="r" b="b"/>
              <a:pathLst>
                <a:path w="1933" h="1933" extrusionOk="0">
                  <a:moveTo>
                    <a:pt x="966" y="0"/>
                  </a:moveTo>
                  <a:cubicBezTo>
                    <a:pt x="407" y="0"/>
                    <a:pt x="1" y="407"/>
                    <a:pt x="1" y="966"/>
                  </a:cubicBezTo>
                  <a:cubicBezTo>
                    <a:pt x="1" y="1475"/>
                    <a:pt x="407" y="1932"/>
                    <a:pt x="966" y="1932"/>
                  </a:cubicBezTo>
                  <a:cubicBezTo>
                    <a:pt x="1475" y="1932"/>
                    <a:pt x="1932" y="1475"/>
                    <a:pt x="1932" y="966"/>
                  </a:cubicBezTo>
                  <a:cubicBezTo>
                    <a:pt x="1932" y="407"/>
                    <a:pt x="1475" y="0"/>
                    <a:pt x="96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422;p73">
              <a:extLst>
                <a:ext uri="{FF2B5EF4-FFF2-40B4-BE49-F238E27FC236}">
                  <a16:creationId xmlns:a16="http://schemas.microsoft.com/office/drawing/2014/main" id="{DE685673-02F3-49F9-B208-44E73A5E4D0A}"/>
                </a:ext>
              </a:extLst>
            </p:cNvPr>
            <p:cNvSpPr/>
            <p:nvPr/>
          </p:nvSpPr>
          <p:spPr>
            <a:xfrm>
              <a:off x="9500450" y="4222088"/>
              <a:ext cx="52125" cy="48650"/>
            </a:xfrm>
            <a:custGeom>
              <a:avLst/>
              <a:gdLst/>
              <a:ahLst/>
              <a:cxnLst/>
              <a:rect l="l" t="t" r="r" b="b"/>
              <a:pathLst>
                <a:path w="2085" h="1946" extrusionOk="0">
                  <a:moveTo>
                    <a:pt x="1024" y="1"/>
                  </a:moveTo>
                  <a:cubicBezTo>
                    <a:pt x="776" y="1"/>
                    <a:pt x="534" y="90"/>
                    <a:pt x="357" y="268"/>
                  </a:cubicBezTo>
                  <a:cubicBezTo>
                    <a:pt x="1" y="674"/>
                    <a:pt x="1" y="1285"/>
                    <a:pt x="357" y="1640"/>
                  </a:cubicBezTo>
                  <a:cubicBezTo>
                    <a:pt x="534" y="1844"/>
                    <a:pt x="776" y="1945"/>
                    <a:pt x="1024" y="1945"/>
                  </a:cubicBezTo>
                  <a:cubicBezTo>
                    <a:pt x="1272" y="1945"/>
                    <a:pt x="1526" y="1844"/>
                    <a:pt x="1729" y="1640"/>
                  </a:cubicBezTo>
                  <a:cubicBezTo>
                    <a:pt x="2085" y="1285"/>
                    <a:pt x="2085" y="674"/>
                    <a:pt x="1729" y="268"/>
                  </a:cubicBezTo>
                  <a:cubicBezTo>
                    <a:pt x="1526" y="90"/>
                    <a:pt x="1272" y="1"/>
                    <a:pt x="102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423;p73">
              <a:extLst>
                <a:ext uri="{FF2B5EF4-FFF2-40B4-BE49-F238E27FC236}">
                  <a16:creationId xmlns:a16="http://schemas.microsoft.com/office/drawing/2014/main" id="{8D0AF44A-D478-4614-AD38-2C4C2E6B8EB1}"/>
                </a:ext>
              </a:extLst>
            </p:cNvPr>
            <p:cNvSpPr/>
            <p:nvPr/>
          </p:nvSpPr>
          <p:spPr>
            <a:xfrm>
              <a:off x="9452150" y="4345688"/>
              <a:ext cx="48325" cy="48325"/>
            </a:xfrm>
            <a:custGeom>
              <a:avLst/>
              <a:gdLst/>
              <a:ahLst/>
              <a:cxnLst/>
              <a:rect l="l" t="t" r="r" b="b"/>
              <a:pathLst>
                <a:path w="1933" h="1933" extrusionOk="0">
                  <a:moveTo>
                    <a:pt x="967" y="1"/>
                  </a:moveTo>
                  <a:cubicBezTo>
                    <a:pt x="458" y="1"/>
                    <a:pt x="1" y="407"/>
                    <a:pt x="1" y="967"/>
                  </a:cubicBezTo>
                  <a:cubicBezTo>
                    <a:pt x="1" y="1475"/>
                    <a:pt x="458" y="1932"/>
                    <a:pt x="967" y="1932"/>
                  </a:cubicBezTo>
                  <a:cubicBezTo>
                    <a:pt x="1526" y="1932"/>
                    <a:pt x="1933" y="1475"/>
                    <a:pt x="1933" y="967"/>
                  </a:cubicBezTo>
                  <a:cubicBezTo>
                    <a:pt x="1933" y="407"/>
                    <a:pt x="1526" y="1"/>
                    <a:pt x="96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424;p73">
              <a:extLst>
                <a:ext uri="{FF2B5EF4-FFF2-40B4-BE49-F238E27FC236}">
                  <a16:creationId xmlns:a16="http://schemas.microsoft.com/office/drawing/2014/main" id="{D2DFB42B-7857-46C9-B344-DD464CB0A921}"/>
                </a:ext>
              </a:extLst>
            </p:cNvPr>
            <p:cNvSpPr/>
            <p:nvPr/>
          </p:nvSpPr>
          <p:spPr>
            <a:xfrm>
              <a:off x="9501725" y="4467688"/>
              <a:ext cx="53400" cy="48650"/>
            </a:xfrm>
            <a:custGeom>
              <a:avLst/>
              <a:gdLst/>
              <a:ahLst/>
              <a:cxnLst/>
              <a:rect l="l" t="t" r="r" b="b"/>
              <a:pathLst>
                <a:path w="2136" h="1946" extrusionOk="0">
                  <a:moveTo>
                    <a:pt x="1074" y="1"/>
                  </a:moveTo>
                  <a:cubicBezTo>
                    <a:pt x="827" y="1"/>
                    <a:pt x="585" y="103"/>
                    <a:pt x="407" y="306"/>
                  </a:cubicBezTo>
                  <a:cubicBezTo>
                    <a:pt x="1" y="662"/>
                    <a:pt x="1" y="1272"/>
                    <a:pt x="407" y="1679"/>
                  </a:cubicBezTo>
                  <a:cubicBezTo>
                    <a:pt x="585" y="1856"/>
                    <a:pt x="827" y="1945"/>
                    <a:pt x="1074" y="1945"/>
                  </a:cubicBezTo>
                  <a:cubicBezTo>
                    <a:pt x="1322" y="1945"/>
                    <a:pt x="1576" y="1856"/>
                    <a:pt x="1780" y="1679"/>
                  </a:cubicBezTo>
                  <a:cubicBezTo>
                    <a:pt x="2136" y="1272"/>
                    <a:pt x="2136" y="662"/>
                    <a:pt x="1780" y="306"/>
                  </a:cubicBezTo>
                  <a:cubicBezTo>
                    <a:pt x="1576" y="103"/>
                    <a:pt x="1322" y="1"/>
                    <a:pt x="107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3425;p73">
              <a:extLst>
                <a:ext uri="{FF2B5EF4-FFF2-40B4-BE49-F238E27FC236}">
                  <a16:creationId xmlns:a16="http://schemas.microsoft.com/office/drawing/2014/main" id="{5C10B873-15E0-4CA7-B328-C42FCCDD2C0E}"/>
                </a:ext>
              </a:extLst>
            </p:cNvPr>
            <p:cNvSpPr/>
            <p:nvPr/>
          </p:nvSpPr>
          <p:spPr>
            <a:xfrm>
              <a:off x="9627550" y="4517263"/>
              <a:ext cx="48325" cy="48325"/>
            </a:xfrm>
            <a:custGeom>
              <a:avLst/>
              <a:gdLst/>
              <a:ahLst/>
              <a:cxnLst/>
              <a:rect l="l" t="t" r="r" b="b"/>
              <a:pathLst>
                <a:path w="1933" h="1933" extrusionOk="0">
                  <a:moveTo>
                    <a:pt x="966" y="1"/>
                  </a:moveTo>
                  <a:cubicBezTo>
                    <a:pt x="458" y="1"/>
                    <a:pt x="0" y="458"/>
                    <a:pt x="0" y="966"/>
                  </a:cubicBezTo>
                  <a:cubicBezTo>
                    <a:pt x="0" y="1526"/>
                    <a:pt x="458" y="1932"/>
                    <a:pt x="966" y="1932"/>
                  </a:cubicBezTo>
                  <a:cubicBezTo>
                    <a:pt x="1525" y="1932"/>
                    <a:pt x="1932" y="1526"/>
                    <a:pt x="1932" y="966"/>
                  </a:cubicBezTo>
                  <a:cubicBezTo>
                    <a:pt x="1932" y="458"/>
                    <a:pt x="1525" y="1"/>
                    <a:pt x="96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3426;p73">
              <a:extLst>
                <a:ext uri="{FF2B5EF4-FFF2-40B4-BE49-F238E27FC236}">
                  <a16:creationId xmlns:a16="http://schemas.microsoft.com/office/drawing/2014/main" id="{C2D9EA09-7371-47CE-9141-B4FB53B6FB6D}"/>
                </a:ext>
              </a:extLst>
            </p:cNvPr>
            <p:cNvSpPr/>
            <p:nvPr/>
          </p:nvSpPr>
          <p:spPr>
            <a:xfrm>
              <a:off x="9748275" y="4465163"/>
              <a:ext cx="52125" cy="48625"/>
            </a:xfrm>
            <a:custGeom>
              <a:avLst/>
              <a:gdLst/>
              <a:ahLst/>
              <a:cxnLst/>
              <a:rect l="l" t="t" r="r" b="b"/>
              <a:pathLst>
                <a:path w="2085" h="1945" extrusionOk="0">
                  <a:moveTo>
                    <a:pt x="1062" y="0"/>
                  </a:moveTo>
                  <a:cubicBezTo>
                    <a:pt x="814" y="0"/>
                    <a:pt x="560" y="102"/>
                    <a:pt x="357" y="305"/>
                  </a:cubicBezTo>
                  <a:cubicBezTo>
                    <a:pt x="1" y="661"/>
                    <a:pt x="1" y="1271"/>
                    <a:pt x="357" y="1678"/>
                  </a:cubicBezTo>
                  <a:cubicBezTo>
                    <a:pt x="560" y="1856"/>
                    <a:pt x="814" y="1945"/>
                    <a:pt x="1062" y="1945"/>
                  </a:cubicBezTo>
                  <a:cubicBezTo>
                    <a:pt x="1310" y="1945"/>
                    <a:pt x="1551" y="1856"/>
                    <a:pt x="1729" y="1678"/>
                  </a:cubicBezTo>
                  <a:cubicBezTo>
                    <a:pt x="2085" y="1271"/>
                    <a:pt x="2085" y="661"/>
                    <a:pt x="1729" y="305"/>
                  </a:cubicBezTo>
                  <a:cubicBezTo>
                    <a:pt x="1551" y="102"/>
                    <a:pt x="1310" y="0"/>
                    <a:pt x="106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3427;p73">
              <a:extLst>
                <a:ext uri="{FF2B5EF4-FFF2-40B4-BE49-F238E27FC236}">
                  <a16:creationId xmlns:a16="http://schemas.microsoft.com/office/drawing/2014/main" id="{31956DB7-F93D-4CD2-B53D-23B49879F0AA}"/>
                </a:ext>
              </a:extLst>
            </p:cNvPr>
            <p:cNvSpPr/>
            <p:nvPr/>
          </p:nvSpPr>
          <p:spPr>
            <a:xfrm>
              <a:off x="9800400" y="4341888"/>
              <a:ext cx="48300" cy="48300"/>
            </a:xfrm>
            <a:custGeom>
              <a:avLst/>
              <a:gdLst/>
              <a:ahLst/>
              <a:cxnLst/>
              <a:rect l="l" t="t" r="r" b="b"/>
              <a:pathLst>
                <a:path w="1932" h="1932" extrusionOk="0">
                  <a:moveTo>
                    <a:pt x="966" y="0"/>
                  </a:moveTo>
                  <a:cubicBezTo>
                    <a:pt x="407" y="0"/>
                    <a:pt x="0" y="458"/>
                    <a:pt x="0" y="966"/>
                  </a:cubicBezTo>
                  <a:cubicBezTo>
                    <a:pt x="0" y="1525"/>
                    <a:pt x="407" y="1932"/>
                    <a:pt x="966" y="1932"/>
                  </a:cubicBezTo>
                  <a:cubicBezTo>
                    <a:pt x="1474" y="1932"/>
                    <a:pt x="1932" y="1525"/>
                    <a:pt x="1932" y="966"/>
                  </a:cubicBezTo>
                  <a:cubicBezTo>
                    <a:pt x="1932" y="458"/>
                    <a:pt x="1474" y="0"/>
                    <a:pt x="96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3428;p73">
              <a:extLst>
                <a:ext uri="{FF2B5EF4-FFF2-40B4-BE49-F238E27FC236}">
                  <a16:creationId xmlns:a16="http://schemas.microsoft.com/office/drawing/2014/main" id="{EDC1E4FB-D48A-4270-BAC5-EA51DE87D473}"/>
                </a:ext>
              </a:extLst>
            </p:cNvPr>
            <p:cNvSpPr/>
            <p:nvPr/>
          </p:nvSpPr>
          <p:spPr>
            <a:xfrm>
              <a:off x="9745750" y="4219563"/>
              <a:ext cx="53400" cy="48625"/>
            </a:xfrm>
            <a:custGeom>
              <a:avLst/>
              <a:gdLst/>
              <a:ahLst/>
              <a:cxnLst/>
              <a:rect l="l" t="t" r="r" b="b"/>
              <a:pathLst>
                <a:path w="2136" h="1945" extrusionOk="0">
                  <a:moveTo>
                    <a:pt x="1061" y="0"/>
                  </a:moveTo>
                  <a:cubicBezTo>
                    <a:pt x="813" y="0"/>
                    <a:pt x="559" y="89"/>
                    <a:pt x="356" y="267"/>
                  </a:cubicBezTo>
                  <a:cubicBezTo>
                    <a:pt x="0" y="674"/>
                    <a:pt x="0" y="1284"/>
                    <a:pt x="356" y="1640"/>
                  </a:cubicBezTo>
                  <a:cubicBezTo>
                    <a:pt x="559" y="1843"/>
                    <a:pt x="813" y="1945"/>
                    <a:pt x="1061" y="1945"/>
                  </a:cubicBezTo>
                  <a:cubicBezTo>
                    <a:pt x="1309" y="1945"/>
                    <a:pt x="1551" y="1843"/>
                    <a:pt x="1728" y="1640"/>
                  </a:cubicBezTo>
                  <a:cubicBezTo>
                    <a:pt x="2135" y="1284"/>
                    <a:pt x="2135" y="674"/>
                    <a:pt x="1728" y="267"/>
                  </a:cubicBezTo>
                  <a:cubicBezTo>
                    <a:pt x="1551" y="89"/>
                    <a:pt x="1309" y="0"/>
                    <a:pt x="106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3429;p73">
              <a:extLst>
                <a:ext uri="{FF2B5EF4-FFF2-40B4-BE49-F238E27FC236}">
                  <a16:creationId xmlns:a16="http://schemas.microsoft.com/office/drawing/2014/main" id="{51465FD3-5EF0-4721-A12A-CA38642998B3}"/>
                </a:ext>
              </a:extLst>
            </p:cNvPr>
            <p:cNvSpPr/>
            <p:nvPr/>
          </p:nvSpPr>
          <p:spPr>
            <a:xfrm>
              <a:off x="9749550" y="2553713"/>
              <a:ext cx="250400" cy="742250"/>
            </a:xfrm>
            <a:custGeom>
              <a:avLst/>
              <a:gdLst/>
              <a:ahLst/>
              <a:cxnLst/>
              <a:rect l="l" t="t" r="r" b="b"/>
              <a:pathLst>
                <a:path w="10016" h="29690" extrusionOk="0">
                  <a:moveTo>
                    <a:pt x="1" y="1"/>
                  </a:moveTo>
                  <a:lnTo>
                    <a:pt x="1" y="29689"/>
                  </a:lnTo>
                  <a:lnTo>
                    <a:pt x="10015" y="29689"/>
                  </a:lnTo>
                  <a:lnTo>
                    <a:pt x="1001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3430;p73">
              <a:extLst>
                <a:ext uri="{FF2B5EF4-FFF2-40B4-BE49-F238E27FC236}">
                  <a16:creationId xmlns:a16="http://schemas.microsoft.com/office/drawing/2014/main" id="{D3DE6DC3-C198-49CC-A250-B200DA90E186}"/>
                </a:ext>
              </a:extLst>
            </p:cNvPr>
            <p:cNvSpPr/>
            <p:nvPr/>
          </p:nvSpPr>
          <p:spPr>
            <a:xfrm>
              <a:off x="10090150" y="2553713"/>
              <a:ext cx="823575" cy="371150"/>
            </a:xfrm>
            <a:custGeom>
              <a:avLst/>
              <a:gdLst/>
              <a:ahLst/>
              <a:cxnLst/>
              <a:rect l="l" t="t" r="r" b="b"/>
              <a:pathLst>
                <a:path w="32943" h="14846" extrusionOk="0">
                  <a:moveTo>
                    <a:pt x="1" y="1"/>
                  </a:moveTo>
                  <a:lnTo>
                    <a:pt x="1" y="14845"/>
                  </a:lnTo>
                  <a:lnTo>
                    <a:pt x="32942" y="14845"/>
                  </a:lnTo>
                  <a:lnTo>
                    <a:pt x="329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3431;p73">
              <a:extLst>
                <a:ext uri="{FF2B5EF4-FFF2-40B4-BE49-F238E27FC236}">
                  <a16:creationId xmlns:a16="http://schemas.microsoft.com/office/drawing/2014/main" id="{1FA67BC1-AD29-49C8-9C39-5DD1CC179445}"/>
                </a:ext>
              </a:extLst>
            </p:cNvPr>
            <p:cNvSpPr/>
            <p:nvPr/>
          </p:nvSpPr>
          <p:spPr>
            <a:xfrm>
              <a:off x="11034425" y="2553713"/>
              <a:ext cx="823575" cy="371150"/>
            </a:xfrm>
            <a:custGeom>
              <a:avLst/>
              <a:gdLst/>
              <a:ahLst/>
              <a:cxnLst/>
              <a:rect l="l" t="t" r="r" b="b"/>
              <a:pathLst>
                <a:path w="32943" h="14846" extrusionOk="0">
                  <a:moveTo>
                    <a:pt x="1" y="1"/>
                  </a:moveTo>
                  <a:lnTo>
                    <a:pt x="1" y="14845"/>
                  </a:lnTo>
                  <a:lnTo>
                    <a:pt x="32943" y="14845"/>
                  </a:lnTo>
                  <a:lnTo>
                    <a:pt x="3294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3432;p73">
              <a:extLst>
                <a:ext uri="{FF2B5EF4-FFF2-40B4-BE49-F238E27FC236}">
                  <a16:creationId xmlns:a16="http://schemas.microsoft.com/office/drawing/2014/main" id="{06017F9C-0C94-4333-943B-0845E3ECF618}"/>
                </a:ext>
              </a:extLst>
            </p:cNvPr>
            <p:cNvSpPr/>
            <p:nvPr/>
          </p:nvSpPr>
          <p:spPr>
            <a:xfrm>
              <a:off x="11980000" y="2553713"/>
              <a:ext cx="823550" cy="371150"/>
            </a:xfrm>
            <a:custGeom>
              <a:avLst/>
              <a:gdLst/>
              <a:ahLst/>
              <a:cxnLst/>
              <a:rect l="l" t="t" r="r" b="b"/>
              <a:pathLst>
                <a:path w="32942" h="14846" extrusionOk="0">
                  <a:moveTo>
                    <a:pt x="0" y="1"/>
                  </a:moveTo>
                  <a:lnTo>
                    <a:pt x="0" y="14845"/>
                  </a:lnTo>
                  <a:lnTo>
                    <a:pt x="32942" y="14845"/>
                  </a:lnTo>
                  <a:lnTo>
                    <a:pt x="329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3433;p73">
              <a:extLst>
                <a:ext uri="{FF2B5EF4-FFF2-40B4-BE49-F238E27FC236}">
                  <a16:creationId xmlns:a16="http://schemas.microsoft.com/office/drawing/2014/main" id="{1CC05966-5515-43FF-81B5-95C875052DB5}"/>
                </a:ext>
              </a:extLst>
            </p:cNvPr>
            <p:cNvSpPr/>
            <p:nvPr/>
          </p:nvSpPr>
          <p:spPr>
            <a:xfrm>
              <a:off x="12925550" y="2553713"/>
              <a:ext cx="823550" cy="371150"/>
            </a:xfrm>
            <a:custGeom>
              <a:avLst/>
              <a:gdLst/>
              <a:ahLst/>
              <a:cxnLst/>
              <a:rect l="l" t="t" r="r" b="b"/>
              <a:pathLst>
                <a:path w="32942" h="14846" extrusionOk="0">
                  <a:moveTo>
                    <a:pt x="0" y="1"/>
                  </a:moveTo>
                  <a:lnTo>
                    <a:pt x="0" y="14845"/>
                  </a:lnTo>
                  <a:lnTo>
                    <a:pt x="32942" y="14845"/>
                  </a:lnTo>
                  <a:lnTo>
                    <a:pt x="329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3434;p73">
              <a:extLst>
                <a:ext uri="{FF2B5EF4-FFF2-40B4-BE49-F238E27FC236}">
                  <a16:creationId xmlns:a16="http://schemas.microsoft.com/office/drawing/2014/main" id="{A71E33D9-EE3B-4F26-9190-531E045A728E}"/>
                </a:ext>
              </a:extLst>
            </p:cNvPr>
            <p:cNvSpPr/>
            <p:nvPr/>
          </p:nvSpPr>
          <p:spPr>
            <a:xfrm>
              <a:off x="13871100" y="2553713"/>
              <a:ext cx="823550" cy="371150"/>
            </a:xfrm>
            <a:custGeom>
              <a:avLst/>
              <a:gdLst/>
              <a:ahLst/>
              <a:cxnLst/>
              <a:rect l="l" t="t" r="r" b="b"/>
              <a:pathLst>
                <a:path w="32942" h="14846" extrusionOk="0">
                  <a:moveTo>
                    <a:pt x="0" y="1"/>
                  </a:moveTo>
                  <a:lnTo>
                    <a:pt x="0" y="14845"/>
                  </a:lnTo>
                  <a:lnTo>
                    <a:pt x="32942" y="14845"/>
                  </a:lnTo>
                  <a:lnTo>
                    <a:pt x="3294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3435;p73">
              <a:extLst>
                <a:ext uri="{FF2B5EF4-FFF2-40B4-BE49-F238E27FC236}">
                  <a16:creationId xmlns:a16="http://schemas.microsoft.com/office/drawing/2014/main" id="{2825D67A-249C-46A8-A82F-478FB85F321C}"/>
                </a:ext>
              </a:extLst>
            </p:cNvPr>
            <p:cNvSpPr/>
            <p:nvPr/>
          </p:nvSpPr>
          <p:spPr>
            <a:xfrm>
              <a:off x="14413775" y="4114388"/>
              <a:ext cx="561750" cy="254200"/>
            </a:xfrm>
            <a:custGeom>
              <a:avLst/>
              <a:gdLst/>
              <a:ahLst/>
              <a:cxnLst/>
              <a:rect l="l" t="t" r="r" b="b"/>
              <a:pathLst>
                <a:path w="22470" h="10168" extrusionOk="0">
                  <a:moveTo>
                    <a:pt x="5135" y="1"/>
                  </a:moveTo>
                  <a:cubicBezTo>
                    <a:pt x="2288" y="1"/>
                    <a:pt x="0" y="2288"/>
                    <a:pt x="0" y="5135"/>
                  </a:cubicBezTo>
                  <a:lnTo>
                    <a:pt x="0" y="10168"/>
                  </a:lnTo>
                  <a:lnTo>
                    <a:pt x="17386" y="10168"/>
                  </a:lnTo>
                  <a:cubicBezTo>
                    <a:pt x="20182" y="10168"/>
                    <a:pt x="22470" y="7880"/>
                    <a:pt x="22470" y="5084"/>
                  </a:cubicBezTo>
                  <a:cubicBezTo>
                    <a:pt x="22470" y="2237"/>
                    <a:pt x="20182" y="1"/>
                    <a:pt x="1738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3436;p73">
              <a:extLst>
                <a:ext uri="{FF2B5EF4-FFF2-40B4-BE49-F238E27FC236}">
                  <a16:creationId xmlns:a16="http://schemas.microsoft.com/office/drawing/2014/main" id="{0640517A-8DF7-4178-9439-33CBDB594899}"/>
                </a:ext>
              </a:extLst>
            </p:cNvPr>
            <p:cNvSpPr/>
            <p:nvPr/>
          </p:nvSpPr>
          <p:spPr>
            <a:xfrm>
              <a:off x="9013700" y="3757263"/>
              <a:ext cx="194475" cy="303775"/>
            </a:xfrm>
            <a:custGeom>
              <a:avLst/>
              <a:gdLst/>
              <a:ahLst/>
              <a:cxnLst/>
              <a:rect l="l" t="t" r="r" b="b"/>
              <a:pathLst>
                <a:path w="7779" h="12151" extrusionOk="0">
                  <a:moveTo>
                    <a:pt x="3864" y="1"/>
                  </a:moveTo>
                  <a:cubicBezTo>
                    <a:pt x="1729" y="1"/>
                    <a:pt x="0" y="1729"/>
                    <a:pt x="0" y="3864"/>
                  </a:cubicBezTo>
                  <a:lnTo>
                    <a:pt x="0" y="8287"/>
                  </a:lnTo>
                  <a:cubicBezTo>
                    <a:pt x="0" y="10422"/>
                    <a:pt x="1729" y="12150"/>
                    <a:pt x="3864" y="12150"/>
                  </a:cubicBezTo>
                  <a:cubicBezTo>
                    <a:pt x="6050" y="12150"/>
                    <a:pt x="7778" y="10422"/>
                    <a:pt x="7778" y="8287"/>
                  </a:cubicBezTo>
                  <a:lnTo>
                    <a:pt x="7778" y="3864"/>
                  </a:lnTo>
                  <a:cubicBezTo>
                    <a:pt x="7778" y="1729"/>
                    <a:pt x="6050" y="1"/>
                    <a:pt x="386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437;p73">
              <a:extLst>
                <a:ext uri="{FF2B5EF4-FFF2-40B4-BE49-F238E27FC236}">
                  <a16:creationId xmlns:a16="http://schemas.microsoft.com/office/drawing/2014/main" id="{82C59035-F17C-439E-8EFE-3C8349B5B2D7}"/>
                </a:ext>
              </a:extLst>
            </p:cNvPr>
            <p:cNvSpPr/>
            <p:nvPr/>
          </p:nvSpPr>
          <p:spPr>
            <a:xfrm>
              <a:off x="12414625" y="3927563"/>
              <a:ext cx="882050" cy="882025"/>
            </a:xfrm>
            <a:custGeom>
              <a:avLst/>
              <a:gdLst/>
              <a:ahLst/>
              <a:cxnLst/>
              <a:rect l="l" t="t" r="r" b="b"/>
              <a:pathLst>
                <a:path w="35282" h="35281" extrusionOk="0">
                  <a:moveTo>
                    <a:pt x="17641" y="1"/>
                  </a:moveTo>
                  <a:cubicBezTo>
                    <a:pt x="7931" y="1"/>
                    <a:pt x="1" y="7880"/>
                    <a:pt x="1" y="17641"/>
                  </a:cubicBezTo>
                  <a:cubicBezTo>
                    <a:pt x="1" y="27401"/>
                    <a:pt x="7931" y="35281"/>
                    <a:pt x="17641" y="35281"/>
                  </a:cubicBezTo>
                  <a:cubicBezTo>
                    <a:pt x="27402" y="35281"/>
                    <a:pt x="35281" y="27401"/>
                    <a:pt x="35281" y="17641"/>
                  </a:cubicBezTo>
                  <a:cubicBezTo>
                    <a:pt x="35281" y="7880"/>
                    <a:pt x="27402" y="1"/>
                    <a:pt x="176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438;p73">
              <a:extLst>
                <a:ext uri="{FF2B5EF4-FFF2-40B4-BE49-F238E27FC236}">
                  <a16:creationId xmlns:a16="http://schemas.microsoft.com/office/drawing/2014/main" id="{CBBD5E82-8990-4BC0-B8EB-CED8045DB78C}"/>
                </a:ext>
              </a:extLst>
            </p:cNvPr>
            <p:cNvSpPr/>
            <p:nvPr/>
          </p:nvSpPr>
          <p:spPr>
            <a:xfrm>
              <a:off x="12601450" y="4114388"/>
              <a:ext cx="508400" cy="508375"/>
            </a:xfrm>
            <a:custGeom>
              <a:avLst/>
              <a:gdLst/>
              <a:ahLst/>
              <a:cxnLst/>
              <a:rect l="l" t="t" r="r" b="b"/>
              <a:pathLst>
                <a:path w="20336" h="20335" extrusionOk="0">
                  <a:moveTo>
                    <a:pt x="10168" y="1"/>
                  </a:moveTo>
                  <a:cubicBezTo>
                    <a:pt x="4576" y="1"/>
                    <a:pt x="1" y="4525"/>
                    <a:pt x="1" y="10168"/>
                  </a:cubicBezTo>
                  <a:cubicBezTo>
                    <a:pt x="1" y="15811"/>
                    <a:pt x="4576" y="20335"/>
                    <a:pt x="10168" y="20335"/>
                  </a:cubicBezTo>
                  <a:cubicBezTo>
                    <a:pt x="15811" y="20335"/>
                    <a:pt x="20335" y="15811"/>
                    <a:pt x="20335" y="10168"/>
                  </a:cubicBezTo>
                  <a:cubicBezTo>
                    <a:pt x="20335" y="4525"/>
                    <a:pt x="15811" y="1"/>
                    <a:pt x="10168" y="1"/>
                  </a:cubicBezTo>
                  <a:close/>
                </a:path>
              </a:pathLst>
            </a:custGeom>
            <a:solidFill>
              <a:srgbClr val="B6B4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439;p73">
              <a:extLst>
                <a:ext uri="{FF2B5EF4-FFF2-40B4-BE49-F238E27FC236}">
                  <a16:creationId xmlns:a16="http://schemas.microsoft.com/office/drawing/2014/main" id="{C02F4C85-3C84-4E76-9D92-CE374B09F157}"/>
                </a:ext>
              </a:extLst>
            </p:cNvPr>
            <p:cNvSpPr/>
            <p:nvPr/>
          </p:nvSpPr>
          <p:spPr>
            <a:xfrm>
              <a:off x="12753975" y="4268163"/>
              <a:ext cx="200825" cy="200825"/>
            </a:xfrm>
            <a:custGeom>
              <a:avLst/>
              <a:gdLst/>
              <a:ahLst/>
              <a:cxnLst/>
              <a:rect l="l" t="t" r="r" b="b"/>
              <a:pathLst>
                <a:path w="8033" h="8033" extrusionOk="0">
                  <a:moveTo>
                    <a:pt x="4016" y="1"/>
                  </a:moveTo>
                  <a:cubicBezTo>
                    <a:pt x="1779" y="1"/>
                    <a:pt x="0" y="1780"/>
                    <a:pt x="0" y="4017"/>
                  </a:cubicBezTo>
                  <a:cubicBezTo>
                    <a:pt x="0" y="6254"/>
                    <a:pt x="1779" y="8033"/>
                    <a:pt x="4016" y="8033"/>
                  </a:cubicBezTo>
                  <a:cubicBezTo>
                    <a:pt x="6253" y="8033"/>
                    <a:pt x="8032" y="6254"/>
                    <a:pt x="8032" y="4017"/>
                  </a:cubicBezTo>
                  <a:cubicBezTo>
                    <a:pt x="8032" y="1780"/>
                    <a:pt x="6253" y="1"/>
                    <a:pt x="401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440;p73">
              <a:extLst>
                <a:ext uri="{FF2B5EF4-FFF2-40B4-BE49-F238E27FC236}">
                  <a16:creationId xmlns:a16="http://schemas.microsoft.com/office/drawing/2014/main" id="{B02A492B-F0B7-4BB3-B4DE-589A245D6909}"/>
                </a:ext>
              </a:extLst>
            </p:cNvPr>
            <p:cNvSpPr/>
            <p:nvPr/>
          </p:nvSpPr>
          <p:spPr>
            <a:xfrm>
              <a:off x="12830225" y="4170313"/>
              <a:ext cx="48325" cy="48325"/>
            </a:xfrm>
            <a:custGeom>
              <a:avLst/>
              <a:gdLst/>
              <a:ahLst/>
              <a:cxnLst/>
              <a:rect l="l" t="t" r="r" b="b"/>
              <a:pathLst>
                <a:path w="1933" h="1933" extrusionOk="0">
                  <a:moveTo>
                    <a:pt x="966" y="0"/>
                  </a:moveTo>
                  <a:cubicBezTo>
                    <a:pt x="458" y="0"/>
                    <a:pt x="0" y="407"/>
                    <a:pt x="0" y="966"/>
                  </a:cubicBezTo>
                  <a:cubicBezTo>
                    <a:pt x="0" y="1475"/>
                    <a:pt x="458" y="1932"/>
                    <a:pt x="966" y="1932"/>
                  </a:cubicBezTo>
                  <a:cubicBezTo>
                    <a:pt x="1475" y="1932"/>
                    <a:pt x="1932" y="1475"/>
                    <a:pt x="1932" y="966"/>
                  </a:cubicBezTo>
                  <a:cubicBezTo>
                    <a:pt x="1932" y="407"/>
                    <a:pt x="1475" y="0"/>
                    <a:pt x="96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41;p73">
              <a:extLst>
                <a:ext uri="{FF2B5EF4-FFF2-40B4-BE49-F238E27FC236}">
                  <a16:creationId xmlns:a16="http://schemas.microsoft.com/office/drawing/2014/main" id="{FAE790C3-A759-460D-81DB-E8CFA2A3E3E2}"/>
                </a:ext>
              </a:extLst>
            </p:cNvPr>
            <p:cNvSpPr/>
            <p:nvPr/>
          </p:nvSpPr>
          <p:spPr>
            <a:xfrm>
              <a:off x="12705675" y="4222088"/>
              <a:ext cx="53400" cy="47700"/>
            </a:xfrm>
            <a:custGeom>
              <a:avLst/>
              <a:gdLst/>
              <a:ahLst/>
              <a:cxnLst/>
              <a:rect l="l" t="t" r="r" b="b"/>
              <a:pathLst>
                <a:path w="2136" h="1908" extrusionOk="0">
                  <a:moveTo>
                    <a:pt x="1062" y="1"/>
                  </a:moveTo>
                  <a:cubicBezTo>
                    <a:pt x="814" y="1"/>
                    <a:pt x="560" y="90"/>
                    <a:pt x="356" y="268"/>
                  </a:cubicBezTo>
                  <a:cubicBezTo>
                    <a:pt x="0" y="674"/>
                    <a:pt x="0" y="1285"/>
                    <a:pt x="356" y="1640"/>
                  </a:cubicBezTo>
                  <a:cubicBezTo>
                    <a:pt x="560" y="1818"/>
                    <a:pt x="814" y="1907"/>
                    <a:pt x="1062" y="1907"/>
                  </a:cubicBezTo>
                  <a:cubicBezTo>
                    <a:pt x="1309" y="1907"/>
                    <a:pt x="1551" y="1818"/>
                    <a:pt x="1729" y="1640"/>
                  </a:cubicBezTo>
                  <a:cubicBezTo>
                    <a:pt x="2136" y="1285"/>
                    <a:pt x="2136" y="674"/>
                    <a:pt x="1729" y="268"/>
                  </a:cubicBezTo>
                  <a:cubicBezTo>
                    <a:pt x="1551" y="90"/>
                    <a:pt x="1309" y="1"/>
                    <a:pt x="106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442;p73">
              <a:extLst>
                <a:ext uri="{FF2B5EF4-FFF2-40B4-BE49-F238E27FC236}">
                  <a16:creationId xmlns:a16="http://schemas.microsoft.com/office/drawing/2014/main" id="{FE396935-F74F-47CF-967C-EA1375F6B18B}"/>
                </a:ext>
              </a:extLst>
            </p:cNvPr>
            <p:cNvSpPr/>
            <p:nvPr/>
          </p:nvSpPr>
          <p:spPr>
            <a:xfrm>
              <a:off x="12657375" y="4345688"/>
              <a:ext cx="48325" cy="48325"/>
            </a:xfrm>
            <a:custGeom>
              <a:avLst/>
              <a:gdLst/>
              <a:ahLst/>
              <a:cxnLst/>
              <a:rect l="l" t="t" r="r" b="b"/>
              <a:pathLst>
                <a:path w="1933" h="1933" extrusionOk="0">
                  <a:moveTo>
                    <a:pt x="967" y="1"/>
                  </a:moveTo>
                  <a:cubicBezTo>
                    <a:pt x="458" y="1"/>
                    <a:pt x="1" y="407"/>
                    <a:pt x="1" y="967"/>
                  </a:cubicBezTo>
                  <a:cubicBezTo>
                    <a:pt x="1" y="1475"/>
                    <a:pt x="458" y="1932"/>
                    <a:pt x="967" y="1932"/>
                  </a:cubicBezTo>
                  <a:cubicBezTo>
                    <a:pt x="1526" y="1932"/>
                    <a:pt x="1932" y="1475"/>
                    <a:pt x="1932" y="967"/>
                  </a:cubicBezTo>
                  <a:cubicBezTo>
                    <a:pt x="1932" y="407"/>
                    <a:pt x="1526" y="1"/>
                    <a:pt x="96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443;p73">
              <a:extLst>
                <a:ext uri="{FF2B5EF4-FFF2-40B4-BE49-F238E27FC236}">
                  <a16:creationId xmlns:a16="http://schemas.microsoft.com/office/drawing/2014/main" id="{57F40BC8-396A-4500-90B5-3A6C41335000}"/>
                </a:ext>
              </a:extLst>
            </p:cNvPr>
            <p:cNvSpPr/>
            <p:nvPr/>
          </p:nvSpPr>
          <p:spPr>
            <a:xfrm>
              <a:off x="12708225" y="4467688"/>
              <a:ext cx="52125" cy="48650"/>
            </a:xfrm>
            <a:custGeom>
              <a:avLst/>
              <a:gdLst/>
              <a:ahLst/>
              <a:cxnLst/>
              <a:rect l="l" t="t" r="r" b="b"/>
              <a:pathLst>
                <a:path w="2085" h="1946" extrusionOk="0">
                  <a:moveTo>
                    <a:pt x="1023" y="1"/>
                  </a:moveTo>
                  <a:cubicBezTo>
                    <a:pt x="775" y="1"/>
                    <a:pt x="534" y="103"/>
                    <a:pt x="356" y="306"/>
                  </a:cubicBezTo>
                  <a:cubicBezTo>
                    <a:pt x="0" y="662"/>
                    <a:pt x="0" y="1272"/>
                    <a:pt x="356" y="1679"/>
                  </a:cubicBezTo>
                  <a:cubicBezTo>
                    <a:pt x="534" y="1856"/>
                    <a:pt x="775" y="1945"/>
                    <a:pt x="1023" y="1945"/>
                  </a:cubicBezTo>
                  <a:cubicBezTo>
                    <a:pt x="1271" y="1945"/>
                    <a:pt x="1525" y="1856"/>
                    <a:pt x="1729" y="1679"/>
                  </a:cubicBezTo>
                  <a:cubicBezTo>
                    <a:pt x="2084" y="1272"/>
                    <a:pt x="2084" y="662"/>
                    <a:pt x="1729" y="306"/>
                  </a:cubicBezTo>
                  <a:cubicBezTo>
                    <a:pt x="1525" y="103"/>
                    <a:pt x="1271" y="1"/>
                    <a:pt x="102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444;p73">
              <a:extLst>
                <a:ext uri="{FF2B5EF4-FFF2-40B4-BE49-F238E27FC236}">
                  <a16:creationId xmlns:a16="http://schemas.microsoft.com/office/drawing/2014/main" id="{E02FCD9D-69D8-4DCD-B13C-80A97C7C671D}"/>
                </a:ext>
              </a:extLst>
            </p:cNvPr>
            <p:cNvSpPr/>
            <p:nvPr/>
          </p:nvSpPr>
          <p:spPr>
            <a:xfrm>
              <a:off x="12834025" y="4517263"/>
              <a:ext cx="48325" cy="48325"/>
            </a:xfrm>
            <a:custGeom>
              <a:avLst/>
              <a:gdLst/>
              <a:ahLst/>
              <a:cxnLst/>
              <a:rect l="l" t="t" r="r" b="b"/>
              <a:pathLst>
                <a:path w="1933" h="1933" extrusionOk="0">
                  <a:moveTo>
                    <a:pt x="967" y="1"/>
                  </a:moveTo>
                  <a:cubicBezTo>
                    <a:pt x="408" y="1"/>
                    <a:pt x="1" y="458"/>
                    <a:pt x="1" y="966"/>
                  </a:cubicBezTo>
                  <a:cubicBezTo>
                    <a:pt x="1" y="1526"/>
                    <a:pt x="408" y="1932"/>
                    <a:pt x="967" y="1932"/>
                  </a:cubicBezTo>
                  <a:cubicBezTo>
                    <a:pt x="1475" y="1932"/>
                    <a:pt x="1933" y="1526"/>
                    <a:pt x="1933" y="966"/>
                  </a:cubicBezTo>
                  <a:cubicBezTo>
                    <a:pt x="1933" y="458"/>
                    <a:pt x="1475" y="1"/>
                    <a:pt x="96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445;p73">
              <a:extLst>
                <a:ext uri="{FF2B5EF4-FFF2-40B4-BE49-F238E27FC236}">
                  <a16:creationId xmlns:a16="http://schemas.microsoft.com/office/drawing/2014/main" id="{53D63E69-AA2C-4D5E-87C9-8B4EC4A2922E}"/>
                </a:ext>
              </a:extLst>
            </p:cNvPr>
            <p:cNvSpPr/>
            <p:nvPr/>
          </p:nvSpPr>
          <p:spPr>
            <a:xfrm>
              <a:off x="12953500" y="4465163"/>
              <a:ext cx="53400" cy="48625"/>
            </a:xfrm>
            <a:custGeom>
              <a:avLst/>
              <a:gdLst/>
              <a:ahLst/>
              <a:cxnLst/>
              <a:rect l="l" t="t" r="r" b="b"/>
              <a:pathLst>
                <a:path w="2136" h="1945" extrusionOk="0">
                  <a:moveTo>
                    <a:pt x="1062" y="0"/>
                  </a:moveTo>
                  <a:cubicBezTo>
                    <a:pt x="814" y="0"/>
                    <a:pt x="560" y="102"/>
                    <a:pt x="356" y="305"/>
                  </a:cubicBezTo>
                  <a:cubicBezTo>
                    <a:pt x="0" y="661"/>
                    <a:pt x="0" y="1271"/>
                    <a:pt x="356" y="1678"/>
                  </a:cubicBezTo>
                  <a:cubicBezTo>
                    <a:pt x="560" y="1856"/>
                    <a:pt x="814" y="1945"/>
                    <a:pt x="1062" y="1945"/>
                  </a:cubicBezTo>
                  <a:cubicBezTo>
                    <a:pt x="1310" y="1945"/>
                    <a:pt x="1551" y="1856"/>
                    <a:pt x="1729" y="1678"/>
                  </a:cubicBezTo>
                  <a:cubicBezTo>
                    <a:pt x="2136" y="1271"/>
                    <a:pt x="2136" y="661"/>
                    <a:pt x="1729" y="305"/>
                  </a:cubicBezTo>
                  <a:cubicBezTo>
                    <a:pt x="1551" y="102"/>
                    <a:pt x="1310" y="0"/>
                    <a:pt x="106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446;p73">
              <a:extLst>
                <a:ext uri="{FF2B5EF4-FFF2-40B4-BE49-F238E27FC236}">
                  <a16:creationId xmlns:a16="http://schemas.microsoft.com/office/drawing/2014/main" id="{C50AFDF3-06AD-42A0-B5FF-88B9E4C92CE1}"/>
                </a:ext>
              </a:extLst>
            </p:cNvPr>
            <p:cNvSpPr/>
            <p:nvPr/>
          </p:nvSpPr>
          <p:spPr>
            <a:xfrm>
              <a:off x="13005600" y="4341888"/>
              <a:ext cx="48325" cy="48300"/>
            </a:xfrm>
            <a:custGeom>
              <a:avLst/>
              <a:gdLst/>
              <a:ahLst/>
              <a:cxnLst/>
              <a:rect l="l" t="t" r="r" b="b"/>
              <a:pathLst>
                <a:path w="1933" h="1932" extrusionOk="0">
                  <a:moveTo>
                    <a:pt x="967" y="0"/>
                  </a:moveTo>
                  <a:cubicBezTo>
                    <a:pt x="458" y="0"/>
                    <a:pt x="1" y="458"/>
                    <a:pt x="1" y="966"/>
                  </a:cubicBezTo>
                  <a:cubicBezTo>
                    <a:pt x="1" y="1525"/>
                    <a:pt x="458" y="1932"/>
                    <a:pt x="967" y="1932"/>
                  </a:cubicBezTo>
                  <a:cubicBezTo>
                    <a:pt x="1475" y="1932"/>
                    <a:pt x="1933" y="1525"/>
                    <a:pt x="1933" y="966"/>
                  </a:cubicBezTo>
                  <a:cubicBezTo>
                    <a:pt x="1933" y="458"/>
                    <a:pt x="1475" y="0"/>
                    <a:pt x="96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3447;p73">
              <a:extLst>
                <a:ext uri="{FF2B5EF4-FFF2-40B4-BE49-F238E27FC236}">
                  <a16:creationId xmlns:a16="http://schemas.microsoft.com/office/drawing/2014/main" id="{7E21E5B0-43CC-499A-BEBA-373C618589CB}"/>
                </a:ext>
              </a:extLst>
            </p:cNvPr>
            <p:cNvSpPr/>
            <p:nvPr/>
          </p:nvSpPr>
          <p:spPr>
            <a:xfrm>
              <a:off x="12950950" y="4219563"/>
              <a:ext cx="53400" cy="48625"/>
            </a:xfrm>
            <a:custGeom>
              <a:avLst/>
              <a:gdLst/>
              <a:ahLst/>
              <a:cxnLst/>
              <a:rect l="l" t="t" r="r" b="b"/>
              <a:pathLst>
                <a:path w="2136" h="1945" extrusionOk="0">
                  <a:moveTo>
                    <a:pt x="1075" y="0"/>
                  </a:moveTo>
                  <a:cubicBezTo>
                    <a:pt x="827" y="0"/>
                    <a:pt x="585" y="89"/>
                    <a:pt x="408" y="267"/>
                  </a:cubicBezTo>
                  <a:cubicBezTo>
                    <a:pt x="1" y="674"/>
                    <a:pt x="1" y="1284"/>
                    <a:pt x="408" y="1640"/>
                  </a:cubicBezTo>
                  <a:cubicBezTo>
                    <a:pt x="585" y="1843"/>
                    <a:pt x="827" y="1945"/>
                    <a:pt x="1075" y="1945"/>
                  </a:cubicBezTo>
                  <a:cubicBezTo>
                    <a:pt x="1323" y="1945"/>
                    <a:pt x="1577" y="1843"/>
                    <a:pt x="1780" y="1640"/>
                  </a:cubicBezTo>
                  <a:cubicBezTo>
                    <a:pt x="2136" y="1284"/>
                    <a:pt x="2136" y="674"/>
                    <a:pt x="1780" y="267"/>
                  </a:cubicBezTo>
                  <a:cubicBezTo>
                    <a:pt x="1577" y="89"/>
                    <a:pt x="1323" y="0"/>
                    <a:pt x="107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3448;p73">
              <a:extLst>
                <a:ext uri="{FF2B5EF4-FFF2-40B4-BE49-F238E27FC236}">
                  <a16:creationId xmlns:a16="http://schemas.microsoft.com/office/drawing/2014/main" id="{A66DD799-1D18-4FC4-8A6D-6B36B011289F}"/>
                </a:ext>
              </a:extLst>
            </p:cNvPr>
            <p:cNvSpPr/>
            <p:nvPr/>
          </p:nvSpPr>
          <p:spPr>
            <a:xfrm>
              <a:off x="9752100" y="2349113"/>
              <a:ext cx="5095075" cy="123300"/>
            </a:xfrm>
            <a:custGeom>
              <a:avLst/>
              <a:gdLst/>
              <a:ahLst/>
              <a:cxnLst/>
              <a:rect l="l" t="t" r="r" b="b"/>
              <a:pathLst>
                <a:path w="203803" h="4932" extrusionOk="0">
                  <a:moveTo>
                    <a:pt x="1932" y="0"/>
                  </a:moveTo>
                  <a:cubicBezTo>
                    <a:pt x="915" y="1475"/>
                    <a:pt x="254" y="3152"/>
                    <a:pt x="0" y="4931"/>
                  </a:cubicBezTo>
                  <a:lnTo>
                    <a:pt x="203802" y="4931"/>
                  </a:lnTo>
                  <a:cubicBezTo>
                    <a:pt x="203548" y="3152"/>
                    <a:pt x="202887" y="1475"/>
                    <a:pt x="20187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3449;p73">
              <a:extLst>
                <a:ext uri="{FF2B5EF4-FFF2-40B4-BE49-F238E27FC236}">
                  <a16:creationId xmlns:a16="http://schemas.microsoft.com/office/drawing/2014/main" id="{35000F67-1DB4-471F-A345-F275AAB71D30}"/>
                </a:ext>
              </a:extLst>
            </p:cNvPr>
            <p:cNvSpPr/>
            <p:nvPr/>
          </p:nvSpPr>
          <p:spPr>
            <a:xfrm>
              <a:off x="10090150" y="2553713"/>
              <a:ext cx="258025" cy="258025"/>
            </a:xfrm>
            <a:custGeom>
              <a:avLst/>
              <a:gdLst/>
              <a:ahLst/>
              <a:cxnLst/>
              <a:rect l="l" t="t" r="r" b="b"/>
              <a:pathLst>
                <a:path w="10321" h="10321" extrusionOk="0">
                  <a:moveTo>
                    <a:pt x="1" y="1"/>
                  </a:moveTo>
                  <a:lnTo>
                    <a:pt x="1" y="10321"/>
                  </a:lnTo>
                  <a:lnTo>
                    <a:pt x="103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3450;p73">
              <a:extLst>
                <a:ext uri="{FF2B5EF4-FFF2-40B4-BE49-F238E27FC236}">
                  <a16:creationId xmlns:a16="http://schemas.microsoft.com/office/drawing/2014/main" id="{30BAE1AF-B409-42BB-AB52-5C3FE333D010}"/>
                </a:ext>
              </a:extLst>
            </p:cNvPr>
            <p:cNvSpPr/>
            <p:nvPr/>
          </p:nvSpPr>
          <p:spPr>
            <a:xfrm>
              <a:off x="10090150" y="2553713"/>
              <a:ext cx="693950" cy="371150"/>
            </a:xfrm>
            <a:custGeom>
              <a:avLst/>
              <a:gdLst/>
              <a:ahLst/>
              <a:cxnLst/>
              <a:rect l="l" t="t" r="r" b="b"/>
              <a:pathLst>
                <a:path w="27758" h="14846" extrusionOk="0">
                  <a:moveTo>
                    <a:pt x="14845" y="1"/>
                  </a:moveTo>
                  <a:lnTo>
                    <a:pt x="1" y="14845"/>
                  </a:lnTo>
                  <a:lnTo>
                    <a:pt x="12913" y="14845"/>
                  </a:lnTo>
                  <a:lnTo>
                    <a:pt x="277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3451;p73">
              <a:extLst>
                <a:ext uri="{FF2B5EF4-FFF2-40B4-BE49-F238E27FC236}">
                  <a16:creationId xmlns:a16="http://schemas.microsoft.com/office/drawing/2014/main" id="{FC4CC186-405A-444C-AD1E-E3B5DF8AA384}"/>
                </a:ext>
              </a:extLst>
            </p:cNvPr>
            <p:cNvSpPr/>
            <p:nvPr/>
          </p:nvSpPr>
          <p:spPr>
            <a:xfrm>
              <a:off x="9749550" y="3015063"/>
              <a:ext cx="250400" cy="280900"/>
            </a:xfrm>
            <a:custGeom>
              <a:avLst/>
              <a:gdLst/>
              <a:ahLst/>
              <a:cxnLst/>
              <a:rect l="l" t="t" r="r" b="b"/>
              <a:pathLst>
                <a:path w="10016" h="11236" extrusionOk="0">
                  <a:moveTo>
                    <a:pt x="10015" y="0"/>
                  </a:moveTo>
                  <a:lnTo>
                    <a:pt x="1" y="10015"/>
                  </a:lnTo>
                  <a:lnTo>
                    <a:pt x="1" y="11235"/>
                  </a:lnTo>
                  <a:lnTo>
                    <a:pt x="10015" y="11235"/>
                  </a:lnTo>
                  <a:lnTo>
                    <a:pt x="100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3452;p73">
              <a:extLst>
                <a:ext uri="{FF2B5EF4-FFF2-40B4-BE49-F238E27FC236}">
                  <a16:creationId xmlns:a16="http://schemas.microsoft.com/office/drawing/2014/main" id="{63CA643C-E9D8-4E0C-9017-3DA3518FDBD3}"/>
                </a:ext>
              </a:extLst>
            </p:cNvPr>
            <p:cNvSpPr/>
            <p:nvPr/>
          </p:nvSpPr>
          <p:spPr>
            <a:xfrm>
              <a:off x="9749550" y="2553713"/>
              <a:ext cx="250400" cy="598625"/>
            </a:xfrm>
            <a:custGeom>
              <a:avLst/>
              <a:gdLst/>
              <a:ahLst/>
              <a:cxnLst/>
              <a:rect l="l" t="t" r="r" b="b"/>
              <a:pathLst>
                <a:path w="10016" h="23945" extrusionOk="0">
                  <a:moveTo>
                    <a:pt x="3407" y="1"/>
                  </a:moveTo>
                  <a:lnTo>
                    <a:pt x="1" y="3407"/>
                  </a:lnTo>
                  <a:lnTo>
                    <a:pt x="1" y="23945"/>
                  </a:lnTo>
                  <a:lnTo>
                    <a:pt x="10015" y="13879"/>
                  </a:lnTo>
                  <a:lnTo>
                    <a:pt x="100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3453;p73">
              <a:extLst>
                <a:ext uri="{FF2B5EF4-FFF2-40B4-BE49-F238E27FC236}">
                  <a16:creationId xmlns:a16="http://schemas.microsoft.com/office/drawing/2014/main" id="{53BA1DFB-C45C-4AF9-8589-96C2502B5C81}"/>
                </a:ext>
              </a:extLst>
            </p:cNvPr>
            <p:cNvSpPr/>
            <p:nvPr/>
          </p:nvSpPr>
          <p:spPr>
            <a:xfrm>
              <a:off x="11034425" y="2553713"/>
              <a:ext cx="400375" cy="371150"/>
            </a:xfrm>
            <a:custGeom>
              <a:avLst/>
              <a:gdLst/>
              <a:ahLst/>
              <a:cxnLst/>
              <a:rect l="l" t="t" r="r" b="b"/>
              <a:pathLst>
                <a:path w="16015" h="14846" extrusionOk="0">
                  <a:moveTo>
                    <a:pt x="1" y="1"/>
                  </a:moveTo>
                  <a:lnTo>
                    <a:pt x="1" y="14845"/>
                  </a:lnTo>
                  <a:lnTo>
                    <a:pt x="1170" y="14845"/>
                  </a:lnTo>
                  <a:lnTo>
                    <a:pt x="160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3454;p73">
              <a:extLst>
                <a:ext uri="{FF2B5EF4-FFF2-40B4-BE49-F238E27FC236}">
                  <a16:creationId xmlns:a16="http://schemas.microsoft.com/office/drawing/2014/main" id="{08BA07F3-C482-434E-B84E-D1B29D3725C7}"/>
                </a:ext>
              </a:extLst>
            </p:cNvPr>
            <p:cNvSpPr/>
            <p:nvPr/>
          </p:nvSpPr>
          <p:spPr>
            <a:xfrm>
              <a:off x="11178050" y="2553713"/>
              <a:ext cx="679950" cy="371150"/>
            </a:xfrm>
            <a:custGeom>
              <a:avLst/>
              <a:gdLst/>
              <a:ahLst/>
              <a:cxnLst/>
              <a:rect l="l" t="t" r="r" b="b"/>
              <a:pathLst>
                <a:path w="27198" h="14846" extrusionOk="0">
                  <a:moveTo>
                    <a:pt x="14845" y="1"/>
                  </a:moveTo>
                  <a:lnTo>
                    <a:pt x="0" y="14845"/>
                  </a:lnTo>
                  <a:lnTo>
                    <a:pt x="12913" y="14845"/>
                  </a:lnTo>
                  <a:lnTo>
                    <a:pt x="27198" y="509"/>
                  </a:lnTo>
                  <a:lnTo>
                    <a:pt x="271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3455;p73">
              <a:extLst>
                <a:ext uri="{FF2B5EF4-FFF2-40B4-BE49-F238E27FC236}">
                  <a16:creationId xmlns:a16="http://schemas.microsoft.com/office/drawing/2014/main" id="{4B4CCF40-FD82-4E4B-BA32-7B90D7AE992B}"/>
                </a:ext>
              </a:extLst>
            </p:cNvPr>
            <p:cNvSpPr/>
            <p:nvPr/>
          </p:nvSpPr>
          <p:spPr>
            <a:xfrm>
              <a:off x="10550225" y="2561363"/>
              <a:ext cx="363500" cy="363500"/>
            </a:xfrm>
            <a:custGeom>
              <a:avLst/>
              <a:gdLst/>
              <a:ahLst/>
              <a:cxnLst/>
              <a:rect l="l" t="t" r="r" b="b"/>
              <a:pathLst>
                <a:path w="14540" h="14540" extrusionOk="0">
                  <a:moveTo>
                    <a:pt x="14539" y="0"/>
                  </a:moveTo>
                  <a:lnTo>
                    <a:pt x="0" y="14539"/>
                  </a:lnTo>
                  <a:lnTo>
                    <a:pt x="14539" y="14539"/>
                  </a:lnTo>
                  <a:lnTo>
                    <a:pt x="145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3456;p73">
              <a:extLst>
                <a:ext uri="{FF2B5EF4-FFF2-40B4-BE49-F238E27FC236}">
                  <a16:creationId xmlns:a16="http://schemas.microsoft.com/office/drawing/2014/main" id="{7B1219DA-7D0F-42B5-87DB-B4773C1281CB}"/>
                </a:ext>
              </a:extLst>
            </p:cNvPr>
            <p:cNvSpPr/>
            <p:nvPr/>
          </p:nvSpPr>
          <p:spPr>
            <a:xfrm>
              <a:off x="12925550" y="2553713"/>
              <a:ext cx="83900" cy="83925"/>
            </a:xfrm>
            <a:custGeom>
              <a:avLst/>
              <a:gdLst/>
              <a:ahLst/>
              <a:cxnLst/>
              <a:rect l="l" t="t" r="r" b="b"/>
              <a:pathLst>
                <a:path w="3356" h="3357" extrusionOk="0">
                  <a:moveTo>
                    <a:pt x="0" y="1"/>
                  </a:moveTo>
                  <a:lnTo>
                    <a:pt x="0" y="3356"/>
                  </a:lnTo>
                  <a:lnTo>
                    <a:pt x="335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3457;p73">
              <a:extLst>
                <a:ext uri="{FF2B5EF4-FFF2-40B4-BE49-F238E27FC236}">
                  <a16:creationId xmlns:a16="http://schemas.microsoft.com/office/drawing/2014/main" id="{61B1FC3B-5C24-4695-AC4D-CBAD3CDE6760}"/>
                </a:ext>
              </a:extLst>
            </p:cNvPr>
            <p:cNvSpPr/>
            <p:nvPr/>
          </p:nvSpPr>
          <p:spPr>
            <a:xfrm>
              <a:off x="11980000" y="2553713"/>
              <a:ext cx="592250" cy="371150"/>
            </a:xfrm>
            <a:custGeom>
              <a:avLst/>
              <a:gdLst/>
              <a:ahLst/>
              <a:cxnLst/>
              <a:rect l="l" t="t" r="r" b="b"/>
              <a:pathLst>
                <a:path w="23690" h="14846" extrusionOk="0">
                  <a:moveTo>
                    <a:pt x="3152" y="1"/>
                  </a:moveTo>
                  <a:lnTo>
                    <a:pt x="0" y="3153"/>
                  </a:lnTo>
                  <a:lnTo>
                    <a:pt x="0" y="14845"/>
                  </a:lnTo>
                  <a:lnTo>
                    <a:pt x="8845" y="14845"/>
                  </a:lnTo>
                  <a:lnTo>
                    <a:pt x="236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3458;p73">
              <a:extLst>
                <a:ext uri="{FF2B5EF4-FFF2-40B4-BE49-F238E27FC236}">
                  <a16:creationId xmlns:a16="http://schemas.microsoft.com/office/drawing/2014/main" id="{DD0AEA51-AC26-4DB7-9673-C5D771E20589}"/>
                </a:ext>
              </a:extLst>
            </p:cNvPr>
            <p:cNvSpPr/>
            <p:nvPr/>
          </p:nvSpPr>
          <p:spPr>
            <a:xfrm>
              <a:off x="12315500" y="2553713"/>
              <a:ext cx="488050" cy="371150"/>
            </a:xfrm>
            <a:custGeom>
              <a:avLst/>
              <a:gdLst/>
              <a:ahLst/>
              <a:cxnLst/>
              <a:rect l="l" t="t" r="r" b="b"/>
              <a:pathLst>
                <a:path w="19522" h="14846" extrusionOk="0">
                  <a:moveTo>
                    <a:pt x="14845" y="1"/>
                  </a:moveTo>
                  <a:lnTo>
                    <a:pt x="1" y="14845"/>
                  </a:lnTo>
                  <a:lnTo>
                    <a:pt x="12913" y="14845"/>
                  </a:lnTo>
                  <a:lnTo>
                    <a:pt x="19522" y="8186"/>
                  </a:lnTo>
                  <a:lnTo>
                    <a:pt x="195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3459;p73">
              <a:extLst>
                <a:ext uri="{FF2B5EF4-FFF2-40B4-BE49-F238E27FC236}">
                  <a16:creationId xmlns:a16="http://schemas.microsoft.com/office/drawing/2014/main" id="{E5D1F060-7AED-40B5-90FF-9296D7659149}"/>
                </a:ext>
              </a:extLst>
            </p:cNvPr>
            <p:cNvSpPr/>
            <p:nvPr/>
          </p:nvSpPr>
          <p:spPr>
            <a:xfrm>
              <a:off x="11687675" y="2753263"/>
              <a:ext cx="170325" cy="171600"/>
            </a:xfrm>
            <a:custGeom>
              <a:avLst/>
              <a:gdLst/>
              <a:ahLst/>
              <a:cxnLst/>
              <a:rect l="l" t="t" r="r" b="b"/>
              <a:pathLst>
                <a:path w="6813" h="6864" extrusionOk="0">
                  <a:moveTo>
                    <a:pt x="6813" y="0"/>
                  </a:moveTo>
                  <a:lnTo>
                    <a:pt x="1" y="6863"/>
                  </a:lnTo>
                  <a:lnTo>
                    <a:pt x="6813" y="6863"/>
                  </a:lnTo>
                  <a:lnTo>
                    <a:pt x="68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3460;p73">
              <a:extLst>
                <a:ext uri="{FF2B5EF4-FFF2-40B4-BE49-F238E27FC236}">
                  <a16:creationId xmlns:a16="http://schemas.microsoft.com/office/drawing/2014/main" id="{4C5F08E4-563F-4150-BDE8-C8BE62626D56}"/>
                </a:ext>
              </a:extLst>
            </p:cNvPr>
            <p:cNvSpPr/>
            <p:nvPr/>
          </p:nvSpPr>
          <p:spPr>
            <a:xfrm>
              <a:off x="13871100" y="2553713"/>
              <a:ext cx="317750" cy="317750"/>
            </a:xfrm>
            <a:custGeom>
              <a:avLst/>
              <a:gdLst/>
              <a:ahLst/>
              <a:cxnLst/>
              <a:rect l="l" t="t" r="r" b="b"/>
              <a:pathLst>
                <a:path w="12710" h="12710" extrusionOk="0">
                  <a:moveTo>
                    <a:pt x="0" y="1"/>
                  </a:moveTo>
                  <a:lnTo>
                    <a:pt x="0" y="12710"/>
                  </a:lnTo>
                  <a:lnTo>
                    <a:pt x="127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3461;p73">
              <a:extLst>
                <a:ext uri="{FF2B5EF4-FFF2-40B4-BE49-F238E27FC236}">
                  <a16:creationId xmlns:a16="http://schemas.microsoft.com/office/drawing/2014/main" id="{588027A4-AD25-410F-A604-1158830D53BF}"/>
                </a:ext>
              </a:extLst>
            </p:cNvPr>
            <p:cNvSpPr/>
            <p:nvPr/>
          </p:nvSpPr>
          <p:spPr>
            <a:xfrm>
              <a:off x="12925550" y="2553713"/>
              <a:ext cx="823550" cy="371150"/>
            </a:xfrm>
            <a:custGeom>
              <a:avLst/>
              <a:gdLst/>
              <a:ahLst/>
              <a:cxnLst/>
              <a:rect l="l" t="t" r="r" b="b"/>
              <a:pathLst>
                <a:path w="32942" h="14846" extrusionOk="0">
                  <a:moveTo>
                    <a:pt x="12506" y="1"/>
                  </a:moveTo>
                  <a:lnTo>
                    <a:pt x="0" y="12507"/>
                  </a:lnTo>
                  <a:lnTo>
                    <a:pt x="0" y="14845"/>
                  </a:lnTo>
                  <a:lnTo>
                    <a:pt x="18199" y="14845"/>
                  </a:lnTo>
                  <a:lnTo>
                    <a:pt x="32942" y="103"/>
                  </a:lnTo>
                  <a:lnTo>
                    <a:pt x="3294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3462;p73">
              <a:extLst>
                <a:ext uri="{FF2B5EF4-FFF2-40B4-BE49-F238E27FC236}">
                  <a16:creationId xmlns:a16="http://schemas.microsoft.com/office/drawing/2014/main" id="{83002541-02F1-44A7-AE54-8DE428E02896}"/>
                </a:ext>
              </a:extLst>
            </p:cNvPr>
            <p:cNvSpPr/>
            <p:nvPr/>
          </p:nvSpPr>
          <p:spPr>
            <a:xfrm>
              <a:off x="13494900" y="2670638"/>
              <a:ext cx="254200" cy="254225"/>
            </a:xfrm>
            <a:custGeom>
              <a:avLst/>
              <a:gdLst/>
              <a:ahLst/>
              <a:cxnLst/>
              <a:rect l="l" t="t" r="r" b="b"/>
              <a:pathLst>
                <a:path w="10168" h="10169" extrusionOk="0">
                  <a:moveTo>
                    <a:pt x="10168" y="1"/>
                  </a:moveTo>
                  <a:lnTo>
                    <a:pt x="1" y="10168"/>
                  </a:lnTo>
                  <a:lnTo>
                    <a:pt x="10168" y="10168"/>
                  </a:lnTo>
                  <a:lnTo>
                    <a:pt x="10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3463;p73">
              <a:extLst>
                <a:ext uri="{FF2B5EF4-FFF2-40B4-BE49-F238E27FC236}">
                  <a16:creationId xmlns:a16="http://schemas.microsoft.com/office/drawing/2014/main" id="{7994E58E-3547-4554-AE05-E6453ECC1FC3}"/>
                </a:ext>
              </a:extLst>
            </p:cNvPr>
            <p:cNvSpPr/>
            <p:nvPr/>
          </p:nvSpPr>
          <p:spPr>
            <a:xfrm>
              <a:off x="14097325" y="2553713"/>
              <a:ext cx="597325" cy="371150"/>
            </a:xfrm>
            <a:custGeom>
              <a:avLst/>
              <a:gdLst/>
              <a:ahLst/>
              <a:cxnLst/>
              <a:rect l="l" t="t" r="r" b="b"/>
              <a:pathLst>
                <a:path w="23893" h="14846" extrusionOk="0">
                  <a:moveTo>
                    <a:pt x="14895" y="1"/>
                  </a:moveTo>
                  <a:lnTo>
                    <a:pt x="0" y="14845"/>
                  </a:lnTo>
                  <a:lnTo>
                    <a:pt x="20538" y="14845"/>
                  </a:lnTo>
                  <a:lnTo>
                    <a:pt x="23893" y="11490"/>
                  </a:lnTo>
                  <a:lnTo>
                    <a:pt x="238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3464;p73">
              <a:extLst>
                <a:ext uri="{FF2B5EF4-FFF2-40B4-BE49-F238E27FC236}">
                  <a16:creationId xmlns:a16="http://schemas.microsoft.com/office/drawing/2014/main" id="{9B371083-E173-40A2-9A4F-B220B3A79EA6}"/>
                </a:ext>
              </a:extLst>
            </p:cNvPr>
            <p:cNvSpPr/>
            <p:nvPr/>
          </p:nvSpPr>
          <p:spPr>
            <a:xfrm>
              <a:off x="10090150" y="2349113"/>
              <a:ext cx="305050" cy="123300"/>
            </a:xfrm>
            <a:custGeom>
              <a:avLst/>
              <a:gdLst/>
              <a:ahLst/>
              <a:cxnLst/>
              <a:rect l="l" t="t" r="r" b="b"/>
              <a:pathLst>
                <a:path w="12202" h="4932" extrusionOk="0">
                  <a:moveTo>
                    <a:pt x="2492" y="0"/>
                  </a:moveTo>
                  <a:cubicBezTo>
                    <a:pt x="1119" y="0"/>
                    <a:pt x="1" y="1119"/>
                    <a:pt x="1" y="2441"/>
                  </a:cubicBezTo>
                  <a:cubicBezTo>
                    <a:pt x="1" y="3813"/>
                    <a:pt x="1119" y="4931"/>
                    <a:pt x="2492" y="4931"/>
                  </a:cubicBezTo>
                  <a:lnTo>
                    <a:pt x="9761" y="4931"/>
                  </a:lnTo>
                  <a:cubicBezTo>
                    <a:pt x="11083" y="4931"/>
                    <a:pt x="12201" y="3813"/>
                    <a:pt x="12201" y="2441"/>
                  </a:cubicBezTo>
                  <a:cubicBezTo>
                    <a:pt x="12201" y="1119"/>
                    <a:pt x="11083" y="0"/>
                    <a:pt x="976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3465;p73">
              <a:extLst>
                <a:ext uri="{FF2B5EF4-FFF2-40B4-BE49-F238E27FC236}">
                  <a16:creationId xmlns:a16="http://schemas.microsoft.com/office/drawing/2014/main" id="{0A3D7C01-96CB-4063-9317-149F68082C3F}"/>
                </a:ext>
              </a:extLst>
            </p:cNvPr>
            <p:cNvSpPr/>
            <p:nvPr/>
          </p:nvSpPr>
          <p:spPr>
            <a:xfrm>
              <a:off x="14395975" y="2349113"/>
              <a:ext cx="305050" cy="123300"/>
            </a:xfrm>
            <a:custGeom>
              <a:avLst/>
              <a:gdLst/>
              <a:ahLst/>
              <a:cxnLst/>
              <a:rect l="l" t="t" r="r" b="b"/>
              <a:pathLst>
                <a:path w="12202" h="4932" extrusionOk="0">
                  <a:moveTo>
                    <a:pt x="2441" y="0"/>
                  </a:moveTo>
                  <a:cubicBezTo>
                    <a:pt x="1119" y="0"/>
                    <a:pt x="1" y="1119"/>
                    <a:pt x="1" y="2441"/>
                  </a:cubicBezTo>
                  <a:cubicBezTo>
                    <a:pt x="1" y="3813"/>
                    <a:pt x="1119" y="4931"/>
                    <a:pt x="2441" y="4931"/>
                  </a:cubicBezTo>
                  <a:lnTo>
                    <a:pt x="9761" y="4931"/>
                  </a:lnTo>
                  <a:cubicBezTo>
                    <a:pt x="11083" y="4931"/>
                    <a:pt x="12201" y="3813"/>
                    <a:pt x="12201" y="2441"/>
                  </a:cubicBezTo>
                  <a:cubicBezTo>
                    <a:pt x="12201" y="1119"/>
                    <a:pt x="11083" y="0"/>
                    <a:pt x="976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3466;p73">
              <a:extLst>
                <a:ext uri="{FF2B5EF4-FFF2-40B4-BE49-F238E27FC236}">
                  <a16:creationId xmlns:a16="http://schemas.microsoft.com/office/drawing/2014/main" id="{EBD9DFC8-7F5D-493A-ABEB-920D4D8E7596}"/>
                </a:ext>
              </a:extLst>
            </p:cNvPr>
            <p:cNvSpPr/>
            <p:nvPr/>
          </p:nvSpPr>
          <p:spPr>
            <a:xfrm>
              <a:off x="14481125" y="4156338"/>
              <a:ext cx="305050" cy="123300"/>
            </a:xfrm>
            <a:custGeom>
              <a:avLst/>
              <a:gdLst/>
              <a:ahLst/>
              <a:cxnLst/>
              <a:rect l="l" t="t" r="r" b="b"/>
              <a:pathLst>
                <a:path w="12202" h="4932" extrusionOk="0">
                  <a:moveTo>
                    <a:pt x="2492" y="0"/>
                  </a:moveTo>
                  <a:cubicBezTo>
                    <a:pt x="1119" y="0"/>
                    <a:pt x="1" y="1119"/>
                    <a:pt x="1" y="2491"/>
                  </a:cubicBezTo>
                  <a:cubicBezTo>
                    <a:pt x="1" y="3813"/>
                    <a:pt x="1119" y="4931"/>
                    <a:pt x="2492" y="4931"/>
                  </a:cubicBezTo>
                  <a:lnTo>
                    <a:pt x="9761" y="4931"/>
                  </a:lnTo>
                  <a:cubicBezTo>
                    <a:pt x="11134" y="4931"/>
                    <a:pt x="12201" y="3813"/>
                    <a:pt x="12201" y="2491"/>
                  </a:cubicBezTo>
                  <a:cubicBezTo>
                    <a:pt x="12201" y="1119"/>
                    <a:pt x="11134" y="0"/>
                    <a:pt x="976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Rectangle 1">
            <a:extLst>
              <a:ext uri="{FF2B5EF4-FFF2-40B4-BE49-F238E27FC236}">
                <a16:creationId xmlns:a16="http://schemas.microsoft.com/office/drawing/2014/main" id="{089883BA-F992-4851-A6AB-F58DDFC3BFCA}"/>
              </a:ext>
            </a:extLst>
          </p:cNvPr>
          <p:cNvSpPr/>
          <p:nvPr/>
        </p:nvSpPr>
        <p:spPr>
          <a:xfrm>
            <a:off x="983526" y="1179699"/>
            <a:ext cx="6422950" cy="3093154"/>
          </a:xfrm>
          <a:prstGeom prst="rect">
            <a:avLst/>
          </a:prstGeom>
        </p:spPr>
        <p:txBody>
          <a:bodyPr wrap="square">
            <a:spAutoFit/>
          </a:bodyPr>
          <a:lstStyle/>
          <a:p>
            <a:r>
              <a:rPr lang="en-US" sz="1800" dirty="0">
                <a:solidFill>
                  <a:srgbClr val="E15561"/>
                </a:solidFill>
                <a:latin typeface="Mouse Memoirs" panose="020B0604020202020204" charset="0"/>
                <a:cs typeface="Catamaran" panose="020B0604020202020204" charset="0"/>
              </a:rPr>
              <a:t>Oxygen Sensor:</a:t>
            </a:r>
          </a:p>
          <a:p>
            <a:r>
              <a:rPr lang="en-US" dirty="0">
                <a:latin typeface="Catamaran" panose="020B0604020202020204" charset="0"/>
                <a:cs typeface="Catamaran" panose="020B0604020202020204" charset="0"/>
              </a:rPr>
              <a:t>Limited options are available in the market, and high-quality sensors are expensive.</a:t>
            </a:r>
          </a:p>
          <a:p>
            <a:endParaRPr lang="en-US" sz="700" dirty="0">
              <a:latin typeface="Mouse Memoirs" panose="020B0604020202020204" charset="0"/>
            </a:endParaRPr>
          </a:p>
          <a:p>
            <a:r>
              <a:rPr lang="en-US" sz="1800" dirty="0">
                <a:solidFill>
                  <a:srgbClr val="E15561"/>
                </a:solidFill>
                <a:latin typeface="Mouse Memoirs" panose="020B0604020202020204" charset="0"/>
                <a:cs typeface="Catamaran" panose="020B0604020202020204" charset="0"/>
              </a:rPr>
              <a:t>IR Sensor:</a:t>
            </a:r>
          </a:p>
          <a:p>
            <a:r>
              <a:rPr lang="en-US" dirty="0">
                <a:latin typeface="Catamaran" panose="020B0604020202020204" charset="0"/>
                <a:cs typeface="Catamaran" panose="020B0604020202020204" charset="0"/>
              </a:rPr>
              <a:t>Upgraded to a higher-range infrared sensor for improved detection accuracy.</a:t>
            </a:r>
          </a:p>
          <a:p>
            <a:endParaRPr lang="en-US" sz="700" dirty="0">
              <a:latin typeface="Mouse Memoirs" panose="020B0604020202020204" charset="0"/>
            </a:endParaRPr>
          </a:p>
          <a:p>
            <a:r>
              <a:rPr lang="en-US" sz="1800" dirty="0">
                <a:solidFill>
                  <a:srgbClr val="E15561"/>
                </a:solidFill>
                <a:latin typeface="Mouse Memoirs" panose="020B0604020202020204" charset="0"/>
                <a:cs typeface="Catamaran" panose="020B0604020202020204" charset="0"/>
              </a:rPr>
              <a:t>Thermal Sensor:</a:t>
            </a:r>
          </a:p>
          <a:p>
            <a:r>
              <a:rPr lang="en-US" dirty="0">
                <a:latin typeface="Catamaran" panose="020B0604020202020204" charset="0"/>
                <a:cs typeface="Catamaran" panose="020B0604020202020204" charset="0"/>
              </a:rPr>
              <a:t>Added to enhance child detection based on body temperature.</a:t>
            </a:r>
          </a:p>
          <a:p>
            <a:endParaRPr lang="en-US" sz="700" dirty="0">
              <a:solidFill>
                <a:srgbClr val="E15561"/>
              </a:solidFill>
              <a:latin typeface="Mouse Memoirs" panose="020B0604020202020204" charset="0"/>
            </a:endParaRPr>
          </a:p>
          <a:p>
            <a:r>
              <a:rPr lang="en-US" sz="1800" dirty="0">
                <a:solidFill>
                  <a:srgbClr val="E15561"/>
                </a:solidFill>
                <a:latin typeface="Mouse Memoirs" panose="020B0604020202020204" charset="0"/>
                <a:cs typeface="Catamaran" panose="020B0604020202020204" charset="0"/>
              </a:rPr>
              <a:t>Camera:</a:t>
            </a:r>
          </a:p>
          <a:p>
            <a:r>
              <a:rPr lang="en-US" dirty="0">
                <a:latin typeface="Catamaran" panose="020B0604020202020204" charset="0"/>
                <a:cs typeface="Catamaran" panose="020B0604020202020204" charset="0"/>
              </a:rPr>
              <a:t>Upgraded for better face detection and live monitoring.</a:t>
            </a:r>
            <a:endParaRPr lang="en-US" sz="700" dirty="0">
              <a:latin typeface="Mouse Memoirs" panose="020B0604020202020204" charset="0"/>
            </a:endParaRPr>
          </a:p>
          <a:p>
            <a:r>
              <a:rPr lang="en-US" sz="1800" dirty="0">
                <a:solidFill>
                  <a:srgbClr val="E15561"/>
                </a:solidFill>
                <a:latin typeface="Mouse Memoirs" panose="020B0604020202020204" charset="0"/>
                <a:cs typeface="Catamaran" panose="020B0604020202020204" charset="0"/>
              </a:rPr>
              <a:t>Digital Pin Extension:</a:t>
            </a:r>
          </a:p>
          <a:p>
            <a:r>
              <a:rPr lang="en-US" dirty="0">
                <a:latin typeface="Catamaran" panose="020B0604020202020204" charset="0"/>
                <a:cs typeface="Catamaran" panose="020B0604020202020204" charset="0"/>
              </a:rPr>
              <a:t>The available digital pins were insufficient for the project requirements. therefore, a digital pins extension was implemented as the selected solution.</a:t>
            </a:r>
          </a:p>
        </p:txBody>
      </p:sp>
    </p:spTree>
    <p:extLst>
      <p:ext uri="{BB962C8B-B14F-4D97-AF65-F5344CB8AC3E}">
        <p14:creationId xmlns:p14="http://schemas.microsoft.com/office/powerpoint/2010/main" val="27050758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78"/>
        <p:cNvGrpSpPr/>
        <p:nvPr/>
      </p:nvGrpSpPr>
      <p:grpSpPr>
        <a:xfrm>
          <a:off x="0" y="0"/>
          <a:ext cx="0" cy="0"/>
          <a:chOff x="0" y="0"/>
          <a:chExt cx="0" cy="0"/>
        </a:xfrm>
      </p:grpSpPr>
      <p:grpSp>
        <p:nvGrpSpPr>
          <p:cNvPr id="2379" name="Google Shape;2379;p60"/>
          <p:cNvGrpSpPr/>
          <p:nvPr/>
        </p:nvGrpSpPr>
        <p:grpSpPr>
          <a:xfrm>
            <a:off x="-900375" y="1430575"/>
            <a:ext cx="8760344" cy="3722501"/>
            <a:chOff x="-1180548" y="1131893"/>
            <a:chExt cx="9008066" cy="3827765"/>
          </a:xfrm>
        </p:grpSpPr>
        <p:sp>
          <p:nvSpPr>
            <p:cNvPr id="2380" name="Google Shape;2380;p60"/>
            <p:cNvSpPr/>
            <p:nvPr/>
          </p:nvSpPr>
          <p:spPr>
            <a:xfrm>
              <a:off x="5256778" y="1440279"/>
              <a:ext cx="2570740" cy="2854196"/>
            </a:xfrm>
            <a:custGeom>
              <a:avLst/>
              <a:gdLst/>
              <a:ahLst/>
              <a:cxnLst/>
              <a:rect l="l" t="t" r="r" b="b"/>
              <a:pathLst>
                <a:path w="54027" h="59981" extrusionOk="0">
                  <a:moveTo>
                    <a:pt x="24883" y="0"/>
                  </a:moveTo>
                  <a:cubicBezTo>
                    <a:pt x="22921" y="0"/>
                    <a:pt x="20541" y="387"/>
                    <a:pt x="17658" y="1370"/>
                  </a:cubicBezTo>
                  <a:cubicBezTo>
                    <a:pt x="8590" y="4472"/>
                    <a:pt x="6274" y="11459"/>
                    <a:pt x="12751" y="12166"/>
                  </a:cubicBezTo>
                  <a:cubicBezTo>
                    <a:pt x="12751" y="12166"/>
                    <a:pt x="2544" y="13344"/>
                    <a:pt x="2544" y="20056"/>
                  </a:cubicBezTo>
                  <a:cubicBezTo>
                    <a:pt x="2544" y="23375"/>
                    <a:pt x="4734" y="24218"/>
                    <a:pt x="6962" y="24218"/>
                  </a:cubicBezTo>
                  <a:cubicBezTo>
                    <a:pt x="8693" y="24218"/>
                    <a:pt x="10448" y="23708"/>
                    <a:pt x="11213" y="23455"/>
                  </a:cubicBezTo>
                  <a:lnTo>
                    <a:pt x="11213" y="23455"/>
                  </a:lnTo>
                  <a:cubicBezTo>
                    <a:pt x="9153" y="24213"/>
                    <a:pt x="1" y="28030"/>
                    <a:pt x="4860" y="34463"/>
                  </a:cubicBezTo>
                  <a:cubicBezTo>
                    <a:pt x="4860" y="34463"/>
                    <a:pt x="7199" y="36328"/>
                    <a:pt x="10101" y="36328"/>
                  </a:cubicBezTo>
                  <a:cubicBezTo>
                    <a:pt x="11774" y="36328"/>
                    <a:pt x="13634" y="35709"/>
                    <a:pt x="15342" y="33757"/>
                  </a:cubicBezTo>
                  <a:lnTo>
                    <a:pt x="15342" y="33757"/>
                  </a:lnTo>
                  <a:cubicBezTo>
                    <a:pt x="15341" y="33758"/>
                    <a:pt x="12202" y="37683"/>
                    <a:pt x="15656" y="39331"/>
                  </a:cubicBezTo>
                  <a:cubicBezTo>
                    <a:pt x="16187" y="39582"/>
                    <a:pt x="16706" y="39684"/>
                    <a:pt x="17212" y="39684"/>
                  </a:cubicBezTo>
                  <a:cubicBezTo>
                    <a:pt x="19535" y="39684"/>
                    <a:pt x="21601" y="37525"/>
                    <a:pt x="23372" y="37525"/>
                  </a:cubicBezTo>
                  <a:cubicBezTo>
                    <a:pt x="23758" y="37525"/>
                    <a:pt x="24131" y="37628"/>
                    <a:pt x="24488" y="37879"/>
                  </a:cubicBezTo>
                  <a:cubicBezTo>
                    <a:pt x="24488" y="37879"/>
                    <a:pt x="29160" y="43492"/>
                    <a:pt x="26373" y="59980"/>
                  </a:cubicBezTo>
                  <a:lnTo>
                    <a:pt x="31476" y="59980"/>
                  </a:lnTo>
                  <a:cubicBezTo>
                    <a:pt x="31476" y="59980"/>
                    <a:pt x="27315" y="40980"/>
                    <a:pt x="33949" y="36897"/>
                  </a:cubicBezTo>
                  <a:cubicBezTo>
                    <a:pt x="33949" y="36897"/>
                    <a:pt x="34507" y="36568"/>
                    <a:pt x="35327" y="36568"/>
                  </a:cubicBezTo>
                  <a:cubicBezTo>
                    <a:pt x="36134" y="36568"/>
                    <a:pt x="37196" y="36887"/>
                    <a:pt x="38228" y="38154"/>
                  </a:cubicBezTo>
                  <a:cubicBezTo>
                    <a:pt x="38790" y="38843"/>
                    <a:pt x="39777" y="39169"/>
                    <a:pt x="40914" y="39169"/>
                  </a:cubicBezTo>
                  <a:cubicBezTo>
                    <a:pt x="43983" y="39169"/>
                    <a:pt x="48146" y="36796"/>
                    <a:pt x="48003" y="32815"/>
                  </a:cubicBezTo>
                  <a:cubicBezTo>
                    <a:pt x="47869" y="29719"/>
                    <a:pt x="46497" y="29049"/>
                    <a:pt x="45335" y="29049"/>
                  </a:cubicBezTo>
                  <a:cubicBezTo>
                    <a:pt x="45257" y="29049"/>
                    <a:pt x="45180" y="29052"/>
                    <a:pt x="45104" y="29058"/>
                  </a:cubicBezTo>
                  <a:lnTo>
                    <a:pt x="45104" y="29058"/>
                  </a:lnTo>
                  <a:cubicBezTo>
                    <a:pt x="47944" y="28167"/>
                    <a:pt x="54027" y="25555"/>
                    <a:pt x="53695" y="19585"/>
                  </a:cubicBezTo>
                  <a:cubicBezTo>
                    <a:pt x="53458" y="15679"/>
                    <a:pt x="50872" y="14708"/>
                    <a:pt x="48357" y="14708"/>
                  </a:cubicBezTo>
                  <a:cubicBezTo>
                    <a:pt x="45868" y="14708"/>
                    <a:pt x="43449" y="15660"/>
                    <a:pt x="43449" y="15660"/>
                  </a:cubicBezTo>
                  <a:cubicBezTo>
                    <a:pt x="43449" y="15660"/>
                    <a:pt x="51575" y="12048"/>
                    <a:pt x="48121" y="8672"/>
                  </a:cubicBezTo>
                  <a:cubicBezTo>
                    <a:pt x="47079" y="7677"/>
                    <a:pt x="45967" y="7328"/>
                    <a:pt x="44919" y="7328"/>
                  </a:cubicBezTo>
                  <a:cubicBezTo>
                    <a:pt x="42477" y="7328"/>
                    <a:pt x="40385" y="9227"/>
                    <a:pt x="40348" y="9260"/>
                  </a:cubicBezTo>
                  <a:lnTo>
                    <a:pt x="40348" y="9260"/>
                  </a:lnTo>
                  <a:cubicBezTo>
                    <a:pt x="40399" y="9214"/>
                    <a:pt x="44382" y="5559"/>
                    <a:pt x="42978" y="3687"/>
                  </a:cubicBezTo>
                  <a:cubicBezTo>
                    <a:pt x="42550" y="3111"/>
                    <a:pt x="41667" y="2872"/>
                    <a:pt x="40600" y="2872"/>
                  </a:cubicBezTo>
                  <a:cubicBezTo>
                    <a:pt x="38243" y="2872"/>
                    <a:pt x="34983" y="4038"/>
                    <a:pt x="33714" y="5335"/>
                  </a:cubicBezTo>
                  <a:cubicBezTo>
                    <a:pt x="33683" y="5335"/>
                    <a:pt x="32166" y="0"/>
                    <a:pt x="248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60"/>
            <p:cNvSpPr/>
            <p:nvPr/>
          </p:nvSpPr>
          <p:spPr>
            <a:xfrm>
              <a:off x="-1180548" y="1440272"/>
              <a:ext cx="2567552" cy="3519385"/>
            </a:xfrm>
            <a:custGeom>
              <a:avLst/>
              <a:gdLst/>
              <a:ahLst/>
              <a:cxnLst/>
              <a:rect l="l" t="t" r="r" b="b"/>
              <a:pathLst>
                <a:path w="53960" h="59981" extrusionOk="0">
                  <a:moveTo>
                    <a:pt x="24850" y="0"/>
                  </a:moveTo>
                  <a:cubicBezTo>
                    <a:pt x="22889" y="0"/>
                    <a:pt x="20509" y="388"/>
                    <a:pt x="17628" y="1370"/>
                  </a:cubicBezTo>
                  <a:cubicBezTo>
                    <a:pt x="8560" y="4472"/>
                    <a:pt x="6244" y="11459"/>
                    <a:pt x="12760" y="12166"/>
                  </a:cubicBezTo>
                  <a:cubicBezTo>
                    <a:pt x="12760" y="12166"/>
                    <a:pt x="2514" y="13344"/>
                    <a:pt x="2514" y="20056"/>
                  </a:cubicBezTo>
                  <a:cubicBezTo>
                    <a:pt x="2514" y="23375"/>
                    <a:pt x="4704" y="24218"/>
                    <a:pt x="6932" y="24218"/>
                  </a:cubicBezTo>
                  <a:cubicBezTo>
                    <a:pt x="8673" y="24218"/>
                    <a:pt x="10438" y="23703"/>
                    <a:pt x="11196" y="23450"/>
                  </a:cubicBezTo>
                  <a:lnTo>
                    <a:pt x="11196" y="23450"/>
                  </a:lnTo>
                  <a:cubicBezTo>
                    <a:pt x="9167" y="24198"/>
                    <a:pt x="0" y="28018"/>
                    <a:pt x="4870" y="34463"/>
                  </a:cubicBezTo>
                  <a:cubicBezTo>
                    <a:pt x="4870" y="34463"/>
                    <a:pt x="7192" y="36328"/>
                    <a:pt x="10083" y="36328"/>
                  </a:cubicBezTo>
                  <a:cubicBezTo>
                    <a:pt x="11749" y="36328"/>
                    <a:pt x="13604" y="35709"/>
                    <a:pt x="15312" y="33757"/>
                  </a:cubicBezTo>
                  <a:lnTo>
                    <a:pt x="15312" y="33757"/>
                  </a:lnTo>
                  <a:cubicBezTo>
                    <a:pt x="15311" y="33757"/>
                    <a:pt x="12171" y="37683"/>
                    <a:pt x="15665" y="39331"/>
                  </a:cubicBezTo>
                  <a:cubicBezTo>
                    <a:pt x="16190" y="39582"/>
                    <a:pt x="16704" y="39684"/>
                    <a:pt x="17206" y="39684"/>
                  </a:cubicBezTo>
                  <a:cubicBezTo>
                    <a:pt x="19510" y="39684"/>
                    <a:pt x="21576" y="37525"/>
                    <a:pt x="23366" y="37525"/>
                  </a:cubicBezTo>
                  <a:cubicBezTo>
                    <a:pt x="23757" y="37525"/>
                    <a:pt x="24134" y="37628"/>
                    <a:pt x="24498" y="37879"/>
                  </a:cubicBezTo>
                  <a:cubicBezTo>
                    <a:pt x="24498" y="37879"/>
                    <a:pt x="29130" y="43492"/>
                    <a:pt x="26343" y="59980"/>
                  </a:cubicBezTo>
                  <a:lnTo>
                    <a:pt x="31446" y="59980"/>
                  </a:lnTo>
                  <a:cubicBezTo>
                    <a:pt x="31446" y="59980"/>
                    <a:pt x="27246" y="40980"/>
                    <a:pt x="33880" y="36897"/>
                  </a:cubicBezTo>
                  <a:cubicBezTo>
                    <a:pt x="33880" y="36897"/>
                    <a:pt x="34448" y="36568"/>
                    <a:pt x="35278" y="36568"/>
                  </a:cubicBezTo>
                  <a:cubicBezTo>
                    <a:pt x="36095" y="36568"/>
                    <a:pt x="37166" y="36887"/>
                    <a:pt x="38198" y="38154"/>
                  </a:cubicBezTo>
                  <a:cubicBezTo>
                    <a:pt x="38764" y="38848"/>
                    <a:pt x="39760" y="39176"/>
                    <a:pt x="40905" y="39176"/>
                  </a:cubicBezTo>
                  <a:cubicBezTo>
                    <a:pt x="43970" y="39176"/>
                    <a:pt x="48105" y="36826"/>
                    <a:pt x="47934" y="32854"/>
                  </a:cubicBezTo>
                  <a:cubicBezTo>
                    <a:pt x="47799" y="29765"/>
                    <a:pt x="46414" y="29101"/>
                    <a:pt x="45248" y="29101"/>
                  </a:cubicBezTo>
                  <a:cubicBezTo>
                    <a:pt x="45160" y="29101"/>
                    <a:pt x="45073" y="29105"/>
                    <a:pt x="44989" y="29111"/>
                  </a:cubicBezTo>
                  <a:lnTo>
                    <a:pt x="44989" y="29111"/>
                  </a:lnTo>
                  <a:cubicBezTo>
                    <a:pt x="47808" y="28235"/>
                    <a:pt x="53959" y="25627"/>
                    <a:pt x="53626" y="19625"/>
                  </a:cubicBezTo>
                  <a:cubicBezTo>
                    <a:pt x="53389" y="15718"/>
                    <a:pt x="50803" y="14747"/>
                    <a:pt x="48288" y="14747"/>
                  </a:cubicBezTo>
                  <a:cubicBezTo>
                    <a:pt x="45799" y="14747"/>
                    <a:pt x="43380" y="15699"/>
                    <a:pt x="43380" y="15699"/>
                  </a:cubicBezTo>
                  <a:cubicBezTo>
                    <a:pt x="43380" y="15699"/>
                    <a:pt x="51506" y="12087"/>
                    <a:pt x="48051" y="8711"/>
                  </a:cubicBezTo>
                  <a:cubicBezTo>
                    <a:pt x="47008" y="7703"/>
                    <a:pt x="45895" y="7350"/>
                    <a:pt x="44846" y="7350"/>
                  </a:cubicBezTo>
                  <a:cubicBezTo>
                    <a:pt x="42446" y="7350"/>
                    <a:pt x="40385" y="9203"/>
                    <a:pt x="40283" y="9296"/>
                  </a:cubicBezTo>
                  <a:lnTo>
                    <a:pt x="40283" y="9296"/>
                  </a:lnTo>
                  <a:cubicBezTo>
                    <a:pt x="40425" y="9166"/>
                    <a:pt x="44297" y="5576"/>
                    <a:pt x="42948" y="3726"/>
                  </a:cubicBezTo>
                  <a:cubicBezTo>
                    <a:pt x="42507" y="3151"/>
                    <a:pt x="41617" y="2911"/>
                    <a:pt x="40543" y="2911"/>
                  </a:cubicBezTo>
                  <a:cubicBezTo>
                    <a:pt x="38173" y="2911"/>
                    <a:pt x="34914" y="4078"/>
                    <a:pt x="33644" y="5375"/>
                  </a:cubicBezTo>
                  <a:cubicBezTo>
                    <a:pt x="33644" y="5344"/>
                    <a:pt x="32134" y="0"/>
                    <a:pt x="248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60"/>
            <p:cNvSpPr/>
            <p:nvPr/>
          </p:nvSpPr>
          <p:spPr>
            <a:xfrm>
              <a:off x="2641278" y="1131893"/>
              <a:ext cx="1739093" cy="2295833"/>
            </a:xfrm>
            <a:custGeom>
              <a:avLst/>
              <a:gdLst/>
              <a:ahLst/>
              <a:cxnLst/>
              <a:rect l="l" t="t" r="r" b="b"/>
              <a:pathLst>
                <a:path w="36549" h="48247" extrusionOk="0">
                  <a:moveTo>
                    <a:pt x="18255" y="0"/>
                  </a:moveTo>
                  <a:cubicBezTo>
                    <a:pt x="11739" y="0"/>
                    <a:pt x="6478" y="3415"/>
                    <a:pt x="6478" y="7577"/>
                  </a:cubicBezTo>
                  <a:cubicBezTo>
                    <a:pt x="6478" y="8008"/>
                    <a:pt x="6517" y="8401"/>
                    <a:pt x="6635" y="8794"/>
                  </a:cubicBezTo>
                  <a:cubicBezTo>
                    <a:pt x="4437" y="9893"/>
                    <a:pt x="3024" y="11620"/>
                    <a:pt x="3024" y="13504"/>
                  </a:cubicBezTo>
                  <a:cubicBezTo>
                    <a:pt x="3024" y="14996"/>
                    <a:pt x="3887" y="16370"/>
                    <a:pt x="5261" y="17391"/>
                  </a:cubicBezTo>
                  <a:cubicBezTo>
                    <a:pt x="3063" y="18490"/>
                    <a:pt x="1610" y="20217"/>
                    <a:pt x="1610" y="22141"/>
                  </a:cubicBezTo>
                  <a:cubicBezTo>
                    <a:pt x="1610" y="23868"/>
                    <a:pt x="2749" y="25399"/>
                    <a:pt x="4555" y="26459"/>
                  </a:cubicBezTo>
                  <a:cubicBezTo>
                    <a:pt x="2631" y="27558"/>
                    <a:pt x="1414" y="29168"/>
                    <a:pt x="1414" y="30934"/>
                  </a:cubicBezTo>
                  <a:cubicBezTo>
                    <a:pt x="1414" y="32426"/>
                    <a:pt x="2239" y="33800"/>
                    <a:pt x="3652" y="34820"/>
                  </a:cubicBezTo>
                  <a:cubicBezTo>
                    <a:pt x="1414" y="35920"/>
                    <a:pt x="1" y="37647"/>
                    <a:pt x="1" y="39570"/>
                  </a:cubicBezTo>
                  <a:cubicBezTo>
                    <a:pt x="1" y="42829"/>
                    <a:pt x="4123" y="45498"/>
                    <a:pt x="9226" y="45498"/>
                  </a:cubicBezTo>
                  <a:cubicBezTo>
                    <a:pt x="9501" y="45498"/>
                    <a:pt x="9815" y="45498"/>
                    <a:pt x="10129" y="45459"/>
                  </a:cubicBezTo>
                  <a:cubicBezTo>
                    <a:pt x="11621" y="47108"/>
                    <a:pt x="14683" y="48246"/>
                    <a:pt x="18255" y="48246"/>
                  </a:cubicBezTo>
                  <a:cubicBezTo>
                    <a:pt x="21827" y="48246"/>
                    <a:pt x="24929" y="47108"/>
                    <a:pt x="26420" y="45459"/>
                  </a:cubicBezTo>
                  <a:cubicBezTo>
                    <a:pt x="26695" y="45459"/>
                    <a:pt x="27009" y="45498"/>
                    <a:pt x="27323" y="45498"/>
                  </a:cubicBezTo>
                  <a:cubicBezTo>
                    <a:pt x="32387" y="45498"/>
                    <a:pt x="36548" y="42829"/>
                    <a:pt x="36548" y="39570"/>
                  </a:cubicBezTo>
                  <a:cubicBezTo>
                    <a:pt x="36509" y="37647"/>
                    <a:pt x="35096" y="35920"/>
                    <a:pt x="32858" y="34820"/>
                  </a:cubicBezTo>
                  <a:cubicBezTo>
                    <a:pt x="34272" y="33800"/>
                    <a:pt x="35096" y="32426"/>
                    <a:pt x="35096" y="30934"/>
                  </a:cubicBezTo>
                  <a:cubicBezTo>
                    <a:pt x="35096" y="29168"/>
                    <a:pt x="33879" y="27558"/>
                    <a:pt x="31955" y="26459"/>
                  </a:cubicBezTo>
                  <a:cubicBezTo>
                    <a:pt x="33761" y="25399"/>
                    <a:pt x="34900" y="23868"/>
                    <a:pt x="34900" y="22141"/>
                  </a:cubicBezTo>
                  <a:cubicBezTo>
                    <a:pt x="34900" y="20217"/>
                    <a:pt x="33447" y="18490"/>
                    <a:pt x="31249" y="17391"/>
                  </a:cubicBezTo>
                  <a:cubicBezTo>
                    <a:pt x="32623" y="16370"/>
                    <a:pt x="33486" y="14996"/>
                    <a:pt x="33486" y="13504"/>
                  </a:cubicBezTo>
                  <a:cubicBezTo>
                    <a:pt x="33486" y="11620"/>
                    <a:pt x="32073" y="9893"/>
                    <a:pt x="29875" y="8794"/>
                  </a:cubicBezTo>
                  <a:cubicBezTo>
                    <a:pt x="29993" y="8401"/>
                    <a:pt x="30032" y="8008"/>
                    <a:pt x="30032" y="7577"/>
                  </a:cubicBezTo>
                  <a:cubicBezTo>
                    <a:pt x="30032" y="3415"/>
                    <a:pt x="24772" y="0"/>
                    <a:pt x="18255" y="0"/>
                  </a:cubicBezTo>
                  <a:close/>
                </a:path>
              </a:pathLst>
            </a:custGeom>
            <a:solidFill>
              <a:srgbClr val="82A6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60"/>
            <p:cNvSpPr/>
            <p:nvPr/>
          </p:nvSpPr>
          <p:spPr>
            <a:xfrm>
              <a:off x="3414646" y="3326715"/>
              <a:ext cx="188665" cy="971400"/>
            </a:xfrm>
            <a:custGeom>
              <a:avLst/>
              <a:gdLst/>
              <a:ahLst/>
              <a:cxnLst/>
              <a:rect l="l" t="t" r="r" b="b"/>
              <a:pathLst>
                <a:path w="3965" h="20414" extrusionOk="0">
                  <a:moveTo>
                    <a:pt x="0" y="0"/>
                  </a:moveTo>
                  <a:lnTo>
                    <a:pt x="0" y="20414"/>
                  </a:lnTo>
                  <a:lnTo>
                    <a:pt x="3965" y="20414"/>
                  </a:lnTo>
                  <a:lnTo>
                    <a:pt x="3965" y="0"/>
                  </a:lnTo>
                  <a:close/>
                </a:path>
              </a:pathLst>
            </a:custGeom>
            <a:solidFill>
              <a:srgbClr val="708C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60"/>
            <p:cNvSpPr/>
            <p:nvPr/>
          </p:nvSpPr>
          <p:spPr>
            <a:xfrm>
              <a:off x="3452950" y="1660018"/>
              <a:ext cx="2372226" cy="2634448"/>
            </a:xfrm>
            <a:custGeom>
              <a:avLst/>
              <a:gdLst/>
              <a:ahLst/>
              <a:cxnLst/>
              <a:rect l="l" t="t" r="r" b="b"/>
              <a:pathLst>
                <a:path w="49855" h="55363" extrusionOk="0">
                  <a:moveTo>
                    <a:pt x="22979" y="0"/>
                  </a:moveTo>
                  <a:cubicBezTo>
                    <a:pt x="21167" y="0"/>
                    <a:pt x="18970" y="358"/>
                    <a:pt x="16311" y="1267"/>
                  </a:cubicBezTo>
                  <a:cubicBezTo>
                    <a:pt x="7949" y="4093"/>
                    <a:pt x="5790" y="10571"/>
                    <a:pt x="11796" y="11199"/>
                  </a:cubicBezTo>
                  <a:cubicBezTo>
                    <a:pt x="11796" y="11199"/>
                    <a:pt x="2375" y="12298"/>
                    <a:pt x="2375" y="18500"/>
                  </a:cubicBezTo>
                  <a:cubicBezTo>
                    <a:pt x="2375" y="21544"/>
                    <a:pt x="4379" y="22319"/>
                    <a:pt x="6420" y="22319"/>
                  </a:cubicBezTo>
                  <a:cubicBezTo>
                    <a:pt x="8029" y="22319"/>
                    <a:pt x="9662" y="21837"/>
                    <a:pt x="10354" y="21605"/>
                  </a:cubicBezTo>
                  <a:lnTo>
                    <a:pt x="10354" y="21605"/>
                  </a:lnTo>
                  <a:cubicBezTo>
                    <a:pt x="8506" y="22289"/>
                    <a:pt x="1" y="25840"/>
                    <a:pt x="4495" y="31808"/>
                  </a:cubicBezTo>
                  <a:cubicBezTo>
                    <a:pt x="4495" y="31808"/>
                    <a:pt x="6651" y="33537"/>
                    <a:pt x="9332" y="33537"/>
                  </a:cubicBezTo>
                  <a:cubicBezTo>
                    <a:pt x="10869" y="33537"/>
                    <a:pt x="12578" y="32968"/>
                    <a:pt x="14152" y="31180"/>
                  </a:cubicBezTo>
                  <a:lnTo>
                    <a:pt x="14152" y="31180"/>
                  </a:lnTo>
                  <a:cubicBezTo>
                    <a:pt x="14151" y="31181"/>
                    <a:pt x="11247" y="34792"/>
                    <a:pt x="14466" y="36323"/>
                  </a:cubicBezTo>
                  <a:cubicBezTo>
                    <a:pt x="14949" y="36547"/>
                    <a:pt x="15420" y="36639"/>
                    <a:pt x="15880" y="36639"/>
                  </a:cubicBezTo>
                  <a:cubicBezTo>
                    <a:pt x="18026" y="36639"/>
                    <a:pt x="19922" y="34633"/>
                    <a:pt x="21568" y="34633"/>
                  </a:cubicBezTo>
                  <a:cubicBezTo>
                    <a:pt x="21921" y="34633"/>
                    <a:pt x="22262" y="34725"/>
                    <a:pt x="22592" y="34949"/>
                  </a:cubicBezTo>
                  <a:cubicBezTo>
                    <a:pt x="22592" y="34949"/>
                    <a:pt x="26871" y="40170"/>
                    <a:pt x="24319" y="55362"/>
                  </a:cubicBezTo>
                  <a:lnTo>
                    <a:pt x="29069" y="55362"/>
                  </a:lnTo>
                  <a:cubicBezTo>
                    <a:pt x="29069" y="55362"/>
                    <a:pt x="25183" y="37854"/>
                    <a:pt x="31307" y="34085"/>
                  </a:cubicBezTo>
                  <a:cubicBezTo>
                    <a:pt x="31307" y="34085"/>
                    <a:pt x="31834" y="33771"/>
                    <a:pt x="32605" y="33771"/>
                  </a:cubicBezTo>
                  <a:cubicBezTo>
                    <a:pt x="33351" y="33771"/>
                    <a:pt x="34325" y="34065"/>
                    <a:pt x="35271" y="35224"/>
                  </a:cubicBezTo>
                  <a:cubicBezTo>
                    <a:pt x="35792" y="35861"/>
                    <a:pt x="36708" y="36162"/>
                    <a:pt x="37761" y="36162"/>
                  </a:cubicBezTo>
                  <a:cubicBezTo>
                    <a:pt x="40597" y="36162"/>
                    <a:pt x="44433" y="33980"/>
                    <a:pt x="44261" y="30317"/>
                  </a:cubicBezTo>
                  <a:cubicBezTo>
                    <a:pt x="44149" y="27477"/>
                    <a:pt x="42879" y="26866"/>
                    <a:pt x="41806" y="26866"/>
                  </a:cubicBezTo>
                  <a:cubicBezTo>
                    <a:pt x="41725" y="26866"/>
                    <a:pt x="41646" y="26869"/>
                    <a:pt x="41568" y="26876"/>
                  </a:cubicBezTo>
                  <a:lnTo>
                    <a:pt x="41568" y="26876"/>
                  </a:lnTo>
                  <a:cubicBezTo>
                    <a:pt x="44176" y="26065"/>
                    <a:pt x="49855" y="23654"/>
                    <a:pt x="49521" y="18108"/>
                  </a:cubicBezTo>
                  <a:cubicBezTo>
                    <a:pt x="49304" y="14486"/>
                    <a:pt x="46911" y="13588"/>
                    <a:pt x="44592" y="13588"/>
                  </a:cubicBezTo>
                  <a:cubicBezTo>
                    <a:pt x="42310" y="13588"/>
                    <a:pt x="40100" y="14457"/>
                    <a:pt x="40100" y="14457"/>
                  </a:cubicBezTo>
                  <a:cubicBezTo>
                    <a:pt x="40100" y="14457"/>
                    <a:pt x="47598" y="11159"/>
                    <a:pt x="44379" y="8058"/>
                  </a:cubicBezTo>
                  <a:cubicBezTo>
                    <a:pt x="43412" y="7127"/>
                    <a:pt x="42381" y="6801"/>
                    <a:pt x="41412" y="6801"/>
                  </a:cubicBezTo>
                  <a:cubicBezTo>
                    <a:pt x="39173" y="6801"/>
                    <a:pt x="37264" y="8542"/>
                    <a:pt x="37235" y="8568"/>
                  </a:cubicBezTo>
                  <a:lnTo>
                    <a:pt x="37235" y="8568"/>
                  </a:lnTo>
                  <a:cubicBezTo>
                    <a:pt x="37275" y="8531"/>
                    <a:pt x="40956" y="5144"/>
                    <a:pt x="39668" y="3426"/>
                  </a:cubicBezTo>
                  <a:cubicBezTo>
                    <a:pt x="39279" y="2903"/>
                    <a:pt x="38471" y="2685"/>
                    <a:pt x="37491" y="2685"/>
                  </a:cubicBezTo>
                  <a:cubicBezTo>
                    <a:pt x="35310" y="2685"/>
                    <a:pt x="32275" y="3765"/>
                    <a:pt x="31110" y="4957"/>
                  </a:cubicBezTo>
                  <a:cubicBezTo>
                    <a:pt x="31110" y="4926"/>
                    <a:pt x="29698" y="0"/>
                    <a:pt x="229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60"/>
            <p:cNvSpPr/>
            <p:nvPr/>
          </p:nvSpPr>
          <p:spPr>
            <a:xfrm>
              <a:off x="5183548" y="3625585"/>
              <a:ext cx="194327" cy="691220"/>
            </a:xfrm>
            <a:custGeom>
              <a:avLst/>
              <a:gdLst/>
              <a:ahLst/>
              <a:cxnLst/>
              <a:rect l="l" t="t" r="r" b="b"/>
              <a:pathLst>
                <a:path w="4084" h="14526" extrusionOk="0">
                  <a:moveTo>
                    <a:pt x="1" y="0"/>
                  </a:moveTo>
                  <a:lnTo>
                    <a:pt x="1" y="14525"/>
                  </a:lnTo>
                  <a:lnTo>
                    <a:pt x="4083" y="14525"/>
                  </a:lnTo>
                  <a:lnTo>
                    <a:pt x="4083" y="0"/>
                  </a:lnTo>
                  <a:close/>
                </a:path>
              </a:pathLst>
            </a:custGeom>
            <a:solidFill>
              <a:srgbClr val="82A6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60"/>
            <p:cNvSpPr/>
            <p:nvPr/>
          </p:nvSpPr>
          <p:spPr>
            <a:xfrm>
              <a:off x="4341136" y="1752044"/>
              <a:ext cx="1881031" cy="2138517"/>
            </a:xfrm>
            <a:custGeom>
              <a:avLst/>
              <a:gdLst/>
              <a:ahLst/>
              <a:cxnLst/>
              <a:rect l="l" t="t" r="r" b="b"/>
              <a:pathLst>
                <a:path w="39532" h="44941" extrusionOk="0">
                  <a:moveTo>
                    <a:pt x="19510" y="0"/>
                  </a:moveTo>
                  <a:cubicBezTo>
                    <a:pt x="19510" y="13975"/>
                    <a:pt x="10560" y="20178"/>
                    <a:pt x="4201" y="21356"/>
                  </a:cubicBezTo>
                  <a:cubicBezTo>
                    <a:pt x="4874" y="21560"/>
                    <a:pt x="5558" y="21647"/>
                    <a:pt x="6235" y="21647"/>
                  </a:cubicBezTo>
                  <a:cubicBezTo>
                    <a:pt x="9974" y="21647"/>
                    <a:pt x="13465" y="19000"/>
                    <a:pt x="13465" y="19000"/>
                  </a:cubicBezTo>
                  <a:lnTo>
                    <a:pt x="13465" y="19040"/>
                  </a:lnTo>
                  <a:cubicBezTo>
                    <a:pt x="11110" y="22102"/>
                    <a:pt x="7694" y="24182"/>
                    <a:pt x="3886" y="24810"/>
                  </a:cubicBezTo>
                  <a:cubicBezTo>
                    <a:pt x="3886" y="24810"/>
                    <a:pt x="5143" y="25553"/>
                    <a:pt x="7418" y="25553"/>
                  </a:cubicBezTo>
                  <a:cubicBezTo>
                    <a:pt x="8409" y="25553"/>
                    <a:pt x="9594" y="25412"/>
                    <a:pt x="10953" y="25006"/>
                  </a:cubicBezTo>
                  <a:lnTo>
                    <a:pt x="10953" y="25006"/>
                  </a:lnTo>
                  <a:cubicBezTo>
                    <a:pt x="8676" y="28343"/>
                    <a:pt x="5574" y="30973"/>
                    <a:pt x="1924" y="32661"/>
                  </a:cubicBezTo>
                  <a:cubicBezTo>
                    <a:pt x="1962" y="32700"/>
                    <a:pt x="2102" y="32717"/>
                    <a:pt x="2320" y="32717"/>
                  </a:cubicBezTo>
                  <a:cubicBezTo>
                    <a:pt x="3668" y="32717"/>
                    <a:pt x="8017" y="32042"/>
                    <a:pt x="10010" y="31366"/>
                  </a:cubicBezTo>
                  <a:lnTo>
                    <a:pt x="10010" y="31366"/>
                  </a:lnTo>
                  <a:cubicBezTo>
                    <a:pt x="8597" y="34232"/>
                    <a:pt x="5260" y="39178"/>
                    <a:pt x="0" y="39845"/>
                  </a:cubicBezTo>
                  <a:cubicBezTo>
                    <a:pt x="0" y="39845"/>
                    <a:pt x="1511" y="40159"/>
                    <a:pt x="3602" y="40159"/>
                  </a:cubicBezTo>
                  <a:cubicBezTo>
                    <a:pt x="5692" y="40159"/>
                    <a:pt x="8362" y="39845"/>
                    <a:pt x="10678" y="38589"/>
                  </a:cubicBezTo>
                  <a:lnTo>
                    <a:pt x="10678" y="38589"/>
                  </a:lnTo>
                  <a:cubicBezTo>
                    <a:pt x="10364" y="39374"/>
                    <a:pt x="7262" y="43889"/>
                    <a:pt x="4201" y="44831"/>
                  </a:cubicBezTo>
                  <a:cubicBezTo>
                    <a:pt x="5130" y="44881"/>
                    <a:pt x="6003" y="44904"/>
                    <a:pt x="6824" y="44904"/>
                  </a:cubicBezTo>
                  <a:cubicBezTo>
                    <a:pt x="18314" y="44904"/>
                    <a:pt x="19510" y="40356"/>
                    <a:pt x="19510" y="40356"/>
                  </a:cubicBezTo>
                  <a:cubicBezTo>
                    <a:pt x="19510" y="40356"/>
                    <a:pt x="20298" y="44941"/>
                    <a:pt x="32995" y="44941"/>
                  </a:cubicBezTo>
                  <a:cubicBezTo>
                    <a:pt x="33590" y="44941"/>
                    <a:pt x="34211" y="44930"/>
                    <a:pt x="34860" y="44909"/>
                  </a:cubicBezTo>
                  <a:cubicBezTo>
                    <a:pt x="34860" y="44909"/>
                    <a:pt x="27990" y="41141"/>
                    <a:pt x="27990" y="38864"/>
                  </a:cubicBezTo>
                  <a:lnTo>
                    <a:pt x="27990" y="38864"/>
                  </a:lnTo>
                  <a:cubicBezTo>
                    <a:pt x="30500" y="40438"/>
                    <a:pt x="33243" y="40849"/>
                    <a:pt x="35425" y="40849"/>
                  </a:cubicBezTo>
                  <a:cubicBezTo>
                    <a:pt x="37815" y="40849"/>
                    <a:pt x="39531" y="40356"/>
                    <a:pt x="39531" y="40356"/>
                  </a:cubicBezTo>
                  <a:cubicBezTo>
                    <a:pt x="34271" y="39649"/>
                    <a:pt x="30463" y="34389"/>
                    <a:pt x="29050" y="31523"/>
                  </a:cubicBezTo>
                  <a:lnTo>
                    <a:pt x="29050" y="31523"/>
                  </a:lnTo>
                  <a:cubicBezTo>
                    <a:pt x="30795" y="32125"/>
                    <a:pt x="34616" y="33142"/>
                    <a:pt x="36305" y="33142"/>
                  </a:cubicBezTo>
                  <a:cubicBezTo>
                    <a:pt x="36820" y="33142"/>
                    <a:pt x="37136" y="33048"/>
                    <a:pt x="37136" y="32818"/>
                  </a:cubicBezTo>
                  <a:cubicBezTo>
                    <a:pt x="32190" y="30188"/>
                    <a:pt x="29364" y="27283"/>
                    <a:pt x="27754" y="24849"/>
                  </a:cubicBezTo>
                  <a:lnTo>
                    <a:pt x="27754" y="24849"/>
                  </a:lnTo>
                  <a:cubicBezTo>
                    <a:pt x="29390" y="25399"/>
                    <a:pt x="30794" y="25582"/>
                    <a:pt x="31940" y="25582"/>
                  </a:cubicBezTo>
                  <a:cubicBezTo>
                    <a:pt x="34231" y="25582"/>
                    <a:pt x="35488" y="24849"/>
                    <a:pt x="35488" y="24849"/>
                  </a:cubicBezTo>
                  <a:cubicBezTo>
                    <a:pt x="32151" y="24261"/>
                    <a:pt x="29128" y="22612"/>
                    <a:pt x="26812" y="20139"/>
                  </a:cubicBezTo>
                  <a:lnTo>
                    <a:pt x="26812" y="20139"/>
                  </a:lnTo>
                  <a:cubicBezTo>
                    <a:pt x="28739" y="21492"/>
                    <a:pt x="30806" y="21838"/>
                    <a:pt x="32363" y="21838"/>
                  </a:cubicBezTo>
                  <a:cubicBezTo>
                    <a:pt x="33787" y="21838"/>
                    <a:pt x="34785" y="21548"/>
                    <a:pt x="34860" y="21473"/>
                  </a:cubicBezTo>
                  <a:cubicBezTo>
                    <a:pt x="30698" y="21473"/>
                    <a:pt x="19510" y="14093"/>
                    <a:pt x="19510" y="79"/>
                  </a:cubicBezTo>
                  <a:lnTo>
                    <a:pt x="195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60"/>
            <p:cNvSpPr/>
            <p:nvPr/>
          </p:nvSpPr>
          <p:spPr>
            <a:xfrm>
              <a:off x="1834363" y="3511623"/>
              <a:ext cx="222305" cy="784629"/>
            </a:xfrm>
            <a:custGeom>
              <a:avLst/>
              <a:gdLst/>
              <a:ahLst/>
              <a:cxnLst/>
              <a:rect l="l" t="t" r="r" b="b"/>
              <a:pathLst>
                <a:path w="4672" h="16489" extrusionOk="0">
                  <a:moveTo>
                    <a:pt x="0" y="1"/>
                  </a:moveTo>
                  <a:lnTo>
                    <a:pt x="0" y="16488"/>
                  </a:lnTo>
                  <a:lnTo>
                    <a:pt x="4672" y="16488"/>
                  </a:lnTo>
                  <a:lnTo>
                    <a:pt x="46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60"/>
            <p:cNvSpPr/>
            <p:nvPr/>
          </p:nvSpPr>
          <p:spPr>
            <a:xfrm>
              <a:off x="876087" y="1329886"/>
              <a:ext cx="2140689" cy="2485793"/>
            </a:xfrm>
            <a:custGeom>
              <a:avLst/>
              <a:gdLst/>
              <a:ahLst/>
              <a:cxnLst/>
              <a:rect l="l" t="t" r="r" b="b"/>
              <a:pathLst>
                <a:path w="44989" h="52239" extrusionOk="0">
                  <a:moveTo>
                    <a:pt x="22220" y="0"/>
                  </a:moveTo>
                  <a:cubicBezTo>
                    <a:pt x="22220" y="15938"/>
                    <a:pt x="12053" y="24025"/>
                    <a:pt x="4751" y="25399"/>
                  </a:cubicBezTo>
                  <a:cubicBezTo>
                    <a:pt x="5509" y="25624"/>
                    <a:pt x="6279" y="25720"/>
                    <a:pt x="7040" y="25720"/>
                  </a:cubicBezTo>
                  <a:cubicBezTo>
                    <a:pt x="11330" y="25720"/>
                    <a:pt x="15350" y="22690"/>
                    <a:pt x="15350" y="22690"/>
                  </a:cubicBezTo>
                  <a:lnTo>
                    <a:pt x="15350" y="22730"/>
                  </a:lnTo>
                  <a:cubicBezTo>
                    <a:pt x="12681" y="26223"/>
                    <a:pt x="8755" y="28579"/>
                    <a:pt x="4398" y="29325"/>
                  </a:cubicBezTo>
                  <a:cubicBezTo>
                    <a:pt x="4398" y="29325"/>
                    <a:pt x="5834" y="30167"/>
                    <a:pt x="8438" y="30167"/>
                  </a:cubicBezTo>
                  <a:cubicBezTo>
                    <a:pt x="9563" y="30167"/>
                    <a:pt x="10906" y="30010"/>
                    <a:pt x="12445" y="29560"/>
                  </a:cubicBezTo>
                  <a:lnTo>
                    <a:pt x="12445" y="29560"/>
                  </a:lnTo>
                  <a:cubicBezTo>
                    <a:pt x="9893" y="33329"/>
                    <a:pt x="6321" y="36312"/>
                    <a:pt x="2199" y="38275"/>
                  </a:cubicBezTo>
                  <a:cubicBezTo>
                    <a:pt x="2233" y="38309"/>
                    <a:pt x="2361" y="38325"/>
                    <a:pt x="2562" y="38325"/>
                  </a:cubicBezTo>
                  <a:cubicBezTo>
                    <a:pt x="3980" y="38325"/>
                    <a:pt x="9082" y="37535"/>
                    <a:pt x="11385" y="36744"/>
                  </a:cubicBezTo>
                  <a:lnTo>
                    <a:pt x="11385" y="36744"/>
                  </a:lnTo>
                  <a:cubicBezTo>
                    <a:pt x="9815" y="40042"/>
                    <a:pt x="5968" y="45655"/>
                    <a:pt x="1" y="46440"/>
                  </a:cubicBezTo>
                  <a:cubicBezTo>
                    <a:pt x="1" y="46440"/>
                    <a:pt x="1672" y="46784"/>
                    <a:pt x="3996" y="46784"/>
                  </a:cubicBezTo>
                  <a:cubicBezTo>
                    <a:pt x="6385" y="46784"/>
                    <a:pt x="9465" y="46421"/>
                    <a:pt x="12131" y="44949"/>
                  </a:cubicBezTo>
                  <a:lnTo>
                    <a:pt x="12131" y="44949"/>
                  </a:lnTo>
                  <a:cubicBezTo>
                    <a:pt x="11817" y="45852"/>
                    <a:pt x="8284" y="51033"/>
                    <a:pt x="4790" y="52093"/>
                  </a:cubicBezTo>
                  <a:cubicBezTo>
                    <a:pt x="5860" y="52152"/>
                    <a:pt x="6866" y="52179"/>
                    <a:pt x="7810" y="52179"/>
                  </a:cubicBezTo>
                  <a:cubicBezTo>
                    <a:pt x="20860" y="52179"/>
                    <a:pt x="22259" y="46990"/>
                    <a:pt x="22259" y="46990"/>
                  </a:cubicBezTo>
                  <a:cubicBezTo>
                    <a:pt x="22259" y="46990"/>
                    <a:pt x="23164" y="52239"/>
                    <a:pt x="37835" y="52239"/>
                  </a:cubicBezTo>
                  <a:cubicBezTo>
                    <a:pt x="38442" y="52239"/>
                    <a:pt x="39073" y="52230"/>
                    <a:pt x="39728" y="52211"/>
                  </a:cubicBezTo>
                  <a:cubicBezTo>
                    <a:pt x="39728" y="52211"/>
                    <a:pt x="31916" y="47893"/>
                    <a:pt x="31916" y="45302"/>
                  </a:cubicBezTo>
                  <a:lnTo>
                    <a:pt x="31916" y="45302"/>
                  </a:lnTo>
                  <a:cubicBezTo>
                    <a:pt x="34712" y="47054"/>
                    <a:pt x="37799" y="47514"/>
                    <a:pt x="40271" y="47514"/>
                  </a:cubicBezTo>
                  <a:cubicBezTo>
                    <a:pt x="43006" y="47514"/>
                    <a:pt x="44988" y="46951"/>
                    <a:pt x="44988" y="46951"/>
                  </a:cubicBezTo>
                  <a:cubicBezTo>
                    <a:pt x="38982" y="46166"/>
                    <a:pt x="34664" y="40159"/>
                    <a:pt x="33055" y="36901"/>
                  </a:cubicBezTo>
                  <a:lnTo>
                    <a:pt x="33055" y="36901"/>
                  </a:lnTo>
                  <a:cubicBezTo>
                    <a:pt x="35053" y="37567"/>
                    <a:pt x="39435" y="38748"/>
                    <a:pt x="41334" y="38748"/>
                  </a:cubicBezTo>
                  <a:cubicBezTo>
                    <a:pt x="41896" y="38748"/>
                    <a:pt x="42241" y="38644"/>
                    <a:pt x="42241" y="38393"/>
                  </a:cubicBezTo>
                  <a:cubicBezTo>
                    <a:pt x="36627" y="35370"/>
                    <a:pt x="33408" y="32073"/>
                    <a:pt x="31563" y="29325"/>
                  </a:cubicBezTo>
                  <a:lnTo>
                    <a:pt x="31563" y="29325"/>
                  </a:lnTo>
                  <a:cubicBezTo>
                    <a:pt x="33421" y="29953"/>
                    <a:pt x="35022" y="30162"/>
                    <a:pt x="36330" y="30162"/>
                  </a:cubicBezTo>
                  <a:cubicBezTo>
                    <a:pt x="38947" y="30162"/>
                    <a:pt x="40395" y="29325"/>
                    <a:pt x="40395" y="29325"/>
                  </a:cubicBezTo>
                  <a:cubicBezTo>
                    <a:pt x="36627" y="28697"/>
                    <a:pt x="33172" y="26812"/>
                    <a:pt x="30542" y="23986"/>
                  </a:cubicBezTo>
                  <a:lnTo>
                    <a:pt x="30542" y="23986"/>
                  </a:lnTo>
                  <a:cubicBezTo>
                    <a:pt x="32739" y="25526"/>
                    <a:pt x="35097" y="25917"/>
                    <a:pt x="36870" y="25917"/>
                  </a:cubicBezTo>
                  <a:cubicBezTo>
                    <a:pt x="38485" y="25917"/>
                    <a:pt x="39614" y="25592"/>
                    <a:pt x="39689" y="25517"/>
                  </a:cubicBezTo>
                  <a:cubicBezTo>
                    <a:pt x="34939" y="25517"/>
                    <a:pt x="22220" y="16056"/>
                    <a:pt x="22220" y="118"/>
                  </a:cubicBezTo>
                  <a:lnTo>
                    <a:pt x="22220" y="0"/>
                  </a:lnTo>
                  <a:close/>
                </a:path>
              </a:pathLst>
            </a:custGeom>
            <a:solidFill>
              <a:srgbClr val="82A6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60"/>
            <p:cNvSpPr/>
            <p:nvPr/>
          </p:nvSpPr>
          <p:spPr>
            <a:xfrm>
              <a:off x="1801721" y="1864246"/>
              <a:ext cx="2187177" cy="2430214"/>
            </a:xfrm>
            <a:custGeom>
              <a:avLst/>
              <a:gdLst/>
              <a:ahLst/>
              <a:cxnLst/>
              <a:rect l="l" t="t" r="r" b="b"/>
              <a:pathLst>
                <a:path w="45966" h="51071" extrusionOk="0">
                  <a:moveTo>
                    <a:pt x="21184" y="0"/>
                  </a:moveTo>
                  <a:cubicBezTo>
                    <a:pt x="19510" y="0"/>
                    <a:pt x="17477" y="332"/>
                    <a:pt x="15015" y="1175"/>
                  </a:cubicBezTo>
                  <a:cubicBezTo>
                    <a:pt x="7321" y="3805"/>
                    <a:pt x="5319" y="9772"/>
                    <a:pt x="10854" y="10361"/>
                  </a:cubicBezTo>
                  <a:cubicBezTo>
                    <a:pt x="10854" y="10361"/>
                    <a:pt x="2178" y="11343"/>
                    <a:pt x="2178" y="17074"/>
                  </a:cubicBezTo>
                  <a:cubicBezTo>
                    <a:pt x="2178" y="19911"/>
                    <a:pt x="4038" y="20632"/>
                    <a:pt x="5929" y="20632"/>
                  </a:cubicBezTo>
                  <a:cubicBezTo>
                    <a:pt x="7411" y="20632"/>
                    <a:pt x="8913" y="20189"/>
                    <a:pt x="9552" y="19975"/>
                  </a:cubicBezTo>
                  <a:lnTo>
                    <a:pt x="9552" y="19975"/>
                  </a:lnTo>
                  <a:cubicBezTo>
                    <a:pt x="7841" y="20609"/>
                    <a:pt x="0" y="23887"/>
                    <a:pt x="4141" y="29361"/>
                  </a:cubicBezTo>
                  <a:cubicBezTo>
                    <a:pt x="4141" y="29361"/>
                    <a:pt x="6135" y="30944"/>
                    <a:pt x="8606" y="30944"/>
                  </a:cubicBezTo>
                  <a:cubicBezTo>
                    <a:pt x="10026" y="30944"/>
                    <a:pt x="11605" y="30421"/>
                    <a:pt x="13052" y="28772"/>
                  </a:cubicBezTo>
                  <a:lnTo>
                    <a:pt x="13052" y="28772"/>
                  </a:lnTo>
                  <a:cubicBezTo>
                    <a:pt x="13051" y="28773"/>
                    <a:pt x="10383" y="32109"/>
                    <a:pt x="13327" y="33483"/>
                  </a:cubicBezTo>
                  <a:cubicBezTo>
                    <a:pt x="13783" y="33699"/>
                    <a:pt x="14228" y="33788"/>
                    <a:pt x="14662" y="33788"/>
                  </a:cubicBezTo>
                  <a:cubicBezTo>
                    <a:pt x="16633" y="33788"/>
                    <a:pt x="18378" y="31962"/>
                    <a:pt x="19895" y="31962"/>
                  </a:cubicBezTo>
                  <a:cubicBezTo>
                    <a:pt x="20229" y="31962"/>
                    <a:pt x="20552" y="32050"/>
                    <a:pt x="20864" y="32266"/>
                  </a:cubicBezTo>
                  <a:cubicBezTo>
                    <a:pt x="20864" y="32266"/>
                    <a:pt x="24790" y="37056"/>
                    <a:pt x="22434" y="51070"/>
                  </a:cubicBezTo>
                  <a:lnTo>
                    <a:pt x="26792" y="51070"/>
                  </a:lnTo>
                  <a:cubicBezTo>
                    <a:pt x="26792" y="51070"/>
                    <a:pt x="23219" y="34936"/>
                    <a:pt x="28833" y="31442"/>
                  </a:cubicBezTo>
                  <a:cubicBezTo>
                    <a:pt x="28833" y="31442"/>
                    <a:pt x="29313" y="31162"/>
                    <a:pt x="30020" y="31162"/>
                  </a:cubicBezTo>
                  <a:cubicBezTo>
                    <a:pt x="30714" y="31162"/>
                    <a:pt x="31628" y="31432"/>
                    <a:pt x="32523" y="32502"/>
                  </a:cubicBezTo>
                  <a:cubicBezTo>
                    <a:pt x="33003" y="33099"/>
                    <a:pt x="33849" y="33381"/>
                    <a:pt x="34822" y="33381"/>
                  </a:cubicBezTo>
                  <a:cubicBezTo>
                    <a:pt x="37428" y="33381"/>
                    <a:pt x="40949" y="31361"/>
                    <a:pt x="40806" y="27987"/>
                  </a:cubicBezTo>
                  <a:cubicBezTo>
                    <a:pt x="40695" y="25353"/>
                    <a:pt x="39548" y="24778"/>
                    <a:pt x="38569" y="24778"/>
                  </a:cubicBezTo>
                  <a:cubicBezTo>
                    <a:pt x="38510" y="24778"/>
                    <a:pt x="38451" y="24780"/>
                    <a:pt x="38393" y="24784"/>
                  </a:cubicBezTo>
                  <a:lnTo>
                    <a:pt x="38393" y="24784"/>
                  </a:lnTo>
                  <a:cubicBezTo>
                    <a:pt x="40825" y="24010"/>
                    <a:pt x="45965" y="21767"/>
                    <a:pt x="45635" y="16721"/>
                  </a:cubicBezTo>
                  <a:cubicBezTo>
                    <a:pt x="45437" y="13374"/>
                    <a:pt x="43230" y="12545"/>
                    <a:pt x="41093" y="12545"/>
                  </a:cubicBezTo>
                  <a:cubicBezTo>
                    <a:pt x="38993" y="12545"/>
                    <a:pt x="36959" y="13345"/>
                    <a:pt x="36959" y="13345"/>
                  </a:cubicBezTo>
                  <a:cubicBezTo>
                    <a:pt x="36959" y="13345"/>
                    <a:pt x="43868" y="10283"/>
                    <a:pt x="40924" y="7417"/>
                  </a:cubicBezTo>
                  <a:cubicBezTo>
                    <a:pt x="40028" y="6556"/>
                    <a:pt x="39071" y="6255"/>
                    <a:pt x="38171" y="6255"/>
                  </a:cubicBezTo>
                  <a:cubicBezTo>
                    <a:pt x="36095" y="6255"/>
                    <a:pt x="34322" y="7859"/>
                    <a:pt x="34290" y="7888"/>
                  </a:cubicBezTo>
                  <a:lnTo>
                    <a:pt x="34290" y="7888"/>
                  </a:lnTo>
                  <a:cubicBezTo>
                    <a:pt x="34334" y="7848"/>
                    <a:pt x="37737" y="4737"/>
                    <a:pt x="36566" y="3138"/>
                  </a:cubicBezTo>
                  <a:cubicBezTo>
                    <a:pt x="36200" y="2649"/>
                    <a:pt x="35449" y="2446"/>
                    <a:pt x="34541" y="2446"/>
                  </a:cubicBezTo>
                  <a:cubicBezTo>
                    <a:pt x="32530" y="2446"/>
                    <a:pt x="29746" y="3443"/>
                    <a:pt x="28637" y="4551"/>
                  </a:cubicBezTo>
                  <a:lnTo>
                    <a:pt x="28637" y="4551"/>
                  </a:lnTo>
                  <a:cubicBezTo>
                    <a:pt x="28654" y="4504"/>
                    <a:pt x="27352" y="0"/>
                    <a:pt x="21184" y="0"/>
                  </a:cubicBezTo>
                  <a:close/>
                </a:path>
              </a:pathLst>
            </a:custGeom>
            <a:solidFill>
              <a:srgbClr val="9ABC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60"/>
            <p:cNvSpPr/>
            <p:nvPr/>
          </p:nvSpPr>
          <p:spPr>
            <a:xfrm>
              <a:off x="155060" y="1438233"/>
              <a:ext cx="1572840" cy="2071661"/>
            </a:xfrm>
            <a:custGeom>
              <a:avLst/>
              <a:gdLst/>
              <a:ahLst/>
              <a:cxnLst/>
              <a:rect l="l" t="t" r="r" b="b"/>
              <a:pathLst>
                <a:path w="33055" h="43536" extrusionOk="0">
                  <a:moveTo>
                    <a:pt x="16528" y="0"/>
                  </a:moveTo>
                  <a:cubicBezTo>
                    <a:pt x="10639" y="0"/>
                    <a:pt x="5889" y="3062"/>
                    <a:pt x="5889" y="6831"/>
                  </a:cubicBezTo>
                  <a:cubicBezTo>
                    <a:pt x="5889" y="7223"/>
                    <a:pt x="5929" y="7577"/>
                    <a:pt x="6046" y="7930"/>
                  </a:cubicBezTo>
                  <a:cubicBezTo>
                    <a:pt x="4084" y="8911"/>
                    <a:pt x="2749" y="10442"/>
                    <a:pt x="2749" y="12209"/>
                  </a:cubicBezTo>
                  <a:cubicBezTo>
                    <a:pt x="2749" y="13544"/>
                    <a:pt x="3534" y="14761"/>
                    <a:pt x="4790" y="15703"/>
                  </a:cubicBezTo>
                  <a:cubicBezTo>
                    <a:pt x="2788" y="16684"/>
                    <a:pt x="1493" y="18215"/>
                    <a:pt x="1493" y="19982"/>
                  </a:cubicBezTo>
                  <a:cubicBezTo>
                    <a:pt x="1493" y="21513"/>
                    <a:pt x="2513" y="22926"/>
                    <a:pt x="4123" y="23907"/>
                  </a:cubicBezTo>
                  <a:cubicBezTo>
                    <a:pt x="2396" y="24889"/>
                    <a:pt x="1296" y="26341"/>
                    <a:pt x="1296" y="27951"/>
                  </a:cubicBezTo>
                  <a:cubicBezTo>
                    <a:pt x="1296" y="29285"/>
                    <a:pt x="2042" y="30502"/>
                    <a:pt x="3338" y="31444"/>
                  </a:cubicBezTo>
                  <a:cubicBezTo>
                    <a:pt x="1296" y="32426"/>
                    <a:pt x="1" y="33957"/>
                    <a:pt x="1" y="35723"/>
                  </a:cubicBezTo>
                  <a:cubicBezTo>
                    <a:pt x="1" y="38668"/>
                    <a:pt x="3730" y="41062"/>
                    <a:pt x="8363" y="41062"/>
                  </a:cubicBezTo>
                  <a:cubicBezTo>
                    <a:pt x="8637" y="41062"/>
                    <a:pt x="8912" y="41062"/>
                    <a:pt x="9148" y="41023"/>
                  </a:cubicBezTo>
                  <a:cubicBezTo>
                    <a:pt x="10522" y="42515"/>
                    <a:pt x="13309" y="43535"/>
                    <a:pt x="16528" y="43535"/>
                  </a:cubicBezTo>
                  <a:cubicBezTo>
                    <a:pt x="19747" y="43535"/>
                    <a:pt x="22534" y="42515"/>
                    <a:pt x="23869" y="41023"/>
                  </a:cubicBezTo>
                  <a:cubicBezTo>
                    <a:pt x="24144" y="41023"/>
                    <a:pt x="24418" y="41062"/>
                    <a:pt x="24693" y="41062"/>
                  </a:cubicBezTo>
                  <a:cubicBezTo>
                    <a:pt x="29286" y="41062"/>
                    <a:pt x="33055" y="38668"/>
                    <a:pt x="33055" y="35723"/>
                  </a:cubicBezTo>
                  <a:cubicBezTo>
                    <a:pt x="33015" y="33957"/>
                    <a:pt x="31720" y="32426"/>
                    <a:pt x="29718" y="31444"/>
                  </a:cubicBezTo>
                  <a:cubicBezTo>
                    <a:pt x="30974" y="30502"/>
                    <a:pt x="31720" y="29246"/>
                    <a:pt x="31720" y="27911"/>
                  </a:cubicBezTo>
                  <a:cubicBezTo>
                    <a:pt x="31720" y="26302"/>
                    <a:pt x="30621" y="24889"/>
                    <a:pt x="28894" y="23907"/>
                  </a:cubicBezTo>
                  <a:cubicBezTo>
                    <a:pt x="30503" y="22926"/>
                    <a:pt x="31524" y="21513"/>
                    <a:pt x="31524" y="19982"/>
                  </a:cubicBezTo>
                  <a:cubicBezTo>
                    <a:pt x="31524" y="18215"/>
                    <a:pt x="30228" y="16684"/>
                    <a:pt x="28226" y="15703"/>
                  </a:cubicBezTo>
                  <a:cubicBezTo>
                    <a:pt x="29482" y="14761"/>
                    <a:pt x="30268" y="13544"/>
                    <a:pt x="30268" y="12170"/>
                  </a:cubicBezTo>
                  <a:cubicBezTo>
                    <a:pt x="30268" y="10442"/>
                    <a:pt x="28972" y="8911"/>
                    <a:pt x="27009" y="7930"/>
                  </a:cubicBezTo>
                  <a:cubicBezTo>
                    <a:pt x="27088" y="7577"/>
                    <a:pt x="27127" y="7184"/>
                    <a:pt x="27127" y="6831"/>
                  </a:cubicBezTo>
                  <a:cubicBezTo>
                    <a:pt x="27127" y="3062"/>
                    <a:pt x="22377" y="0"/>
                    <a:pt x="165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60"/>
            <p:cNvSpPr/>
            <p:nvPr/>
          </p:nvSpPr>
          <p:spPr>
            <a:xfrm>
              <a:off x="855579" y="3418218"/>
              <a:ext cx="170012" cy="878038"/>
            </a:xfrm>
            <a:custGeom>
              <a:avLst/>
              <a:gdLst/>
              <a:ahLst/>
              <a:cxnLst/>
              <a:rect l="l" t="t" r="r" b="b"/>
              <a:pathLst>
                <a:path w="3573" h="18452" extrusionOk="0">
                  <a:moveTo>
                    <a:pt x="0" y="1"/>
                  </a:moveTo>
                  <a:lnTo>
                    <a:pt x="0" y="18451"/>
                  </a:lnTo>
                  <a:lnTo>
                    <a:pt x="3572" y="18451"/>
                  </a:lnTo>
                  <a:lnTo>
                    <a:pt x="3572" y="1"/>
                  </a:lnTo>
                  <a:close/>
                </a:path>
              </a:pathLst>
            </a:custGeom>
            <a:solidFill>
              <a:srgbClr val="9ABC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92" name="Google Shape;2392;p60"/>
          <p:cNvSpPr/>
          <p:nvPr/>
        </p:nvSpPr>
        <p:spPr>
          <a:xfrm rot="10800000" flipH="1">
            <a:off x="914400" y="2019600"/>
            <a:ext cx="7315200" cy="3162000"/>
          </a:xfrm>
          <a:prstGeom prst="round2SameRect">
            <a:avLst>
              <a:gd name="adj1" fmla="val 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60"/>
          <p:cNvSpPr/>
          <p:nvPr/>
        </p:nvSpPr>
        <p:spPr>
          <a:xfrm>
            <a:off x="1276350" y="2686050"/>
            <a:ext cx="1790700" cy="1819200"/>
          </a:xfrm>
          <a:prstGeom prst="roundRect">
            <a:avLst>
              <a:gd name="adj" fmla="val 7979"/>
            </a:avLst>
          </a:prstGeom>
          <a:solidFill>
            <a:schemeClr val="dk1"/>
          </a:solidFill>
          <a:ln w="2857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60"/>
          <p:cNvSpPr/>
          <p:nvPr/>
        </p:nvSpPr>
        <p:spPr>
          <a:xfrm>
            <a:off x="914400" y="1219200"/>
            <a:ext cx="7315200" cy="800100"/>
          </a:xfrm>
          <a:prstGeom prst="round2SameRect">
            <a:avLst>
              <a:gd name="adj1" fmla="val 16667"/>
              <a:gd name="adj2" fmla="val 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60"/>
          <p:cNvSpPr/>
          <p:nvPr/>
        </p:nvSpPr>
        <p:spPr>
          <a:xfrm>
            <a:off x="3676650" y="2686050"/>
            <a:ext cx="1790700" cy="1819200"/>
          </a:xfrm>
          <a:prstGeom prst="roundRect">
            <a:avLst>
              <a:gd name="adj" fmla="val 7447"/>
            </a:avLst>
          </a:prstGeom>
          <a:solidFill>
            <a:schemeClr val="dk1"/>
          </a:solidFill>
          <a:ln w="2857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60"/>
          <p:cNvSpPr/>
          <p:nvPr/>
        </p:nvSpPr>
        <p:spPr>
          <a:xfrm>
            <a:off x="6076950" y="2686050"/>
            <a:ext cx="1790700" cy="1819200"/>
          </a:xfrm>
          <a:prstGeom prst="roundRect">
            <a:avLst>
              <a:gd name="adj" fmla="val 7447"/>
            </a:avLst>
          </a:prstGeom>
          <a:solidFill>
            <a:schemeClr val="dk1"/>
          </a:solidFill>
          <a:ln w="2857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2397" name="Google Shape;2397;p60"/>
          <p:cNvGraphicFramePr/>
          <p:nvPr>
            <p:extLst>
              <p:ext uri="{D42A27DB-BD31-4B8C-83A1-F6EECF244321}">
                <p14:modId xmlns:p14="http://schemas.microsoft.com/office/powerpoint/2010/main" val="116022657"/>
              </p:ext>
            </p:extLst>
          </p:nvPr>
        </p:nvGraphicFramePr>
        <p:xfrm>
          <a:off x="979838" y="1289250"/>
          <a:ext cx="7184325" cy="3228175"/>
        </p:xfrm>
        <a:graphic>
          <a:graphicData uri="http://schemas.openxmlformats.org/drawingml/2006/table">
            <a:tbl>
              <a:tblPr>
                <a:noFill/>
                <a:tableStyleId>{97273FD9-47E8-44FA-BCE8-DAA0CA4FE539}</a:tableStyleId>
              </a:tblPr>
              <a:tblGrid>
                <a:gridCol w="2394775">
                  <a:extLst>
                    <a:ext uri="{9D8B030D-6E8A-4147-A177-3AD203B41FA5}">
                      <a16:colId xmlns:a16="http://schemas.microsoft.com/office/drawing/2014/main" val="20000"/>
                    </a:ext>
                  </a:extLst>
                </a:gridCol>
                <a:gridCol w="2394775">
                  <a:extLst>
                    <a:ext uri="{9D8B030D-6E8A-4147-A177-3AD203B41FA5}">
                      <a16:colId xmlns:a16="http://schemas.microsoft.com/office/drawing/2014/main" val="20001"/>
                    </a:ext>
                  </a:extLst>
                </a:gridCol>
                <a:gridCol w="2394775">
                  <a:extLst>
                    <a:ext uri="{9D8B030D-6E8A-4147-A177-3AD203B41FA5}">
                      <a16:colId xmlns:a16="http://schemas.microsoft.com/office/drawing/2014/main" val="20002"/>
                    </a:ext>
                  </a:extLst>
                </a:gridCol>
              </a:tblGrid>
              <a:tr h="670625">
                <a:tc>
                  <a:txBody>
                    <a:bodyPr/>
                    <a:lstStyle/>
                    <a:p>
                      <a:pPr marL="0" lvl="0" indent="0" algn="ctr" rtl="0">
                        <a:spcBef>
                          <a:spcPts val="0"/>
                        </a:spcBef>
                        <a:spcAft>
                          <a:spcPts val="0"/>
                        </a:spcAft>
                        <a:buNone/>
                      </a:pPr>
                      <a:r>
                        <a:rPr lang="en-US" sz="3000" dirty="0">
                          <a:solidFill>
                            <a:srgbClr val="FFFFFF"/>
                          </a:solidFill>
                          <a:latin typeface="Mouse Memoirs"/>
                          <a:ea typeface="Mouse Memoirs"/>
                          <a:cs typeface="Mouse Memoirs"/>
                          <a:sym typeface="Mouse Memoirs"/>
                        </a:rPr>
                        <a:t>Legal</a:t>
                      </a:r>
                      <a:endParaRPr sz="3000" dirty="0">
                        <a:solidFill>
                          <a:srgbClr val="FFFFFF"/>
                        </a:solidFill>
                        <a:latin typeface="Mouse Memoirs"/>
                        <a:ea typeface="Mouse Memoirs"/>
                        <a:cs typeface="Mouse Memoirs"/>
                        <a:sym typeface="Mouse Memoir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28575" cap="flat" cmpd="sng">
                      <a:solidFill>
                        <a:schemeClr val="accent6"/>
                      </a:solidFill>
                      <a:prstDash val="solid"/>
                      <a:round/>
                      <a:headEnd type="none" w="sm" len="sm"/>
                      <a:tailEnd type="none" w="sm" len="sm"/>
                    </a:lnT>
                    <a:lnB w="28575" cap="flat" cmpd="sng">
                      <a:solidFill>
                        <a:schemeClr val="accent6"/>
                      </a:solidFill>
                      <a:prstDash val="solid"/>
                      <a:round/>
                      <a:headEnd type="none" w="sm" len="sm"/>
                      <a:tailEnd type="none" w="sm" len="sm"/>
                    </a:lnB>
                  </a:tcPr>
                </a:tc>
                <a:tc>
                  <a:txBody>
                    <a:bodyPr/>
                    <a:lstStyle/>
                    <a:p>
                      <a:pPr marL="0" lvl="0" indent="0" algn="ctr" rtl="0">
                        <a:spcBef>
                          <a:spcPts val="0"/>
                        </a:spcBef>
                        <a:spcAft>
                          <a:spcPts val="0"/>
                        </a:spcAft>
                        <a:buNone/>
                      </a:pPr>
                      <a:r>
                        <a:rPr lang="en-US" sz="3000" dirty="0">
                          <a:solidFill>
                            <a:srgbClr val="FFFFFF"/>
                          </a:solidFill>
                          <a:latin typeface="Mouse Memoirs"/>
                          <a:ea typeface="Mouse Memoirs"/>
                          <a:cs typeface="Mouse Memoirs"/>
                          <a:sym typeface="Mouse Memoirs"/>
                        </a:rPr>
                        <a:t>Economic</a:t>
                      </a:r>
                      <a:endParaRPr sz="3000" dirty="0">
                        <a:solidFill>
                          <a:srgbClr val="FFFFFF"/>
                        </a:solidFill>
                        <a:latin typeface="Mouse Memoirs"/>
                        <a:ea typeface="Mouse Memoirs"/>
                        <a:cs typeface="Mouse Memoirs"/>
                        <a:sym typeface="Mouse Memoir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28575" cap="flat" cmpd="sng">
                      <a:solidFill>
                        <a:schemeClr val="accent6"/>
                      </a:solidFill>
                      <a:prstDash val="solid"/>
                      <a:round/>
                      <a:headEnd type="none" w="sm" len="sm"/>
                      <a:tailEnd type="none" w="sm" len="sm"/>
                    </a:lnT>
                    <a:lnB w="28575" cap="flat" cmpd="sng">
                      <a:solidFill>
                        <a:schemeClr val="accent6"/>
                      </a:solidFill>
                      <a:prstDash val="solid"/>
                      <a:round/>
                      <a:headEnd type="none" w="sm" len="sm"/>
                      <a:tailEnd type="none" w="sm" len="sm"/>
                    </a:lnB>
                  </a:tcPr>
                </a:tc>
                <a:tc>
                  <a:txBody>
                    <a:bodyPr/>
                    <a:lstStyle/>
                    <a:p>
                      <a:pPr marL="0" lvl="0" indent="0" algn="ctr" rtl="0">
                        <a:spcBef>
                          <a:spcPts val="0"/>
                        </a:spcBef>
                        <a:spcAft>
                          <a:spcPts val="0"/>
                        </a:spcAft>
                        <a:buNone/>
                      </a:pPr>
                      <a:r>
                        <a:rPr lang="en-US" sz="3000" dirty="0">
                          <a:solidFill>
                            <a:srgbClr val="FFFFFF"/>
                          </a:solidFill>
                          <a:latin typeface="Mouse Memoirs"/>
                          <a:ea typeface="Mouse Memoirs"/>
                          <a:cs typeface="Mouse Memoirs"/>
                          <a:sym typeface="Mouse Memoirs"/>
                        </a:rPr>
                        <a:t>Commercial</a:t>
                      </a:r>
                      <a:endParaRPr sz="3000" dirty="0">
                        <a:solidFill>
                          <a:srgbClr val="FFFFFF"/>
                        </a:solidFill>
                        <a:latin typeface="Mouse Memoirs"/>
                        <a:ea typeface="Mouse Memoirs"/>
                        <a:cs typeface="Mouse Memoirs"/>
                        <a:sym typeface="Mouse Memoir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28575" cap="flat" cmpd="sng">
                      <a:solidFill>
                        <a:schemeClr val="accent6"/>
                      </a:solidFill>
                      <a:prstDash val="solid"/>
                      <a:round/>
                      <a:headEnd type="none" w="sm" len="sm"/>
                      <a:tailEnd type="none" w="sm" len="sm"/>
                    </a:lnT>
                    <a:lnB w="28575" cap="flat" cmpd="sng">
                      <a:solidFill>
                        <a:schemeClr val="accent6"/>
                      </a:solidFill>
                      <a:prstDash val="solid"/>
                      <a:round/>
                      <a:headEnd type="none" w="sm" len="sm"/>
                      <a:tailEnd type="none" w="sm" len="sm"/>
                    </a:lnB>
                  </a:tcPr>
                </a:tc>
                <a:extLst>
                  <a:ext uri="{0D108BD9-81ED-4DB2-BD59-A6C34878D82A}">
                    <a16:rowId xmlns:a16="http://schemas.microsoft.com/office/drawing/2014/main" val="10000"/>
                  </a:ext>
                </a:extLst>
              </a:tr>
              <a:tr h="567950">
                <a:tc gridSpan="3">
                  <a:txBody>
                    <a:bodyPr/>
                    <a:lstStyle/>
                    <a:p>
                      <a:pPr marL="0" lvl="0" indent="0" algn="ctr" rtl="0">
                        <a:spcBef>
                          <a:spcPts val="0"/>
                        </a:spcBef>
                        <a:spcAft>
                          <a:spcPts val="0"/>
                        </a:spcAft>
                        <a:buNone/>
                      </a:pPr>
                      <a:endParaRPr sz="1600" dirty="0">
                        <a:solidFill>
                          <a:schemeClr val="accent6"/>
                        </a:solidFill>
                        <a:latin typeface="Catamaran"/>
                        <a:ea typeface="Catamaran"/>
                        <a:cs typeface="Catamaran"/>
                        <a:sym typeface="Catamara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28575" cap="flat" cmpd="sng">
                      <a:solidFill>
                        <a:schemeClr val="accent6"/>
                      </a:solidFill>
                      <a:prstDash val="solid"/>
                      <a:round/>
                      <a:headEnd type="none" w="sm" len="sm"/>
                      <a:tailEnd type="none" w="sm" len="sm"/>
                    </a:lnT>
                    <a:lnB w="28575" cap="flat" cmpd="sng">
                      <a:solidFill>
                        <a:schemeClr val="accent6">
                          <a:alpha val="0"/>
                        </a:schemeClr>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663200">
                <a:tc>
                  <a:txBody>
                    <a:bodyPr/>
                    <a:lstStyle/>
                    <a:p>
                      <a:pPr marL="0" lvl="0" indent="0" algn="ctr" rtl="0">
                        <a:spcBef>
                          <a:spcPts val="0"/>
                        </a:spcBef>
                        <a:spcAft>
                          <a:spcPts val="0"/>
                        </a:spcAft>
                        <a:buNone/>
                      </a:pPr>
                      <a:endParaRPr sz="1600" dirty="0">
                        <a:solidFill>
                          <a:schemeClr val="accent6"/>
                        </a:solidFill>
                        <a:latin typeface="Catamaran"/>
                        <a:ea typeface="Catamaran"/>
                        <a:cs typeface="Catamaran"/>
                        <a:sym typeface="Catamara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28575" cap="flat" cmpd="sng">
                      <a:solidFill>
                        <a:schemeClr val="accent6">
                          <a:alpha val="0"/>
                        </a:schemeClr>
                      </a:solidFill>
                      <a:prstDash val="solid"/>
                      <a:round/>
                      <a:headEnd type="none" w="sm" len="sm"/>
                      <a:tailEnd type="none" w="sm" len="sm"/>
                    </a:lnT>
                    <a:lnB w="19050" cap="flat" cmpd="sng">
                      <a:solidFill>
                        <a:schemeClr val="accent6">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sz="1600" dirty="0">
                        <a:solidFill>
                          <a:schemeClr val="accent6"/>
                        </a:solidFill>
                        <a:latin typeface="Catamaran"/>
                        <a:ea typeface="Catamaran"/>
                        <a:cs typeface="Catamaran"/>
                        <a:sym typeface="Catamara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28575" cap="flat" cmpd="sng">
                      <a:solidFill>
                        <a:schemeClr val="accent6">
                          <a:alpha val="0"/>
                        </a:schemeClr>
                      </a:solidFill>
                      <a:prstDash val="solid"/>
                      <a:round/>
                      <a:headEnd type="none" w="sm" len="sm"/>
                      <a:tailEnd type="none" w="sm" len="sm"/>
                    </a:lnT>
                    <a:lnB w="19050" cap="flat" cmpd="sng">
                      <a:solidFill>
                        <a:schemeClr val="accent6">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sz="1600" dirty="0">
                        <a:solidFill>
                          <a:schemeClr val="accent6"/>
                        </a:solidFill>
                        <a:latin typeface="Catamaran"/>
                        <a:ea typeface="Catamaran"/>
                        <a:cs typeface="Catamaran"/>
                        <a:sym typeface="Catamara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28575" cap="flat" cmpd="sng">
                      <a:solidFill>
                        <a:schemeClr val="accent6">
                          <a:alpha val="0"/>
                        </a:schemeClr>
                      </a:solidFill>
                      <a:prstDash val="solid"/>
                      <a:round/>
                      <a:headEnd type="none" w="sm" len="sm"/>
                      <a:tailEnd type="none" w="sm" len="sm"/>
                    </a:lnT>
                    <a:lnB w="19050" cap="flat" cmpd="sng">
                      <a:solidFill>
                        <a:schemeClr val="accent6">
                          <a:alpha val="0"/>
                        </a:schemeClr>
                      </a:solidFill>
                      <a:prstDash val="solid"/>
                      <a:round/>
                      <a:headEnd type="none" w="sm" len="sm"/>
                      <a:tailEnd type="none" w="sm" len="sm"/>
                    </a:lnB>
                  </a:tcPr>
                </a:tc>
                <a:extLst>
                  <a:ext uri="{0D108BD9-81ED-4DB2-BD59-A6C34878D82A}">
                    <a16:rowId xmlns:a16="http://schemas.microsoft.com/office/drawing/2014/main" val="10002"/>
                  </a:ext>
                </a:extLst>
              </a:tr>
              <a:tr h="663200">
                <a:tc>
                  <a:txBody>
                    <a:bodyPr/>
                    <a:lstStyle/>
                    <a:p>
                      <a:pPr marL="0" lvl="0" indent="0" algn="ctr" rtl="0">
                        <a:spcBef>
                          <a:spcPts val="0"/>
                        </a:spcBef>
                        <a:spcAft>
                          <a:spcPts val="0"/>
                        </a:spcAft>
                        <a:buNone/>
                      </a:pPr>
                      <a:endParaRPr sz="1600" dirty="0">
                        <a:solidFill>
                          <a:schemeClr val="accent6"/>
                        </a:solidFill>
                        <a:latin typeface="Catamaran"/>
                        <a:ea typeface="Catamaran"/>
                        <a:cs typeface="Catamaran"/>
                        <a:sym typeface="Catamara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6">
                          <a:alpha val="0"/>
                        </a:schemeClr>
                      </a:solidFill>
                      <a:prstDash val="solid"/>
                      <a:round/>
                      <a:headEnd type="none" w="sm" len="sm"/>
                      <a:tailEnd type="none" w="sm" len="sm"/>
                    </a:lnT>
                    <a:lnB w="19050" cap="flat" cmpd="sng">
                      <a:solidFill>
                        <a:schemeClr val="accent6">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sz="1600" dirty="0">
                        <a:solidFill>
                          <a:schemeClr val="accent6"/>
                        </a:solidFill>
                        <a:latin typeface="Catamaran"/>
                        <a:ea typeface="Catamaran"/>
                        <a:cs typeface="Catamaran"/>
                        <a:sym typeface="Catamara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6">
                          <a:alpha val="0"/>
                        </a:schemeClr>
                      </a:solidFill>
                      <a:prstDash val="solid"/>
                      <a:round/>
                      <a:headEnd type="none" w="sm" len="sm"/>
                      <a:tailEnd type="none" w="sm" len="sm"/>
                    </a:lnT>
                    <a:lnB w="19050" cap="flat" cmpd="sng">
                      <a:solidFill>
                        <a:schemeClr val="accent6">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sz="1600" dirty="0">
                        <a:solidFill>
                          <a:schemeClr val="accent6"/>
                        </a:solidFill>
                        <a:latin typeface="Catamaran"/>
                        <a:ea typeface="Catamaran"/>
                        <a:cs typeface="Catamaran"/>
                        <a:sym typeface="Catamara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6">
                          <a:alpha val="0"/>
                        </a:schemeClr>
                      </a:solidFill>
                      <a:prstDash val="solid"/>
                      <a:round/>
                      <a:headEnd type="none" w="sm" len="sm"/>
                      <a:tailEnd type="none" w="sm" len="sm"/>
                    </a:lnT>
                    <a:lnB w="19050" cap="flat" cmpd="sng">
                      <a:solidFill>
                        <a:schemeClr val="accent6">
                          <a:alpha val="0"/>
                        </a:schemeClr>
                      </a:solidFill>
                      <a:prstDash val="solid"/>
                      <a:round/>
                      <a:headEnd type="none" w="sm" len="sm"/>
                      <a:tailEnd type="none" w="sm" len="sm"/>
                    </a:lnB>
                  </a:tcPr>
                </a:tc>
                <a:extLst>
                  <a:ext uri="{0D108BD9-81ED-4DB2-BD59-A6C34878D82A}">
                    <a16:rowId xmlns:a16="http://schemas.microsoft.com/office/drawing/2014/main" val="10003"/>
                  </a:ext>
                </a:extLst>
              </a:tr>
              <a:tr h="663200">
                <a:tc>
                  <a:txBody>
                    <a:bodyPr/>
                    <a:lstStyle/>
                    <a:p>
                      <a:pPr marL="0" lvl="0" indent="0" algn="ctr" rtl="0">
                        <a:spcBef>
                          <a:spcPts val="0"/>
                        </a:spcBef>
                        <a:spcAft>
                          <a:spcPts val="0"/>
                        </a:spcAft>
                        <a:buNone/>
                      </a:pPr>
                      <a:endParaRPr sz="1600" dirty="0">
                        <a:solidFill>
                          <a:schemeClr val="accent6"/>
                        </a:solidFill>
                        <a:latin typeface="Catamaran"/>
                        <a:ea typeface="Catamaran"/>
                        <a:cs typeface="Catamaran"/>
                        <a:sym typeface="Catamara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6">
                          <a:alpha val="0"/>
                        </a:scheme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1600" dirty="0">
                        <a:solidFill>
                          <a:schemeClr val="accent6"/>
                        </a:solidFill>
                        <a:latin typeface="Catamaran"/>
                        <a:ea typeface="Catamaran"/>
                        <a:cs typeface="Catamaran"/>
                        <a:sym typeface="Catamara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6">
                          <a:alpha val="0"/>
                        </a:scheme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1600" dirty="0">
                        <a:solidFill>
                          <a:schemeClr val="accent6"/>
                        </a:solidFill>
                        <a:latin typeface="Catamaran"/>
                        <a:ea typeface="Catamaran"/>
                        <a:cs typeface="Catamaran"/>
                        <a:sym typeface="Catamara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6">
                          <a:alpha val="0"/>
                        </a:scheme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2398" name="Google Shape;2398;p60"/>
          <p:cNvSpPr txBox="1">
            <a:spLocks noGrp="1"/>
          </p:cNvSpPr>
          <p:nvPr>
            <p:ph type="title"/>
          </p:nvPr>
        </p:nvSpPr>
        <p:spPr>
          <a:xfrm>
            <a:off x="713225" y="330725"/>
            <a:ext cx="7717800" cy="713400"/>
          </a:xfrm>
          <a:prstGeom prst="rect">
            <a:avLst/>
          </a:prstGeom>
        </p:spPr>
        <p:txBody>
          <a:bodyPr spcFirstLastPara="1" wrap="square" lIns="91425" tIns="91425" rIns="91425" bIns="91425" anchor="t" anchorCtr="0">
            <a:noAutofit/>
          </a:bodyPr>
          <a:lstStyle/>
          <a:p>
            <a:pPr lvl="0"/>
            <a:r>
              <a:rPr lang="en-US" dirty="0"/>
              <a:t>Context Overview</a:t>
            </a:r>
            <a:endParaRPr dirty="0"/>
          </a:p>
        </p:txBody>
      </p:sp>
      <p:sp>
        <p:nvSpPr>
          <p:cNvPr id="2" name="Rectangle: Rounded Corners 1">
            <a:extLst>
              <a:ext uri="{FF2B5EF4-FFF2-40B4-BE49-F238E27FC236}">
                <a16:creationId xmlns:a16="http://schemas.microsoft.com/office/drawing/2014/main" id="{8395584B-F3FC-47C2-B4B8-92881ABC6150}"/>
              </a:ext>
            </a:extLst>
          </p:cNvPr>
          <p:cNvSpPr/>
          <p:nvPr/>
        </p:nvSpPr>
        <p:spPr>
          <a:xfrm>
            <a:off x="1220457" y="2286000"/>
            <a:ext cx="1996554" cy="2509297"/>
          </a:xfrm>
          <a:prstGeom prst="roundRect">
            <a:avLst/>
          </a:prstGeom>
          <a:ln>
            <a:solidFill>
              <a:srgbClr val="3B3B3B"/>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E51373B2-DC7E-42B8-8EB4-77714552E30E}"/>
              </a:ext>
            </a:extLst>
          </p:cNvPr>
          <p:cNvSpPr/>
          <p:nvPr/>
        </p:nvSpPr>
        <p:spPr>
          <a:xfrm>
            <a:off x="3596308" y="2310390"/>
            <a:ext cx="1996554" cy="2509297"/>
          </a:xfrm>
          <a:prstGeom prst="roundRect">
            <a:avLst/>
          </a:prstGeom>
          <a:ln>
            <a:solidFill>
              <a:srgbClr val="3B3B3B"/>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0DD2D768-81D1-4B2C-8C05-53C554C3CA9A}"/>
              </a:ext>
            </a:extLst>
          </p:cNvPr>
          <p:cNvSpPr/>
          <p:nvPr/>
        </p:nvSpPr>
        <p:spPr>
          <a:xfrm>
            <a:off x="5994450" y="2310390"/>
            <a:ext cx="1996554" cy="2509297"/>
          </a:xfrm>
          <a:prstGeom prst="roundRect">
            <a:avLst/>
          </a:prstGeom>
          <a:ln>
            <a:solidFill>
              <a:srgbClr val="3B3B3B"/>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FEE2A8A4-4A29-44F7-9140-92304359C145}"/>
              </a:ext>
            </a:extLst>
          </p:cNvPr>
          <p:cNvSpPr>
            <a:spLocks noChangeArrowheads="1"/>
          </p:cNvSpPr>
          <p:nvPr/>
        </p:nvSpPr>
        <p:spPr bwMode="auto">
          <a:xfrm>
            <a:off x="1219962" y="2811354"/>
            <a:ext cx="1962247"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3B3B3B"/>
                </a:solidFill>
                <a:effectLst/>
                <a:latin typeface="Catamaran" panose="020B0604020202020204" charset="0"/>
                <a:cs typeface="Catamaran" panose="020B0604020202020204" charset="0"/>
              </a:rPr>
              <a:t>The system complies with national and international child safety regulations and transportation laws to ensure full legal adherence.</a:t>
            </a:r>
          </a:p>
        </p:txBody>
      </p:sp>
      <p:sp>
        <p:nvSpPr>
          <p:cNvPr id="5" name="Rectangle 2">
            <a:extLst>
              <a:ext uri="{FF2B5EF4-FFF2-40B4-BE49-F238E27FC236}">
                <a16:creationId xmlns:a16="http://schemas.microsoft.com/office/drawing/2014/main" id="{BDE974E1-6E90-40C3-81E8-37E3D5E98396}"/>
              </a:ext>
            </a:extLst>
          </p:cNvPr>
          <p:cNvSpPr>
            <a:spLocks noChangeArrowheads="1"/>
          </p:cNvSpPr>
          <p:nvPr/>
        </p:nvSpPr>
        <p:spPr bwMode="auto">
          <a:xfrm>
            <a:off x="3616579" y="2949853"/>
            <a:ext cx="1931387"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3B3B3B"/>
                </a:solidFill>
                <a:effectLst/>
                <a:latin typeface="Catamaran" panose="020B0604020202020204" charset="0"/>
                <a:cs typeface="Catamaran" panose="020B0604020202020204" charset="0"/>
              </a:rPr>
              <a:t>Designed to be cost-effective, using affordable components, low maintenance, and minimizing operational costs.</a:t>
            </a:r>
          </a:p>
        </p:txBody>
      </p:sp>
      <p:sp>
        <p:nvSpPr>
          <p:cNvPr id="8" name="Rectangle 7">
            <a:extLst>
              <a:ext uri="{FF2B5EF4-FFF2-40B4-BE49-F238E27FC236}">
                <a16:creationId xmlns:a16="http://schemas.microsoft.com/office/drawing/2014/main" id="{E7FF157E-F98B-4F78-8831-FAA39386B31E}"/>
              </a:ext>
            </a:extLst>
          </p:cNvPr>
          <p:cNvSpPr/>
          <p:nvPr/>
        </p:nvSpPr>
        <p:spPr>
          <a:xfrm>
            <a:off x="6019707" y="2863053"/>
            <a:ext cx="1929458" cy="1600438"/>
          </a:xfrm>
          <a:prstGeom prst="rect">
            <a:avLst/>
          </a:prstGeom>
        </p:spPr>
        <p:txBody>
          <a:bodyPr wrap="square">
            <a:spAutoFit/>
          </a:bodyPr>
          <a:lstStyle/>
          <a:p>
            <a:pPr algn="ctr"/>
            <a:r>
              <a:rPr lang="en-US" dirty="0">
                <a:latin typeface="Catamaran" panose="020B0604020202020204" charset="0"/>
                <a:cs typeface="Catamaran" panose="020B0604020202020204" charset="0"/>
              </a:rPr>
              <a:t>The project has potential for adoption in school buses, public transport, and private fleets, offering a marketable safety solution.</a:t>
            </a:r>
          </a:p>
        </p:txBody>
      </p:sp>
      <p:grpSp>
        <p:nvGrpSpPr>
          <p:cNvPr id="3" name="Group 2">
            <a:extLst>
              <a:ext uri="{FF2B5EF4-FFF2-40B4-BE49-F238E27FC236}">
                <a16:creationId xmlns:a16="http://schemas.microsoft.com/office/drawing/2014/main" id="{D9D843B0-0571-45E5-8FC3-9C9631082E1A}"/>
              </a:ext>
            </a:extLst>
          </p:cNvPr>
          <p:cNvGrpSpPr/>
          <p:nvPr/>
        </p:nvGrpSpPr>
        <p:grpSpPr>
          <a:xfrm>
            <a:off x="914400" y="5330617"/>
            <a:ext cx="7315200" cy="3962400"/>
            <a:chOff x="914400" y="5330617"/>
            <a:chExt cx="7315200" cy="3962400"/>
          </a:xfrm>
        </p:grpSpPr>
        <p:sp>
          <p:nvSpPr>
            <p:cNvPr id="35" name="Google Shape;2392;p60">
              <a:extLst>
                <a:ext uri="{FF2B5EF4-FFF2-40B4-BE49-F238E27FC236}">
                  <a16:creationId xmlns:a16="http://schemas.microsoft.com/office/drawing/2014/main" id="{F53DC366-FA84-45DF-9920-28E281EAE290}"/>
                </a:ext>
              </a:extLst>
            </p:cNvPr>
            <p:cNvSpPr/>
            <p:nvPr/>
          </p:nvSpPr>
          <p:spPr>
            <a:xfrm rot="10800000" flipH="1">
              <a:off x="914400" y="6131017"/>
              <a:ext cx="7315200" cy="3162000"/>
            </a:xfrm>
            <a:prstGeom prst="round2SameRect">
              <a:avLst>
                <a:gd name="adj1" fmla="val 0"/>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393;p60">
              <a:extLst>
                <a:ext uri="{FF2B5EF4-FFF2-40B4-BE49-F238E27FC236}">
                  <a16:creationId xmlns:a16="http://schemas.microsoft.com/office/drawing/2014/main" id="{7BB26F4A-B269-4A3C-94C7-47272294A79F}"/>
                </a:ext>
              </a:extLst>
            </p:cNvPr>
            <p:cNvSpPr/>
            <p:nvPr/>
          </p:nvSpPr>
          <p:spPr>
            <a:xfrm>
              <a:off x="1276350" y="6797467"/>
              <a:ext cx="1790700" cy="1819200"/>
            </a:xfrm>
            <a:prstGeom prst="roundRect">
              <a:avLst>
                <a:gd name="adj" fmla="val 7979"/>
              </a:avLst>
            </a:prstGeom>
            <a:solidFill>
              <a:schemeClr val="dk1"/>
            </a:solidFill>
            <a:ln w="2857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394;p60">
              <a:extLst>
                <a:ext uri="{FF2B5EF4-FFF2-40B4-BE49-F238E27FC236}">
                  <a16:creationId xmlns:a16="http://schemas.microsoft.com/office/drawing/2014/main" id="{1CE35600-A5E1-4AD6-9A7B-3BE455BB44A7}"/>
                </a:ext>
              </a:extLst>
            </p:cNvPr>
            <p:cNvSpPr/>
            <p:nvPr/>
          </p:nvSpPr>
          <p:spPr>
            <a:xfrm>
              <a:off x="914400" y="5330617"/>
              <a:ext cx="7315200" cy="800100"/>
            </a:xfrm>
            <a:prstGeom prst="round2SameRect">
              <a:avLst>
                <a:gd name="adj1" fmla="val 16667"/>
                <a:gd name="adj2" fmla="val 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395;p60">
              <a:extLst>
                <a:ext uri="{FF2B5EF4-FFF2-40B4-BE49-F238E27FC236}">
                  <a16:creationId xmlns:a16="http://schemas.microsoft.com/office/drawing/2014/main" id="{299DC147-C9CD-4F2B-AA1B-AF75591BA65D}"/>
                </a:ext>
              </a:extLst>
            </p:cNvPr>
            <p:cNvSpPr/>
            <p:nvPr/>
          </p:nvSpPr>
          <p:spPr>
            <a:xfrm>
              <a:off x="3676650" y="6797467"/>
              <a:ext cx="1790700" cy="1819200"/>
            </a:xfrm>
            <a:prstGeom prst="roundRect">
              <a:avLst>
                <a:gd name="adj" fmla="val 7447"/>
              </a:avLst>
            </a:prstGeom>
            <a:solidFill>
              <a:schemeClr val="dk1"/>
            </a:solidFill>
            <a:ln w="2857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396;p60">
              <a:extLst>
                <a:ext uri="{FF2B5EF4-FFF2-40B4-BE49-F238E27FC236}">
                  <a16:creationId xmlns:a16="http://schemas.microsoft.com/office/drawing/2014/main" id="{2EC83EF9-542F-4432-ABAD-B2CF9222269A}"/>
                </a:ext>
              </a:extLst>
            </p:cNvPr>
            <p:cNvSpPr/>
            <p:nvPr/>
          </p:nvSpPr>
          <p:spPr>
            <a:xfrm>
              <a:off x="6076950" y="6797467"/>
              <a:ext cx="1790700" cy="1819200"/>
            </a:xfrm>
            <a:prstGeom prst="roundRect">
              <a:avLst>
                <a:gd name="adj" fmla="val 7447"/>
              </a:avLst>
            </a:prstGeom>
            <a:solidFill>
              <a:schemeClr val="dk1"/>
            </a:solidFill>
            <a:ln w="2857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40" name="Google Shape;2397;p60">
              <a:extLst>
                <a:ext uri="{FF2B5EF4-FFF2-40B4-BE49-F238E27FC236}">
                  <a16:creationId xmlns:a16="http://schemas.microsoft.com/office/drawing/2014/main" id="{A254A9DC-4A9F-466E-8A53-8A2FA567902D}"/>
                </a:ext>
              </a:extLst>
            </p:cNvPr>
            <p:cNvGraphicFramePr/>
            <p:nvPr>
              <p:extLst>
                <p:ext uri="{D42A27DB-BD31-4B8C-83A1-F6EECF244321}">
                  <p14:modId xmlns:p14="http://schemas.microsoft.com/office/powerpoint/2010/main" val="521212098"/>
                </p:ext>
              </p:extLst>
            </p:nvPr>
          </p:nvGraphicFramePr>
          <p:xfrm>
            <a:off x="979838" y="5400667"/>
            <a:ext cx="7184325" cy="3228175"/>
          </p:xfrm>
          <a:graphic>
            <a:graphicData uri="http://schemas.openxmlformats.org/drawingml/2006/table">
              <a:tbl>
                <a:tblPr>
                  <a:noFill/>
                  <a:tableStyleId>{97273FD9-47E8-44FA-BCE8-DAA0CA4FE539}</a:tableStyleId>
                </a:tblPr>
                <a:tblGrid>
                  <a:gridCol w="2394775">
                    <a:extLst>
                      <a:ext uri="{9D8B030D-6E8A-4147-A177-3AD203B41FA5}">
                        <a16:colId xmlns:a16="http://schemas.microsoft.com/office/drawing/2014/main" val="20000"/>
                      </a:ext>
                    </a:extLst>
                  </a:gridCol>
                  <a:gridCol w="2394775">
                    <a:extLst>
                      <a:ext uri="{9D8B030D-6E8A-4147-A177-3AD203B41FA5}">
                        <a16:colId xmlns:a16="http://schemas.microsoft.com/office/drawing/2014/main" val="20001"/>
                      </a:ext>
                    </a:extLst>
                  </a:gridCol>
                  <a:gridCol w="2394775">
                    <a:extLst>
                      <a:ext uri="{9D8B030D-6E8A-4147-A177-3AD203B41FA5}">
                        <a16:colId xmlns:a16="http://schemas.microsoft.com/office/drawing/2014/main" val="20002"/>
                      </a:ext>
                    </a:extLst>
                  </a:gridCol>
                </a:tblGrid>
                <a:tr h="670625">
                  <a:tc>
                    <a:txBody>
                      <a:bodyPr/>
                      <a:lstStyle/>
                      <a:p>
                        <a:pPr marL="0" lvl="0" indent="0" algn="ctr" rtl="0">
                          <a:spcBef>
                            <a:spcPts val="0"/>
                          </a:spcBef>
                          <a:spcAft>
                            <a:spcPts val="0"/>
                          </a:spcAft>
                          <a:buNone/>
                        </a:pPr>
                        <a:r>
                          <a:rPr lang="en-US" sz="3000" dirty="0">
                            <a:solidFill>
                              <a:srgbClr val="FFFFFF"/>
                            </a:solidFill>
                            <a:latin typeface="Mouse Memoirs"/>
                            <a:ea typeface="Mouse Memoirs"/>
                            <a:cs typeface="Mouse Memoirs"/>
                            <a:sym typeface="Mouse Memoirs"/>
                          </a:rPr>
                          <a:t>Safety</a:t>
                        </a:r>
                        <a:endParaRPr sz="3000" dirty="0">
                          <a:solidFill>
                            <a:srgbClr val="FFFFFF"/>
                          </a:solidFill>
                          <a:latin typeface="Mouse Memoirs"/>
                          <a:ea typeface="Mouse Memoirs"/>
                          <a:cs typeface="Mouse Memoirs"/>
                          <a:sym typeface="Mouse Memoir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28575" cap="flat" cmpd="sng">
                        <a:solidFill>
                          <a:schemeClr val="accent6"/>
                        </a:solidFill>
                        <a:prstDash val="solid"/>
                        <a:round/>
                        <a:headEnd type="none" w="sm" len="sm"/>
                        <a:tailEnd type="none" w="sm" len="sm"/>
                      </a:lnT>
                      <a:lnB w="28575" cap="flat" cmpd="sng">
                        <a:solidFill>
                          <a:schemeClr val="accent6"/>
                        </a:solidFill>
                        <a:prstDash val="solid"/>
                        <a:round/>
                        <a:headEnd type="none" w="sm" len="sm"/>
                        <a:tailEnd type="none" w="sm" len="sm"/>
                      </a:lnB>
                    </a:tcPr>
                  </a:tc>
                  <a:tc>
                    <a:txBody>
                      <a:bodyPr/>
                      <a:lstStyle/>
                      <a:p>
                        <a:pPr marL="0" lvl="0" indent="0" algn="ctr" rtl="0">
                          <a:spcBef>
                            <a:spcPts val="0"/>
                          </a:spcBef>
                          <a:spcAft>
                            <a:spcPts val="0"/>
                          </a:spcAft>
                          <a:buNone/>
                        </a:pPr>
                        <a:r>
                          <a:rPr lang="en-US" sz="3000" dirty="0">
                            <a:solidFill>
                              <a:srgbClr val="FFFFFF"/>
                            </a:solidFill>
                            <a:latin typeface="Mouse Memoirs"/>
                            <a:ea typeface="Mouse Memoirs"/>
                            <a:cs typeface="Mouse Memoirs"/>
                            <a:sym typeface="Mouse Memoirs"/>
                          </a:rPr>
                          <a:t>Environmental</a:t>
                        </a:r>
                        <a:endParaRPr sz="3000" dirty="0">
                          <a:solidFill>
                            <a:srgbClr val="FFFFFF"/>
                          </a:solidFill>
                          <a:latin typeface="Mouse Memoirs"/>
                          <a:ea typeface="Mouse Memoirs"/>
                          <a:cs typeface="Mouse Memoirs"/>
                          <a:sym typeface="Mouse Memoir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28575" cap="flat" cmpd="sng">
                        <a:solidFill>
                          <a:schemeClr val="accent6"/>
                        </a:solidFill>
                        <a:prstDash val="solid"/>
                        <a:round/>
                        <a:headEnd type="none" w="sm" len="sm"/>
                        <a:tailEnd type="none" w="sm" len="sm"/>
                      </a:lnT>
                      <a:lnB w="28575" cap="flat" cmpd="sng">
                        <a:solidFill>
                          <a:schemeClr val="accent6"/>
                        </a:solidFill>
                        <a:prstDash val="solid"/>
                        <a:round/>
                        <a:headEnd type="none" w="sm" len="sm"/>
                        <a:tailEnd type="none" w="sm" len="sm"/>
                      </a:lnB>
                    </a:tcPr>
                  </a:tc>
                  <a:tc>
                    <a:txBody>
                      <a:bodyPr/>
                      <a:lstStyle/>
                      <a:p>
                        <a:pPr marL="0" lvl="0" indent="0" algn="ctr" rtl="0">
                          <a:spcBef>
                            <a:spcPts val="0"/>
                          </a:spcBef>
                          <a:spcAft>
                            <a:spcPts val="0"/>
                          </a:spcAft>
                          <a:buNone/>
                        </a:pPr>
                        <a:r>
                          <a:rPr lang="en-US" sz="3000" dirty="0">
                            <a:solidFill>
                              <a:srgbClr val="FFFFFF"/>
                            </a:solidFill>
                            <a:latin typeface="Mouse Memoirs"/>
                            <a:ea typeface="Mouse Memoirs"/>
                            <a:cs typeface="Mouse Memoirs"/>
                            <a:sym typeface="Mouse Memoirs"/>
                          </a:rPr>
                          <a:t>Societal</a:t>
                        </a:r>
                        <a:endParaRPr sz="3000" dirty="0">
                          <a:solidFill>
                            <a:srgbClr val="FFFFFF"/>
                          </a:solidFill>
                          <a:latin typeface="Mouse Memoirs"/>
                          <a:ea typeface="Mouse Memoirs"/>
                          <a:cs typeface="Mouse Memoirs"/>
                          <a:sym typeface="Mouse Memoirs"/>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28575" cap="flat" cmpd="sng">
                        <a:solidFill>
                          <a:schemeClr val="accent6"/>
                        </a:solidFill>
                        <a:prstDash val="solid"/>
                        <a:round/>
                        <a:headEnd type="none" w="sm" len="sm"/>
                        <a:tailEnd type="none" w="sm" len="sm"/>
                      </a:lnT>
                      <a:lnB w="28575" cap="flat" cmpd="sng">
                        <a:solidFill>
                          <a:schemeClr val="accent6"/>
                        </a:solidFill>
                        <a:prstDash val="solid"/>
                        <a:round/>
                        <a:headEnd type="none" w="sm" len="sm"/>
                        <a:tailEnd type="none" w="sm" len="sm"/>
                      </a:lnB>
                    </a:tcPr>
                  </a:tc>
                  <a:extLst>
                    <a:ext uri="{0D108BD9-81ED-4DB2-BD59-A6C34878D82A}">
                      <a16:rowId xmlns:a16="http://schemas.microsoft.com/office/drawing/2014/main" val="10000"/>
                    </a:ext>
                  </a:extLst>
                </a:tr>
                <a:tr h="567950">
                  <a:tc gridSpan="3">
                    <a:txBody>
                      <a:bodyPr/>
                      <a:lstStyle/>
                      <a:p>
                        <a:pPr marL="0" lvl="0" indent="0" algn="ctr" rtl="0">
                          <a:spcBef>
                            <a:spcPts val="0"/>
                          </a:spcBef>
                          <a:spcAft>
                            <a:spcPts val="0"/>
                          </a:spcAft>
                          <a:buNone/>
                        </a:pPr>
                        <a:endParaRPr sz="1600" dirty="0">
                          <a:solidFill>
                            <a:schemeClr val="accent6"/>
                          </a:solidFill>
                          <a:latin typeface="Catamaran"/>
                          <a:ea typeface="Catamaran"/>
                          <a:cs typeface="Catamaran"/>
                          <a:sym typeface="Catamara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28575" cap="flat" cmpd="sng">
                        <a:solidFill>
                          <a:schemeClr val="accent6"/>
                        </a:solidFill>
                        <a:prstDash val="solid"/>
                        <a:round/>
                        <a:headEnd type="none" w="sm" len="sm"/>
                        <a:tailEnd type="none" w="sm" len="sm"/>
                      </a:lnT>
                      <a:lnB w="28575" cap="flat" cmpd="sng">
                        <a:solidFill>
                          <a:schemeClr val="accent6">
                            <a:alpha val="0"/>
                          </a:schemeClr>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663200">
                  <a:tc>
                    <a:txBody>
                      <a:bodyPr/>
                      <a:lstStyle/>
                      <a:p>
                        <a:pPr marL="0" lvl="0" indent="0" algn="ctr" rtl="0">
                          <a:spcBef>
                            <a:spcPts val="0"/>
                          </a:spcBef>
                          <a:spcAft>
                            <a:spcPts val="0"/>
                          </a:spcAft>
                          <a:buNone/>
                        </a:pPr>
                        <a:endParaRPr sz="1600" dirty="0">
                          <a:solidFill>
                            <a:schemeClr val="accent6"/>
                          </a:solidFill>
                          <a:latin typeface="Catamaran"/>
                          <a:ea typeface="Catamaran"/>
                          <a:cs typeface="Catamaran"/>
                          <a:sym typeface="Catamara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28575" cap="flat" cmpd="sng">
                        <a:solidFill>
                          <a:schemeClr val="accent6">
                            <a:alpha val="0"/>
                          </a:schemeClr>
                        </a:solidFill>
                        <a:prstDash val="solid"/>
                        <a:round/>
                        <a:headEnd type="none" w="sm" len="sm"/>
                        <a:tailEnd type="none" w="sm" len="sm"/>
                      </a:lnT>
                      <a:lnB w="19050" cap="flat" cmpd="sng">
                        <a:solidFill>
                          <a:schemeClr val="accent6">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sz="1600" dirty="0">
                          <a:solidFill>
                            <a:schemeClr val="accent6"/>
                          </a:solidFill>
                          <a:latin typeface="Catamaran"/>
                          <a:ea typeface="Catamaran"/>
                          <a:cs typeface="Catamaran"/>
                          <a:sym typeface="Catamara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28575" cap="flat" cmpd="sng">
                        <a:solidFill>
                          <a:schemeClr val="accent6">
                            <a:alpha val="0"/>
                          </a:schemeClr>
                        </a:solidFill>
                        <a:prstDash val="solid"/>
                        <a:round/>
                        <a:headEnd type="none" w="sm" len="sm"/>
                        <a:tailEnd type="none" w="sm" len="sm"/>
                      </a:lnT>
                      <a:lnB w="19050" cap="flat" cmpd="sng">
                        <a:solidFill>
                          <a:schemeClr val="accent6">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sz="1600" dirty="0">
                          <a:solidFill>
                            <a:schemeClr val="accent6"/>
                          </a:solidFill>
                          <a:latin typeface="Catamaran"/>
                          <a:ea typeface="Catamaran"/>
                          <a:cs typeface="Catamaran"/>
                          <a:sym typeface="Catamara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28575" cap="flat" cmpd="sng">
                        <a:solidFill>
                          <a:schemeClr val="accent6">
                            <a:alpha val="0"/>
                          </a:schemeClr>
                        </a:solidFill>
                        <a:prstDash val="solid"/>
                        <a:round/>
                        <a:headEnd type="none" w="sm" len="sm"/>
                        <a:tailEnd type="none" w="sm" len="sm"/>
                      </a:lnT>
                      <a:lnB w="19050" cap="flat" cmpd="sng">
                        <a:solidFill>
                          <a:schemeClr val="accent6">
                            <a:alpha val="0"/>
                          </a:schemeClr>
                        </a:solidFill>
                        <a:prstDash val="solid"/>
                        <a:round/>
                        <a:headEnd type="none" w="sm" len="sm"/>
                        <a:tailEnd type="none" w="sm" len="sm"/>
                      </a:lnB>
                    </a:tcPr>
                  </a:tc>
                  <a:extLst>
                    <a:ext uri="{0D108BD9-81ED-4DB2-BD59-A6C34878D82A}">
                      <a16:rowId xmlns:a16="http://schemas.microsoft.com/office/drawing/2014/main" val="10002"/>
                    </a:ext>
                  </a:extLst>
                </a:tr>
                <a:tr h="663200">
                  <a:tc>
                    <a:txBody>
                      <a:bodyPr/>
                      <a:lstStyle/>
                      <a:p>
                        <a:pPr marL="0" lvl="0" indent="0" algn="ctr" rtl="0">
                          <a:spcBef>
                            <a:spcPts val="0"/>
                          </a:spcBef>
                          <a:spcAft>
                            <a:spcPts val="0"/>
                          </a:spcAft>
                          <a:buNone/>
                        </a:pPr>
                        <a:endParaRPr sz="1600" dirty="0">
                          <a:solidFill>
                            <a:schemeClr val="accent6"/>
                          </a:solidFill>
                          <a:latin typeface="Catamaran"/>
                          <a:ea typeface="Catamaran"/>
                          <a:cs typeface="Catamaran"/>
                          <a:sym typeface="Catamara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6">
                            <a:alpha val="0"/>
                          </a:schemeClr>
                        </a:solidFill>
                        <a:prstDash val="solid"/>
                        <a:round/>
                        <a:headEnd type="none" w="sm" len="sm"/>
                        <a:tailEnd type="none" w="sm" len="sm"/>
                      </a:lnT>
                      <a:lnB w="19050" cap="flat" cmpd="sng">
                        <a:solidFill>
                          <a:schemeClr val="accent6">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sz="1600" dirty="0">
                          <a:solidFill>
                            <a:schemeClr val="accent6"/>
                          </a:solidFill>
                          <a:latin typeface="Catamaran"/>
                          <a:ea typeface="Catamaran"/>
                          <a:cs typeface="Catamaran"/>
                          <a:sym typeface="Catamara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6">
                            <a:alpha val="0"/>
                          </a:schemeClr>
                        </a:solidFill>
                        <a:prstDash val="solid"/>
                        <a:round/>
                        <a:headEnd type="none" w="sm" len="sm"/>
                        <a:tailEnd type="none" w="sm" len="sm"/>
                      </a:lnT>
                      <a:lnB w="19050" cap="flat" cmpd="sng">
                        <a:solidFill>
                          <a:schemeClr val="accent6">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sz="1600" dirty="0">
                          <a:solidFill>
                            <a:schemeClr val="accent6"/>
                          </a:solidFill>
                          <a:latin typeface="Catamaran"/>
                          <a:ea typeface="Catamaran"/>
                          <a:cs typeface="Catamaran"/>
                          <a:sym typeface="Catamara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6">
                            <a:alpha val="0"/>
                          </a:schemeClr>
                        </a:solidFill>
                        <a:prstDash val="solid"/>
                        <a:round/>
                        <a:headEnd type="none" w="sm" len="sm"/>
                        <a:tailEnd type="none" w="sm" len="sm"/>
                      </a:lnT>
                      <a:lnB w="19050" cap="flat" cmpd="sng">
                        <a:solidFill>
                          <a:schemeClr val="accent6">
                            <a:alpha val="0"/>
                          </a:schemeClr>
                        </a:solidFill>
                        <a:prstDash val="solid"/>
                        <a:round/>
                        <a:headEnd type="none" w="sm" len="sm"/>
                        <a:tailEnd type="none" w="sm" len="sm"/>
                      </a:lnB>
                    </a:tcPr>
                  </a:tc>
                  <a:extLst>
                    <a:ext uri="{0D108BD9-81ED-4DB2-BD59-A6C34878D82A}">
                      <a16:rowId xmlns:a16="http://schemas.microsoft.com/office/drawing/2014/main" val="10003"/>
                    </a:ext>
                  </a:extLst>
                </a:tr>
                <a:tr h="663200">
                  <a:tc>
                    <a:txBody>
                      <a:bodyPr/>
                      <a:lstStyle/>
                      <a:p>
                        <a:pPr marL="0" lvl="0" indent="0" algn="ctr" rtl="0">
                          <a:spcBef>
                            <a:spcPts val="0"/>
                          </a:spcBef>
                          <a:spcAft>
                            <a:spcPts val="0"/>
                          </a:spcAft>
                          <a:buNone/>
                        </a:pPr>
                        <a:endParaRPr sz="1600" dirty="0">
                          <a:solidFill>
                            <a:schemeClr val="accent6"/>
                          </a:solidFill>
                          <a:latin typeface="Catamaran"/>
                          <a:ea typeface="Catamaran"/>
                          <a:cs typeface="Catamaran"/>
                          <a:sym typeface="Catamara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6">
                            <a:alpha val="0"/>
                          </a:scheme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1600" dirty="0">
                          <a:solidFill>
                            <a:schemeClr val="accent6"/>
                          </a:solidFill>
                          <a:latin typeface="Catamaran"/>
                          <a:ea typeface="Catamaran"/>
                          <a:cs typeface="Catamaran"/>
                          <a:sym typeface="Catamara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6">
                            <a:alpha val="0"/>
                          </a:scheme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endParaRPr sz="1600" dirty="0">
                          <a:solidFill>
                            <a:schemeClr val="accent6"/>
                          </a:solidFill>
                          <a:latin typeface="Catamaran"/>
                          <a:ea typeface="Catamaran"/>
                          <a:cs typeface="Catamaran"/>
                          <a:sym typeface="Catamaran"/>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6">
                            <a:alpha val="0"/>
                          </a:scheme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41" name="Rectangle: Rounded Corners 40">
              <a:extLst>
                <a:ext uri="{FF2B5EF4-FFF2-40B4-BE49-F238E27FC236}">
                  <a16:creationId xmlns:a16="http://schemas.microsoft.com/office/drawing/2014/main" id="{4ED4CC73-891D-40C5-B1C2-9FC8EF7287BD}"/>
                </a:ext>
              </a:extLst>
            </p:cNvPr>
            <p:cNvSpPr/>
            <p:nvPr/>
          </p:nvSpPr>
          <p:spPr>
            <a:xfrm>
              <a:off x="1220457" y="6397417"/>
              <a:ext cx="1996554" cy="2509297"/>
            </a:xfrm>
            <a:prstGeom prst="roundRect">
              <a:avLst/>
            </a:prstGeom>
            <a:ln>
              <a:solidFill>
                <a:srgbClr val="3B3B3B"/>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2" name="Rectangle: Rounded Corners 41">
              <a:extLst>
                <a:ext uri="{FF2B5EF4-FFF2-40B4-BE49-F238E27FC236}">
                  <a16:creationId xmlns:a16="http://schemas.microsoft.com/office/drawing/2014/main" id="{2FC43233-E2ED-4255-85A3-180B5856867A}"/>
                </a:ext>
              </a:extLst>
            </p:cNvPr>
            <p:cNvSpPr/>
            <p:nvPr/>
          </p:nvSpPr>
          <p:spPr>
            <a:xfrm>
              <a:off x="3596308" y="6421807"/>
              <a:ext cx="1996554" cy="2509297"/>
            </a:xfrm>
            <a:prstGeom prst="roundRect">
              <a:avLst/>
            </a:prstGeom>
            <a:ln>
              <a:solidFill>
                <a:srgbClr val="3B3B3B"/>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3" name="Rectangle: Rounded Corners 42">
              <a:extLst>
                <a:ext uri="{FF2B5EF4-FFF2-40B4-BE49-F238E27FC236}">
                  <a16:creationId xmlns:a16="http://schemas.microsoft.com/office/drawing/2014/main" id="{6A731B8D-3003-49E2-A058-AB8FA8741115}"/>
                </a:ext>
              </a:extLst>
            </p:cNvPr>
            <p:cNvSpPr/>
            <p:nvPr/>
          </p:nvSpPr>
          <p:spPr>
            <a:xfrm>
              <a:off x="5994450" y="6421807"/>
              <a:ext cx="1996554" cy="2509297"/>
            </a:xfrm>
            <a:prstGeom prst="roundRect">
              <a:avLst/>
            </a:prstGeom>
            <a:ln>
              <a:solidFill>
                <a:srgbClr val="3B3B3B"/>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4" name="Rectangle 1">
              <a:extLst>
                <a:ext uri="{FF2B5EF4-FFF2-40B4-BE49-F238E27FC236}">
                  <a16:creationId xmlns:a16="http://schemas.microsoft.com/office/drawing/2014/main" id="{2C1E5E7D-DD92-4456-8C58-6DF4D66DE015}"/>
                </a:ext>
              </a:extLst>
            </p:cNvPr>
            <p:cNvSpPr>
              <a:spLocks noChangeArrowheads="1"/>
            </p:cNvSpPr>
            <p:nvPr/>
          </p:nvSpPr>
          <p:spPr bwMode="auto">
            <a:xfrm>
              <a:off x="1219962" y="7030492"/>
              <a:ext cx="1962247"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eaLnBrk="0" fontAlgn="base" hangingPunct="0">
                <a:spcBef>
                  <a:spcPct val="0"/>
                </a:spcBef>
                <a:spcAft>
                  <a:spcPct val="0"/>
                </a:spcAft>
                <a:buClrTx/>
              </a:pPr>
              <a:r>
                <a:rPr lang="en-US" altLang="en-US" dirty="0">
                  <a:solidFill>
                    <a:srgbClr val="3B3B3B"/>
                  </a:solidFill>
                  <a:latin typeface="Catamaran" panose="020B0604020202020204" charset="0"/>
                  <a:cs typeface="Catamaran" panose="020B0604020202020204" charset="0"/>
                </a:rPr>
                <a:t>The system enhances child safety by providing continuous monitoring, automated alerts, and timely emergency responses.</a:t>
              </a:r>
              <a:endParaRPr kumimoji="0" lang="en-US" altLang="en-US" b="0" i="0" u="none" strike="noStrike" cap="none" normalizeH="0" baseline="0" dirty="0">
                <a:ln>
                  <a:noFill/>
                </a:ln>
                <a:solidFill>
                  <a:srgbClr val="3B3B3B"/>
                </a:solidFill>
                <a:effectLst/>
                <a:latin typeface="Catamaran" panose="020B0604020202020204" charset="0"/>
                <a:cs typeface="Catamaran" panose="020B0604020202020204" charset="0"/>
              </a:endParaRPr>
            </a:p>
          </p:txBody>
        </p:sp>
        <p:sp>
          <p:nvSpPr>
            <p:cNvPr id="45" name="Rectangle 2">
              <a:extLst>
                <a:ext uri="{FF2B5EF4-FFF2-40B4-BE49-F238E27FC236}">
                  <a16:creationId xmlns:a16="http://schemas.microsoft.com/office/drawing/2014/main" id="{DE06F055-B929-4CC9-AA0D-5F47EACAC9AB}"/>
                </a:ext>
              </a:extLst>
            </p:cNvPr>
            <p:cNvSpPr>
              <a:spLocks noChangeArrowheads="1"/>
            </p:cNvSpPr>
            <p:nvPr/>
          </p:nvSpPr>
          <p:spPr bwMode="auto">
            <a:xfrm>
              <a:off x="3616579" y="7061270"/>
              <a:ext cx="1931387"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eaLnBrk="0" fontAlgn="base" hangingPunct="0">
                <a:spcBef>
                  <a:spcPct val="0"/>
                </a:spcBef>
                <a:spcAft>
                  <a:spcPct val="0"/>
                </a:spcAft>
                <a:buClrTx/>
              </a:pPr>
              <a:r>
                <a:rPr lang="en-US" altLang="en-US" dirty="0">
                  <a:solidFill>
                    <a:srgbClr val="3B3B3B"/>
                  </a:solidFill>
                  <a:latin typeface="Catamaran" panose="020B0604020202020204" charset="0"/>
                  <a:cs typeface="Catamaran" panose="020B0604020202020204" charset="0"/>
                </a:rPr>
                <a:t>Low-power electronic components were selected to minimize energy consumption and environmental impact.</a:t>
              </a:r>
              <a:endParaRPr kumimoji="0" lang="en-US" altLang="en-US" b="0" i="0" u="none" strike="noStrike" cap="none" normalizeH="0" baseline="0" dirty="0">
                <a:ln>
                  <a:noFill/>
                </a:ln>
                <a:solidFill>
                  <a:srgbClr val="3B3B3B"/>
                </a:solidFill>
                <a:effectLst/>
                <a:latin typeface="Catamaran" panose="020B0604020202020204" charset="0"/>
                <a:cs typeface="Catamaran" panose="020B0604020202020204" charset="0"/>
              </a:endParaRPr>
            </a:p>
          </p:txBody>
        </p:sp>
        <p:sp>
          <p:nvSpPr>
            <p:cNvPr id="46" name="Rectangle 45">
              <a:extLst>
                <a:ext uri="{FF2B5EF4-FFF2-40B4-BE49-F238E27FC236}">
                  <a16:creationId xmlns:a16="http://schemas.microsoft.com/office/drawing/2014/main" id="{05C9E331-CE89-4528-891D-A42E9BBB740C}"/>
                </a:ext>
              </a:extLst>
            </p:cNvPr>
            <p:cNvSpPr/>
            <p:nvPr/>
          </p:nvSpPr>
          <p:spPr>
            <a:xfrm>
              <a:off x="6019707" y="6974470"/>
              <a:ext cx="1929458" cy="1600438"/>
            </a:xfrm>
            <a:prstGeom prst="rect">
              <a:avLst/>
            </a:prstGeom>
          </p:spPr>
          <p:txBody>
            <a:bodyPr wrap="square">
              <a:spAutoFit/>
            </a:bodyPr>
            <a:lstStyle/>
            <a:p>
              <a:pPr algn="ctr"/>
              <a:r>
                <a:rPr lang="en-US" dirty="0">
                  <a:latin typeface="Catamaran" panose="020B0604020202020204" charset="0"/>
                  <a:cs typeface="Catamaran" panose="020B0604020202020204" charset="0"/>
                </a:rPr>
                <a:t>The project contributes positively to society by protecting children, increasing parental trust, and improving overall school transportation safety.</a:t>
              </a:r>
            </a:p>
          </p:txBody>
        </p:sp>
      </p:grpSp>
      <p:grpSp>
        <p:nvGrpSpPr>
          <p:cNvPr id="2399" name="Google Shape;2399;p60"/>
          <p:cNvGrpSpPr/>
          <p:nvPr/>
        </p:nvGrpSpPr>
        <p:grpSpPr>
          <a:xfrm>
            <a:off x="8112208" y="2586057"/>
            <a:ext cx="955667" cy="4758082"/>
            <a:chOff x="-5509963" y="1180077"/>
            <a:chExt cx="520006" cy="2589009"/>
          </a:xfrm>
        </p:grpSpPr>
        <p:sp>
          <p:nvSpPr>
            <p:cNvPr id="2400" name="Google Shape;2400;p60"/>
            <p:cNvSpPr/>
            <p:nvPr/>
          </p:nvSpPr>
          <p:spPr>
            <a:xfrm>
              <a:off x="-5293654" y="1411411"/>
              <a:ext cx="60752" cy="2357676"/>
            </a:xfrm>
            <a:custGeom>
              <a:avLst/>
              <a:gdLst/>
              <a:ahLst/>
              <a:cxnLst/>
              <a:rect l="l" t="t" r="r" b="b"/>
              <a:pathLst>
                <a:path w="2883" h="111884" extrusionOk="0">
                  <a:moveTo>
                    <a:pt x="1" y="0"/>
                  </a:moveTo>
                  <a:lnTo>
                    <a:pt x="1" y="111171"/>
                  </a:lnTo>
                  <a:cubicBezTo>
                    <a:pt x="1" y="111560"/>
                    <a:pt x="648" y="111883"/>
                    <a:pt x="1425" y="111883"/>
                  </a:cubicBezTo>
                  <a:cubicBezTo>
                    <a:pt x="2235" y="111883"/>
                    <a:pt x="2883" y="111560"/>
                    <a:pt x="2883" y="111171"/>
                  </a:cubicBezTo>
                  <a:lnTo>
                    <a:pt x="2883" y="0"/>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60"/>
            <p:cNvSpPr/>
            <p:nvPr/>
          </p:nvSpPr>
          <p:spPr>
            <a:xfrm>
              <a:off x="-5509963" y="1180077"/>
              <a:ext cx="520006" cy="522050"/>
            </a:xfrm>
            <a:custGeom>
              <a:avLst/>
              <a:gdLst/>
              <a:ahLst/>
              <a:cxnLst/>
              <a:rect l="l" t="t" r="r" b="b"/>
              <a:pathLst>
                <a:path w="24677" h="24774" extrusionOk="0">
                  <a:moveTo>
                    <a:pt x="1684" y="1"/>
                  </a:moveTo>
                  <a:lnTo>
                    <a:pt x="22960" y="1"/>
                  </a:lnTo>
                  <a:cubicBezTo>
                    <a:pt x="23931" y="1"/>
                    <a:pt x="24676" y="778"/>
                    <a:pt x="24676" y="1717"/>
                  </a:cubicBezTo>
                  <a:lnTo>
                    <a:pt x="24676" y="23057"/>
                  </a:lnTo>
                  <a:cubicBezTo>
                    <a:pt x="24676" y="23996"/>
                    <a:pt x="23931" y="24774"/>
                    <a:pt x="22960" y="24774"/>
                  </a:cubicBezTo>
                  <a:lnTo>
                    <a:pt x="1684" y="24774"/>
                  </a:lnTo>
                  <a:cubicBezTo>
                    <a:pt x="745" y="24774"/>
                    <a:pt x="0" y="23996"/>
                    <a:pt x="0" y="23057"/>
                  </a:cubicBezTo>
                  <a:lnTo>
                    <a:pt x="0" y="1717"/>
                  </a:lnTo>
                  <a:cubicBezTo>
                    <a:pt x="0" y="778"/>
                    <a:pt x="745" y="1"/>
                    <a:pt x="168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60"/>
            <p:cNvSpPr/>
            <p:nvPr/>
          </p:nvSpPr>
          <p:spPr>
            <a:xfrm>
              <a:off x="-5485392" y="1204647"/>
              <a:ext cx="470865" cy="472235"/>
            </a:xfrm>
            <a:custGeom>
              <a:avLst/>
              <a:gdLst/>
              <a:ahLst/>
              <a:cxnLst/>
              <a:rect l="l" t="t" r="r" b="b"/>
              <a:pathLst>
                <a:path w="22345" h="22410" extrusionOk="0">
                  <a:moveTo>
                    <a:pt x="1522" y="0"/>
                  </a:moveTo>
                  <a:lnTo>
                    <a:pt x="20790" y="0"/>
                  </a:lnTo>
                  <a:cubicBezTo>
                    <a:pt x="21664" y="0"/>
                    <a:pt x="22344" y="713"/>
                    <a:pt x="22344" y="1555"/>
                  </a:cubicBezTo>
                  <a:lnTo>
                    <a:pt x="22344" y="20887"/>
                  </a:lnTo>
                  <a:cubicBezTo>
                    <a:pt x="22344" y="21729"/>
                    <a:pt x="21664" y="22409"/>
                    <a:pt x="20790" y="22409"/>
                  </a:cubicBezTo>
                  <a:lnTo>
                    <a:pt x="1522" y="22409"/>
                  </a:lnTo>
                  <a:cubicBezTo>
                    <a:pt x="680" y="22409"/>
                    <a:pt x="0" y="21729"/>
                    <a:pt x="0" y="20887"/>
                  </a:cubicBezTo>
                  <a:lnTo>
                    <a:pt x="0" y="1555"/>
                  </a:lnTo>
                  <a:cubicBezTo>
                    <a:pt x="0" y="713"/>
                    <a:pt x="680" y="0"/>
                    <a:pt x="15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60"/>
            <p:cNvSpPr/>
            <p:nvPr/>
          </p:nvSpPr>
          <p:spPr>
            <a:xfrm>
              <a:off x="-5396003" y="1257181"/>
              <a:ext cx="292760" cy="368516"/>
            </a:xfrm>
            <a:custGeom>
              <a:avLst/>
              <a:gdLst/>
              <a:ahLst/>
              <a:cxnLst/>
              <a:rect l="l" t="t" r="r" b="b"/>
              <a:pathLst>
                <a:path w="13893" h="17488" extrusionOk="0">
                  <a:moveTo>
                    <a:pt x="2526" y="130"/>
                  </a:moveTo>
                  <a:cubicBezTo>
                    <a:pt x="2817" y="66"/>
                    <a:pt x="3141" y="1"/>
                    <a:pt x="3465" y="1"/>
                  </a:cubicBezTo>
                  <a:lnTo>
                    <a:pt x="10427" y="1"/>
                  </a:lnTo>
                  <a:cubicBezTo>
                    <a:pt x="10751" y="1"/>
                    <a:pt x="11075" y="66"/>
                    <a:pt x="11367" y="130"/>
                  </a:cubicBezTo>
                  <a:cubicBezTo>
                    <a:pt x="11561" y="195"/>
                    <a:pt x="11723" y="260"/>
                    <a:pt x="11885" y="325"/>
                  </a:cubicBezTo>
                  <a:cubicBezTo>
                    <a:pt x="12403" y="584"/>
                    <a:pt x="12856" y="940"/>
                    <a:pt x="13212" y="1393"/>
                  </a:cubicBezTo>
                  <a:lnTo>
                    <a:pt x="13374" y="1620"/>
                  </a:lnTo>
                  <a:lnTo>
                    <a:pt x="13374" y="1652"/>
                  </a:lnTo>
                  <a:cubicBezTo>
                    <a:pt x="13439" y="1750"/>
                    <a:pt x="13504" y="1879"/>
                    <a:pt x="13569" y="2009"/>
                  </a:cubicBezTo>
                  <a:cubicBezTo>
                    <a:pt x="13633" y="2106"/>
                    <a:pt x="13666" y="2235"/>
                    <a:pt x="13731" y="2365"/>
                  </a:cubicBezTo>
                  <a:cubicBezTo>
                    <a:pt x="13763" y="2527"/>
                    <a:pt x="13828" y="2721"/>
                    <a:pt x="13860" y="2915"/>
                  </a:cubicBezTo>
                  <a:cubicBezTo>
                    <a:pt x="13892" y="3110"/>
                    <a:pt x="13892" y="3304"/>
                    <a:pt x="13892" y="3498"/>
                  </a:cubicBezTo>
                  <a:lnTo>
                    <a:pt x="13892" y="13084"/>
                  </a:lnTo>
                  <a:lnTo>
                    <a:pt x="13892" y="14185"/>
                  </a:lnTo>
                  <a:lnTo>
                    <a:pt x="13892" y="14185"/>
                  </a:lnTo>
                  <a:lnTo>
                    <a:pt x="13860" y="14282"/>
                  </a:lnTo>
                  <a:cubicBezTo>
                    <a:pt x="13860" y="14379"/>
                    <a:pt x="13795" y="14476"/>
                    <a:pt x="13763" y="14541"/>
                  </a:cubicBezTo>
                  <a:cubicBezTo>
                    <a:pt x="13633" y="14767"/>
                    <a:pt x="13439" y="14929"/>
                    <a:pt x="13212" y="15027"/>
                  </a:cubicBezTo>
                  <a:cubicBezTo>
                    <a:pt x="13083" y="15091"/>
                    <a:pt x="12921" y="15124"/>
                    <a:pt x="12759" y="15124"/>
                  </a:cubicBezTo>
                  <a:lnTo>
                    <a:pt x="12759" y="16387"/>
                  </a:lnTo>
                  <a:cubicBezTo>
                    <a:pt x="12727" y="16678"/>
                    <a:pt x="12597" y="16937"/>
                    <a:pt x="12370" y="17164"/>
                  </a:cubicBezTo>
                  <a:cubicBezTo>
                    <a:pt x="12306" y="17229"/>
                    <a:pt x="12209" y="17261"/>
                    <a:pt x="12144" y="17326"/>
                  </a:cubicBezTo>
                  <a:cubicBezTo>
                    <a:pt x="11885" y="17423"/>
                    <a:pt x="11626" y="17455"/>
                    <a:pt x="11367" y="17455"/>
                  </a:cubicBezTo>
                  <a:lnTo>
                    <a:pt x="10266" y="17455"/>
                  </a:lnTo>
                  <a:cubicBezTo>
                    <a:pt x="10007" y="17391"/>
                    <a:pt x="9812" y="17293"/>
                    <a:pt x="9618" y="17131"/>
                  </a:cubicBezTo>
                  <a:cubicBezTo>
                    <a:pt x="9586" y="17099"/>
                    <a:pt x="9553" y="17034"/>
                    <a:pt x="9521" y="17002"/>
                  </a:cubicBezTo>
                  <a:lnTo>
                    <a:pt x="9456" y="16905"/>
                  </a:lnTo>
                  <a:cubicBezTo>
                    <a:pt x="9391" y="16808"/>
                    <a:pt x="9359" y="16710"/>
                    <a:pt x="9326" y="16581"/>
                  </a:cubicBezTo>
                  <a:cubicBezTo>
                    <a:pt x="9326" y="16484"/>
                    <a:pt x="9262" y="16387"/>
                    <a:pt x="9294" y="16257"/>
                  </a:cubicBezTo>
                  <a:lnTo>
                    <a:pt x="9294" y="15124"/>
                  </a:lnTo>
                  <a:lnTo>
                    <a:pt x="4599" y="15124"/>
                  </a:lnTo>
                  <a:lnTo>
                    <a:pt x="4599" y="16451"/>
                  </a:lnTo>
                  <a:lnTo>
                    <a:pt x="4599" y="16451"/>
                  </a:lnTo>
                  <a:cubicBezTo>
                    <a:pt x="4599" y="16516"/>
                    <a:pt x="4599" y="16581"/>
                    <a:pt x="4566" y="16646"/>
                  </a:cubicBezTo>
                  <a:cubicBezTo>
                    <a:pt x="4534" y="16808"/>
                    <a:pt x="4404" y="17002"/>
                    <a:pt x="4275" y="17131"/>
                  </a:cubicBezTo>
                  <a:cubicBezTo>
                    <a:pt x="4178" y="17229"/>
                    <a:pt x="4048" y="17326"/>
                    <a:pt x="3919" y="17391"/>
                  </a:cubicBezTo>
                  <a:cubicBezTo>
                    <a:pt x="3692" y="17455"/>
                    <a:pt x="3465" y="17488"/>
                    <a:pt x="3206" y="17455"/>
                  </a:cubicBezTo>
                  <a:lnTo>
                    <a:pt x="2202" y="17455"/>
                  </a:lnTo>
                  <a:cubicBezTo>
                    <a:pt x="1716" y="17423"/>
                    <a:pt x="1295" y="17099"/>
                    <a:pt x="1198" y="16646"/>
                  </a:cubicBezTo>
                  <a:cubicBezTo>
                    <a:pt x="1198" y="16613"/>
                    <a:pt x="1198" y="16581"/>
                    <a:pt x="1166" y="16549"/>
                  </a:cubicBezTo>
                  <a:cubicBezTo>
                    <a:pt x="1166" y="16484"/>
                    <a:pt x="1166" y="16419"/>
                    <a:pt x="1166" y="16354"/>
                  </a:cubicBezTo>
                  <a:lnTo>
                    <a:pt x="1166" y="15156"/>
                  </a:lnTo>
                  <a:cubicBezTo>
                    <a:pt x="745" y="15156"/>
                    <a:pt x="389" y="14962"/>
                    <a:pt x="162" y="14606"/>
                  </a:cubicBezTo>
                  <a:cubicBezTo>
                    <a:pt x="130" y="14508"/>
                    <a:pt x="65" y="14411"/>
                    <a:pt x="33" y="14314"/>
                  </a:cubicBezTo>
                  <a:lnTo>
                    <a:pt x="33" y="14217"/>
                  </a:lnTo>
                  <a:cubicBezTo>
                    <a:pt x="0" y="14120"/>
                    <a:pt x="0" y="14023"/>
                    <a:pt x="0" y="13926"/>
                  </a:cubicBezTo>
                  <a:lnTo>
                    <a:pt x="0" y="4761"/>
                  </a:lnTo>
                  <a:lnTo>
                    <a:pt x="0" y="3174"/>
                  </a:lnTo>
                  <a:cubicBezTo>
                    <a:pt x="33" y="2915"/>
                    <a:pt x="97" y="2624"/>
                    <a:pt x="162" y="2365"/>
                  </a:cubicBezTo>
                  <a:cubicBezTo>
                    <a:pt x="227" y="2268"/>
                    <a:pt x="259" y="2171"/>
                    <a:pt x="292" y="2073"/>
                  </a:cubicBezTo>
                  <a:cubicBezTo>
                    <a:pt x="356" y="1911"/>
                    <a:pt x="454" y="1782"/>
                    <a:pt x="551" y="1620"/>
                  </a:cubicBezTo>
                  <a:cubicBezTo>
                    <a:pt x="777" y="1231"/>
                    <a:pt x="1101" y="908"/>
                    <a:pt x="1457" y="649"/>
                  </a:cubicBezTo>
                  <a:cubicBezTo>
                    <a:pt x="1555" y="584"/>
                    <a:pt x="1684" y="551"/>
                    <a:pt x="1749" y="454"/>
                  </a:cubicBezTo>
                  <a:cubicBezTo>
                    <a:pt x="1846" y="389"/>
                    <a:pt x="1943" y="357"/>
                    <a:pt x="2040" y="325"/>
                  </a:cubicBezTo>
                  <a:cubicBezTo>
                    <a:pt x="2170" y="260"/>
                    <a:pt x="2299" y="195"/>
                    <a:pt x="2429" y="163"/>
                  </a:cubicBezTo>
                  <a:cubicBezTo>
                    <a:pt x="2494" y="163"/>
                    <a:pt x="2526" y="130"/>
                    <a:pt x="2558" y="130"/>
                  </a:cubicBezTo>
                  <a:close/>
                  <a:moveTo>
                    <a:pt x="4599" y="1167"/>
                  </a:moveTo>
                  <a:lnTo>
                    <a:pt x="4599" y="2332"/>
                  </a:lnTo>
                  <a:lnTo>
                    <a:pt x="9262" y="2332"/>
                  </a:lnTo>
                  <a:lnTo>
                    <a:pt x="9262" y="1167"/>
                  </a:lnTo>
                  <a:close/>
                  <a:moveTo>
                    <a:pt x="1101" y="3498"/>
                  </a:moveTo>
                  <a:lnTo>
                    <a:pt x="1101" y="10493"/>
                  </a:lnTo>
                  <a:lnTo>
                    <a:pt x="12759" y="10493"/>
                  </a:lnTo>
                  <a:lnTo>
                    <a:pt x="12759" y="3498"/>
                  </a:lnTo>
                  <a:close/>
                  <a:moveTo>
                    <a:pt x="2235" y="11626"/>
                  </a:moveTo>
                  <a:cubicBezTo>
                    <a:pt x="2040" y="11659"/>
                    <a:pt x="1878" y="11691"/>
                    <a:pt x="1716" y="11788"/>
                  </a:cubicBezTo>
                  <a:cubicBezTo>
                    <a:pt x="1425" y="11918"/>
                    <a:pt x="1231" y="12209"/>
                    <a:pt x="1166" y="12501"/>
                  </a:cubicBezTo>
                  <a:lnTo>
                    <a:pt x="1134" y="12598"/>
                  </a:lnTo>
                  <a:cubicBezTo>
                    <a:pt x="1101" y="12695"/>
                    <a:pt x="1101" y="12825"/>
                    <a:pt x="1134" y="12922"/>
                  </a:cubicBezTo>
                  <a:cubicBezTo>
                    <a:pt x="1134" y="12986"/>
                    <a:pt x="1166" y="13051"/>
                    <a:pt x="1166" y="13116"/>
                  </a:cubicBezTo>
                  <a:cubicBezTo>
                    <a:pt x="1263" y="13472"/>
                    <a:pt x="1522" y="13731"/>
                    <a:pt x="1846" y="13893"/>
                  </a:cubicBezTo>
                  <a:cubicBezTo>
                    <a:pt x="2137" y="13990"/>
                    <a:pt x="2494" y="13990"/>
                    <a:pt x="2785" y="13861"/>
                  </a:cubicBezTo>
                  <a:cubicBezTo>
                    <a:pt x="3077" y="13699"/>
                    <a:pt x="3303" y="13440"/>
                    <a:pt x="3400" y="13116"/>
                  </a:cubicBezTo>
                  <a:lnTo>
                    <a:pt x="3433" y="13019"/>
                  </a:lnTo>
                  <a:cubicBezTo>
                    <a:pt x="3465" y="12889"/>
                    <a:pt x="3465" y="12760"/>
                    <a:pt x="3433" y="12630"/>
                  </a:cubicBezTo>
                  <a:lnTo>
                    <a:pt x="3400" y="12533"/>
                  </a:lnTo>
                  <a:cubicBezTo>
                    <a:pt x="3303" y="12144"/>
                    <a:pt x="3012" y="11853"/>
                    <a:pt x="2656" y="11723"/>
                  </a:cubicBezTo>
                  <a:cubicBezTo>
                    <a:pt x="2526" y="11659"/>
                    <a:pt x="2364" y="11659"/>
                    <a:pt x="2235" y="11626"/>
                  </a:cubicBezTo>
                  <a:close/>
                  <a:moveTo>
                    <a:pt x="11010" y="11788"/>
                  </a:moveTo>
                  <a:cubicBezTo>
                    <a:pt x="10751" y="11950"/>
                    <a:pt x="10525" y="12209"/>
                    <a:pt x="10460" y="12501"/>
                  </a:cubicBezTo>
                  <a:lnTo>
                    <a:pt x="10427" y="12598"/>
                  </a:lnTo>
                  <a:cubicBezTo>
                    <a:pt x="10427" y="12727"/>
                    <a:pt x="10427" y="12857"/>
                    <a:pt x="10427" y="12986"/>
                  </a:cubicBezTo>
                  <a:cubicBezTo>
                    <a:pt x="10460" y="13181"/>
                    <a:pt x="10557" y="13343"/>
                    <a:pt x="10654" y="13472"/>
                  </a:cubicBezTo>
                  <a:cubicBezTo>
                    <a:pt x="10784" y="13634"/>
                    <a:pt x="10946" y="13764"/>
                    <a:pt x="11108" y="13861"/>
                  </a:cubicBezTo>
                  <a:lnTo>
                    <a:pt x="11237" y="13893"/>
                  </a:lnTo>
                  <a:cubicBezTo>
                    <a:pt x="11496" y="13990"/>
                    <a:pt x="11820" y="13958"/>
                    <a:pt x="12079" y="13828"/>
                  </a:cubicBezTo>
                  <a:cubicBezTo>
                    <a:pt x="12176" y="13796"/>
                    <a:pt x="12273" y="13731"/>
                    <a:pt x="12338" y="13666"/>
                  </a:cubicBezTo>
                  <a:cubicBezTo>
                    <a:pt x="12532" y="13505"/>
                    <a:pt x="12630" y="13310"/>
                    <a:pt x="12694" y="13084"/>
                  </a:cubicBezTo>
                  <a:cubicBezTo>
                    <a:pt x="12694" y="13019"/>
                    <a:pt x="12727" y="12986"/>
                    <a:pt x="12727" y="12922"/>
                  </a:cubicBezTo>
                  <a:cubicBezTo>
                    <a:pt x="12759" y="12792"/>
                    <a:pt x="12759" y="12695"/>
                    <a:pt x="12727" y="12565"/>
                  </a:cubicBezTo>
                  <a:lnTo>
                    <a:pt x="12727" y="12468"/>
                  </a:lnTo>
                  <a:cubicBezTo>
                    <a:pt x="12630" y="12112"/>
                    <a:pt x="12338" y="11821"/>
                    <a:pt x="11982" y="11659"/>
                  </a:cubicBezTo>
                  <a:cubicBezTo>
                    <a:pt x="11852" y="11626"/>
                    <a:pt x="11690" y="11594"/>
                    <a:pt x="11561" y="11594"/>
                  </a:cubicBezTo>
                  <a:cubicBezTo>
                    <a:pt x="11367" y="11626"/>
                    <a:pt x="11172" y="11691"/>
                    <a:pt x="11043" y="11788"/>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60"/>
            <p:cNvSpPr/>
            <p:nvPr/>
          </p:nvSpPr>
          <p:spPr>
            <a:xfrm>
              <a:off x="-5445818" y="1355463"/>
              <a:ext cx="24592" cy="73712"/>
            </a:xfrm>
            <a:custGeom>
              <a:avLst/>
              <a:gdLst/>
              <a:ahLst/>
              <a:cxnLst/>
              <a:rect l="l" t="t" r="r" b="b"/>
              <a:pathLst>
                <a:path w="1167" h="3498" extrusionOk="0">
                  <a:moveTo>
                    <a:pt x="0" y="486"/>
                  </a:moveTo>
                  <a:cubicBezTo>
                    <a:pt x="33" y="227"/>
                    <a:pt x="259" y="0"/>
                    <a:pt x="551" y="0"/>
                  </a:cubicBezTo>
                  <a:lnTo>
                    <a:pt x="1166" y="0"/>
                  </a:lnTo>
                  <a:lnTo>
                    <a:pt x="1166" y="3497"/>
                  </a:lnTo>
                  <a:lnTo>
                    <a:pt x="486" y="3497"/>
                  </a:lnTo>
                  <a:cubicBezTo>
                    <a:pt x="195" y="3465"/>
                    <a:pt x="0" y="3206"/>
                    <a:pt x="0" y="2914"/>
                  </a:cubicBezTo>
                  <a:lnTo>
                    <a:pt x="0" y="389"/>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60"/>
            <p:cNvSpPr/>
            <p:nvPr/>
          </p:nvSpPr>
          <p:spPr>
            <a:xfrm>
              <a:off x="-5078693" y="1355463"/>
              <a:ext cx="24592" cy="73016"/>
            </a:xfrm>
            <a:custGeom>
              <a:avLst/>
              <a:gdLst/>
              <a:ahLst/>
              <a:cxnLst/>
              <a:rect l="l" t="t" r="r" b="b"/>
              <a:pathLst>
                <a:path w="1167" h="3465" extrusionOk="0">
                  <a:moveTo>
                    <a:pt x="0" y="0"/>
                  </a:moveTo>
                  <a:lnTo>
                    <a:pt x="616" y="0"/>
                  </a:lnTo>
                  <a:cubicBezTo>
                    <a:pt x="907" y="0"/>
                    <a:pt x="1166" y="259"/>
                    <a:pt x="1166" y="551"/>
                  </a:cubicBezTo>
                  <a:lnTo>
                    <a:pt x="1166" y="2914"/>
                  </a:lnTo>
                  <a:cubicBezTo>
                    <a:pt x="1166" y="3076"/>
                    <a:pt x="1101" y="3238"/>
                    <a:pt x="972" y="3335"/>
                  </a:cubicBezTo>
                  <a:cubicBezTo>
                    <a:pt x="875" y="3400"/>
                    <a:pt x="713" y="3465"/>
                    <a:pt x="583" y="3465"/>
                  </a:cubicBezTo>
                  <a:lnTo>
                    <a:pt x="0" y="3465"/>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9231242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0 -4.93827E-6 L -0.00104 -0.79753 " pathEditMode="relative" rAng="0" ptsTypes="AA">
                                      <p:cBhvr>
                                        <p:cTn id="6" dur="2000" fill="hold"/>
                                        <p:tgtEl>
                                          <p:spTgt spid="3"/>
                                        </p:tgtEl>
                                        <p:attrNameLst>
                                          <p:attrName>ppt_x</p:attrName>
                                          <p:attrName>ppt_y</p:attrName>
                                        </p:attrNameLst>
                                      </p:cBhvr>
                                      <p:rCtr x="-52" y="-3987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3" name="Google Shape;2399;p60">
            <a:extLst>
              <a:ext uri="{FF2B5EF4-FFF2-40B4-BE49-F238E27FC236}">
                <a16:creationId xmlns:a16="http://schemas.microsoft.com/office/drawing/2014/main" id="{F8B55F55-0341-46EC-BE66-872A130065C2}"/>
              </a:ext>
            </a:extLst>
          </p:cNvPr>
          <p:cNvGrpSpPr/>
          <p:nvPr/>
        </p:nvGrpSpPr>
        <p:grpSpPr>
          <a:xfrm>
            <a:off x="7957326" y="2926714"/>
            <a:ext cx="955667" cy="4758082"/>
            <a:chOff x="-5509963" y="1180077"/>
            <a:chExt cx="520006" cy="2589009"/>
          </a:xfrm>
        </p:grpSpPr>
        <p:sp>
          <p:nvSpPr>
            <p:cNvPr id="94" name="Google Shape;2400;p60">
              <a:extLst>
                <a:ext uri="{FF2B5EF4-FFF2-40B4-BE49-F238E27FC236}">
                  <a16:creationId xmlns:a16="http://schemas.microsoft.com/office/drawing/2014/main" id="{EE18F0DD-0F7F-4F47-B508-94A3B56884E0}"/>
                </a:ext>
              </a:extLst>
            </p:cNvPr>
            <p:cNvSpPr/>
            <p:nvPr/>
          </p:nvSpPr>
          <p:spPr>
            <a:xfrm>
              <a:off x="-5293654" y="1411411"/>
              <a:ext cx="60752" cy="2357676"/>
            </a:xfrm>
            <a:custGeom>
              <a:avLst/>
              <a:gdLst/>
              <a:ahLst/>
              <a:cxnLst/>
              <a:rect l="l" t="t" r="r" b="b"/>
              <a:pathLst>
                <a:path w="2883" h="111884" extrusionOk="0">
                  <a:moveTo>
                    <a:pt x="1" y="0"/>
                  </a:moveTo>
                  <a:lnTo>
                    <a:pt x="1" y="111171"/>
                  </a:lnTo>
                  <a:cubicBezTo>
                    <a:pt x="1" y="111560"/>
                    <a:pt x="648" y="111883"/>
                    <a:pt x="1425" y="111883"/>
                  </a:cubicBezTo>
                  <a:cubicBezTo>
                    <a:pt x="2235" y="111883"/>
                    <a:pt x="2883" y="111560"/>
                    <a:pt x="2883" y="111171"/>
                  </a:cubicBezTo>
                  <a:lnTo>
                    <a:pt x="2883" y="0"/>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2401;p60">
              <a:extLst>
                <a:ext uri="{FF2B5EF4-FFF2-40B4-BE49-F238E27FC236}">
                  <a16:creationId xmlns:a16="http://schemas.microsoft.com/office/drawing/2014/main" id="{C54F15FA-3048-4F37-A775-BBF02F86B389}"/>
                </a:ext>
              </a:extLst>
            </p:cNvPr>
            <p:cNvSpPr/>
            <p:nvPr/>
          </p:nvSpPr>
          <p:spPr>
            <a:xfrm>
              <a:off x="-5509963" y="1180077"/>
              <a:ext cx="520006" cy="522050"/>
            </a:xfrm>
            <a:custGeom>
              <a:avLst/>
              <a:gdLst/>
              <a:ahLst/>
              <a:cxnLst/>
              <a:rect l="l" t="t" r="r" b="b"/>
              <a:pathLst>
                <a:path w="24677" h="24774" extrusionOk="0">
                  <a:moveTo>
                    <a:pt x="1684" y="1"/>
                  </a:moveTo>
                  <a:lnTo>
                    <a:pt x="22960" y="1"/>
                  </a:lnTo>
                  <a:cubicBezTo>
                    <a:pt x="23931" y="1"/>
                    <a:pt x="24676" y="778"/>
                    <a:pt x="24676" y="1717"/>
                  </a:cubicBezTo>
                  <a:lnTo>
                    <a:pt x="24676" y="23057"/>
                  </a:lnTo>
                  <a:cubicBezTo>
                    <a:pt x="24676" y="23996"/>
                    <a:pt x="23931" y="24774"/>
                    <a:pt x="22960" y="24774"/>
                  </a:cubicBezTo>
                  <a:lnTo>
                    <a:pt x="1684" y="24774"/>
                  </a:lnTo>
                  <a:cubicBezTo>
                    <a:pt x="745" y="24774"/>
                    <a:pt x="0" y="23996"/>
                    <a:pt x="0" y="23057"/>
                  </a:cubicBezTo>
                  <a:lnTo>
                    <a:pt x="0" y="1717"/>
                  </a:lnTo>
                  <a:cubicBezTo>
                    <a:pt x="0" y="778"/>
                    <a:pt x="745" y="1"/>
                    <a:pt x="168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2402;p60">
              <a:extLst>
                <a:ext uri="{FF2B5EF4-FFF2-40B4-BE49-F238E27FC236}">
                  <a16:creationId xmlns:a16="http://schemas.microsoft.com/office/drawing/2014/main" id="{54A3D40E-A221-4587-AAA1-408D5A95754A}"/>
                </a:ext>
              </a:extLst>
            </p:cNvPr>
            <p:cNvSpPr/>
            <p:nvPr/>
          </p:nvSpPr>
          <p:spPr>
            <a:xfrm>
              <a:off x="-5485392" y="1204647"/>
              <a:ext cx="470865" cy="472235"/>
            </a:xfrm>
            <a:custGeom>
              <a:avLst/>
              <a:gdLst/>
              <a:ahLst/>
              <a:cxnLst/>
              <a:rect l="l" t="t" r="r" b="b"/>
              <a:pathLst>
                <a:path w="22345" h="22410" extrusionOk="0">
                  <a:moveTo>
                    <a:pt x="1522" y="0"/>
                  </a:moveTo>
                  <a:lnTo>
                    <a:pt x="20790" y="0"/>
                  </a:lnTo>
                  <a:cubicBezTo>
                    <a:pt x="21664" y="0"/>
                    <a:pt x="22344" y="713"/>
                    <a:pt x="22344" y="1555"/>
                  </a:cubicBezTo>
                  <a:lnTo>
                    <a:pt x="22344" y="20887"/>
                  </a:lnTo>
                  <a:cubicBezTo>
                    <a:pt x="22344" y="21729"/>
                    <a:pt x="21664" y="22409"/>
                    <a:pt x="20790" y="22409"/>
                  </a:cubicBezTo>
                  <a:lnTo>
                    <a:pt x="1522" y="22409"/>
                  </a:lnTo>
                  <a:cubicBezTo>
                    <a:pt x="680" y="22409"/>
                    <a:pt x="0" y="21729"/>
                    <a:pt x="0" y="20887"/>
                  </a:cubicBezTo>
                  <a:lnTo>
                    <a:pt x="0" y="1555"/>
                  </a:lnTo>
                  <a:cubicBezTo>
                    <a:pt x="0" y="713"/>
                    <a:pt x="680" y="0"/>
                    <a:pt x="15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2403;p60">
              <a:extLst>
                <a:ext uri="{FF2B5EF4-FFF2-40B4-BE49-F238E27FC236}">
                  <a16:creationId xmlns:a16="http://schemas.microsoft.com/office/drawing/2014/main" id="{0BB1D169-D8C8-4239-B9DA-968168F4E26C}"/>
                </a:ext>
              </a:extLst>
            </p:cNvPr>
            <p:cNvSpPr/>
            <p:nvPr/>
          </p:nvSpPr>
          <p:spPr>
            <a:xfrm>
              <a:off x="-5396003" y="1257181"/>
              <a:ext cx="292760" cy="368516"/>
            </a:xfrm>
            <a:custGeom>
              <a:avLst/>
              <a:gdLst/>
              <a:ahLst/>
              <a:cxnLst/>
              <a:rect l="l" t="t" r="r" b="b"/>
              <a:pathLst>
                <a:path w="13893" h="17488" extrusionOk="0">
                  <a:moveTo>
                    <a:pt x="2526" y="130"/>
                  </a:moveTo>
                  <a:cubicBezTo>
                    <a:pt x="2817" y="66"/>
                    <a:pt x="3141" y="1"/>
                    <a:pt x="3465" y="1"/>
                  </a:cubicBezTo>
                  <a:lnTo>
                    <a:pt x="10427" y="1"/>
                  </a:lnTo>
                  <a:cubicBezTo>
                    <a:pt x="10751" y="1"/>
                    <a:pt x="11075" y="66"/>
                    <a:pt x="11367" y="130"/>
                  </a:cubicBezTo>
                  <a:cubicBezTo>
                    <a:pt x="11561" y="195"/>
                    <a:pt x="11723" y="260"/>
                    <a:pt x="11885" y="325"/>
                  </a:cubicBezTo>
                  <a:cubicBezTo>
                    <a:pt x="12403" y="584"/>
                    <a:pt x="12856" y="940"/>
                    <a:pt x="13212" y="1393"/>
                  </a:cubicBezTo>
                  <a:lnTo>
                    <a:pt x="13374" y="1620"/>
                  </a:lnTo>
                  <a:lnTo>
                    <a:pt x="13374" y="1652"/>
                  </a:lnTo>
                  <a:cubicBezTo>
                    <a:pt x="13439" y="1750"/>
                    <a:pt x="13504" y="1879"/>
                    <a:pt x="13569" y="2009"/>
                  </a:cubicBezTo>
                  <a:cubicBezTo>
                    <a:pt x="13633" y="2106"/>
                    <a:pt x="13666" y="2235"/>
                    <a:pt x="13731" y="2365"/>
                  </a:cubicBezTo>
                  <a:cubicBezTo>
                    <a:pt x="13763" y="2527"/>
                    <a:pt x="13828" y="2721"/>
                    <a:pt x="13860" y="2915"/>
                  </a:cubicBezTo>
                  <a:cubicBezTo>
                    <a:pt x="13892" y="3110"/>
                    <a:pt x="13892" y="3304"/>
                    <a:pt x="13892" y="3498"/>
                  </a:cubicBezTo>
                  <a:lnTo>
                    <a:pt x="13892" y="13084"/>
                  </a:lnTo>
                  <a:lnTo>
                    <a:pt x="13892" y="14185"/>
                  </a:lnTo>
                  <a:lnTo>
                    <a:pt x="13892" y="14185"/>
                  </a:lnTo>
                  <a:lnTo>
                    <a:pt x="13860" y="14282"/>
                  </a:lnTo>
                  <a:cubicBezTo>
                    <a:pt x="13860" y="14379"/>
                    <a:pt x="13795" y="14476"/>
                    <a:pt x="13763" y="14541"/>
                  </a:cubicBezTo>
                  <a:cubicBezTo>
                    <a:pt x="13633" y="14767"/>
                    <a:pt x="13439" y="14929"/>
                    <a:pt x="13212" y="15027"/>
                  </a:cubicBezTo>
                  <a:cubicBezTo>
                    <a:pt x="13083" y="15091"/>
                    <a:pt x="12921" y="15124"/>
                    <a:pt x="12759" y="15124"/>
                  </a:cubicBezTo>
                  <a:lnTo>
                    <a:pt x="12759" y="16387"/>
                  </a:lnTo>
                  <a:cubicBezTo>
                    <a:pt x="12727" y="16678"/>
                    <a:pt x="12597" y="16937"/>
                    <a:pt x="12370" y="17164"/>
                  </a:cubicBezTo>
                  <a:cubicBezTo>
                    <a:pt x="12306" y="17229"/>
                    <a:pt x="12209" y="17261"/>
                    <a:pt x="12144" y="17326"/>
                  </a:cubicBezTo>
                  <a:cubicBezTo>
                    <a:pt x="11885" y="17423"/>
                    <a:pt x="11626" y="17455"/>
                    <a:pt x="11367" y="17455"/>
                  </a:cubicBezTo>
                  <a:lnTo>
                    <a:pt x="10266" y="17455"/>
                  </a:lnTo>
                  <a:cubicBezTo>
                    <a:pt x="10007" y="17391"/>
                    <a:pt x="9812" y="17293"/>
                    <a:pt x="9618" y="17131"/>
                  </a:cubicBezTo>
                  <a:cubicBezTo>
                    <a:pt x="9586" y="17099"/>
                    <a:pt x="9553" y="17034"/>
                    <a:pt x="9521" y="17002"/>
                  </a:cubicBezTo>
                  <a:lnTo>
                    <a:pt x="9456" y="16905"/>
                  </a:lnTo>
                  <a:cubicBezTo>
                    <a:pt x="9391" y="16808"/>
                    <a:pt x="9359" y="16710"/>
                    <a:pt x="9326" y="16581"/>
                  </a:cubicBezTo>
                  <a:cubicBezTo>
                    <a:pt x="9326" y="16484"/>
                    <a:pt x="9262" y="16387"/>
                    <a:pt x="9294" y="16257"/>
                  </a:cubicBezTo>
                  <a:lnTo>
                    <a:pt x="9294" y="15124"/>
                  </a:lnTo>
                  <a:lnTo>
                    <a:pt x="4599" y="15124"/>
                  </a:lnTo>
                  <a:lnTo>
                    <a:pt x="4599" y="16451"/>
                  </a:lnTo>
                  <a:lnTo>
                    <a:pt x="4599" y="16451"/>
                  </a:lnTo>
                  <a:cubicBezTo>
                    <a:pt x="4599" y="16516"/>
                    <a:pt x="4599" y="16581"/>
                    <a:pt x="4566" y="16646"/>
                  </a:cubicBezTo>
                  <a:cubicBezTo>
                    <a:pt x="4534" y="16808"/>
                    <a:pt x="4404" y="17002"/>
                    <a:pt x="4275" y="17131"/>
                  </a:cubicBezTo>
                  <a:cubicBezTo>
                    <a:pt x="4178" y="17229"/>
                    <a:pt x="4048" y="17326"/>
                    <a:pt x="3919" y="17391"/>
                  </a:cubicBezTo>
                  <a:cubicBezTo>
                    <a:pt x="3692" y="17455"/>
                    <a:pt x="3465" y="17488"/>
                    <a:pt x="3206" y="17455"/>
                  </a:cubicBezTo>
                  <a:lnTo>
                    <a:pt x="2202" y="17455"/>
                  </a:lnTo>
                  <a:cubicBezTo>
                    <a:pt x="1716" y="17423"/>
                    <a:pt x="1295" y="17099"/>
                    <a:pt x="1198" y="16646"/>
                  </a:cubicBezTo>
                  <a:cubicBezTo>
                    <a:pt x="1198" y="16613"/>
                    <a:pt x="1198" y="16581"/>
                    <a:pt x="1166" y="16549"/>
                  </a:cubicBezTo>
                  <a:cubicBezTo>
                    <a:pt x="1166" y="16484"/>
                    <a:pt x="1166" y="16419"/>
                    <a:pt x="1166" y="16354"/>
                  </a:cubicBezTo>
                  <a:lnTo>
                    <a:pt x="1166" y="15156"/>
                  </a:lnTo>
                  <a:cubicBezTo>
                    <a:pt x="745" y="15156"/>
                    <a:pt x="389" y="14962"/>
                    <a:pt x="162" y="14606"/>
                  </a:cubicBezTo>
                  <a:cubicBezTo>
                    <a:pt x="130" y="14508"/>
                    <a:pt x="65" y="14411"/>
                    <a:pt x="33" y="14314"/>
                  </a:cubicBezTo>
                  <a:lnTo>
                    <a:pt x="33" y="14217"/>
                  </a:lnTo>
                  <a:cubicBezTo>
                    <a:pt x="0" y="14120"/>
                    <a:pt x="0" y="14023"/>
                    <a:pt x="0" y="13926"/>
                  </a:cubicBezTo>
                  <a:lnTo>
                    <a:pt x="0" y="4761"/>
                  </a:lnTo>
                  <a:lnTo>
                    <a:pt x="0" y="3174"/>
                  </a:lnTo>
                  <a:cubicBezTo>
                    <a:pt x="33" y="2915"/>
                    <a:pt x="97" y="2624"/>
                    <a:pt x="162" y="2365"/>
                  </a:cubicBezTo>
                  <a:cubicBezTo>
                    <a:pt x="227" y="2268"/>
                    <a:pt x="259" y="2171"/>
                    <a:pt x="292" y="2073"/>
                  </a:cubicBezTo>
                  <a:cubicBezTo>
                    <a:pt x="356" y="1911"/>
                    <a:pt x="454" y="1782"/>
                    <a:pt x="551" y="1620"/>
                  </a:cubicBezTo>
                  <a:cubicBezTo>
                    <a:pt x="777" y="1231"/>
                    <a:pt x="1101" y="908"/>
                    <a:pt x="1457" y="649"/>
                  </a:cubicBezTo>
                  <a:cubicBezTo>
                    <a:pt x="1555" y="584"/>
                    <a:pt x="1684" y="551"/>
                    <a:pt x="1749" y="454"/>
                  </a:cubicBezTo>
                  <a:cubicBezTo>
                    <a:pt x="1846" y="389"/>
                    <a:pt x="1943" y="357"/>
                    <a:pt x="2040" y="325"/>
                  </a:cubicBezTo>
                  <a:cubicBezTo>
                    <a:pt x="2170" y="260"/>
                    <a:pt x="2299" y="195"/>
                    <a:pt x="2429" y="163"/>
                  </a:cubicBezTo>
                  <a:cubicBezTo>
                    <a:pt x="2494" y="163"/>
                    <a:pt x="2526" y="130"/>
                    <a:pt x="2558" y="130"/>
                  </a:cubicBezTo>
                  <a:close/>
                  <a:moveTo>
                    <a:pt x="4599" y="1167"/>
                  </a:moveTo>
                  <a:lnTo>
                    <a:pt x="4599" y="2332"/>
                  </a:lnTo>
                  <a:lnTo>
                    <a:pt x="9262" y="2332"/>
                  </a:lnTo>
                  <a:lnTo>
                    <a:pt x="9262" y="1167"/>
                  </a:lnTo>
                  <a:close/>
                  <a:moveTo>
                    <a:pt x="1101" y="3498"/>
                  </a:moveTo>
                  <a:lnTo>
                    <a:pt x="1101" y="10493"/>
                  </a:lnTo>
                  <a:lnTo>
                    <a:pt x="12759" y="10493"/>
                  </a:lnTo>
                  <a:lnTo>
                    <a:pt x="12759" y="3498"/>
                  </a:lnTo>
                  <a:close/>
                  <a:moveTo>
                    <a:pt x="2235" y="11626"/>
                  </a:moveTo>
                  <a:cubicBezTo>
                    <a:pt x="2040" y="11659"/>
                    <a:pt x="1878" y="11691"/>
                    <a:pt x="1716" y="11788"/>
                  </a:cubicBezTo>
                  <a:cubicBezTo>
                    <a:pt x="1425" y="11918"/>
                    <a:pt x="1231" y="12209"/>
                    <a:pt x="1166" y="12501"/>
                  </a:cubicBezTo>
                  <a:lnTo>
                    <a:pt x="1134" y="12598"/>
                  </a:lnTo>
                  <a:cubicBezTo>
                    <a:pt x="1101" y="12695"/>
                    <a:pt x="1101" y="12825"/>
                    <a:pt x="1134" y="12922"/>
                  </a:cubicBezTo>
                  <a:cubicBezTo>
                    <a:pt x="1134" y="12986"/>
                    <a:pt x="1166" y="13051"/>
                    <a:pt x="1166" y="13116"/>
                  </a:cubicBezTo>
                  <a:cubicBezTo>
                    <a:pt x="1263" y="13472"/>
                    <a:pt x="1522" y="13731"/>
                    <a:pt x="1846" y="13893"/>
                  </a:cubicBezTo>
                  <a:cubicBezTo>
                    <a:pt x="2137" y="13990"/>
                    <a:pt x="2494" y="13990"/>
                    <a:pt x="2785" y="13861"/>
                  </a:cubicBezTo>
                  <a:cubicBezTo>
                    <a:pt x="3077" y="13699"/>
                    <a:pt x="3303" y="13440"/>
                    <a:pt x="3400" y="13116"/>
                  </a:cubicBezTo>
                  <a:lnTo>
                    <a:pt x="3433" y="13019"/>
                  </a:lnTo>
                  <a:cubicBezTo>
                    <a:pt x="3465" y="12889"/>
                    <a:pt x="3465" y="12760"/>
                    <a:pt x="3433" y="12630"/>
                  </a:cubicBezTo>
                  <a:lnTo>
                    <a:pt x="3400" y="12533"/>
                  </a:lnTo>
                  <a:cubicBezTo>
                    <a:pt x="3303" y="12144"/>
                    <a:pt x="3012" y="11853"/>
                    <a:pt x="2656" y="11723"/>
                  </a:cubicBezTo>
                  <a:cubicBezTo>
                    <a:pt x="2526" y="11659"/>
                    <a:pt x="2364" y="11659"/>
                    <a:pt x="2235" y="11626"/>
                  </a:cubicBezTo>
                  <a:close/>
                  <a:moveTo>
                    <a:pt x="11010" y="11788"/>
                  </a:moveTo>
                  <a:cubicBezTo>
                    <a:pt x="10751" y="11950"/>
                    <a:pt x="10525" y="12209"/>
                    <a:pt x="10460" y="12501"/>
                  </a:cubicBezTo>
                  <a:lnTo>
                    <a:pt x="10427" y="12598"/>
                  </a:lnTo>
                  <a:cubicBezTo>
                    <a:pt x="10427" y="12727"/>
                    <a:pt x="10427" y="12857"/>
                    <a:pt x="10427" y="12986"/>
                  </a:cubicBezTo>
                  <a:cubicBezTo>
                    <a:pt x="10460" y="13181"/>
                    <a:pt x="10557" y="13343"/>
                    <a:pt x="10654" y="13472"/>
                  </a:cubicBezTo>
                  <a:cubicBezTo>
                    <a:pt x="10784" y="13634"/>
                    <a:pt x="10946" y="13764"/>
                    <a:pt x="11108" y="13861"/>
                  </a:cubicBezTo>
                  <a:lnTo>
                    <a:pt x="11237" y="13893"/>
                  </a:lnTo>
                  <a:cubicBezTo>
                    <a:pt x="11496" y="13990"/>
                    <a:pt x="11820" y="13958"/>
                    <a:pt x="12079" y="13828"/>
                  </a:cubicBezTo>
                  <a:cubicBezTo>
                    <a:pt x="12176" y="13796"/>
                    <a:pt x="12273" y="13731"/>
                    <a:pt x="12338" y="13666"/>
                  </a:cubicBezTo>
                  <a:cubicBezTo>
                    <a:pt x="12532" y="13505"/>
                    <a:pt x="12630" y="13310"/>
                    <a:pt x="12694" y="13084"/>
                  </a:cubicBezTo>
                  <a:cubicBezTo>
                    <a:pt x="12694" y="13019"/>
                    <a:pt x="12727" y="12986"/>
                    <a:pt x="12727" y="12922"/>
                  </a:cubicBezTo>
                  <a:cubicBezTo>
                    <a:pt x="12759" y="12792"/>
                    <a:pt x="12759" y="12695"/>
                    <a:pt x="12727" y="12565"/>
                  </a:cubicBezTo>
                  <a:lnTo>
                    <a:pt x="12727" y="12468"/>
                  </a:lnTo>
                  <a:cubicBezTo>
                    <a:pt x="12630" y="12112"/>
                    <a:pt x="12338" y="11821"/>
                    <a:pt x="11982" y="11659"/>
                  </a:cubicBezTo>
                  <a:cubicBezTo>
                    <a:pt x="11852" y="11626"/>
                    <a:pt x="11690" y="11594"/>
                    <a:pt x="11561" y="11594"/>
                  </a:cubicBezTo>
                  <a:cubicBezTo>
                    <a:pt x="11367" y="11626"/>
                    <a:pt x="11172" y="11691"/>
                    <a:pt x="11043" y="11788"/>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2404;p60">
              <a:extLst>
                <a:ext uri="{FF2B5EF4-FFF2-40B4-BE49-F238E27FC236}">
                  <a16:creationId xmlns:a16="http://schemas.microsoft.com/office/drawing/2014/main" id="{7F8B2435-C0D9-4DFE-A0F9-187D2306895D}"/>
                </a:ext>
              </a:extLst>
            </p:cNvPr>
            <p:cNvSpPr/>
            <p:nvPr/>
          </p:nvSpPr>
          <p:spPr>
            <a:xfrm>
              <a:off x="-5445818" y="1355463"/>
              <a:ext cx="24592" cy="73712"/>
            </a:xfrm>
            <a:custGeom>
              <a:avLst/>
              <a:gdLst/>
              <a:ahLst/>
              <a:cxnLst/>
              <a:rect l="l" t="t" r="r" b="b"/>
              <a:pathLst>
                <a:path w="1167" h="3498" extrusionOk="0">
                  <a:moveTo>
                    <a:pt x="0" y="486"/>
                  </a:moveTo>
                  <a:cubicBezTo>
                    <a:pt x="33" y="227"/>
                    <a:pt x="259" y="0"/>
                    <a:pt x="551" y="0"/>
                  </a:cubicBezTo>
                  <a:lnTo>
                    <a:pt x="1166" y="0"/>
                  </a:lnTo>
                  <a:lnTo>
                    <a:pt x="1166" y="3497"/>
                  </a:lnTo>
                  <a:lnTo>
                    <a:pt x="486" y="3497"/>
                  </a:lnTo>
                  <a:cubicBezTo>
                    <a:pt x="195" y="3465"/>
                    <a:pt x="0" y="3206"/>
                    <a:pt x="0" y="2914"/>
                  </a:cubicBezTo>
                  <a:lnTo>
                    <a:pt x="0" y="389"/>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2405;p60">
              <a:extLst>
                <a:ext uri="{FF2B5EF4-FFF2-40B4-BE49-F238E27FC236}">
                  <a16:creationId xmlns:a16="http://schemas.microsoft.com/office/drawing/2014/main" id="{EA5BE091-0B36-45FC-A2A8-0F2AFFBA99B7}"/>
                </a:ext>
              </a:extLst>
            </p:cNvPr>
            <p:cNvSpPr/>
            <p:nvPr/>
          </p:nvSpPr>
          <p:spPr>
            <a:xfrm>
              <a:off x="-5078693" y="1355463"/>
              <a:ext cx="24592" cy="73016"/>
            </a:xfrm>
            <a:custGeom>
              <a:avLst/>
              <a:gdLst/>
              <a:ahLst/>
              <a:cxnLst/>
              <a:rect l="l" t="t" r="r" b="b"/>
              <a:pathLst>
                <a:path w="1167" h="3465" extrusionOk="0">
                  <a:moveTo>
                    <a:pt x="0" y="0"/>
                  </a:moveTo>
                  <a:lnTo>
                    <a:pt x="616" y="0"/>
                  </a:lnTo>
                  <a:cubicBezTo>
                    <a:pt x="907" y="0"/>
                    <a:pt x="1166" y="259"/>
                    <a:pt x="1166" y="551"/>
                  </a:cubicBezTo>
                  <a:lnTo>
                    <a:pt x="1166" y="2914"/>
                  </a:lnTo>
                  <a:cubicBezTo>
                    <a:pt x="1166" y="3076"/>
                    <a:pt x="1101" y="3238"/>
                    <a:pt x="972" y="3335"/>
                  </a:cubicBezTo>
                  <a:cubicBezTo>
                    <a:pt x="875" y="3400"/>
                    <a:pt x="713" y="3465"/>
                    <a:pt x="583" y="3465"/>
                  </a:cubicBezTo>
                  <a:lnTo>
                    <a:pt x="0" y="3465"/>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 name="TextBox 63">
            <a:extLst>
              <a:ext uri="{FF2B5EF4-FFF2-40B4-BE49-F238E27FC236}">
                <a16:creationId xmlns:a16="http://schemas.microsoft.com/office/drawing/2014/main" id="{1D4474ED-55A4-4365-ACE9-3490BB690353}"/>
              </a:ext>
            </a:extLst>
          </p:cNvPr>
          <p:cNvSpPr txBox="1"/>
          <p:nvPr/>
        </p:nvSpPr>
        <p:spPr>
          <a:xfrm>
            <a:off x="5136693" y="1832651"/>
            <a:ext cx="3448057" cy="646331"/>
          </a:xfrm>
          <a:prstGeom prst="rect">
            <a:avLst/>
          </a:prstGeom>
          <a:noFill/>
        </p:spPr>
        <p:txBody>
          <a:bodyPr wrap="square" rtlCol="0">
            <a:spAutoFit/>
          </a:bodyPr>
          <a:lstStyle/>
          <a:p>
            <a:pPr algn="ctr"/>
            <a:r>
              <a:rPr lang="en-US" sz="3600" dirty="0">
                <a:solidFill>
                  <a:srgbClr val="FFFFFF"/>
                </a:solidFill>
                <a:latin typeface="Mouse Memoirs" panose="020B0604020202020204" charset="0"/>
              </a:rPr>
              <a:t>Procedure and process </a:t>
            </a:r>
          </a:p>
        </p:txBody>
      </p:sp>
      <p:grpSp>
        <p:nvGrpSpPr>
          <p:cNvPr id="60" name="Group 59">
            <a:extLst>
              <a:ext uri="{FF2B5EF4-FFF2-40B4-BE49-F238E27FC236}">
                <a16:creationId xmlns:a16="http://schemas.microsoft.com/office/drawing/2014/main" id="{9D84169A-C99D-429B-AD9B-42051DC139CF}"/>
              </a:ext>
            </a:extLst>
          </p:cNvPr>
          <p:cNvGrpSpPr/>
          <p:nvPr/>
        </p:nvGrpSpPr>
        <p:grpSpPr>
          <a:xfrm>
            <a:off x="-2563118" y="8737"/>
            <a:ext cx="9014639" cy="5183172"/>
            <a:chOff x="1178561" y="-71840"/>
            <a:chExt cx="9014639" cy="5183172"/>
          </a:xfrm>
        </p:grpSpPr>
        <p:sp>
          <p:nvSpPr>
            <p:cNvPr id="58" name="Rectangle 57">
              <a:extLst>
                <a:ext uri="{FF2B5EF4-FFF2-40B4-BE49-F238E27FC236}">
                  <a16:creationId xmlns:a16="http://schemas.microsoft.com/office/drawing/2014/main" id="{EF21F1DB-A974-4601-9212-FC84308A4423}"/>
                </a:ext>
              </a:extLst>
            </p:cNvPr>
            <p:cNvSpPr/>
            <p:nvPr/>
          </p:nvSpPr>
          <p:spPr>
            <a:xfrm>
              <a:off x="5415843" y="1656026"/>
              <a:ext cx="3088190" cy="1938992"/>
            </a:xfrm>
            <a:prstGeom prst="rect">
              <a:avLst/>
            </a:prstGeom>
          </p:spPr>
          <p:txBody>
            <a:bodyPr wrap="square">
              <a:spAutoFit/>
            </a:bodyPr>
            <a:lstStyle/>
            <a:p>
              <a:pPr algn="ctr"/>
              <a:r>
                <a:rPr lang="en-US" sz="4000" dirty="0">
                  <a:solidFill>
                    <a:srgbClr val="FFFFFF"/>
                  </a:solidFill>
                  <a:latin typeface="Mouse Memoirs" panose="020B0604020202020204" charset="0"/>
                </a:rPr>
                <a:t>Procedure </a:t>
              </a:r>
            </a:p>
            <a:p>
              <a:pPr algn="ctr"/>
              <a:r>
                <a:rPr lang="en-US" sz="4000" dirty="0">
                  <a:solidFill>
                    <a:srgbClr val="FFFFFF"/>
                  </a:solidFill>
                  <a:latin typeface="Mouse Memoirs" panose="020B0604020202020204" charset="0"/>
                </a:rPr>
                <a:t>And </a:t>
              </a:r>
            </a:p>
            <a:p>
              <a:pPr algn="ctr"/>
              <a:r>
                <a:rPr lang="en-US" sz="4000" dirty="0">
                  <a:solidFill>
                    <a:srgbClr val="FFFFFF"/>
                  </a:solidFill>
                  <a:latin typeface="Mouse Memoirs" panose="020B0604020202020204" charset="0"/>
                </a:rPr>
                <a:t>Processes</a:t>
              </a:r>
            </a:p>
          </p:txBody>
        </p:sp>
        <p:grpSp>
          <p:nvGrpSpPr>
            <p:cNvPr id="38" name="Group 37">
              <a:extLst>
                <a:ext uri="{FF2B5EF4-FFF2-40B4-BE49-F238E27FC236}">
                  <a16:creationId xmlns:a16="http://schemas.microsoft.com/office/drawing/2014/main" id="{41F48079-DB9F-41F7-AFE5-F7D9A99B549B}"/>
                </a:ext>
              </a:extLst>
            </p:cNvPr>
            <p:cNvGrpSpPr/>
            <p:nvPr/>
          </p:nvGrpSpPr>
          <p:grpSpPr>
            <a:xfrm>
              <a:off x="1178561" y="-71840"/>
              <a:ext cx="7965439" cy="5183172"/>
              <a:chOff x="-660069" y="-10483"/>
              <a:chExt cx="7965439" cy="5164464"/>
            </a:xfrm>
          </p:grpSpPr>
          <p:grpSp>
            <p:nvGrpSpPr>
              <p:cNvPr id="35" name="Group 34">
                <a:extLst>
                  <a:ext uri="{FF2B5EF4-FFF2-40B4-BE49-F238E27FC236}">
                    <a16:creationId xmlns:a16="http://schemas.microsoft.com/office/drawing/2014/main" id="{8990D9C2-FDEA-45F2-9279-32B4FDFAFDE7}"/>
                  </a:ext>
                </a:extLst>
              </p:cNvPr>
              <p:cNvGrpSpPr/>
              <p:nvPr/>
            </p:nvGrpSpPr>
            <p:grpSpPr>
              <a:xfrm>
                <a:off x="-660069" y="-10483"/>
                <a:ext cx="7965439" cy="5164464"/>
                <a:chOff x="0" y="0"/>
                <a:chExt cx="7965439" cy="5143500"/>
              </a:xfrm>
              <a:effectLst>
                <a:outerShdw blurRad="254000" dist="88900" algn="l" rotWithShape="0">
                  <a:prstClr val="black">
                    <a:alpha val="51000"/>
                  </a:prstClr>
                </a:outerShdw>
              </a:effectLst>
            </p:grpSpPr>
            <p:sp>
              <p:nvSpPr>
                <p:cNvPr id="4" name="Rectangle 3">
                  <a:extLst>
                    <a:ext uri="{FF2B5EF4-FFF2-40B4-BE49-F238E27FC236}">
                      <a16:creationId xmlns:a16="http://schemas.microsoft.com/office/drawing/2014/main" id="{3C2E0660-52CF-4681-B741-C6EC08A17050}"/>
                    </a:ext>
                  </a:extLst>
                </p:cNvPr>
                <p:cNvSpPr/>
                <p:nvPr/>
              </p:nvSpPr>
              <p:spPr>
                <a:xfrm>
                  <a:off x="0" y="0"/>
                  <a:ext cx="7315200" cy="5143500"/>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5" name="Rectangle: Top Corners Rounded 4">
                  <a:extLst>
                    <a:ext uri="{FF2B5EF4-FFF2-40B4-BE49-F238E27FC236}">
                      <a16:creationId xmlns:a16="http://schemas.microsoft.com/office/drawing/2014/main" id="{A1E5B667-3E9D-468C-B01F-99C9845E12C1}"/>
                    </a:ext>
                  </a:extLst>
                </p:cNvPr>
                <p:cNvSpPr/>
                <p:nvPr/>
              </p:nvSpPr>
              <p:spPr>
                <a:xfrm rot="5400000">
                  <a:off x="7038339" y="4216400"/>
                  <a:ext cx="1173480" cy="680720"/>
                </a:xfrm>
                <a:prstGeom prst="round2SameRect">
                  <a:avLst>
                    <a:gd name="adj1" fmla="val 50000"/>
                    <a:gd name="adj2" fmla="val 0"/>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0961C32-6C88-4D67-B171-F1E099C92788}"/>
                    </a:ext>
                  </a:extLst>
                </p:cNvPr>
                <p:cNvSpPr txBox="1"/>
                <p:nvPr/>
              </p:nvSpPr>
              <p:spPr>
                <a:xfrm>
                  <a:off x="7284719" y="4070141"/>
                  <a:ext cx="680720" cy="830997"/>
                </a:xfrm>
                <a:prstGeom prst="rect">
                  <a:avLst/>
                </a:prstGeom>
                <a:noFill/>
              </p:spPr>
              <p:txBody>
                <a:bodyPr wrap="square" rtlCol="0">
                  <a:spAutoFit/>
                </a:bodyPr>
                <a:lstStyle/>
                <a:p>
                  <a:r>
                    <a:rPr lang="en-US" sz="4800" dirty="0">
                      <a:solidFill>
                        <a:srgbClr val="9EDADA"/>
                      </a:solidFill>
                      <a:latin typeface="Bahnschrift SemiBold" panose="020B0502040204020203" pitchFamily="34" charset="0"/>
                    </a:rPr>
                    <a:t>A</a:t>
                  </a:r>
                  <a:endParaRPr lang="en-US" dirty="0">
                    <a:solidFill>
                      <a:srgbClr val="9EDADA"/>
                    </a:solidFill>
                    <a:latin typeface="Bahnschrift SemiBold" panose="020B0502040204020203" pitchFamily="34" charset="0"/>
                  </a:endParaRPr>
                </a:p>
              </p:txBody>
            </p:sp>
          </p:grpSp>
          <p:sp>
            <p:nvSpPr>
              <p:cNvPr id="37" name="Rectangle 36">
                <a:extLst>
                  <a:ext uri="{FF2B5EF4-FFF2-40B4-BE49-F238E27FC236}">
                    <a16:creationId xmlns:a16="http://schemas.microsoft.com/office/drawing/2014/main" id="{66533D7E-2371-405F-B6CD-0DBF196B0C52}"/>
                  </a:ext>
                </a:extLst>
              </p:cNvPr>
              <p:cNvSpPr/>
              <p:nvPr/>
            </p:nvSpPr>
            <p:spPr>
              <a:xfrm>
                <a:off x="3321790" y="1812286"/>
                <a:ext cx="2708927" cy="1809328"/>
              </a:xfrm>
              <a:prstGeom prst="rect">
                <a:avLst/>
              </a:prstGeom>
            </p:spPr>
            <p:txBody>
              <a:bodyPr wrap="square">
                <a:spAutoFit/>
              </a:bodyPr>
              <a:lstStyle/>
              <a:p>
                <a:r>
                  <a:rPr lang="en-US" dirty="0">
                    <a:solidFill>
                      <a:srgbClr val="FFFFFF"/>
                    </a:solidFill>
                    <a:latin typeface="Catamaran" panose="020B0604020202020204" charset="0"/>
                    <a:cs typeface="Catamaran" panose="020B0604020202020204" charset="0"/>
                  </a:rPr>
                  <a:t>Past school bus safety incidents were analyzed to identify the root causes of children being left unattended. Existing solutions and technologies were then evaluated to highlight their limitations and identify areas requiring improvement.</a:t>
                </a:r>
              </a:p>
            </p:txBody>
          </p:sp>
        </p:grpSp>
        <p:sp>
          <p:nvSpPr>
            <p:cNvPr id="59" name="TextBox 58">
              <a:extLst>
                <a:ext uri="{FF2B5EF4-FFF2-40B4-BE49-F238E27FC236}">
                  <a16:creationId xmlns:a16="http://schemas.microsoft.com/office/drawing/2014/main" id="{8F213AD4-850F-4B00-9690-88ECE607B9BC}"/>
                </a:ext>
              </a:extLst>
            </p:cNvPr>
            <p:cNvSpPr txBox="1"/>
            <p:nvPr/>
          </p:nvSpPr>
          <p:spPr>
            <a:xfrm>
              <a:off x="2878000" y="1170539"/>
              <a:ext cx="7315200" cy="553998"/>
            </a:xfrm>
            <a:prstGeom prst="rect">
              <a:avLst/>
            </a:prstGeom>
            <a:noFill/>
          </p:spPr>
          <p:txBody>
            <a:bodyPr wrap="square" rtlCol="0">
              <a:spAutoFit/>
            </a:bodyPr>
            <a:lstStyle/>
            <a:p>
              <a:pPr algn="ctr"/>
              <a:r>
                <a:rPr lang="en-US" sz="3000" dirty="0">
                  <a:solidFill>
                    <a:srgbClr val="FFFFFF"/>
                  </a:solidFill>
                  <a:latin typeface="Mouse Memoirs" panose="020B0604020202020204" charset="0"/>
                </a:rPr>
                <a:t>IDENTIFICAION  </a:t>
              </a:r>
            </a:p>
          </p:txBody>
        </p:sp>
      </p:grpSp>
      <p:grpSp>
        <p:nvGrpSpPr>
          <p:cNvPr id="14" name="Group 13">
            <a:extLst>
              <a:ext uri="{FF2B5EF4-FFF2-40B4-BE49-F238E27FC236}">
                <a16:creationId xmlns:a16="http://schemas.microsoft.com/office/drawing/2014/main" id="{C4105F15-DFB4-40E1-B47C-A08B872D11C2}"/>
              </a:ext>
            </a:extLst>
          </p:cNvPr>
          <p:cNvGrpSpPr/>
          <p:nvPr/>
        </p:nvGrpSpPr>
        <p:grpSpPr>
          <a:xfrm>
            <a:off x="-3265287" y="29964"/>
            <a:ext cx="7975598" cy="5164463"/>
            <a:chOff x="2075417" y="-4915486"/>
            <a:chExt cx="7975598" cy="5164463"/>
          </a:xfrm>
        </p:grpSpPr>
        <p:grpSp>
          <p:nvGrpSpPr>
            <p:cNvPr id="41" name="Group 40">
              <a:extLst>
                <a:ext uri="{FF2B5EF4-FFF2-40B4-BE49-F238E27FC236}">
                  <a16:creationId xmlns:a16="http://schemas.microsoft.com/office/drawing/2014/main" id="{C90691B2-4EF7-4C9D-810F-3B7D97401F7F}"/>
                </a:ext>
              </a:extLst>
            </p:cNvPr>
            <p:cNvGrpSpPr/>
            <p:nvPr/>
          </p:nvGrpSpPr>
          <p:grpSpPr>
            <a:xfrm>
              <a:off x="2075417" y="-4915486"/>
              <a:ext cx="7975598" cy="5164463"/>
              <a:chOff x="-1320089" y="-10482"/>
              <a:chExt cx="7975598" cy="5164463"/>
            </a:xfrm>
          </p:grpSpPr>
          <p:grpSp>
            <p:nvGrpSpPr>
              <p:cNvPr id="34" name="Group 33">
                <a:extLst>
                  <a:ext uri="{FF2B5EF4-FFF2-40B4-BE49-F238E27FC236}">
                    <a16:creationId xmlns:a16="http://schemas.microsoft.com/office/drawing/2014/main" id="{AEA31D06-3CB6-4DC4-8E64-41634E9ED9E5}"/>
                  </a:ext>
                </a:extLst>
              </p:cNvPr>
              <p:cNvGrpSpPr/>
              <p:nvPr/>
            </p:nvGrpSpPr>
            <p:grpSpPr>
              <a:xfrm>
                <a:off x="-1320089" y="-10482"/>
                <a:ext cx="7975598" cy="5164463"/>
                <a:chOff x="-822960" y="0"/>
                <a:chExt cx="7975598" cy="5143500"/>
              </a:xfrm>
              <a:effectLst>
                <a:outerShdw blurRad="254000" dist="88900" algn="l" rotWithShape="0">
                  <a:prstClr val="black">
                    <a:alpha val="51000"/>
                  </a:prstClr>
                </a:outerShdw>
              </a:effectLst>
            </p:grpSpPr>
            <p:sp>
              <p:nvSpPr>
                <p:cNvPr id="7" name="Rectangle 6">
                  <a:extLst>
                    <a:ext uri="{FF2B5EF4-FFF2-40B4-BE49-F238E27FC236}">
                      <a16:creationId xmlns:a16="http://schemas.microsoft.com/office/drawing/2014/main" id="{B4BD7181-33BB-4A2C-88DF-C320C3A0EDAC}"/>
                    </a:ext>
                  </a:extLst>
                </p:cNvPr>
                <p:cNvSpPr/>
                <p:nvPr/>
              </p:nvSpPr>
              <p:spPr>
                <a:xfrm>
                  <a:off x="-822960" y="0"/>
                  <a:ext cx="73152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Top Corners Rounded 7">
                  <a:extLst>
                    <a:ext uri="{FF2B5EF4-FFF2-40B4-BE49-F238E27FC236}">
                      <a16:creationId xmlns:a16="http://schemas.microsoft.com/office/drawing/2014/main" id="{557501F1-9A5E-4129-BED4-66FB1D5DE3D1}"/>
                    </a:ext>
                  </a:extLst>
                </p:cNvPr>
                <p:cNvSpPr/>
                <p:nvPr/>
              </p:nvSpPr>
              <p:spPr>
                <a:xfrm rot="5400000">
                  <a:off x="6225538" y="3414821"/>
                  <a:ext cx="1173480" cy="680720"/>
                </a:xfrm>
                <a:prstGeom prst="round2SameRect">
                  <a:avLst>
                    <a:gd name="adj1" fmla="val 50000"/>
                    <a:gd name="adj2"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9E9113E-4906-4F4B-A973-088003AC6F27}"/>
                    </a:ext>
                  </a:extLst>
                </p:cNvPr>
                <p:cNvSpPr txBox="1"/>
                <p:nvPr/>
              </p:nvSpPr>
              <p:spPr>
                <a:xfrm>
                  <a:off x="6471918" y="3268562"/>
                  <a:ext cx="680720" cy="82762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sz="4800" dirty="0">
                      <a:solidFill>
                        <a:srgbClr val="E15561"/>
                      </a:solidFill>
                      <a:latin typeface="Bahnschrift SemiBold" panose="020B0502040204020203" pitchFamily="34" charset="0"/>
                    </a:rPr>
                    <a:t>B</a:t>
                  </a:r>
                  <a:endParaRPr lang="en-US" dirty="0">
                    <a:solidFill>
                      <a:srgbClr val="E15561"/>
                    </a:solidFill>
                    <a:latin typeface="Bahnschrift SemiBold" panose="020B0502040204020203" pitchFamily="34" charset="0"/>
                  </a:endParaRPr>
                </a:p>
              </p:txBody>
            </p:sp>
          </p:grpSp>
          <p:sp>
            <p:nvSpPr>
              <p:cNvPr id="39" name="Rectangle 38">
                <a:extLst>
                  <a:ext uri="{FF2B5EF4-FFF2-40B4-BE49-F238E27FC236}">
                    <a16:creationId xmlns:a16="http://schemas.microsoft.com/office/drawing/2014/main" id="{AC699422-FF7D-4158-A701-A55C103682E0}"/>
                  </a:ext>
                </a:extLst>
              </p:cNvPr>
              <p:cNvSpPr/>
              <p:nvPr/>
            </p:nvSpPr>
            <p:spPr>
              <a:xfrm>
                <a:off x="3153058" y="261877"/>
                <a:ext cx="1261884" cy="553998"/>
              </a:xfrm>
              <a:prstGeom prst="rect">
                <a:avLst/>
              </a:prstGeom>
            </p:spPr>
            <p:txBody>
              <a:bodyPr wrap="none">
                <a:spAutoFit/>
              </a:bodyPr>
              <a:lstStyle/>
              <a:p>
                <a:r>
                  <a:rPr lang="en-US" sz="3000" dirty="0">
                    <a:solidFill>
                      <a:srgbClr val="FFFFFF"/>
                    </a:solidFill>
                    <a:latin typeface="Mouse Memoirs" panose="020B0604020202020204" charset="0"/>
                  </a:rPr>
                  <a:t>PLANNING</a:t>
                </a:r>
              </a:p>
            </p:txBody>
          </p:sp>
          <p:sp>
            <p:nvSpPr>
              <p:cNvPr id="40" name="Rectangle 39">
                <a:extLst>
                  <a:ext uri="{FF2B5EF4-FFF2-40B4-BE49-F238E27FC236}">
                    <a16:creationId xmlns:a16="http://schemas.microsoft.com/office/drawing/2014/main" id="{FD7A3EF3-A5CD-4080-8679-4844FA953B1C}"/>
                  </a:ext>
                </a:extLst>
              </p:cNvPr>
              <p:cNvSpPr/>
              <p:nvPr/>
            </p:nvSpPr>
            <p:spPr>
              <a:xfrm>
                <a:off x="2285204" y="825316"/>
                <a:ext cx="3046715" cy="1600438"/>
              </a:xfrm>
              <a:prstGeom prst="rect">
                <a:avLst/>
              </a:prstGeom>
            </p:spPr>
            <p:txBody>
              <a:bodyPr wrap="square">
                <a:spAutoFit/>
              </a:bodyPr>
              <a:lstStyle/>
              <a:p>
                <a:pPr algn="ctr"/>
                <a:r>
                  <a:rPr lang="en-US" dirty="0">
                    <a:solidFill>
                      <a:srgbClr val="FFFFFF"/>
                    </a:solidFill>
                    <a:latin typeface="Catamaran" panose="020B0604020202020204" charset="0"/>
                    <a:cs typeface="Catamaran" panose="020B0604020202020204" charset="0"/>
                  </a:rPr>
                  <a:t>Existing solutions were compared to identify key shortcomings. Based on this analysis, an automated multi-sensor system was selected to address the problem, enabling independent decision-making and action without reliance on human intervention.</a:t>
                </a:r>
              </a:p>
            </p:txBody>
          </p:sp>
        </p:grpSp>
        <p:pic>
          <p:nvPicPr>
            <p:cNvPr id="11" name="Picture 10">
              <a:extLst>
                <a:ext uri="{FF2B5EF4-FFF2-40B4-BE49-F238E27FC236}">
                  <a16:creationId xmlns:a16="http://schemas.microsoft.com/office/drawing/2014/main" id="{071E0AD2-C428-481E-99AE-A1EB0745E15A}"/>
                </a:ext>
              </a:extLst>
            </p:cNvPr>
            <p:cNvPicPr>
              <a:picLocks noChangeAspect="1"/>
            </p:cNvPicPr>
            <p:nvPr/>
          </p:nvPicPr>
          <p:blipFill>
            <a:blip r:embed="rId3"/>
            <a:stretch>
              <a:fillRect/>
            </a:stretch>
          </p:blipFill>
          <p:spPr>
            <a:xfrm>
              <a:off x="5784915" y="-1970854"/>
              <a:ext cx="2697325" cy="2115746"/>
            </a:xfrm>
            <a:prstGeom prst="rect">
              <a:avLst/>
            </a:prstGeom>
          </p:spPr>
        </p:pic>
      </p:grpSp>
      <p:grpSp>
        <p:nvGrpSpPr>
          <p:cNvPr id="47" name="Group 46">
            <a:extLst>
              <a:ext uri="{FF2B5EF4-FFF2-40B4-BE49-F238E27FC236}">
                <a16:creationId xmlns:a16="http://schemas.microsoft.com/office/drawing/2014/main" id="{FA80EF16-6593-46C0-A702-95115BEE6574}"/>
              </a:ext>
            </a:extLst>
          </p:cNvPr>
          <p:cNvGrpSpPr/>
          <p:nvPr/>
        </p:nvGrpSpPr>
        <p:grpSpPr>
          <a:xfrm>
            <a:off x="-3946007" y="18091"/>
            <a:ext cx="7995920" cy="5164463"/>
            <a:chOff x="-2029368" y="5602"/>
            <a:chExt cx="7995920" cy="5164463"/>
          </a:xfrm>
        </p:grpSpPr>
        <p:grpSp>
          <p:nvGrpSpPr>
            <p:cNvPr id="33" name="Group 32">
              <a:extLst>
                <a:ext uri="{FF2B5EF4-FFF2-40B4-BE49-F238E27FC236}">
                  <a16:creationId xmlns:a16="http://schemas.microsoft.com/office/drawing/2014/main" id="{369C0282-A98E-41A0-B376-EB91997CFC2A}"/>
                </a:ext>
              </a:extLst>
            </p:cNvPr>
            <p:cNvGrpSpPr/>
            <p:nvPr/>
          </p:nvGrpSpPr>
          <p:grpSpPr>
            <a:xfrm>
              <a:off x="-2029368" y="5602"/>
              <a:ext cx="7995920" cy="5164463"/>
              <a:chOff x="-1645920" y="0"/>
              <a:chExt cx="7995920" cy="5143500"/>
            </a:xfrm>
            <a:effectLst>
              <a:outerShdw blurRad="254000" dist="88900" algn="l" rotWithShape="0">
                <a:prstClr val="black">
                  <a:alpha val="51000"/>
                </a:prstClr>
              </a:outerShdw>
            </a:effectLst>
          </p:grpSpPr>
          <p:sp>
            <p:nvSpPr>
              <p:cNvPr id="17" name="Rectangle 16">
                <a:extLst>
                  <a:ext uri="{FF2B5EF4-FFF2-40B4-BE49-F238E27FC236}">
                    <a16:creationId xmlns:a16="http://schemas.microsoft.com/office/drawing/2014/main" id="{F8FA3C83-70BD-4F23-BED7-3A16DCB5439D}"/>
                  </a:ext>
                </a:extLst>
              </p:cNvPr>
              <p:cNvSpPr/>
              <p:nvPr/>
            </p:nvSpPr>
            <p:spPr>
              <a:xfrm>
                <a:off x="-1645920" y="0"/>
                <a:ext cx="7315200" cy="5143500"/>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18" name="Rectangle: Top Corners Rounded 17">
                <a:extLst>
                  <a:ext uri="{FF2B5EF4-FFF2-40B4-BE49-F238E27FC236}">
                    <a16:creationId xmlns:a16="http://schemas.microsoft.com/office/drawing/2014/main" id="{699C3EBD-BC01-4EE1-BE76-5FFE3FC529F4}"/>
                  </a:ext>
                </a:extLst>
              </p:cNvPr>
              <p:cNvSpPr/>
              <p:nvPr/>
            </p:nvSpPr>
            <p:spPr>
              <a:xfrm rot="5400000">
                <a:off x="5422900" y="2691338"/>
                <a:ext cx="1173480" cy="680720"/>
              </a:xfrm>
              <a:prstGeom prst="round2SameRect">
                <a:avLst>
                  <a:gd name="adj1" fmla="val 50000"/>
                  <a:gd name="adj2" fmla="val 0"/>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B3F931C5-6F33-4DB5-AA5F-2CC1A58EAEAE}"/>
                  </a:ext>
                </a:extLst>
              </p:cNvPr>
              <p:cNvSpPr txBox="1"/>
              <p:nvPr/>
            </p:nvSpPr>
            <p:spPr>
              <a:xfrm>
                <a:off x="5669280" y="2545079"/>
                <a:ext cx="680720" cy="827624"/>
              </a:xfrm>
              <a:prstGeom prst="rect">
                <a:avLst/>
              </a:prstGeom>
              <a:noFill/>
              <a:ln>
                <a:no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n-US" sz="4800" dirty="0">
                    <a:solidFill>
                      <a:srgbClr val="9ABC4B"/>
                    </a:solidFill>
                    <a:latin typeface="Bahnschrift SemiBold" panose="020B0502040204020203" pitchFamily="34" charset="0"/>
                  </a:rPr>
                  <a:t>C</a:t>
                </a:r>
                <a:endParaRPr lang="en-US" dirty="0">
                  <a:solidFill>
                    <a:srgbClr val="9ABC4B"/>
                  </a:solidFill>
                  <a:latin typeface="Bahnschrift SemiBold" panose="020B0502040204020203" pitchFamily="34" charset="0"/>
                </a:endParaRPr>
              </a:p>
            </p:txBody>
          </p:sp>
        </p:grpSp>
        <p:sp>
          <p:nvSpPr>
            <p:cNvPr id="42" name="Rectangle 41">
              <a:extLst>
                <a:ext uri="{FF2B5EF4-FFF2-40B4-BE49-F238E27FC236}">
                  <a16:creationId xmlns:a16="http://schemas.microsoft.com/office/drawing/2014/main" id="{9F10D5F7-3203-44EF-86D8-A14D1133259E}"/>
                </a:ext>
              </a:extLst>
            </p:cNvPr>
            <p:cNvSpPr/>
            <p:nvPr/>
          </p:nvSpPr>
          <p:spPr>
            <a:xfrm>
              <a:off x="2175890" y="1239745"/>
              <a:ext cx="1851789" cy="984885"/>
            </a:xfrm>
            <a:prstGeom prst="rect">
              <a:avLst/>
            </a:prstGeom>
          </p:spPr>
          <p:txBody>
            <a:bodyPr wrap="none">
              <a:spAutoFit/>
            </a:bodyPr>
            <a:lstStyle/>
            <a:p>
              <a:r>
                <a:rPr lang="en-US" sz="3000" dirty="0">
                  <a:solidFill>
                    <a:srgbClr val="FFFFFF"/>
                  </a:solidFill>
                  <a:latin typeface="Mouse Memoirs" panose="020B0604020202020204" charset="0"/>
                </a:rPr>
                <a:t>SYSTEM DESIGN </a:t>
              </a:r>
              <a:endParaRPr lang="ar-BH" sz="3000" dirty="0">
                <a:solidFill>
                  <a:srgbClr val="FFFFFF"/>
                </a:solidFill>
                <a:latin typeface="Mouse Memoirs" panose="020B0604020202020204" charset="0"/>
              </a:endParaRPr>
            </a:p>
            <a:p>
              <a:endParaRPr lang="ar-BH" dirty="0"/>
            </a:p>
            <a:p>
              <a:endParaRPr lang="en-US" dirty="0"/>
            </a:p>
          </p:txBody>
        </p:sp>
        <p:sp>
          <p:nvSpPr>
            <p:cNvPr id="46" name="Rectangle 45">
              <a:extLst>
                <a:ext uri="{FF2B5EF4-FFF2-40B4-BE49-F238E27FC236}">
                  <a16:creationId xmlns:a16="http://schemas.microsoft.com/office/drawing/2014/main" id="{B8A45121-AEFC-4617-9D63-907DE3983E6F}"/>
                </a:ext>
              </a:extLst>
            </p:cNvPr>
            <p:cNvSpPr/>
            <p:nvPr/>
          </p:nvSpPr>
          <p:spPr>
            <a:xfrm>
              <a:off x="1821453" y="1834358"/>
              <a:ext cx="2659552" cy="2031325"/>
            </a:xfrm>
            <a:prstGeom prst="rect">
              <a:avLst/>
            </a:prstGeom>
          </p:spPr>
          <p:txBody>
            <a:bodyPr wrap="square">
              <a:spAutoFit/>
            </a:bodyPr>
            <a:lstStyle/>
            <a:p>
              <a:pPr algn="ctr"/>
              <a:r>
                <a:rPr lang="en-US" b="1" dirty="0">
                  <a:solidFill>
                    <a:srgbClr val="FFFFFF"/>
                  </a:solidFill>
                  <a:latin typeface="Catamaran" panose="020B0604020202020204" charset="0"/>
                  <a:cs typeface="Catamaran" panose="020B0604020202020204" charset="0"/>
                </a:rPr>
                <a:t>Sensors and system components were selected based on their suitability to meet the project objectives and ensure effective operation. An initial conceptual system design was developed to guide implementation and integration.</a:t>
              </a:r>
            </a:p>
          </p:txBody>
        </p:sp>
      </p:grpSp>
      <p:grpSp>
        <p:nvGrpSpPr>
          <p:cNvPr id="51" name="Group 50">
            <a:extLst>
              <a:ext uri="{FF2B5EF4-FFF2-40B4-BE49-F238E27FC236}">
                <a16:creationId xmlns:a16="http://schemas.microsoft.com/office/drawing/2014/main" id="{F3423DBC-1A94-44B7-83F7-0F0B7506487C}"/>
              </a:ext>
            </a:extLst>
          </p:cNvPr>
          <p:cNvGrpSpPr/>
          <p:nvPr/>
        </p:nvGrpSpPr>
        <p:grpSpPr>
          <a:xfrm>
            <a:off x="-5991298" y="15573"/>
            <a:ext cx="9329789" cy="5164463"/>
            <a:chOff x="-5357926" y="-2440"/>
            <a:chExt cx="10622368" cy="5164463"/>
          </a:xfrm>
        </p:grpSpPr>
        <p:grpSp>
          <p:nvGrpSpPr>
            <p:cNvPr id="32" name="Group 31">
              <a:extLst>
                <a:ext uri="{FF2B5EF4-FFF2-40B4-BE49-F238E27FC236}">
                  <a16:creationId xmlns:a16="http://schemas.microsoft.com/office/drawing/2014/main" id="{614E70BF-337D-4BF7-B0EA-C6ECBF5DFF9B}"/>
                </a:ext>
              </a:extLst>
            </p:cNvPr>
            <p:cNvGrpSpPr/>
            <p:nvPr/>
          </p:nvGrpSpPr>
          <p:grpSpPr>
            <a:xfrm>
              <a:off x="-5357926" y="-2440"/>
              <a:ext cx="10622368" cy="5164463"/>
              <a:chOff x="-2448702" y="0"/>
              <a:chExt cx="7975742" cy="5143500"/>
            </a:xfrm>
            <a:effectLst>
              <a:outerShdw blurRad="254000" dist="88900" algn="l" rotWithShape="0">
                <a:prstClr val="black">
                  <a:alpha val="51000"/>
                </a:prstClr>
              </a:outerShdw>
            </a:effectLst>
          </p:grpSpPr>
          <p:sp>
            <p:nvSpPr>
              <p:cNvPr id="21" name="Rectangle: Top Corners Rounded 20">
                <a:extLst>
                  <a:ext uri="{FF2B5EF4-FFF2-40B4-BE49-F238E27FC236}">
                    <a16:creationId xmlns:a16="http://schemas.microsoft.com/office/drawing/2014/main" id="{FF319D32-91A4-46CA-BF76-B1F811650A84}"/>
                  </a:ext>
                </a:extLst>
              </p:cNvPr>
              <p:cNvSpPr/>
              <p:nvPr/>
            </p:nvSpPr>
            <p:spPr>
              <a:xfrm rot="5400000">
                <a:off x="4599940" y="1991360"/>
                <a:ext cx="1173480" cy="680720"/>
              </a:xfrm>
              <a:prstGeom prst="round2SameRect">
                <a:avLst>
                  <a:gd name="adj1" fmla="val 50000"/>
                  <a:gd name="adj2" fmla="val 0"/>
                </a:avLst>
              </a:prstGeom>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C025A44-88D4-4C30-BD06-E350D8A22D55}"/>
                  </a:ext>
                </a:extLst>
              </p:cNvPr>
              <p:cNvSpPr txBox="1"/>
              <p:nvPr/>
            </p:nvSpPr>
            <p:spPr>
              <a:xfrm>
                <a:off x="4923415" y="1868233"/>
                <a:ext cx="418478" cy="827624"/>
              </a:xfrm>
              <a:prstGeom prst="rect">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en-US" sz="4800" dirty="0">
                    <a:solidFill>
                      <a:srgbClr val="E69E1A"/>
                    </a:solidFill>
                    <a:latin typeface="Bahnschrift SemiBold" panose="020B0502040204020203" pitchFamily="34" charset="0"/>
                  </a:rPr>
                  <a:t>D</a:t>
                </a:r>
                <a:endParaRPr lang="en-US" dirty="0">
                  <a:solidFill>
                    <a:srgbClr val="E69E1A"/>
                  </a:solidFill>
                  <a:latin typeface="Bahnschrift SemiBold" panose="020B0502040204020203" pitchFamily="34" charset="0"/>
                </a:endParaRPr>
              </a:p>
            </p:txBody>
          </p:sp>
          <p:sp>
            <p:nvSpPr>
              <p:cNvPr id="20" name="Rectangle 19">
                <a:extLst>
                  <a:ext uri="{FF2B5EF4-FFF2-40B4-BE49-F238E27FC236}">
                    <a16:creationId xmlns:a16="http://schemas.microsoft.com/office/drawing/2014/main" id="{73CB7D25-98BD-4481-9ED7-4EFF68E302BD}"/>
                  </a:ext>
                </a:extLst>
              </p:cNvPr>
              <p:cNvSpPr/>
              <p:nvPr/>
            </p:nvSpPr>
            <p:spPr>
              <a:xfrm>
                <a:off x="-2448702" y="0"/>
                <a:ext cx="7315200" cy="5143500"/>
              </a:xfrm>
              <a:prstGeom prst="rect">
                <a:avLst/>
              </a:prstGeom>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49" name="Rectangle 48">
              <a:extLst>
                <a:ext uri="{FF2B5EF4-FFF2-40B4-BE49-F238E27FC236}">
                  <a16:creationId xmlns:a16="http://schemas.microsoft.com/office/drawing/2014/main" id="{C40D83F1-1E61-46E0-A44D-05D26C2E6689}"/>
                </a:ext>
              </a:extLst>
            </p:cNvPr>
            <p:cNvSpPr/>
            <p:nvPr/>
          </p:nvSpPr>
          <p:spPr>
            <a:xfrm>
              <a:off x="55959" y="2330910"/>
              <a:ext cx="3509467" cy="1600438"/>
            </a:xfrm>
            <a:prstGeom prst="rect">
              <a:avLst/>
            </a:prstGeom>
          </p:spPr>
          <p:txBody>
            <a:bodyPr wrap="square">
              <a:spAutoFit/>
            </a:bodyPr>
            <a:lstStyle/>
            <a:p>
              <a:pPr algn="ctr"/>
              <a:r>
                <a:rPr lang="en-US" b="1" dirty="0">
                  <a:solidFill>
                    <a:srgbClr val="FFFFFF"/>
                  </a:solidFill>
                  <a:latin typeface="Catamaran" panose="020B0604020202020204" charset="0"/>
                  <a:cs typeface="Catamaran" panose="020B0604020202020204" charset="0"/>
                </a:rPr>
                <a:t>The system was divided into two main subsystems: sensor-based detection and camera-based monitoring. Each component was developed and tested independently to ensure reliable functionality before integration.</a:t>
              </a:r>
            </a:p>
          </p:txBody>
        </p:sp>
        <p:sp>
          <p:nvSpPr>
            <p:cNvPr id="50" name="Rectangle 49">
              <a:extLst>
                <a:ext uri="{FF2B5EF4-FFF2-40B4-BE49-F238E27FC236}">
                  <a16:creationId xmlns:a16="http://schemas.microsoft.com/office/drawing/2014/main" id="{68BD34AC-C501-4FAB-923A-E1533372D98E}"/>
                </a:ext>
              </a:extLst>
            </p:cNvPr>
            <p:cNvSpPr/>
            <p:nvPr/>
          </p:nvSpPr>
          <p:spPr>
            <a:xfrm>
              <a:off x="654261" y="1712162"/>
              <a:ext cx="2321878" cy="553998"/>
            </a:xfrm>
            <a:prstGeom prst="rect">
              <a:avLst/>
            </a:prstGeom>
          </p:spPr>
          <p:txBody>
            <a:bodyPr wrap="none">
              <a:spAutoFit/>
            </a:bodyPr>
            <a:lstStyle/>
            <a:p>
              <a:r>
                <a:rPr lang="en-US" sz="3000" dirty="0">
                  <a:solidFill>
                    <a:srgbClr val="FFFFFF"/>
                  </a:solidFill>
                  <a:latin typeface="Mouse Memoirs" panose="020B0604020202020204" charset="0"/>
                </a:rPr>
                <a:t>Implementation </a:t>
              </a:r>
            </a:p>
          </p:txBody>
        </p:sp>
      </p:grpSp>
      <p:grpSp>
        <p:nvGrpSpPr>
          <p:cNvPr id="54" name="Group 53">
            <a:extLst>
              <a:ext uri="{FF2B5EF4-FFF2-40B4-BE49-F238E27FC236}">
                <a16:creationId xmlns:a16="http://schemas.microsoft.com/office/drawing/2014/main" id="{B779A879-5D51-488B-B233-778DD3B89AD5}"/>
              </a:ext>
            </a:extLst>
          </p:cNvPr>
          <p:cNvGrpSpPr/>
          <p:nvPr/>
        </p:nvGrpSpPr>
        <p:grpSpPr>
          <a:xfrm>
            <a:off x="-6345028" y="23621"/>
            <a:ext cx="8889999" cy="5164464"/>
            <a:chOff x="-4511833" y="21685"/>
            <a:chExt cx="8889999" cy="5164463"/>
          </a:xfrm>
        </p:grpSpPr>
        <p:grpSp>
          <p:nvGrpSpPr>
            <p:cNvPr id="31" name="Group 30">
              <a:extLst>
                <a:ext uri="{FF2B5EF4-FFF2-40B4-BE49-F238E27FC236}">
                  <a16:creationId xmlns:a16="http://schemas.microsoft.com/office/drawing/2014/main" id="{60B392A4-5611-4AD1-80A2-A3CC46EA3CBC}"/>
                </a:ext>
              </a:extLst>
            </p:cNvPr>
            <p:cNvGrpSpPr/>
            <p:nvPr/>
          </p:nvGrpSpPr>
          <p:grpSpPr>
            <a:xfrm>
              <a:off x="-4511833" y="21685"/>
              <a:ext cx="8889999" cy="5164463"/>
              <a:chOff x="-3291840" y="-1"/>
              <a:chExt cx="7980680" cy="5143500"/>
            </a:xfrm>
            <a:effectLst>
              <a:outerShdw blurRad="254000" dist="88900" algn="l" rotWithShape="0">
                <a:prstClr val="black">
                  <a:alpha val="51000"/>
                </a:prstClr>
              </a:outerShdw>
            </a:effectLst>
          </p:grpSpPr>
          <p:sp>
            <p:nvSpPr>
              <p:cNvPr id="23" name="Rectangle 22">
                <a:extLst>
                  <a:ext uri="{FF2B5EF4-FFF2-40B4-BE49-F238E27FC236}">
                    <a16:creationId xmlns:a16="http://schemas.microsoft.com/office/drawing/2014/main" id="{0B22AE3F-98C9-4035-9C3B-7BFC636008FF}"/>
                  </a:ext>
                </a:extLst>
              </p:cNvPr>
              <p:cNvSpPr/>
              <p:nvPr/>
            </p:nvSpPr>
            <p:spPr>
              <a:xfrm>
                <a:off x="-3291840" y="-1"/>
                <a:ext cx="7315200" cy="5143500"/>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nvGrpSpPr>
              <p:cNvPr id="30" name="Group 29">
                <a:extLst>
                  <a:ext uri="{FF2B5EF4-FFF2-40B4-BE49-F238E27FC236}">
                    <a16:creationId xmlns:a16="http://schemas.microsoft.com/office/drawing/2014/main" id="{ACAD4A34-4D20-4DD2-A5AF-6571A95939D4}"/>
                  </a:ext>
                </a:extLst>
              </p:cNvPr>
              <p:cNvGrpSpPr/>
              <p:nvPr/>
            </p:nvGrpSpPr>
            <p:grpSpPr>
              <a:xfrm>
                <a:off x="4008120" y="1027221"/>
                <a:ext cx="680720" cy="1173480"/>
                <a:chOff x="4008120" y="1027221"/>
                <a:chExt cx="680720" cy="1173480"/>
              </a:xfrm>
            </p:grpSpPr>
            <p:sp>
              <p:nvSpPr>
                <p:cNvPr id="24" name="Rectangle: Top Corners Rounded 23">
                  <a:extLst>
                    <a:ext uri="{FF2B5EF4-FFF2-40B4-BE49-F238E27FC236}">
                      <a16:creationId xmlns:a16="http://schemas.microsoft.com/office/drawing/2014/main" id="{491DCE14-5354-4256-BF78-46E183A8C5DB}"/>
                    </a:ext>
                  </a:extLst>
                </p:cNvPr>
                <p:cNvSpPr/>
                <p:nvPr/>
              </p:nvSpPr>
              <p:spPr>
                <a:xfrm rot="5400000">
                  <a:off x="3761740" y="1273601"/>
                  <a:ext cx="1173480" cy="680720"/>
                </a:xfrm>
                <a:prstGeom prst="round2SameRect">
                  <a:avLst>
                    <a:gd name="adj1" fmla="val 50000"/>
                    <a:gd name="adj2" fmla="val 0"/>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5016F4E9-BF38-4DF8-89D8-62EB1DA5A577}"/>
                    </a:ext>
                  </a:extLst>
                </p:cNvPr>
                <p:cNvSpPr txBox="1"/>
                <p:nvPr/>
              </p:nvSpPr>
              <p:spPr>
                <a:xfrm>
                  <a:off x="4008120" y="1127342"/>
                  <a:ext cx="680720" cy="827624"/>
                </a:xfrm>
                <a:prstGeom prst="rect">
                  <a:avLst/>
                </a:prstGeom>
                <a:noFill/>
              </p:spPr>
              <p:txBody>
                <a:bodyPr wrap="square" rtlCol="0">
                  <a:spAutoFit/>
                </a:bodyPr>
                <a:lstStyle/>
                <a:p>
                  <a:r>
                    <a:rPr lang="en-US" sz="4800" dirty="0">
                      <a:solidFill>
                        <a:srgbClr val="A8A8A8"/>
                      </a:solidFill>
                      <a:latin typeface="Bahnschrift SemiBold" panose="020B0502040204020203" pitchFamily="34" charset="0"/>
                    </a:rPr>
                    <a:t>E</a:t>
                  </a:r>
                  <a:endParaRPr lang="en-US" dirty="0">
                    <a:solidFill>
                      <a:srgbClr val="A8A8A8"/>
                    </a:solidFill>
                    <a:latin typeface="Bahnschrift SemiBold" panose="020B0502040204020203" pitchFamily="34" charset="0"/>
                  </a:endParaRPr>
                </a:p>
              </p:txBody>
            </p:sp>
          </p:grpSp>
        </p:grpSp>
        <p:sp>
          <p:nvSpPr>
            <p:cNvPr id="52" name="Rectangle 51">
              <a:extLst>
                <a:ext uri="{FF2B5EF4-FFF2-40B4-BE49-F238E27FC236}">
                  <a16:creationId xmlns:a16="http://schemas.microsoft.com/office/drawing/2014/main" id="{F33A3982-DD97-428D-8F7F-93327658CCCB}"/>
                </a:ext>
              </a:extLst>
            </p:cNvPr>
            <p:cNvSpPr/>
            <p:nvPr/>
          </p:nvSpPr>
          <p:spPr>
            <a:xfrm>
              <a:off x="-641187" y="2067799"/>
              <a:ext cx="3002930" cy="1384995"/>
            </a:xfrm>
            <a:prstGeom prst="rect">
              <a:avLst/>
            </a:prstGeom>
          </p:spPr>
          <p:txBody>
            <a:bodyPr wrap="square">
              <a:spAutoFit/>
            </a:bodyPr>
            <a:lstStyle/>
            <a:p>
              <a:pPr algn="ctr"/>
              <a:r>
                <a:rPr lang="en-US" b="1" dirty="0">
                  <a:solidFill>
                    <a:srgbClr val="FFFFFF"/>
                  </a:solidFill>
                  <a:latin typeface="Catamaran" panose="020B0604020202020204" charset="0"/>
                  <a:cs typeface="Catamaran" panose="020B0604020202020204" charset="0"/>
                </a:rPr>
                <a:t>All system components were integrated into a unified platform, and a centralized dashboard was developed to collect, visualize, and manage data from all modules for efficient monitoring and control.</a:t>
              </a:r>
            </a:p>
          </p:txBody>
        </p:sp>
        <p:sp>
          <p:nvSpPr>
            <p:cNvPr id="53" name="Rectangle 52">
              <a:extLst>
                <a:ext uri="{FF2B5EF4-FFF2-40B4-BE49-F238E27FC236}">
                  <a16:creationId xmlns:a16="http://schemas.microsoft.com/office/drawing/2014/main" id="{2825777A-4C47-4B48-BDEE-EA47EC3FF311}"/>
                </a:ext>
              </a:extLst>
            </p:cNvPr>
            <p:cNvSpPr/>
            <p:nvPr/>
          </p:nvSpPr>
          <p:spPr>
            <a:xfrm>
              <a:off x="-791501" y="1342787"/>
              <a:ext cx="3416320" cy="553998"/>
            </a:xfrm>
            <a:prstGeom prst="rect">
              <a:avLst/>
            </a:prstGeom>
          </p:spPr>
          <p:txBody>
            <a:bodyPr wrap="none">
              <a:spAutoFit/>
            </a:bodyPr>
            <a:lstStyle/>
            <a:p>
              <a:r>
                <a:rPr lang="en-US" sz="3000" dirty="0">
                  <a:solidFill>
                    <a:srgbClr val="FFFFFF"/>
                  </a:solidFill>
                  <a:latin typeface="Mouse Memoirs" panose="020B0604020202020204" charset="0"/>
                </a:rPr>
                <a:t>INTEGRATION AND DASHBOARD </a:t>
              </a:r>
            </a:p>
          </p:txBody>
        </p:sp>
      </p:grpSp>
      <p:grpSp>
        <p:nvGrpSpPr>
          <p:cNvPr id="57" name="Group 56">
            <a:extLst>
              <a:ext uri="{FF2B5EF4-FFF2-40B4-BE49-F238E27FC236}">
                <a16:creationId xmlns:a16="http://schemas.microsoft.com/office/drawing/2014/main" id="{92FD8EC3-1C46-41C2-8F29-9ACD086D6D13}"/>
              </a:ext>
            </a:extLst>
          </p:cNvPr>
          <p:cNvGrpSpPr/>
          <p:nvPr/>
        </p:nvGrpSpPr>
        <p:grpSpPr>
          <a:xfrm>
            <a:off x="-7700321" y="13055"/>
            <a:ext cx="9577439" cy="5183861"/>
            <a:chOff x="-7326356" y="-5473794"/>
            <a:chExt cx="9577439" cy="5183861"/>
          </a:xfrm>
        </p:grpSpPr>
        <p:grpSp>
          <p:nvGrpSpPr>
            <p:cNvPr id="13" name="Group 12">
              <a:extLst>
                <a:ext uri="{FF2B5EF4-FFF2-40B4-BE49-F238E27FC236}">
                  <a16:creationId xmlns:a16="http://schemas.microsoft.com/office/drawing/2014/main" id="{2180AAAA-AA53-4EC7-A76D-691003FB6808}"/>
                </a:ext>
              </a:extLst>
            </p:cNvPr>
            <p:cNvGrpSpPr/>
            <p:nvPr/>
          </p:nvGrpSpPr>
          <p:grpSpPr>
            <a:xfrm>
              <a:off x="-7326356" y="-5473794"/>
              <a:ext cx="9577439" cy="5183861"/>
              <a:chOff x="-8745008" y="7838218"/>
              <a:chExt cx="9577439" cy="5183861"/>
            </a:xfrm>
          </p:grpSpPr>
          <p:grpSp>
            <p:nvGrpSpPr>
              <p:cNvPr id="29" name="Group 28">
                <a:extLst>
                  <a:ext uri="{FF2B5EF4-FFF2-40B4-BE49-F238E27FC236}">
                    <a16:creationId xmlns:a16="http://schemas.microsoft.com/office/drawing/2014/main" id="{37F89CBB-2D80-45E3-801A-BF95E9075E29}"/>
                  </a:ext>
                </a:extLst>
              </p:cNvPr>
              <p:cNvGrpSpPr/>
              <p:nvPr/>
            </p:nvGrpSpPr>
            <p:grpSpPr>
              <a:xfrm>
                <a:off x="-8745008" y="7838218"/>
                <a:ext cx="9577439" cy="5183861"/>
                <a:chOff x="-4114800" y="0"/>
                <a:chExt cx="8052826" cy="5143500"/>
              </a:xfrm>
              <a:effectLst>
                <a:outerShdw blurRad="254000" dist="88900" algn="l" rotWithShape="0">
                  <a:prstClr val="black">
                    <a:alpha val="51000"/>
                  </a:prstClr>
                </a:outerShdw>
              </a:effectLst>
            </p:grpSpPr>
            <p:sp>
              <p:nvSpPr>
                <p:cNvPr id="26" name="Rectangle 25">
                  <a:extLst>
                    <a:ext uri="{FF2B5EF4-FFF2-40B4-BE49-F238E27FC236}">
                      <a16:creationId xmlns:a16="http://schemas.microsoft.com/office/drawing/2014/main" id="{CA260B28-8231-4EAB-A6C2-B4D749ACAF22}"/>
                    </a:ext>
                  </a:extLst>
                </p:cNvPr>
                <p:cNvSpPr/>
                <p:nvPr/>
              </p:nvSpPr>
              <p:spPr>
                <a:xfrm>
                  <a:off x="-4114800" y="0"/>
                  <a:ext cx="7315200" cy="5143500"/>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27" name="Rectangle: Top Corners Rounded 26">
                  <a:extLst>
                    <a:ext uri="{FF2B5EF4-FFF2-40B4-BE49-F238E27FC236}">
                      <a16:creationId xmlns:a16="http://schemas.microsoft.com/office/drawing/2014/main" id="{7395725D-FCCA-4087-A571-854003A63933}"/>
                    </a:ext>
                  </a:extLst>
                </p:cNvPr>
                <p:cNvSpPr/>
                <p:nvPr/>
              </p:nvSpPr>
              <p:spPr>
                <a:xfrm rot="5400000">
                  <a:off x="2954020" y="844823"/>
                  <a:ext cx="1173480" cy="680720"/>
                </a:xfrm>
                <a:prstGeom prst="round2SameRect">
                  <a:avLst>
                    <a:gd name="adj1" fmla="val 50000"/>
                    <a:gd name="adj2" fmla="val 0"/>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EE5A1DEE-4779-41D2-825F-DEE730A6FECB}"/>
                    </a:ext>
                  </a:extLst>
                </p:cNvPr>
                <p:cNvSpPr txBox="1"/>
                <p:nvPr/>
              </p:nvSpPr>
              <p:spPr>
                <a:xfrm>
                  <a:off x="3257306" y="767265"/>
                  <a:ext cx="680720" cy="827624"/>
                </a:xfrm>
                <a:prstGeom prst="rect">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en-US" sz="4800" dirty="0">
                      <a:solidFill>
                        <a:srgbClr val="9EDADA"/>
                      </a:solidFill>
                      <a:latin typeface="Bahnschrift SemiBold" panose="020B0502040204020203" pitchFamily="34" charset="0"/>
                    </a:rPr>
                    <a:t>F</a:t>
                  </a:r>
                  <a:endParaRPr lang="en-US" dirty="0">
                    <a:solidFill>
                      <a:srgbClr val="9EDADA"/>
                    </a:solidFill>
                    <a:latin typeface="Bahnschrift SemiBold" panose="020B0502040204020203" pitchFamily="34" charset="0"/>
                  </a:endParaRPr>
                </a:p>
              </p:txBody>
            </p:sp>
          </p:grpSp>
          <p:sp>
            <p:nvSpPr>
              <p:cNvPr id="70" name="Rectangle 69">
                <a:extLst>
                  <a:ext uri="{FF2B5EF4-FFF2-40B4-BE49-F238E27FC236}">
                    <a16:creationId xmlns:a16="http://schemas.microsoft.com/office/drawing/2014/main" id="{903D0303-3074-4030-87B5-DFA2D30FE303}"/>
                  </a:ext>
                </a:extLst>
              </p:cNvPr>
              <p:cNvSpPr/>
              <p:nvPr/>
            </p:nvSpPr>
            <p:spPr>
              <a:xfrm>
                <a:off x="-2846045" y="8468322"/>
                <a:ext cx="1013419" cy="769441"/>
              </a:xfrm>
              <a:prstGeom prst="rect">
                <a:avLst/>
              </a:prstGeom>
            </p:spPr>
            <p:txBody>
              <a:bodyPr wrap="none">
                <a:spAutoFit/>
              </a:bodyPr>
              <a:lstStyle/>
              <a:p>
                <a:r>
                  <a:rPr lang="en-US" sz="3000" dirty="0">
                    <a:solidFill>
                      <a:srgbClr val="FFFFFF"/>
                    </a:solidFill>
                    <a:latin typeface="Mouse Memoirs" panose="020B0604020202020204" charset="0"/>
                  </a:rPr>
                  <a:t>TESTING</a:t>
                </a:r>
                <a:endParaRPr lang="ar-BH" sz="3000" dirty="0">
                  <a:solidFill>
                    <a:srgbClr val="FFFFFF"/>
                  </a:solidFill>
                  <a:latin typeface="Mouse Memoirs" panose="020B0604020202020204" charset="0"/>
                </a:endParaRPr>
              </a:p>
              <a:p>
                <a:endParaRPr lang="en-US" dirty="0"/>
              </a:p>
            </p:txBody>
          </p:sp>
          <p:sp>
            <p:nvSpPr>
              <p:cNvPr id="12" name="Rectangle 11">
                <a:extLst>
                  <a:ext uri="{FF2B5EF4-FFF2-40B4-BE49-F238E27FC236}">
                    <a16:creationId xmlns:a16="http://schemas.microsoft.com/office/drawing/2014/main" id="{651BE3AC-41B7-4D2F-B138-147C2345E8A8}"/>
                  </a:ext>
                </a:extLst>
              </p:cNvPr>
              <p:cNvSpPr/>
              <p:nvPr/>
            </p:nvSpPr>
            <p:spPr>
              <a:xfrm>
                <a:off x="-3310443" y="9141074"/>
                <a:ext cx="2147341" cy="2677656"/>
              </a:xfrm>
              <a:prstGeom prst="rect">
                <a:avLst/>
              </a:prstGeom>
            </p:spPr>
            <p:txBody>
              <a:bodyPr wrap="square">
                <a:spAutoFit/>
              </a:bodyPr>
              <a:lstStyle/>
              <a:p>
                <a:pPr algn="ctr"/>
                <a:r>
                  <a:rPr lang="en-US" dirty="0">
                    <a:solidFill>
                      <a:srgbClr val="FFFFFF"/>
                    </a:solidFill>
                    <a:latin typeface="Catamaran" panose="020B0604020202020204" charset="0"/>
                    <a:cs typeface="Catamaran" panose="020B0604020202020204" charset="0"/>
                  </a:rPr>
                  <a:t>Multiple simulated scenarios were designed, and comprehensive sequential tests were conducted to cover potential situations inside the bus. This verified the correctness of the action sequence and confirmed that the system responds as intended and delivers reliable results.</a:t>
                </a:r>
              </a:p>
            </p:txBody>
          </p:sp>
        </p:grpSp>
        <p:pic>
          <p:nvPicPr>
            <p:cNvPr id="16" name="Picture 15">
              <a:extLst>
                <a:ext uri="{FF2B5EF4-FFF2-40B4-BE49-F238E27FC236}">
                  <a16:creationId xmlns:a16="http://schemas.microsoft.com/office/drawing/2014/main" id="{9FC5D759-F07B-4E66-9354-DEFB23F37B0D}"/>
                </a:ext>
              </a:extLst>
            </p:cNvPr>
            <p:cNvPicPr>
              <a:picLocks noChangeAspect="1"/>
            </p:cNvPicPr>
            <p:nvPr/>
          </p:nvPicPr>
          <p:blipFill>
            <a:blip r:embed="rId4"/>
            <a:stretch>
              <a:fillRect/>
            </a:stretch>
          </p:blipFill>
          <p:spPr>
            <a:xfrm>
              <a:off x="-5703692" y="-4620141"/>
              <a:ext cx="2838805" cy="1621779"/>
            </a:xfrm>
            <a:prstGeom prst="rect">
              <a:avLst/>
            </a:prstGeom>
          </p:spPr>
        </p:pic>
        <p:pic>
          <p:nvPicPr>
            <p:cNvPr id="36" name="Picture 35">
              <a:extLst>
                <a:ext uri="{FF2B5EF4-FFF2-40B4-BE49-F238E27FC236}">
                  <a16:creationId xmlns:a16="http://schemas.microsoft.com/office/drawing/2014/main" id="{842B0461-36E7-492C-8685-9E7525C78EC7}"/>
                </a:ext>
              </a:extLst>
            </p:cNvPr>
            <p:cNvPicPr>
              <a:picLocks noChangeAspect="1"/>
            </p:cNvPicPr>
            <p:nvPr/>
          </p:nvPicPr>
          <p:blipFill>
            <a:blip r:embed="rId5"/>
            <a:stretch>
              <a:fillRect/>
            </a:stretch>
          </p:blipFill>
          <p:spPr>
            <a:xfrm>
              <a:off x="-5980152" y="-2831471"/>
              <a:ext cx="3453419" cy="1459900"/>
            </a:xfrm>
            <a:prstGeom prst="rect">
              <a:avLst/>
            </a:prstGeom>
          </p:spPr>
        </p:pic>
      </p:grpSp>
      <p:grpSp>
        <p:nvGrpSpPr>
          <p:cNvPr id="61" name="Group 60">
            <a:extLst>
              <a:ext uri="{FF2B5EF4-FFF2-40B4-BE49-F238E27FC236}">
                <a16:creationId xmlns:a16="http://schemas.microsoft.com/office/drawing/2014/main" id="{50378646-DD57-4271-BB51-7C23EC0114A4}"/>
              </a:ext>
            </a:extLst>
          </p:cNvPr>
          <p:cNvGrpSpPr/>
          <p:nvPr/>
        </p:nvGrpSpPr>
        <p:grpSpPr>
          <a:xfrm>
            <a:off x="-8242838" y="22409"/>
            <a:ext cx="9181000" cy="5164463"/>
            <a:chOff x="-8080744" y="-38795"/>
            <a:chExt cx="9181000" cy="5164463"/>
          </a:xfrm>
        </p:grpSpPr>
        <p:grpSp>
          <p:nvGrpSpPr>
            <p:cNvPr id="10" name="Group 9">
              <a:extLst>
                <a:ext uri="{FF2B5EF4-FFF2-40B4-BE49-F238E27FC236}">
                  <a16:creationId xmlns:a16="http://schemas.microsoft.com/office/drawing/2014/main" id="{C12A8DB0-4C6E-4ABC-938A-3CB0152CC308}"/>
                </a:ext>
              </a:extLst>
            </p:cNvPr>
            <p:cNvGrpSpPr/>
            <p:nvPr/>
          </p:nvGrpSpPr>
          <p:grpSpPr>
            <a:xfrm>
              <a:off x="-8080744" y="-38795"/>
              <a:ext cx="9181000" cy="5164463"/>
              <a:chOff x="-10282378" y="-2165445"/>
              <a:chExt cx="7995920" cy="5164463"/>
            </a:xfrm>
          </p:grpSpPr>
          <p:grpSp>
            <p:nvGrpSpPr>
              <p:cNvPr id="62" name="Group 61">
                <a:extLst>
                  <a:ext uri="{FF2B5EF4-FFF2-40B4-BE49-F238E27FC236}">
                    <a16:creationId xmlns:a16="http://schemas.microsoft.com/office/drawing/2014/main" id="{3E696377-2627-4BBF-BC81-EDB8E19BE58D}"/>
                  </a:ext>
                </a:extLst>
              </p:cNvPr>
              <p:cNvGrpSpPr/>
              <p:nvPr/>
            </p:nvGrpSpPr>
            <p:grpSpPr>
              <a:xfrm>
                <a:off x="-10282378" y="-2165445"/>
                <a:ext cx="7995920" cy="5164463"/>
                <a:chOff x="-1645920" y="0"/>
                <a:chExt cx="7995920" cy="5143500"/>
              </a:xfrm>
              <a:effectLst>
                <a:outerShdw blurRad="254000" dist="88900" algn="l" rotWithShape="0">
                  <a:prstClr val="black">
                    <a:alpha val="51000"/>
                  </a:prstClr>
                </a:outerShdw>
              </a:effectLst>
            </p:grpSpPr>
            <p:sp>
              <p:nvSpPr>
                <p:cNvPr id="66" name="Rectangle 65">
                  <a:extLst>
                    <a:ext uri="{FF2B5EF4-FFF2-40B4-BE49-F238E27FC236}">
                      <a16:creationId xmlns:a16="http://schemas.microsoft.com/office/drawing/2014/main" id="{1F3A75BE-7E6B-4924-AA2F-518539402A5C}"/>
                    </a:ext>
                  </a:extLst>
                </p:cNvPr>
                <p:cNvSpPr/>
                <p:nvPr/>
              </p:nvSpPr>
              <p:spPr>
                <a:xfrm>
                  <a:off x="-1645920" y="0"/>
                  <a:ext cx="7315200" cy="5143500"/>
                </a:xfrm>
                <a:prstGeom prst="rect">
                  <a:avLst/>
                </a:prstGeom>
                <a:solidFill>
                  <a:srgbClr val="880E77"/>
                </a:solidFill>
                <a:ln>
                  <a:solidFill>
                    <a:srgbClr val="880E77"/>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67" name="Rectangle: Top Corners Rounded 66">
                  <a:extLst>
                    <a:ext uri="{FF2B5EF4-FFF2-40B4-BE49-F238E27FC236}">
                      <a16:creationId xmlns:a16="http://schemas.microsoft.com/office/drawing/2014/main" id="{29D17259-5D75-4E37-B84B-560A1D49E32E}"/>
                    </a:ext>
                  </a:extLst>
                </p:cNvPr>
                <p:cNvSpPr/>
                <p:nvPr/>
              </p:nvSpPr>
              <p:spPr>
                <a:xfrm rot="5400000">
                  <a:off x="5422900" y="246380"/>
                  <a:ext cx="1173480" cy="680720"/>
                </a:xfrm>
                <a:prstGeom prst="round2SameRect">
                  <a:avLst>
                    <a:gd name="adj1" fmla="val 50000"/>
                    <a:gd name="adj2" fmla="val 0"/>
                  </a:avLst>
                </a:prstGeom>
                <a:solidFill>
                  <a:srgbClr val="880E77"/>
                </a:solidFill>
                <a:ln>
                  <a:solidFill>
                    <a:srgbClr val="880E77"/>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68" name="TextBox 67">
                  <a:extLst>
                    <a:ext uri="{FF2B5EF4-FFF2-40B4-BE49-F238E27FC236}">
                      <a16:creationId xmlns:a16="http://schemas.microsoft.com/office/drawing/2014/main" id="{CD1DB1DB-FC14-4729-B8D1-A5CC721D775F}"/>
                    </a:ext>
                  </a:extLst>
                </p:cNvPr>
                <p:cNvSpPr txBox="1"/>
                <p:nvPr/>
              </p:nvSpPr>
              <p:spPr>
                <a:xfrm>
                  <a:off x="5636451" y="142343"/>
                  <a:ext cx="680720" cy="827624"/>
                </a:xfrm>
                <a:prstGeom prst="rect">
                  <a:avLst/>
                </a:prstGeom>
                <a:noFill/>
                <a:ln>
                  <a:no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en-US" sz="4800" dirty="0">
                      <a:solidFill>
                        <a:schemeClr val="accent6">
                          <a:lumMod val="50000"/>
                        </a:schemeClr>
                      </a:solidFill>
                      <a:latin typeface="Bahnschrift SemiBold" panose="020B0502040204020203" pitchFamily="34" charset="0"/>
                    </a:rPr>
                    <a:t>G</a:t>
                  </a:r>
                  <a:endParaRPr lang="en-US" dirty="0">
                    <a:solidFill>
                      <a:schemeClr val="accent6">
                        <a:lumMod val="50000"/>
                      </a:schemeClr>
                    </a:solidFill>
                    <a:latin typeface="Bahnschrift SemiBold" panose="020B0502040204020203" pitchFamily="34" charset="0"/>
                  </a:endParaRPr>
                </a:p>
              </p:txBody>
            </p:sp>
          </p:grpSp>
          <p:sp>
            <p:nvSpPr>
              <p:cNvPr id="69" name="Rectangle 68">
                <a:extLst>
                  <a:ext uri="{FF2B5EF4-FFF2-40B4-BE49-F238E27FC236}">
                    <a16:creationId xmlns:a16="http://schemas.microsoft.com/office/drawing/2014/main" id="{560F153B-5E6A-45D8-9C09-F7BA45CC672B}"/>
                  </a:ext>
                </a:extLst>
              </p:cNvPr>
              <p:cNvSpPr/>
              <p:nvPr/>
            </p:nvSpPr>
            <p:spPr>
              <a:xfrm>
                <a:off x="-7093385" y="136828"/>
                <a:ext cx="3383915" cy="1169551"/>
              </a:xfrm>
              <a:prstGeom prst="rect">
                <a:avLst/>
              </a:prstGeom>
            </p:spPr>
            <p:txBody>
              <a:bodyPr wrap="square">
                <a:spAutoFit/>
              </a:bodyPr>
              <a:lstStyle/>
              <a:p>
                <a:pPr algn="ctr"/>
                <a:r>
                  <a:rPr lang="en-US" dirty="0">
                    <a:solidFill>
                      <a:srgbClr val="FFFFFF"/>
                    </a:solidFill>
                    <a:latin typeface="Catamaran" panose="020B0604020202020204" charset="0"/>
                    <a:cs typeface="Catamaran" panose="020B0604020202020204" charset="0"/>
                  </a:rPr>
                  <a:t>The PCB was designed and assembled, and all components were integrated onto it. The complete setup was then installed into the final prototype, creating a fully functional version of the system.</a:t>
                </a:r>
              </a:p>
            </p:txBody>
          </p:sp>
          <p:sp>
            <p:nvSpPr>
              <p:cNvPr id="71" name="Rectangle 70">
                <a:extLst>
                  <a:ext uri="{FF2B5EF4-FFF2-40B4-BE49-F238E27FC236}">
                    <a16:creationId xmlns:a16="http://schemas.microsoft.com/office/drawing/2014/main" id="{B840C3B4-CD5A-477B-B44F-56EFD8522FDF}"/>
                  </a:ext>
                </a:extLst>
              </p:cNvPr>
              <p:cNvSpPr/>
              <p:nvPr/>
            </p:nvSpPr>
            <p:spPr>
              <a:xfrm>
                <a:off x="-6292246" y="-588783"/>
                <a:ext cx="1676981" cy="553998"/>
              </a:xfrm>
              <a:prstGeom prst="rect">
                <a:avLst/>
              </a:prstGeom>
            </p:spPr>
            <p:txBody>
              <a:bodyPr wrap="none">
                <a:spAutoFit/>
              </a:bodyPr>
              <a:lstStyle/>
              <a:p>
                <a:pPr algn="ctr"/>
                <a:r>
                  <a:rPr lang="en-US" sz="3000" dirty="0">
                    <a:solidFill>
                      <a:srgbClr val="FFFFFF"/>
                    </a:solidFill>
                    <a:latin typeface="Mouse Memoirs" panose="020B0604020202020204" charset="0"/>
                  </a:rPr>
                  <a:t>FINAL ASSEMBLY</a:t>
                </a:r>
              </a:p>
            </p:txBody>
          </p:sp>
        </p:grpSp>
        <p:pic>
          <p:nvPicPr>
            <p:cNvPr id="48" name="Picture 47">
              <a:extLst>
                <a:ext uri="{FF2B5EF4-FFF2-40B4-BE49-F238E27FC236}">
                  <a16:creationId xmlns:a16="http://schemas.microsoft.com/office/drawing/2014/main" id="{DA2919FA-67C4-4AA3-82A0-3CE0FF5A1088}"/>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imgEffect>
                    </a14:imgLayer>
                  </a14:imgProps>
                </a:ext>
              </a:extLst>
            </a:blip>
            <a:stretch>
              <a:fillRect/>
            </a:stretch>
          </p:blipFill>
          <p:spPr>
            <a:xfrm>
              <a:off x="-7787537" y="493538"/>
              <a:ext cx="3134331" cy="2286470"/>
            </a:xfrm>
            <a:prstGeom prst="rect">
              <a:avLst/>
            </a:prstGeom>
          </p:spPr>
        </p:pic>
        <p:pic>
          <p:nvPicPr>
            <p:cNvPr id="56" name="Picture 55">
              <a:extLst>
                <a:ext uri="{FF2B5EF4-FFF2-40B4-BE49-F238E27FC236}">
                  <a16:creationId xmlns:a16="http://schemas.microsoft.com/office/drawing/2014/main" id="{228EAF90-9749-4BA0-A0FB-F1EA57949DF2}"/>
                </a:ext>
              </a:extLst>
            </p:cNvPr>
            <p:cNvPicPr>
              <a:picLocks noChangeAspect="1"/>
            </p:cNvPicPr>
            <p:nvPr/>
          </p:nvPicPr>
          <p:blipFill>
            <a:blip r:embed="rId8"/>
            <a:stretch>
              <a:fillRect/>
            </a:stretch>
          </p:blipFill>
          <p:spPr>
            <a:xfrm>
              <a:off x="-7429435" y="2959270"/>
              <a:ext cx="2452276" cy="1192419"/>
            </a:xfrm>
            <a:prstGeom prst="rect">
              <a:avLst/>
            </a:prstGeom>
          </p:spPr>
        </p:pic>
      </p:grpSp>
    </p:spTree>
    <p:extLst>
      <p:ext uri="{BB962C8B-B14F-4D97-AF65-F5344CB8AC3E}">
        <p14:creationId xmlns:p14="http://schemas.microsoft.com/office/powerpoint/2010/main" val="6854605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4.72222E-6 2.34568E-6 L 0.41407 -0.00062 " pathEditMode="relative" rAng="0" ptsTypes="AA">
                                      <p:cBhvr>
                                        <p:cTn id="6" dur="1250" fill="hold"/>
                                        <p:tgtEl>
                                          <p:spTgt spid="60"/>
                                        </p:tgtEl>
                                        <p:attrNameLst>
                                          <p:attrName>ppt_x</p:attrName>
                                          <p:attrName>ppt_y</p:attrName>
                                        </p:attrNameLst>
                                      </p:cBhvr>
                                      <p:rCtr x="20694" y="-31"/>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4.72222E-6 9.87654E-7 L 0.48178 0.00679 " pathEditMode="relative" rAng="0" ptsTypes="AA">
                                      <p:cBhvr>
                                        <p:cTn id="10" dur="2000" fill="hold"/>
                                        <p:tgtEl>
                                          <p:spTgt spid="14"/>
                                        </p:tgtEl>
                                        <p:attrNameLst>
                                          <p:attrName>ppt_x</p:attrName>
                                          <p:attrName>ppt_y</p:attrName>
                                        </p:attrNameLst>
                                      </p:cBhvr>
                                      <p:rCtr x="24080" y="340"/>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1.11111E-6 1.23457E-7 L 0.55417 0.00463 " pathEditMode="relative" rAng="0" ptsTypes="AA">
                                      <p:cBhvr>
                                        <p:cTn id="14" dur="2000" fill="hold"/>
                                        <p:tgtEl>
                                          <p:spTgt spid="47"/>
                                        </p:tgtEl>
                                        <p:attrNameLst>
                                          <p:attrName>ppt_x</p:attrName>
                                          <p:attrName>ppt_y</p:attrName>
                                        </p:attrNameLst>
                                      </p:cBhvr>
                                      <p:rCtr x="27708" y="216"/>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0.04583 0.0105 L 0.63056 0.00587 " pathEditMode="relative" rAng="0" ptsTypes="AA">
                                      <p:cBhvr>
                                        <p:cTn id="18" dur="1250" fill="hold"/>
                                        <p:tgtEl>
                                          <p:spTgt spid="51"/>
                                        </p:tgtEl>
                                        <p:attrNameLst>
                                          <p:attrName>ppt_x</p:attrName>
                                          <p:attrName>ppt_y</p:attrName>
                                        </p:attrNameLst>
                                      </p:cBhvr>
                                      <p:rCtr x="33819" y="-247"/>
                                    </p:animMotion>
                                  </p:childTnLst>
                                </p:cTn>
                              </p:par>
                            </p:childTnLst>
                          </p:cTn>
                        </p:par>
                      </p:childTnLst>
                    </p:cTn>
                  </p:par>
                  <p:par>
                    <p:cTn id="19" fill="hold">
                      <p:stCondLst>
                        <p:cond delay="indefinite"/>
                      </p:stCondLst>
                      <p:childTnLst>
                        <p:par>
                          <p:cTn id="20" fill="hold">
                            <p:stCondLst>
                              <p:cond delay="0"/>
                            </p:stCondLst>
                            <p:childTnLst>
                              <p:par>
                                <p:cTn id="21" presetID="63" presetClass="path" presetSubtype="0" accel="50000" decel="50000" fill="hold" nodeType="clickEffect">
                                  <p:stCondLst>
                                    <p:cond delay="0"/>
                                  </p:stCondLst>
                                  <p:childTnLst>
                                    <p:animMotion origin="layout" path="M -4.72222E-6 -1.35802E-6 L 0.71685 0.00432 " pathEditMode="relative" rAng="0" ptsTypes="AA">
                                      <p:cBhvr>
                                        <p:cTn id="22" dur="1250" fill="hold"/>
                                        <p:tgtEl>
                                          <p:spTgt spid="54"/>
                                        </p:tgtEl>
                                        <p:attrNameLst>
                                          <p:attrName>ppt_x</p:attrName>
                                          <p:attrName>ppt_y</p:attrName>
                                        </p:attrNameLst>
                                      </p:cBhvr>
                                      <p:rCtr x="35833" y="216"/>
                                    </p:animMotion>
                                  </p:childTnLst>
                                </p:cTn>
                              </p:par>
                            </p:childTnLst>
                          </p:cTn>
                        </p:par>
                      </p:childTnLst>
                    </p:cTn>
                  </p:par>
                  <p:par>
                    <p:cTn id="23" fill="hold">
                      <p:stCondLst>
                        <p:cond delay="indefinite"/>
                      </p:stCondLst>
                      <p:childTnLst>
                        <p:par>
                          <p:cTn id="24" fill="hold">
                            <p:stCondLst>
                              <p:cond delay="0"/>
                            </p:stCondLst>
                            <p:childTnLst>
                              <p:par>
                                <p:cTn id="25" presetID="63" presetClass="path" presetSubtype="0" accel="50000" decel="50000" fill="hold" nodeType="clickEffect">
                                  <p:stCondLst>
                                    <p:cond delay="0"/>
                                  </p:stCondLst>
                                  <p:childTnLst>
                                    <p:animMotion origin="layout" path="M -2.5E-6 -1.85185E-6 L 0.79532 -0.00216 " pathEditMode="relative" rAng="0" ptsTypes="AA">
                                      <p:cBhvr>
                                        <p:cTn id="26" dur="2000" fill="hold"/>
                                        <p:tgtEl>
                                          <p:spTgt spid="57"/>
                                        </p:tgtEl>
                                        <p:attrNameLst>
                                          <p:attrName>ppt_x</p:attrName>
                                          <p:attrName>ppt_y</p:attrName>
                                        </p:attrNameLst>
                                      </p:cBhvr>
                                      <p:rCtr x="39757" y="-123"/>
                                    </p:animMotion>
                                  </p:childTnLst>
                                </p:cTn>
                              </p:par>
                            </p:childTnLst>
                          </p:cTn>
                        </p:par>
                      </p:childTnLst>
                    </p:cTn>
                  </p:par>
                  <p:par>
                    <p:cTn id="27" fill="hold">
                      <p:stCondLst>
                        <p:cond delay="indefinite"/>
                      </p:stCondLst>
                      <p:childTnLst>
                        <p:par>
                          <p:cTn id="28" fill="hold">
                            <p:stCondLst>
                              <p:cond delay="0"/>
                            </p:stCondLst>
                            <p:childTnLst>
                              <p:par>
                                <p:cTn id="29" presetID="63" presetClass="path" presetSubtype="0" accel="50000" decel="50000" fill="hold" nodeType="clickEffect">
                                  <p:stCondLst>
                                    <p:cond delay="0"/>
                                  </p:stCondLst>
                                  <p:childTnLst>
                                    <p:animMotion origin="layout" path="M -2.77778E-7 -1.85185E-6 L 0.88941 -0.00216 " pathEditMode="relative" rAng="0" ptsTypes="AA">
                                      <p:cBhvr>
                                        <p:cTn id="30" dur="2000" fill="hold"/>
                                        <p:tgtEl>
                                          <p:spTgt spid="61"/>
                                        </p:tgtEl>
                                        <p:attrNameLst>
                                          <p:attrName>ppt_x</p:attrName>
                                          <p:attrName>ppt_y</p:attrName>
                                        </p:attrNameLst>
                                      </p:cBhvr>
                                      <p:rCtr x="44462" y="-1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30"/>
        <p:cNvGrpSpPr/>
        <p:nvPr/>
      </p:nvGrpSpPr>
      <p:grpSpPr>
        <a:xfrm>
          <a:off x="0" y="0"/>
          <a:ext cx="0" cy="0"/>
          <a:chOff x="0" y="0"/>
          <a:chExt cx="0" cy="0"/>
        </a:xfrm>
      </p:grpSpPr>
      <p:sp>
        <p:nvSpPr>
          <p:cNvPr id="1231" name="Google Shape;1231;p43"/>
          <p:cNvSpPr txBox="1">
            <a:spLocks noGrp="1"/>
          </p:cNvSpPr>
          <p:nvPr>
            <p:ph type="title"/>
          </p:nvPr>
        </p:nvSpPr>
        <p:spPr>
          <a:xfrm>
            <a:off x="217262" y="1199009"/>
            <a:ext cx="4852725" cy="948000"/>
          </a:xfrm>
          <a:prstGeom prst="rect">
            <a:avLst/>
          </a:prstGeom>
        </p:spPr>
        <p:txBody>
          <a:bodyPr spcFirstLastPara="1" wrap="square" lIns="91425" tIns="91425" rIns="91425" bIns="91425" anchor="ctr" anchorCtr="0">
            <a:normAutofit fontScale="90000"/>
          </a:bodyPr>
          <a:lstStyle/>
          <a:p>
            <a:pPr lvl="0"/>
            <a:r>
              <a:rPr lang="en-US" dirty="0"/>
              <a:t>Tests and Designs</a:t>
            </a:r>
            <a:r>
              <a:rPr lang="en" dirty="0"/>
              <a:t>!</a:t>
            </a:r>
            <a:endParaRPr dirty="0"/>
          </a:p>
        </p:txBody>
      </p:sp>
      <p:sp>
        <p:nvSpPr>
          <p:cNvPr id="1232" name="Google Shape;1232;p43"/>
          <p:cNvSpPr txBox="1">
            <a:spLocks noGrp="1"/>
          </p:cNvSpPr>
          <p:nvPr>
            <p:ph type="subTitle" idx="1"/>
          </p:nvPr>
        </p:nvSpPr>
        <p:spPr>
          <a:xfrm>
            <a:off x="457114" y="2702618"/>
            <a:ext cx="4373019" cy="993000"/>
          </a:xfrm>
          <a:prstGeom prst="rect">
            <a:avLst/>
          </a:prstGeom>
        </p:spPr>
        <p:txBody>
          <a:bodyPr spcFirstLastPara="1" wrap="square" lIns="91425" tIns="91425" rIns="91425" bIns="91425" anchor="ctr" anchorCtr="0">
            <a:noAutofit/>
          </a:bodyPr>
          <a:lstStyle/>
          <a:p>
            <a:pPr marL="0" indent="0">
              <a:spcAft>
                <a:spcPts val="1200"/>
              </a:spcAft>
            </a:pPr>
            <a:r>
              <a:rPr lang="en-US" dirty="0"/>
              <a:t>To achieve a reliable final system, multiple design and testing stages were conducted. Each component was designed, programmed, and tested to ensure accuracy, reliability, and proper integration within the school bus environment.</a:t>
            </a:r>
            <a:endParaRPr dirty="0"/>
          </a:p>
        </p:txBody>
      </p:sp>
      <p:grpSp>
        <p:nvGrpSpPr>
          <p:cNvPr id="1233" name="Google Shape;1233;p43"/>
          <p:cNvGrpSpPr/>
          <p:nvPr/>
        </p:nvGrpSpPr>
        <p:grpSpPr>
          <a:xfrm>
            <a:off x="4572000" y="1576404"/>
            <a:ext cx="5477550" cy="3876050"/>
            <a:chOff x="4295425" y="1592841"/>
            <a:chExt cx="5477550" cy="3876050"/>
          </a:xfrm>
        </p:grpSpPr>
        <p:sp>
          <p:nvSpPr>
            <p:cNvPr id="1234" name="Google Shape;1234;p43"/>
            <p:cNvSpPr/>
            <p:nvPr/>
          </p:nvSpPr>
          <p:spPr>
            <a:xfrm>
              <a:off x="6162800" y="4858191"/>
              <a:ext cx="60425" cy="84950"/>
            </a:xfrm>
            <a:custGeom>
              <a:avLst/>
              <a:gdLst/>
              <a:ahLst/>
              <a:cxnLst/>
              <a:rect l="l" t="t" r="r" b="b"/>
              <a:pathLst>
                <a:path w="2417" h="3398" extrusionOk="0">
                  <a:moveTo>
                    <a:pt x="1208" y="1359"/>
                  </a:moveTo>
                  <a:cubicBezTo>
                    <a:pt x="1302" y="1359"/>
                    <a:pt x="1416" y="1397"/>
                    <a:pt x="1491" y="1454"/>
                  </a:cubicBezTo>
                  <a:cubicBezTo>
                    <a:pt x="1605" y="1529"/>
                    <a:pt x="1661" y="1624"/>
                    <a:pt x="1718" y="1718"/>
                  </a:cubicBezTo>
                  <a:cubicBezTo>
                    <a:pt x="1774" y="1850"/>
                    <a:pt x="1793" y="2001"/>
                    <a:pt x="1793" y="2152"/>
                  </a:cubicBezTo>
                  <a:cubicBezTo>
                    <a:pt x="1793" y="2303"/>
                    <a:pt x="1774" y="2435"/>
                    <a:pt x="1718" y="2586"/>
                  </a:cubicBezTo>
                  <a:cubicBezTo>
                    <a:pt x="1680" y="2681"/>
                    <a:pt x="1605" y="2775"/>
                    <a:pt x="1510" y="2832"/>
                  </a:cubicBezTo>
                  <a:cubicBezTo>
                    <a:pt x="1416" y="2888"/>
                    <a:pt x="1321" y="2926"/>
                    <a:pt x="1208" y="2926"/>
                  </a:cubicBezTo>
                  <a:cubicBezTo>
                    <a:pt x="1095" y="2926"/>
                    <a:pt x="1000" y="2888"/>
                    <a:pt x="906" y="2832"/>
                  </a:cubicBezTo>
                  <a:cubicBezTo>
                    <a:pt x="812" y="2775"/>
                    <a:pt x="755" y="2681"/>
                    <a:pt x="698" y="2567"/>
                  </a:cubicBezTo>
                  <a:cubicBezTo>
                    <a:pt x="642" y="2435"/>
                    <a:pt x="623" y="2284"/>
                    <a:pt x="623" y="2152"/>
                  </a:cubicBezTo>
                  <a:cubicBezTo>
                    <a:pt x="623" y="2001"/>
                    <a:pt x="642" y="1869"/>
                    <a:pt x="698" y="1737"/>
                  </a:cubicBezTo>
                  <a:cubicBezTo>
                    <a:pt x="736" y="1624"/>
                    <a:pt x="812" y="1529"/>
                    <a:pt x="906" y="1454"/>
                  </a:cubicBezTo>
                  <a:cubicBezTo>
                    <a:pt x="982" y="1397"/>
                    <a:pt x="1095" y="1359"/>
                    <a:pt x="1208" y="1359"/>
                  </a:cubicBezTo>
                  <a:close/>
                  <a:moveTo>
                    <a:pt x="2133" y="0"/>
                  </a:moveTo>
                  <a:cubicBezTo>
                    <a:pt x="2039" y="0"/>
                    <a:pt x="1963" y="38"/>
                    <a:pt x="1907" y="95"/>
                  </a:cubicBezTo>
                  <a:cubicBezTo>
                    <a:pt x="1850" y="189"/>
                    <a:pt x="1831" y="283"/>
                    <a:pt x="1831" y="378"/>
                  </a:cubicBezTo>
                  <a:lnTo>
                    <a:pt x="1831" y="1284"/>
                  </a:lnTo>
                  <a:cubicBezTo>
                    <a:pt x="1737" y="1171"/>
                    <a:pt x="1623" y="1076"/>
                    <a:pt x="1472" y="1001"/>
                  </a:cubicBezTo>
                  <a:cubicBezTo>
                    <a:pt x="1340" y="944"/>
                    <a:pt x="1189" y="906"/>
                    <a:pt x="1038" y="906"/>
                  </a:cubicBezTo>
                  <a:cubicBezTo>
                    <a:pt x="755" y="906"/>
                    <a:pt x="491" y="1019"/>
                    <a:pt x="302" y="1227"/>
                  </a:cubicBezTo>
                  <a:cubicBezTo>
                    <a:pt x="94" y="1491"/>
                    <a:pt x="0" y="1812"/>
                    <a:pt x="19" y="2133"/>
                  </a:cubicBezTo>
                  <a:cubicBezTo>
                    <a:pt x="19" y="2303"/>
                    <a:pt x="38" y="2473"/>
                    <a:pt x="94" y="2624"/>
                  </a:cubicBezTo>
                  <a:cubicBezTo>
                    <a:pt x="132" y="2775"/>
                    <a:pt x="208" y="2907"/>
                    <a:pt x="302" y="3039"/>
                  </a:cubicBezTo>
                  <a:cubicBezTo>
                    <a:pt x="378" y="3153"/>
                    <a:pt x="491" y="3247"/>
                    <a:pt x="623" y="3304"/>
                  </a:cubicBezTo>
                  <a:cubicBezTo>
                    <a:pt x="755" y="3360"/>
                    <a:pt x="887" y="3398"/>
                    <a:pt x="1019" y="3398"/>
                  </a:cubicBezTo>
                  <a:cubicBezTo>
                    <a:pt x="1133" y="3398"/>
                    <a:pt x="1227" y="3379"/>
                    <a:pt x="1340" y="3341"/>
                  </a:cubicBezTo>
                  <a:cubicBezTo>
                    <a:pt x="1435" y="3322"/>
                    <a:pt x="1510" y="3266"/>
                    <a:pt x="1586" y="3209"/>
                  </a:cubicBezTo>
                  <a:cubicBezTo>
                    <a:pt x="1680" y="3153"/>
                    <a:pt x="1756" y="3058"/>
                    <a:pt x="1831" y="2983"/>
                  </a:cubicBezTo>
                  <a:lnTo>
                    <a:pt x="1831" y="3039"/>
                  </a:lnTo>
                  <a:cubicBezTo>
                    <a:pt x="1831" y="3134"/>
                    <a:pt x="1850" y="3228"/>
                    <a:pt x="1925" y="3304"/>
                  </a:cubicBezTo>
                  <a:cubicBezTo>
                    <a:pt x="1982" y="3379"/>
                    <a:pt x="2058" y="3398"/>
                    <a:pt x="2133" y="3398"/>
                  </a:cubicBezTo>
                  <a:cubicBezTo>
                    <a:pt x="2209" y="3398"/>
                    <a:pt x="2284" y="3379"/>
                    <a:pt x="2341" y="3322"/>
                  </a:cubicBezTo>
                  <a:cubicBezTo>
                    <a:pt x="2397" y="3247"/>
                    <a:pt x="2416" y="3153"/>
                    <a:pt x="2416" y="3058"/>
                  </a:cubicBezTo>
                  <a:lnTo>
                    <a:pt x="2416" y="359"/>
                  </a:lnTo>
                  <a:cubicBezTo>
                    <a:pt x="2416" y="264"/>
                    <a:pt x="2397" y="170"/>
                    <a:pt x="2341" y="95"/>
                  </a:cubicBezTo>
                  <a:cubicBezTo>
                    <a:pt x="2284" y="19"/>
                    <a:pt x="2209" y="0"/>
                    <a:pt x="2133" y="0"/>
                  </a:cubicBezTo>
                  <a:close/>
                </a:path>
              </a:pathLst>
            </a:custGeom>
            <a:solidFill>
              <a:srgbClr val="4E36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43"/>
            <p:cNvSpPr/>
            <p:nvPr/>
          </p:nvSpPr>
          <p:spPr>
            <a:xfrm>
              <a:off x="6229800" y="4880841"/>
              <a:ext cx="59475" cy="62350"/>
            </a:xfrm>
            <a:custGeom>
              <a:avLst/>
              <a:gdLst/>
              <a:ahLst/>
              <a:cxnLst/>
              <a:rect l="l" t="t" r="r" b="b"/>
              <a:pathLst>
                <a:path w="2379" h="2494" extrusionOk="0">
                  <a:moveTo>
                    <a:pt x="1209" y="416"/>
                  </a:moveTo>
                  <a:cubicBezTo>
                    <a:pt x="1341" y="416"/>
                    <a:pt x="1492" y="472"/>
                    <a:pt x="1586" y="585"/>
                  </a:cubicBezTo>
                  <a:cubicBezTo>
                    <a:pt x="1699" y="718"/>
                    <a:pt x="1756" y="869"/>
                    <a:pt x="1756" y="1057"/>
                  </a:cubicBezTo>
                  <a:lnTo>
                    <a:pt x="642" y="1057"/>
                  </a:lnTo>
                  <a:cubicBezTo>
                    <a:pt x="661" y="869"/>
                    <a:pt x="718" y="718"/>
                    <a:pt x="831" y="585"/>
                  </a:cubicBezTo>
                  <a:cubicBezTo>
                    <a:pt x="925" y="472"/>
                    <a:pt x="1058" y="416"/>
                    <a:pt x="1209" y="416"/>
                  </a:cubicBezTo>
                  <a:close/>
                  <a:moveTo>
                    <a:pt x="1227" y="0"/>
                  </a:moveTo>
                  <a:cubicBezTo>
                    <a:pt x="1058" y="0"/>
                    <a:pt x="888" y="19"/>
                    <a:pt x="718" y="95"/>
                  </a:cubicBezTo>
                  <a:cubicBezTo>
                    <a:pt x="586" y="151"/>
                    <a:pt x="454" y="227"/>
                    <a:pt x="340" y="340"/>
                  </a:cubicBezTo>
                  <a:cubicBezTo>
                    <a:pt x="227" y="453"/>
                    <a:pt x="152" y="585"/>
                    <a:pt x="114" y="736"/>
                  </a:cubicBezTo>
                  <a:cubicBezTo>
                    <a:pt x="57" y="906"/>
                    <a:pt x="19" y="1076"/>
                    <a:pt x="19" y="1246"/>
                  </a:cubicBezTo>
                  <a:cubicBezTo>
                    <a:pt x="0" y="1586"/>
                    <a:pt x="133" y="1907"/>
                    <a:pt x="359" y="2152"/>
                  </a:cubicBezTo>
                  <a:cubicBezTo>
                    <a:pt x="587" y="2380"/>
                    <a:pt x="880" y="2494"/>
                    <a:pt x="1193" y="2494"/>
                  </a:cubicBezTo>
                  <a:cubicBezTo>
                    <a:pt x="1217" y="2494"/>
                    <a:pt x="1241" y="2493"/>
                    <a:pt x="1265" y="2492"/>
                  </a:cubicBezTo>
                  <a:cubicBezTo>
                    <a:pt x="1416" y="2492"/>
                    <a:pt x="1567" y="2473"/>
                    <a:pt x="1718" y="2416"/>
                  </a:cubicBezTo>
                  <a:cubicBezTo>
                    <a:pt x="1850" y="2379"/>
                    <a:pt x="1945" y="2322"/>
                    <a:pt x="2058" y="2247"/>
                  </a:cubicBezTo>
                  <a:cubicBezTo>
                    <a:pt x="2134" y="2190"/>
                    <a:pt x="2190" y="2114"/>
                    <a:pt x="2247" y="2039"/>
                  </a:cubicBezTo>
                  <a:cubicBezTo>
                    <a:pt x="2285" y="1982"/>
                    <a:pt x="2303" y="1926"/>
                    <a:pt x="2322" y="1850"/>
                  </a:cubicBezTo>
                  <a:cubicBezTo>
                    <a:pt x="2322" y="1794"/>
                    <a:pt x="2303" y="1737"/>
                    <a:pt x="2266" y="1699"/>
                  </a:cubicBezTo>
                  <a:cubicBezTo>
                    <a:pt x="2209" y="1661"/>
                    <a:pt x="2152" y="1643"/>
                    <a:pt x="2115" y="1643"/>
                  </a:cubicBezTo>
                  <a:cubicBezTo>
                    <a:pt x="2058" y="1643"/>
                    <a:pt x="2001" y="1661"/>
                    <a:pt x="1964" y="1680"/>
                  </a:cubicBezTo>
                  <a:lnTo>
                    <a:pt x="1794" y="1869"/>
                  </a:lnTo>
                  <a:cubicBezTo>
                    <a:pt x="1737" y="1907"/>
                    <a:pt x="1681" y="1945"/>
                    <a:pt x="1624" y="1982"/>
                  </a:cubicBezTo>
                  <a:cubicBezTo>
                    <a:pt x="1567" y="2020"/>
                    <a:pt x="1511" y="2039"/>
                    <a:pt x="1454" y="2058"/>
                  </a:cubicBezTo>
                  <a:cubicBezTo>
                    <a:pt x="1378" y="2077"/>
                    <a:pt x="1322" y="2077"/>
                    <a:pt x="1246" y="2077"/>
                  </a:cubicBezTo>
                  <a:cubicBezTo>
                    <a:pt x="1233" y="2078"/>
                    <a:pt x="1220" y="2078"/>
                    <a:pt x="1207" y="2078"/>
                  </a:cubicBezTo>
                  <a:cubicBezTo>
                    <a:pt x="1013" y="2078"/>
                    <a:pt x="825" y="1950"/>
                    <a:pt x="737" y="1756"/>
                  </a:cubicBezTo>
                  <a:cubicBezTo>
                    <a:pt x="680" y="1643"/>
                    <a:pt x="642" y="1529"/>
                    <a:pt x="642" y="1397"/>
                  </a:cubicBezTo>
                  <a:lnTo>
                    <a:pt x="1850" y="1397"/>
                  </a:lnTo>
                  <a:cubicBezTo>
                    <a:pt x="1983" y="1397"/>
                    <a:pt x="2096" y="1378"/>
                    <a:pt x="2228" y="1340"/>
                  </a:cubicBezTo>
                  <a:cubicBezTo>
                    <a:pt x="2322" y="1265"/>
                    <a:pt x="2379" y="1152"/>
                    <a:pt x="2360" y="1038"/>
                  </a:cubicBezTo>
                  <a:cubicBezTo>
                    <a:pt x="2360" y="869"/>
                    <a:pt x="2303" y="699"/>
                    <a:pt x="2228" y="548"/>
                  </a:cubicBezTo>
                  <a:cubicBezTo>
                    <a:pt x="2134" y="378"/>
                    <a:pt x="2001" y="246"/>
                    <a:pt x="1850" y="151"/>
                  </a:cubicBezTo>
                  <a:cubicBezTo>
                    <a:pt x="1662" y="38"/>
                    <a:pt x="1435" y="0"/>
                    <a:pt x="1227" y="0"/>
                  </a:cubicBezTo>
                  <a:close/>
                </a:path>
              </a:pathLst>
            </a:custGeom>
            <a:solidFill>
              <a:srgbClr val="4E36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43"/>
            <p:cNvSpPr/>
            <p:nvPr/>
          </p:nvSpPr>
          <p:spPr>
            <a:xfrm>
              <a:off x="6293025" y="4880366"/>
              <a:ext cx="52900" cy="62775"/>
            </a:xfrm>
            <a:custGeom>
              <a:avLst/>
              <a:gdLst/>
              <a:ahLst/>
              <a:cxnLst/>
              <a:rect l="l" t="t" r="r" b="b"/>
              <a:pathLst>
                <a:path w="2116" h="2511" extrusionOk="0">
                  <a:moveTo>
                    <a:pt x="1001" y="0"/>
                  </a:moveTo>
                  <a:cubicBezTo>
                    <a:pt x="813" y="0"/>
                    <a:pt x="643" y="19"/>
                    <a:pt x="473" y="95"/>
                  </a:cubicBezTo>
                  <a:cubicBezTo>
                    <a:pt x="341" y="151"/>
                    <a:pt x="227" y="246"/>
                    <a:pt x="152" y="359"/>
                  </a:cubicBezTo>
                  <a:cubicBezTo>
                    <a:pt x="76" y="453"/>
                    <a:pt x="39" y="586"/>
                    <a:pt x="39" y="699"/>
                  </a:cubicBezTo>
                  <a:cubicBezTo>
                    <a:pt x="39" y="831"/>
                    <a:pt x="76" y="963"/>
                    <a:pt x="171" y="1057"/>
                  </a:cubicBezTo>
                  <a:cubicBezTo>
                    <a:pt x="246" y="1152"/>
                    <a:pt x="360" y="1227"/>
                    <a:pt x="473" y="1284"/>
                  </a:cubicBezTo>
                  <a:cubicBezTo>
                    <a:pt x="643" y="1359"/>
                    <a:pt x="813" y="1416"/>
                    <a:pt x="983" y="1454"/>
                  </a:cubicBezTo>
                  <a:cubicBezTo>
                    <a:pt x="1134" y="1473"/>
                    <a:pt x="1266" y="1529"/>
                    <a:pt x="1398" y="1605"/>
                  </a:cubicBezTo>
                  <a:cubicBezTo>
                    <a:pt x="1473" y="1643"/>
                    <a:pt x="1530" y="1737"/>
                    <a:pt x="1511" y="1831"/>
                  </a:cubicBezTo>
                  <a:cubicBezTo>
                    <a:pt x="1511" y="1907"/>
                    <a:pt x="1473" y="1982"/>
                    <a:pt x="1398" y="2020"/>
                  </a:cubicBezTo>
                  <a:cubicBezTo>
                    <a:pt x="1303" y="2077"/>
                    <a:pt x="1209" y="2096"/>
                    <a:pt x="1096" y="2096"/>
                  </a:cubicBezTo>
                  <a:cubicBezTo>
                    <a:pt x="1076" y="2099"/>
                    <a:pt x="1055" y="2101"/>
                    <a:pt x="1034" y="2101"/>
                  </a:cubicBezTo>
                  <a:cubicBezTo>
                    <a:pt x="936" y="2101"/>
                    <a:pt x="830" y="2067"/>
                    <a:pt x="737" y="2020"/>
                  </a:cubicBezTo>
                  <a:cubicBezTo>
                    <a:pt x="643" y="1964"/>
                    <a:pt x="567" y="1888"/>
                    <a:pt x="511" y="1794"/>
                  </a:cubicBezTo>
                  <a:cubicBezTo>
                    <a:pt x="473" y="1737"/>
                    <a:pt x="435" y="1699"/>
                    <a:pt x="397" y="1662"/>
                  </a:cubicBezTo>
                  <a:cubicBezTo>
                    <a:pt x="360" y="1624"/>
                    <a:pt x="303" y="1605"/>
                    <a:pt x="246" y="1605"/>
                  </a:cubicBezTo>
                  <a:cubicBezTo>
                    <a:pt x="190" y="1605"/>
                    <a:pt x="114" y="1624"/>
                    <a:pt x="76" y="1680"/>
                  </a:cubicBezTo>
                  <a:cubicBezTo>
                    <a:pt x="20" y="1718"/>
                    <a:pt x="1" y="1775"/>
                    <a:pt x="1" y="1850"/>
                  </a:cubicBezTo>
                  <a:cubicBezTo>
                    <a:pt x="1" y="1964"/>
                    <a:pt x="39" y="2058"/>
                    <a:pt x="114" y="2152"/>
                  </a:cubicBezTo>
                  <a:cubicBezTo>
                    <a:pt x="209" y="2266"/>
                    <a:pt x="322" y="2360"/>
                    <a:pt x="473" y="2398"/>
                  </a:cubicBezTo>
                  <a:cubicBezTo>
                    <a:pt x="643" y="2473"/>
                    <a:pt x="832" y="2511"/>
                    <a:pt x="1020" y="2511"/>
                  </a:cubicBezTo>
                  <a:cubicBezTo>
                    <a:pt x="1228" y="2511"/>
                    <a:pt x="1417" y="2473"/>
                    <a:pt x="1605" y="2417"/>
                  </a:cubicBezTo>
                  <a:cubicBezTo>
                    <a:pt x="1907" y="2322"/>
                    <a:pt x="2115" y="2020"/>
                    <a:pt x="2096" y="1699"/>
                  </a:cubicBezTo>
                  <a:cubicBezTo>
                    <a:pt x="2115" y="1605"/>
                    <a:pt x="2077" y="1492"/>
                    <a:pt x="2021" y="1397"/>
                  </a:cubicBezTo>
                  <a:cubicBezTo>
                    <a:pt x="1964" y="1303"/>
                    <a:pt x="1870" y="1208"/>
                    <a:pt x="1756" y="1152"/>
                  </a:cubicBezTo>
                  <a:cubicBezTo>
                    <a:pt x="1605" y="1095"/>
                    <a:pt x="1454" y="1039"/>
                    <a:pt x="1285" y="1001"/>
                  </a:cubicBezTo>
                  <a:cubicBezTo>
                    <a:pt x="1115" y="963"/>
                    <a:pt x="1001" y="925"/>
                    <a:pt x="907" y="888"/>
                  </a:cubicBezTo>
                  <a:cubicBezTo>
                    <a:pt x="832" y="869"/>
                    <a:pt x="756" y="850"/>
                    <a:pt x="681" y="793"/>
                  </a:cubicBezTo>
                  <a:cubicBezTo>
                    <a:pt x="643" y="755"/>
                    <a:pt x="605" y="699"/>
                    <a:pt x="605" y="642"/>
                  </a:cubicBezTo>
                  <a:cubicBezTo>
                    <a:pt x="605" y="567"/>
                    <a:pt x="662" y="491"/>
                    <a:pt x="718" y="472"/>
                  </a:cubicBezTo>
                  <a:cubicBezTo>
                    <a:pt x="813" y="416"/>
                    <a:pt x="907" y="397"/>
                    <a:pt x="1001" y="397"/>
                  </a:cubicBezTo>
                  <a:cubicBezTo>
                    <a:pt x="1077" y="397"/>
                    <a:pt x="1171" y="416"/>
                    <a:pt x="1247" y="453"/>
                  </a:cubicBezTo>
                  <a:cubicBezTo>
                    <a:pt x="1322" y="491"/>
                    <a:pt x="1379" y="529"/>
                    <a:pt x="1417" y="586"/>
                  </a:cubicBezTo>
                  <a:cubicBezTo>
                    <a:pt x="1454" y="642"/>
                    <a:pt x="1511" y="699"/>
                    <a:pt x="1568" y="755"/>
                  </a:cubicBezTo>
                  <a:cubicBezTo>
                    <a:pt x="1605" y="793"/>
                    <a:pt x="1662" y="812"/>
                    <a:pt x="1719" y="812"/>
                  </a:cubicBezTo>
                  <a:cubicBezTo>
                    <a:pt x="1794" y="812"/>
                    <a:pt x="1870" y="793"/>
                    <a:pt x="1926" y="737"/>
                  </a:cubicBezTo>
                  <a:cubicBezTo>
                    <a:pt x="1964" y="699"/>
                    <a:pt x="2002" y="623"/>
                    <a:pt x="2002" y="567"/>
                  </a:cubicBezTo>
                  <a:cubicBezTo>
                    <a:pt x="2002" y="491"/>
                    <a:pt x="1964" y="416"/>
                    <a:pt x="1926" y="359"/>
                  </a:cubicBezTo>
                  <a:cubicBezTo>
                    <a:pt x="1889" y="284"/>
                    <a:pt x="1813" y="227"/>
                    <a:pt x="1738" y="189"/>
                  </a:cubicBezTo>
                  <a:cubicBezTo>
                    <a:pt x="1643" y="114"/>
                    <a:pt x="1530" y="76"/>
                    <a:pt x="1417" y="57"/>
                  </a:cubicBezTo>
                  <a:cubicBezTo>
                    <a:pt x="1285" y="19"/>
                    <a:pt x="1134" y="0"/>
                    <a:pt x="1001" y="0"/>
                  </a:cubicBezTo>
                  <a:close/>
                </a:path>
              </a:pathLst>
            </a:custGeom>
            <a:solidFill>
              <a:srgbClr val="4E36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43"/>
            <p:cNvSpPr/>
            <p:nvPr/>
          </p:nvSpPr>
          <p:spPr>
            <a:xfrm>
              <a:off x="6352500" y="4858666"/>
              <a:ext cx="16550" cy="84475"/>
            </a:xfrm>
            <a:custGeom>
              <a:avLst/>
              <a:gdLst/>
              <a:ahLst/>
              <a:cxnLst/>
              <a:rect l="l" t="t" r="r" b="b"/>
              <a:pathLst>
                <a:path w="662" h="3379" extrusionOk="0">
                  <a:moveTo>
                    <a:pt x="359" y="0"/>
                  </a:moveTo>
                  <a:cubicBezTo>
                    <a:pt x="265" y="0"/>
                    <a:pt x="189" y="38"/>
                    <a:pt x="133" y="94"/>
                  </a:cubicBezTo>
                  <a:cubicBezTo>
                    <a:pt x="0" y="208"/>
                    <a:pt x="0" y="396"/>
                    <a:pt x="133" y="529"/>
                  </a:cubicBezTo>
                  <a:cubicBezTo>
                    <a:pt x="189" y="566"/>
                    <a:pt x="265" y="604"/>
                    <a:pt x="359" y="604"/>
                  </a:cubicBezTo>
                  <a:cubicBezTo>
                    <a:pt x="435" y="604"/>
                    <a:pt x="510" y="566"/>
                    <a:pt x="567" y="529"/>
                  </a:cubicBezTo>
                  <a:cubicBezTo>
                    <a:pt x="623" y="453"/>
                    <a:pt x="661" y="378"/>
                    <a:pt x="661" y="302"/>
                  </a:cubicBezTo>
                  <a:cubicBezTo>
                    <a:pt x="661" y="208"/>
                    <a:pt x="623" y="132"/>
                    <a:pt x="567" y="76"/>
                  </a:cubicBezTo>
                  <a:cubicBezTo>
                    <a:pt x="510" y="19"/>
                    <a:pt x="435" y="0"/>
                    <a:pt x="359" y="0"/>
                  </a:cubicBezTo>
                  <a:close/>
                  <a:moveTo>
                    <a:pt x="340" y="887"/>
                  </a:moveTo>
                  <a:cubicBezTo>
                    <a:pt x="265" y="887"/>
                    <a:pt x="189" y="906"/>
                    <a:pt x="133" y="982"/>
                  </a:cubicBezTo>
                  <a:cubicBezTo>
                    <a:pt x="57" y="1057"/>
                    <a:pt x="38" y="1152"/>
                    <a:pt x="38" y="1246"/>
                  </a:cubicBezTo>
                  <a:lnTo>
                    <a:pt x="38" y="3001"/>
                  </a:lnTo>
                  <a:cubicBezTo>
                    <a:pt x="38" y="3096"/>
                    <a:pt x="57" y="3190"/>
                    <a:pt x="133" y="3285"/>
                  </a:cubicBezTo>
                  <a:cubicBezTo>
                    <a:pt x="189" y="3341"/>
                    <a:pt x="265" y="3379"/>
                    <a:pt x="340" y="3379"/>
                  </a:cubicBezTo>
                  <a:cubicBezTo>
                    <a:pt x="435" y="3379"/>
                    <a:pt x="510" y="3341"/>
                    <a:pt x="567" y="3285"/>
                  </a:cubicBezTo>
                  <a:cubicBezTo>
                    <a:pt x="623" y="3190"/>
                    <a:pt x="661" y="3096"/>
                    <a:pt x="661" y="3001"/>
                  </a:cubicBezTo>
                  <a:lnTo>
                    <a:pt x="661" y="1227"/>
                  </a:lnTo>
                  <a:cubicBezTo>
                    <a:pt x="661" y="1133"/>
                    <a:pt x="623" y="1038"/>
                    <a:pt x="567" y="982"/>
                  </a:cubicBezTo>
                  <a:cubicBezTo>
                    <a:pt x="510" y="906"/>
                    <a:pt x="435" y="887"/>
                    <a:pt x="340" y="887"/>
                  </a:cubicBezTo>
                  <a:close/>
                </a:path>
              </a:pathLst>
            </a:custGeom>
            <a:solidFill>
              <a:srgbClr val="4E36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43"/>
            <p:cNvSpPr/>
            <p:nvPr/>
          </p:nvSpPr>
          <p:spPr>
            <a:xfrm>
              <a:off x="6376100" y="4880716"/>
              <a:ext cx="59950" cy="85100"/>
            </a:xfrm>
            <a:custGeom>
              <a:avLst/>
              <a:gdLst/>
              <a:ahLst/>
              <a:cxnLst/>
              <a:rect l="l" t="t" r="r" b="b"/>
              <a:pathLst>
                <a:path w="2398" h="3404" extrusionOk="0">
                  <a:moveTo>
                    <a:pt x="1233" y="475"/>
                  </a:moveTo>
                  <a:cubicBezTo>
                    <a:pt x="1388" y="475"/>
                    <a:pt x="1537" y="564"/>
                    <a:pt x="1624" y="685"/>
                  </a:cubicBezTo>
                  <a:cubicBezTo>
                    <a:pt x="1756" y="855"/>
                    <a:pt x="1812" y="1062"/>
                    <a:pt x="1794" y="1270"/>
                  </a:cubicBezTo>
                  <a:cubicBezTo>
                    <a:pt x="1794" y="1402"/>
                    <a:pt x="1775" y="1534"/>
                    <a:pt x="1718" y="1666"/>
                  </a:cubicBezTo>
                  <a:cubicBezTo>
                    <a:pt x="1661" y="1761"/>
                    <a:pt x="1586" y="1836"/>
                    <a:pt x="1491" y="1893"/>
                  </a:cubicBezTo>
                  <a:cubicBezTo>
                    <a:pt x="1397" y="1950"/>
                    <a:pt x="1303" y="1987"/>
                    <a:pt x="1208" y="1987"/>
                  </a:cubicBezTo>
                  <a:cubicBezTo>
                    <a:pt x="1038" y="1987"/>
                    <a:pt x="887" y="1912"/>
                    <a:pt x="774" y="1799"/>
                  </a:cubicBezTo>
                  <a:cubicBezTo>
                    <a:pt x="661" y="1629"/>
                    <a:pt x="604" y="1440"/>
                    <a:pt x="623" y="1232"/>
                  </a:cubicBezTo>
                  <a:cubicBezTo>
                    <a:pt x="604" y="1025"/>
                    <a:pt x="661" y="836"/>
                    <a:pt x="774" y="666"/>
                  </a:cubicBezTo>
                  <a:cubicBezTo>
                    <a:pt x="869" y="534"/>
                    <a:pt x="1038" y="477"/>
                    <a:pt x="1189" y="477"/>
                  </a:cubicBezTo>
                  <a:cubicBezTo>
                    <a:pt x="1204" y="476"/>
                    <a:pt x="1219" y="475"/>
                    <a:pt x="1233" y="475"/>
                  </a:cubicBezTo>
                  <a:close/>
                  <a:moveTo>
                    <a:pt x="941" y="0"/>
                  </a:moveTo>
                  <a:cubicBezTo>
                    <a:pt x="822" y="0"/>
                    <a:pt x="713" y="34"/>
                    <a:pt x="604" y="81"/>
                  </a:cubicBezTo>
                  <a:cubicBezTo>
                    <a:pt x="491" y="118"/>
                    <a:pt x="378" y="213"/>
                    <a:pt x="283" y="307"/>
                  </a:cubicBezTo>
                  <a:cubicBezTo>
                    <a:pt x="189" y="421"/>
                    <a:pt x="114" y="553"/>
                    <a:pt x="76" y="685"/>
                  </a:cubicBezTo>
                  <a:cubicBezTo>
                    <a:pt x="19" y="855"/>
                    <a:pt x="0" y="1006"/>
                    <a:pt x="0" y="1176"/>
                  </a:cubicBezTo>
                  <a:cubicBezTo>
                    <a:pt x="0" y="1402"/>
                    <a:pt x="38" y="1629"/>
                    <a:pt x="132" y="1836"/>
                  </a:cubicBezTo>
                  <a:cubicBezTo>
                    <a:pt x="189" y="2006"/>
                    <a:pt x="321" y="2157"/>
                    <a:pt x="472" y="2270"/>
                  </a:cubicBezTo>
                  <a:cubicBezTo>
                    <a:pt x="620" y="2369"/>
                    <a:pt x="783" y="2425"/>
                    <a:pt x="948" y="2425"/>
                  </a:cubicBezTo>
                  <a:cubicBezTo>
                    <a:pt x="972" y="2425"/>
                    <a:pt x="996" y="2424"/>
                    <a:pt x="1020" y="2421"/>
                  </a:cubicBezTo>
                  <a:cubicBezTo>
                    <a:pt x="1045" y="2425"/>
                    <a:pt x="1071" y="2426"/>
                    <a:pt x="1097" y="2426"/>
                  </a:cubicBezTo>
                  <a:cubicBezTo>
                    <a:pt x="1222" y="2426"/>
                    <a:pt x="1344" y="2390"/>
                    <a:pt x="1454" y="2327"/>
                  </a:cubicBezTo>
                  <a:cubicBezTo>
                    <a:pt x="1586" y="2252"/>
                    <a:pt x="1699" y="2157"/>
                    <a:pt x="1775" y="2025"/>
                  </a:cubicBezTo>
                  <a:cubicBezTo>
                    <a:pt x="1775" y="2233"/>
                    <a:pt x="1775" y="2365"/>
                    <a:pt x="1775" y="2459"/>
                  </a:cubicBezTo>
                  <a:cubicBezTo>
                    <a:pt x="1756" y="2554"/>
                    <a:pt x="1737" y="2629"/>
                    <a:pt x="1699" y="2723"/>
                  </a:cubicBezTo>
                  <a:cubicBezTo>
                    <a:pt x="1661" y="2799"/>
                    <a:pt x="1605" y="2856"/>
                    <a:pt x="1529" y="2893"/>
                  </a:cubicBezTo>
                  <a:cubicBezTo>
                    <a:pt x="1397" y="2950"/>
                    <a:pt x="1284" y="2969"/>
                    <a:pt x="1152" y="2969"/>
                  </a:cubicBezTo>
                  <a:cubicBezTo>
                    <a:pt x="1076" y="2969"/>
                    <a:pt x="1020" y="2969"/>
                    <a:pt x="944" y="2950"/>
                  </a:cubicBezTo>
                  <a:cubicBezTo>
                    <a:pt x="887" y="2931"/>
                    <a:pt x="850" y="2912"/>
                    <a:pt x="793" y="2874"/>
                  </a:cubicBezTo>
                  <a:cubicBezTo>
                    <a:pt x="755" y="2856"/>
                    <a:pt x="718" y="2818"/>
                    <a:pt x="680" y="2780"/>
                  </a:cubicBezTo>
                  <a:lnTo>
                    <a:pt x="585" y="2648"/>
                  </a:lnTo>
                  <a:cubicBezTo>
                    <a:pt x="529" y="2572"/>
                    <a:pt x="434" y="2535"/>
                    <a:pt x="340" y="2535"/>
                  </a:cubicBezTo>
                  <a:cubicBezTo>
                    <a:pt x="283" y="2535"/>
                    <a:pt x="208" y="2554"/>
                    <a:pt x="151" y="2610"/>
                  </a:cubicBezTo>
                  <a:cubicBezTo>
                    <a:pt x="114" y="2648"/>
                    <a:pt x="76" y="2723"/>
                    <a:pt x="76" y="2780"/>
                  </a:cubicBezTo>
                  <a:cubicBezTo>
                    <a:pt x="95" y="2893"/>
                    <a:pt x="132" y="3007"/>
                    <a:pt x="227" y="3082"/>
                  </a:cubicBezTo>
                  <a:cubicBezTo>
                    <a:pt x="321" y="3177"/>
                    <a:pt x="453" y="3271"/>
                    <a:pt x="604" y="3309"/>
                  </a:cubicBezTo>
                  <a:cubicBezTo>
                    <a:pt x="774" y="3365"/>
                    <a:pt x="963" y="3403"/>
                    <a:pt x="1171" y="3403"/>
                  </a:cubicBezTo>
                  <a:cubicBezTo>
                    <a:pt x="1359" y="3403"/>
                    <a:pt x="1548" y="3384"/>
                    <a:pt x="1737" y="3328"/>
                  </a:cubicBezTo>
                  <a:cubicBezTo>
                    <a:pt x="1888" y="3290"/>
                    <a:pt x="2020" y="3214"/>
                    <a:pt x="2114" y="3120"/>
                  </a:cubicBezTo>
                  <a:cubicBezTo>
                    <a:pt x="2209" y="3007"/>
                    <a:pt x="2284" y="2893"/>
                    <a:pt x="2322" y="2761"/>
                  </a:cubicBezTo>
                  <a:cubicBezTo>
                    <a:pt x="2379" y="2591"/>
                    <a:pt x="2398" y="2403"/>
                    <a:pt x="2398" y="2233"/>
                  </a:cubicBezTo>
                  <a:lnTo>
                    <a:pt x="2398" y="458"/>
                  </a:lnTo>
                  <a:cubicBezTo>
                    <a:pt x="2398" y="345"/>
                    <a:pt x="2379" y="232"/>
                    <a:pt x="2341" y="118"/>
                  </a:cubicBezTo>
                  <a:cubicBezTo>
                    <a:pt x="2292" y="53"/>
                    <a:pt x="2214" y="2"/>
                    <a:pt x="2133" y="2"/>
                  </a:cubicBezTo>
                  <a:cubicBezTo>
                    <a:pt x="2120" y="2"/>
                    <a:pt x="2108" y="3"/>
                    <a:pt x="2096" y="5"/>
                  </a:cubicBezTo>
                  <a:cubicBezTo>
                    <a:pt x="2020" y="5"/>
                    <a:pt x="1945" y="24"/>
                    <a:pt x="1888" y="100"/>
                  </a:cubicBezTo>
                  <a:cubicBezTo>
                    <a:pt x="1831" y="156"/>
                    <a:pt x="1812" y="232"/>
                    <a:pt x="1812" y="326"/>
                  </a:cubicBezTo>
                  <a:lnTo>
                    <a:pt x="1812" y="402"/>
                  </a:lnTo>
                  <a:cubicBezTo>
                    <a:pt x="1718" y="288"/>
                    <a:pt x="1605" y="175"/>
                    <a:pt x="1454" y="100"/>
                  </a:cubicBezTo>
                  <a:cubicBezTo>
                    <a:pt x="1344" y="37"/>
                    <a:pt x="1222" y="0"/>
                    <a:pt x="1097" y="0"/>
                  </a:cubicBezTo>
                  <a:cubicBezTo>
                    <a:pt x="1071" y="0"/>
                    <a:pt x="1045" y="2"/>
                    <a:pt x="1020" y="5"/>
                  </a:cubicBezTo>
                  <a:cubicBezTo>
                    <a:pt x="993" y="2"/>
                    <a:pt x="967" y="0"/>
                    <a:pt x="941" y="0"/>
                  </a:cubicBezTo>
                  <a:close/>
                </a:path>
              </a:pathLst>
            </a:custGeom>
            <a:solidFill>
              <a:srgbClr val="4E36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43"/>
            <p:cNvSpPr/>
            <p:nvPr/>
          </p:nvSpPr>
          <p:spPr>
            <a:xfrm>
              <a:off x="6445475" y="4880641"/>
              <a:ext cx="55225" cy="62625"/>
            </a:xfrm>
            <a:custGeom>
              <a:avLst/>
              <a:gdLst/>
              <a:ahLst/>
              <a:cxnLst/>
              <a:rect l="l" t="t" r="r" b="b"/>
              <a:pathLst>
                <a:path w="2209" h="2505" extrusionOk="0">
                  <a:moveTo>
                    <a:pt x="336" y="1"/>
                  </a:moveTo>
                  <a:cubicBezTo>
                    <a:pt x="324" y="1"/>
                    <a:pt x="312" y="3"/>
                    <a:pt x="302" y="8"/>
                  </a:cubicBezTo>
                  <a:cubicBezTo>
                    <a:pt x="289" y="5"/>
                    <a:pt x="275" y="3"/>
                    <a:pt x="262" y="3"/>
                  </a:cubicBezTo>
                  <a:cubicBezTo>
                    <a:pt x="200" y="3"/>
                    <a:pt x="141" y="37"/>
                    <a:pt x="94" y="84"/>
                  </a:cubicBezTo>
                  <a:cubicBezTo>
                    <a:pt x="38" y="159"/>
                    <a:pt x="0" y="254"/>
                    <a:pt x="19" y="348"/>
                  </a:cubicBezTo>
                  <a:lnTo>
                    <a:pt x="19" y="2122"/>
                  </a:lnTo>
                  <a:cubicBezTo>
                    <a:pt x="0" y="2217"/>
                    <a:pt x="38" y="2311"/>
                    <a:pt x="94" y="2387"/>
                  </a:cubicBezTo>
                  <a:cubicBezTo>
                    <a:pt x="151" y="2462"/>
                    <a:pt x="227" y="2481"/>
                    <a:pt x="321" y="2481"/>
                  </a:cubicBezTo>
                  <a:cubicBezTo>
                    <a:pt x="334" y="2484"/>
                    <a:pt x="348" y="2486"/>
                    <a:pt x="361" y="2486"/>
                  </a:cubicBezTo>
                  <a:cubicBezTo>
                    <a:pt x="423" y="2486"/>
                    <a:pt x="482" y="2452"/>
                    <a:pt x="529" y="2406"/>
                  </a:cubicBezTo>
                  <a:cubicBezTo>
                    <a:pt x="604" y="2311"/>
                    <a:pt x="642" y="2217"/>
                    <a:pt x="623" y="2122"/>
                  </a:cubicBezTo>
                  <a:lnTo>
                    <a:pt x="623" y="1348"/>
                  </a:lnTo>
                  <a:cubicBezTo>
                    <a:pt x="623" y="1179"/>
                    <a:pt x="642" y="1009"/>
                    <a:pt x="661" y="839"/>
                  </a:cubicBezTo>
                  <a:cubicBezTo>
                    <a:pt x="699" y="726"/>
                    <a:pt x="774" y="631"/>
                    <a:pt x="868" y="575"/>
                  </a:cubicBezTo>
                  <a:cubicBezTo>
                    <a:pt x="963" y="518"/>
                    <a:pt x="1057" y="480"/>
                    <a:pt x="1170" y="480"/>
                  </a:cubicBezTo>
                  <a:cubicBezTo>
                    <a:pt x="1187" y="478"/>
                    <a:pt x="1204" y="477"/>
                    <a:pt x="1221" y="477"/>
                  </a:cubicBezTo>
                  <a:cubicBezTo>
                    <a:pt x="1335" y="477"/>
                    <a:pt x="1442" y="532"/>
                    <a:pt x="1491" y="631"/>
                  </a:cubicBezTo>
                  <a:cubicBezTo>
                    <a:pt x="1567" y="782"/>
                    <a:pt x="1605" y="952"/>
                    <a:pt x="1586" y="1103"/>
                  </a:cubicBezTo>
                  <a:lnTo>
                    <a:pt x="1586" y="2122"/>
                  </a:lnTo>
                  <a:cubicBezTo>
                    <a:pt x="1586" y="2236"/>
                    <a:pt x="1605" y="2330"/>
                    <a:pt x="1661" y="2406"/>
                  </a:cubicBezTo>
                  <a:cubicBezTo>
                    <a:pt x="1727" y="2472"/>
                    <a:pt x="1812" y="2505"/>
                    <a:pt x="1895" y="2505"/>
                  </a:cubicBezTo>
                  <a:cubicBezTo>
                    <a:pt x="1977" y="2505"/>
                    <a:pt x="2058" y="2472"/>
                    <a:pt x="2114" y="2406"/>
                  </a:cubicBezTo>
                  <a:cubicBezTo>
                    <a:pt x="2171" y="2330"/>
                    <a:pt x="2209" y="2217"/>
                    <a:pt x="2190" y="2122"/>
                  </a:cubicBezTo>
                  <a:lnTo>
                    <a:pt x="2190" y="990"/>
                  </a:lnTo>
                  <a:cubicBezTo>
                    <a:pt x="2190" y="877"/>
                    <a:pt x="2190" y="763"/>
                    <a:pt x="2171" y="650"/>
                  </a:cubicBezTo>
                  <a:cubicBezTo>
                    <a:pt x="2171" y="575"/>
                    <a:pt x="2133" y="499"/>
                    <a:pt x="2095" y="424"/>
                  </a:cubicBezTo>
                  <a:cubicBezTo>
                    <a:pt x="2039" y="291"/>
                    <a:pt x="1944" y="197"/>
                    <a:pt x="1812" y="121"/>
                  </a:cubicBezTo>
                  <a:cubicBezTo>
                    <a:pt x="1680" y="46"/>
                    <a:pt x="1529" y="8"/>
                    <a:pt x="1378" y="8"/>
                  </a:cubicBezTo>
                  <a:cubicBezTo>
                    <a:pt x="1227" y="8"/>
                    <a:pt x="1076" y="46"/>
                    <a:pt x="944" y="121"/>
                  </a:cubicBezTo>
                  <a:cubicBezTo>
                    <a:pt x="793" y="197"/>
                    <a:pt x="680" y="291"/>
                    <a:pt x="585" y="424"/>
                  </a:cubicBezTo>
                  <a:lnTo>
                    <a:pt x="585" y="348"/>
                  </a:lnTo>
                  <a:cubicBezTo>
                    <a:pt x="585" y="273"/>
                    <a:pt x="585" y="216"/>
                    <a:pt x="548" y="159"/>
                  </a:cubicBezTo>
                  <a:cubicBezTo>
                    <a:pt x="529" y="103"/>
                    <a:pt x="491" y="65"/>
                    <a:pt x="434" y="46"/>
                  </a:cubicBezTo>
                  <a:cubicBezTo>
                    <a:pt x="407" y="18"/>
                    <a:pt x="369" y="1"/>
                    <a:pt x="336" y="1"/>
                  </a:cubicBezTo>
                  <a:close/>
                </a:path>
              </a:pathLst>
            </a:custGeom>
            <a:solidFill>
              <a:srgbClr val="4E36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43"/>
            <p:cNvSpPr/>
            <p:nvPr/>
          </p:nvSpPr>
          <p:spPr>
            <a:xfrm>
              <a:off x="6507275" y="4880841"/>
              <a:ext cx="58550" cy="62350"/>
            </a:xfrm>
            <a:custGeom>
              <a:avLst/>
              <a:gdLst/>
              <a:ahLst/>
              <a:cxnLst/>
              <a:rect l="l" t="t" r="r" b="b"/>
              <a:pathLst>
                <a:path w="2342" h="2494" extrusionOk="0">
                  <a:moveTo>
                    <a:pt x="1190" y="416"/>
                  </a:moveTo>
                  <a:cubicBezTo>
                    <a:pt x="1341" y="416"/>
                    <a:pt x="1473" y="472"/>
                    <a:pt x="1587" y="585"/>
                  </a:cubicBezTo>
                  <a:cubicBezTo>
                    <a:pt x="1681" y="718"/>
                    <a:pt x="1756" y="869"/>
                    <a:pt x="1756" y="1057"/>
                  </a:cubicBezTo>
                  <a:lnTo>
                    <a:pt x="643" y="1057"/>
                  </a:lnTo>
                  <a:cubicBezTo>
                    <a:pt x="643" y="869"/>
                    <a:pt x="699" y="718"/>
                    <a:pt x="813" y="585"/>
                  </a:cubicBezTo>
                  <a:cubicBezTo>
                    <a:pt x="907" y="472"/>
                    <a:pt x="1058" y="416"/>
                    <a:pt x="1190" y="416"/>
                  </a:cubicBezTo>
                  <a:close/>
                  <a:moveTo>
                    <a:pt x="1209" y="0"/>
                  </a:moveTo>
                  <a:cubicBezTo>
                    <a:pt x="1039" y="0"/>
                    <a:pt x="869" y="19"/>
                    <a:pt x="718" y="95"/>
                  </a:cubicBezTo>
                  <a:cubicBezTo>
                    <a:pt x="567" y="151"/>
                    <a:pt x="435" y="227"/>
                    <a:pt x="341" y="340"/>
                  </a:cubicBezTo>
                  <a:cubicBezTo>
                    <a:pt x="227" y="453"/>
                    <a:pt x="152" y="585"/>
                    <a:pt x="95" y="736"/>
                  </a:cubicBezTo>
                  <a:cubicBezTo>
                    <a:pt x="39" y="906"/>
                    <a:pt x="20" y="1076"/>
                    <a:pt x="20" y="1246"/>
                  </a:cubicBezTo>
                  <a:cubicBezTo>
                    <a:pt x="1" y="1586"/>
                    <a:pt x="114" y="1907"/>
                    <a:pt x="341" y="2152"/>
                  </a:cubicBezTo>
                  <a:cubicBezTo>
                    <a:pt x="569" y="2380"/>
                    <a:pt x="878" y="2494"/>
                    <a:pt x="1193" y="2494"/>
                  </a:cubicBezTo>
                  <a:cubicBezTo>
                    <a:pt x="1217" y="2494"/>
                    <a:pt x="1241" y="2493"/>
                    <a:pt x="1266" y="2492"/>
                  </a:cubicBezTo>
                  <a:cubicBezTo>
                    <a:pt x="1417" y="2492"/>
                    <a:pt x="1568" y="2473"/>
                    <a:pt x="1719" y="2416"/>
                  </a:cubicBezTo>
                  <a:cubicBezTo>
                    <a:pt x="1832" y="2379"/>
                    <a:pt x="1945" y="2322"/>
                    <a:pt x="2058" y="2247"/>
                  </a:cubicBezTo>
                  <a:cubicBezTo>
                    <a:pt x="2134" y="2190"/>
                    <a:pt x="2191" y="2114"/>
                    <a:pt x="2247" y="2039"/>
                  </a:cubicBezTo>
                  <a:cubicBezTo>
                    <a:pt x="2285" y="1982"/>
                    <a:pt x="2304" y="1926"/>
                    <a:pt x="2304" y="1850"/>
                  </a:cubicBezTo>
                  <a:cubicBezTo>
                    <a:pt x="2323" y="1794"/>
                    <a:pt x="2285" y="1737"/>
                    <a:pt x="2247" y="1699"/>
                  </a:cubicBezTo>
                  <a:cubicBezTo>
                    <a:pt x="2210" y="1661"/>
                    <a:pt x="2153" y="1643"/>
                    <a:pt x="2096" y="1643"/>
                  </a:cubicBezTo>
                  <a:cubicBezTo>
                    <a:pt x="2058" y="1643"/>
                    <a:pt x="2002" y="1661"/>
                    <a:pt x="1964" y="1680"/>
                  </a:cubicBezTo>
                  <a:lnTo>
                    <a:pt x="1775" y="1869"/>
                  </a:lnTo>
                  <a:cubicBezTo>
                    <a:pt x="1719" y="1907"/>
                    <a:pt x="1681" y="1945"/>
                    <a:pt x="1624" y="1982"/>
                  </a:cubicBezTo>
                  <a:cubicBezTo>
                    <a:pt x="1568" y="2020"/>
                    <a:pt x="1511" y="2039"/>
                    <a:pt x="1436" y="2058"/>
                  </a:cubicBezTo>
                  <a:cubicBezTo>
                    <a:pt x="1379" y="2077"/>
                    <a:pt x="1303" y="2077"/>
                    <a:pt x="1247" y="2077"/>
                  </a:cubicBezTo>
                  <a:cubicBezTo>
                    <a:pt x="1232" y="2078"/>
                    <a:pt x="1218" y="2078"/>
                    <a:pt x="1204" y="2078"/>
                  </a:cubicBezTo>
                  <a:cubicBezTo>
                    <a:pt x="994" y="2078"/>
                    <a:pt x="807" y="1950"/>
                    <a:pt x="718" y="1756"/>
                  </a:cubicBezTo>
                  <a:cubicBezTo>
                    <a:pt x="662" y="1643"/>
                    <a:pt x="643" y="1529"/>
                    <a:pt x="643" y="1397"/>
                  </a:cubicBezTo>
                  <a:lnTo>
                    <a:pt x="1832" y="1397"/>
                  </a:lnTo>
                  <a:cubicBezTo>
                    <a:pt x="1964" y="1397"/>
                    <a:pt x="2096" y="1378"/>
                    <a:pt x="2210" y="1340"/>
                  </a:cubicBezTo>
                  <a:cubicBezTo>
                    <a:pt x="2304" y="1284"/>
                    <a:pt x="2342" y="1189"/>
                    <a:pt x="2342" y="1038"/>
                  </a:cubicBezTo>
                  <a:cubicBezTo>
                    <a:pt x="2342" y="869"/>
                    <a:pt x="2304" y="699"/>
                    <a:pt x="2210" y="548"/>
                  </a:cubicBezTo>
                  <a:cubicBezTo>
                    <a:pt x="2134" y="378"/>
                    <a:pt x="2002" y="246"/>
                    <a:pt x="1832" y="151"/>
                  </a:cubicBezTo>
                  <a:cubicBezTo>
                    <a:pt x="1643" y="38"/>
                    <a:pt x="1436" y="0"/>
                    <a:pt x="1209" y="0"/>
                  </a:cubicBezTo>
                  <a:close/>
                </a:path>
              </a:pathLst>
            </a:custGeom>
            <a:solidFill>
              <a:srgbClr val="4E36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43"/>
            <p:cNvSpPr/>
            <p:nvPr/>
          </p:nvSpPr>
          <p:spPr>
            <a:xfrm>
              <a:off x="6569575" y="4858191"/>
              <a:ext cx="60900" cy="84950"/>
            </a:xfrm>
            <a:custGeom>
              <a:avLst/>
              <a:gdLst/>
              <a:ahLst/>
              <a:cxnLst/>
              <a:rect l="l" t="t" r="r" b="b"/>
              <a:pathLst>
                <a:path w="2436" h="3398" extrusionOk="0">
                  <a:moveTo>
                    <a:pt x="1209" y="1359"/>
                  </a:moveTo>
                  <a:cubicBezTo>
                    <a:pt x="1322" y="1359"/>
                    <a:pt x="1416" y="1397"/>
                    <a:pt x="1511" y="1454"/>
                  </a:cubicBezTo>
                  <a:cubicBezTo>
                    <a:pt x="1605" y="1529"/>
                    <a:pt x="1681" y="1624"/>
                    <a:pt x="1718" y="1718"/>
                  </a:cubicBezTo>
                  <a:cubicBezTo>
                    <a:pt x="1775" y="1850"/>
                    <a:pt x="1813" y="2001"/>
                    <a:pt x="1813" y="2152"/>
                  </a:cubicBezTo>
                  <a:cubicBezTo>
                    <a:pt x="1813" y="2303"/>
                    <a:pt x="1775" y="2435"/>
                    <a:pt x="1718" y="2586"/>
                  </a:cubicBezTo>
                  <a:cubicBezTo>
                    <a:pt x="1681" y="2681"/>
                    <a:pt x="1605" y="2775"/>
                    <a:pt x="1511" y="2832"/>
                  </a:cubicBezTo>
                  <a:cubicBezTo>
                    <a:pt x="1416" y="2888"/>
                    <a:pt x="1322" y="2926"/>
                    <a:pt x="1209" y="2926"/>
                  </a:cubicBezTo>
                  <a:cubicBezTo>
                    <a:pt x="1114" y="2926"/>
                    <a:pt x="1020" y="2888"/>
                    <a:pt x="926" y="2832"/>
                  </a:cubicBezTo>
                  <a:cubicBezTo>
                    <a:pt x="831" y="2775"/>
                    <a:pt x="756" y="2681"/>
                    <a:pt x="718" y="2567"/>
                  </a:cubicBezTo>
                  <a:cubicBezTo>
                    <a:pt x="661" y="2435"/>
                    <a:pt x="624" y="2284"/>
                    <a:pt x="642" y="2152"/>
                  </a:cubicBezTo>
                  <a:cubicBezTo>
                    <a:pt x="624" y="2001"/>
                    <a:pt x="661" y="1869"/>
                    <a:pt x="699" y="1737"/>
                  </a:cubicBezTo>
                  <a:cubicBezTo>
                    <a:pt x="756" y="1624"/>
                    <a:pt x="812" y="1529"/>
                    <a:pt x="907" y="1454"/>
                  </a:cubicBezTo>
                  <a:cubicBezTo>
                    <a:pt x="1001" y="1397"/>
                    <a:pt x="1114" y="1359"/>
                    <a:pt x="1209" y="1359"/>
                  </a:cubicBezTo>
                  <a:close/>
                  <a:moveTo>
                    <a:pt x="2134" y="0"/>
                  </a:moveTo>
                  <a:cubicBezTo>
                    <a:pt x="2058" y="0"/>
                    <a:pt x="1964" y="38"/>
                    <a:pt x="1926" y="95"/>
                  </a:cubicBezTo>
                  <a:cubicBezTo>
                    <a:pt x="1869" y="189"/>
                    <a:pt x="1832" y="283"/>
                    <a:pt x="1851" y="378"/>
                  </a:cubicBezTo>
                  <a:lnTo>
                    <a:pt x="1851" y="1284"/>
                  </a:lnTo>
                  <a:cubicBezTo>
                    <a:pt x="1737" y="1171"/>
                    <a:pt x="1624" y="1076"/>
                    <a:pt x="1492" y="1001"/>
                  </a:cubicBezTo>
                  <a:cubicBezTo>
                    <a:pt x="1360" y="944"/>
                    <a:pt x="1209" y="906"/>
                    <a:pt x="1039" y="906"/>
                  </a:cubicBezTo>
                  <a:cubicBezTo>
                    <a:pt x="756" y="906"/>
                    <a:pt x="491" y="1019"/>
                    <a:pt x="303" y="1227"/>
                  </a:cubicBezTo>
                  <a:cubicBezTo>
                    <a:pt x="114" y="1491"/>
                    <a:pt x="1" y="1812"/>
                    <a:pt x="20" y="2133"/>
                  </a:cubicBezTo>
                  <a:cubicBezTo>
                    <a:pt x="20" y="2303"/>
                    <a:pt x="57" y="2473"/>
                    <a:pt x="95" y="2624"/>
                  </a:cubicBezTo>
                  <a:cubicBezTo>
                    <a:pt x="152" y="2775"/>
                    <a:pt x="208" y="2907"/>
                    <a:pt x="303" y="3039"/>
                  </a:cubicBezTo>
                  <a:cubicBezTo>
                    <a:pt x="397" y="3153"/>
                    <a:pt x="510" y="3247"/>
                    <a:pt x="624" y="3304"/>
                  </a:cubicBezTo>
                  <a:cubicBezTo>
                    <a:pt x="756" y="3360"/>
                    <a:pt x="888" y="3398"/>
                    <a:pt x="1039" y="3398"/>
                  </a:cubicBezTo>
                  <a:cubicBezTo>
                    <a:pt x="1133" y="3398"/>
                    <a:pt x="1247" y="3379"/>
                    <a:pt x="1341" y="3341"/>
                  </a:cubicBezTo>
                  <a:cubicBezTo>
                    <a:pt x="1435" y="3322"/>
                    <a:pt x="1530" y="3266"/>
                    <a:pt x="1605" y="3209"/>
                  </a:cubicBezTo>
                  <a:cubicBezTo>
                    <a:pt x="1681" y="3153"/>
                    <a:pt x="1775" y="3058"/>
                    <a:pt x="1832" y="2983"/>
                  </a:cubicBezTo>
                  <a:lnTo>
                    <a:pt x="1832" y="3039"/>
                  </a:lnTo>
                  <a:cubicBezTo>
                    <a:pt x="1832" y="3134"/>
                    <a:pt x="1869" y="3228"/>
                    <a:pt x="1926" y="3304"/>
                  </a:cubicBezTo>
                  <a:cubicBezTo>
                    <a:pt x="1983" y="3379"/>
                    <a:pt x="2058" y="3398"/>
                    <a:pt x="2134" y="3398"/>
                  </a:cubicBezTo>
                  <a:cubicBezTo>
                    <a:pt x="2209" y="3398"/>
                    <a:pt x="2285" y="3379"/>
                    <a:pt x="2341" y="3322"/>
                  </a:cubicBezTo>
                  <a:cubicBezTo>
                    <a:pt x="2398" y="3247"/>
                    <a:pt x="2436" y="3153"/>
                    <a:pt x="2417" y="3058"/>
                  </a:cubicBezTo>
                  <a:lnTo>
                    <a:pt x="2417" y="359"/>
                  </a:lnTo>
                  <a:cubicBezTo>
                    <a:pt x="2436" y="264"/>
                    <a:pt x="2398" y="170"/>
                    <a:pt x="2341" y="95"/>
                  </a:cubicBezTo>
                  <a:cubicBezTo>
                    <a:pt x="2304" y="19"/>
                    <a:pt x="2209" y="0"/>
                    <a:pt x="2134" y="0"/>
                  </a:cubicBezTo>
                  <a:close/>
                </a:path>
              </a:pathLst>
            </a:custGeom>
            <a:solidFill>
              <a:srgbClr val="4E36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43"/>
            <p:cNvSpPr/>
            <p:nvPr/>
          </p:nvSpPr>
          <p:spPr>
            <a:xfrm>
              <a:off x="6663500" y="4858191"/>
              <a:ext cx="59950" cy="85075"/>
            </a:xfrm>
            <a:custGeom>
              <a:avLst/>
              <a:gdLst/>
              <a:ahLst/>
              <a:cxnLst/>
              <a:rect l="l" t="t" r="r" b="b"/>
              <a:pathLst>
                <a:path w="2398" h="3403" extrusionOk="0">
                  <a:moveTo>
                    <a:pt x="1227" y="1359"/>
                  </a:moveTo>
                  <a:cubicBezTo>
                    <a:pt x="1321" y="1359"/>
                    <a:pt x="1435" y="1397"/>
                    <a:pt x="1510" y="1454"/>
                  </a:cubicBezTo>
                  <a:cubicBezTo>
                    <a:pt x="1605" y="1529"/>
                    <a:pt x="1680" y="1624"/>
                    <a:pt x="1718" y="1718"/>
                  </a:cubicBezTo>
                  <a:cubicBezTo>
                    <a:pt x="1756" y="1850"/>
                    <a:pt x="1793" y="2001"/>
                    <a:pt x="1793" y="2152"/>
                  </a:cubicBezTo>
                  <a:cubicBezTo>
                    <a:pt x="1793" y="2341"/>
                    <a:pt x="1737" y="2549"/>
                    <a:pt x="1623" y="2718"/>
                  </a:cubicBezTo>
                  <a:cubicBezTo>
                    <a:pt x="1529" y="2851"/>
                    <a:pt x="1378" y="2926"/>
                    <a:pt x="1227" y="2926"/>
                  </a:cubicBezTo>
                  <a:cubicBezTo>
                    <a:pt x="1057" y="2926"/>
                    <a:pt x="887" y="2851"/>
                    <a:pt x="774" y="2718"/>
                  </a:cubicBezTo>
                  <a:cubicBezTo>
                    <a:pt x="661" y="2567"/>
                    <a:pt x="604" y="2360"/>
                    <a:pt x="604" y="2171"/>
                  </a:cubicBezTo>
                  <a:cubicBezTo>
                    <a:pt x="604" y="2020"/>
                    <a:pt x="642" y="1869"/>
                    <a:pt x="699" y="1737"/>
                  </a:cubicBezTo>
                  <a:cubicBezTo>
                    <a:pt x="736" y="1624"/>
                    <a:pt x="812" y="1529"/>
                    <a:pt x="906" y="1454"/>
                  </a:cubicBezTo>
                  <a:cubicBezTo>
                    <a:pt x="1001" y="1397"/>
                    <a:pt x="1114" y="1359"/>
                    <a:pt x="1227" y="1359"/>
                  </a:cubicBezTo>
                  <a:close/>
                  <a:moveTo>
                    <a:pt x="283" y="0"/>
                  </a:moveTo>
                  <a:cubicBezTo>
                    <a:pt x="208" y="0"/>
                    <a:pt x="132" y="38"/>
                    <a:pt x="76" y="95"/>
                  </a:cubicBezTo>
                  <a:cubicBezTo>
                    <a:pt x="19" y="189"/>
                    <a:pt x="0" y="283"/>
                    <a:pt x="0" y="378"/>
                  </a:cubicBezTo>
                  <a:lnTo>
                    <a:pt x="0" y="3058"/>
                  </a:lnTo>
                  <a:cubicBezTo>
                    <a:pt x="0" y="3153"/>
                    <a:pt x="19" y="3247"/>
                    <a:pt x="76" y="3322"/>
                  </a:cubicBezTo>
                  <a:cubicBezTo>
                    <a:pt x="122" y="3369"/>
                    <a:pt x="182" y="3403"/>
                    <a:pt x="243" y="3403"/>
                  </a:cubicBezTo>
                  <a:cubicBezTo>
                    <a:pt x="257" y="3403"/>
                    <a:pt x="270" y="3401"/>
                    <a:pt x="283" y="3398"/>
                  </a:cubicBezTo>
                  <a:cubicBezTo>
                    <a:pt x="300" y="3401"/>
                    <a:pt x="316" y="3403"/>
                    <a:pt x="332" y="3403"/>
                  </a:cubicBezTo>
                  <a:cubicBezTo>
                    <a:pt x="403" y="3403"/>
                    <a:pt x="460" y="3369"/>
                    <a:pt x="491" y="3322"/>
                  </a:cubicBezTo>
                  <a:cubicBezTo>
                    <a:pt x="566" y="3247"/>
                    <a:pt x="585" y="3153"/>
                    <a:pt x="585" y="3058"/>
                  </a:cubicBezTo>
                  <a:lnTo>
                    <a:pt x="585" y="3002"/>
                  </a:lnTo>
                  <a:cubicBezTo>
                    <a:pt x="661" y="3077"/>
                    <a:pt x="699" y="3134"/>
                    <a:pt x="755" y="3171"/>
                  </a:cubicBezTo>
                  <a:cubicBezTo>
                    <a:pt x="793" y="3209"/>
                    <a:pt x="850" y="3247"/>
                    <a:pt x="887" y="3285"/>
                  </a:cubicBezTo>
                  <a:cubicBezTo>
                    <a:pt x="963" y="3322"/>
                    <a:pt x="1038" y="3360"/>
                    <a:pt x="1114" y="3379"/>
                  </a:cubicBezTo>
                  <a:cubicBezTo>
                    <a:pt x="1189" y="3398"/>
                    <a:pt x="1284" y="3398"/>
                    <a:pt x="1378" y="3398"/>
                  </a:cubicBezTo>
                  <a:cubicBezTo>
                    <a:pt x="1510" y="3398"/>
                    <a:pt x="1661" y="3379"/>
                    <a:pt x="1793" y="3304"/>
                  </a:cubicBezTo>
                  <a:cubicBezTo>
                    <a:pt x="1926" y="3247"/>
                    <a:pt x="2039" y="3153"/>
                    <a:pt x="2114" y="3039"/>
                  </a:cubicBezTo>
                  <a:cubicBezTo>
                    <a:pt x="2209" y="2926"/>
                    <a:pt x="2284" y="2794"/>
                    <a:pt x="2322" y="2643"/>
                  </a:cubicBezTo>
                  <a:cubicBezTo>
                    <a:pt x="2379" y="2473"/>
                    <a:pt x="2397" y="2303"/>
                    <a:pt x="2397" y="2133"/>
                  </a:cubicBezTo>
                  <a:cubicBezTo>
                    <a:pt x="2397" y="1907"/>
                    <a:pt x="2360" y="1680"/>
                    <a:pt x="2265" y="1491"/>
                  </a:cubicBezTo>
                  <a:cubicBezTo>
                    <a:pt x="2190" y="1303"/>
                    <a:pt x="2077" y="1171"/>
                    <a:pt x="1907" y="1057"/>
                  </a:cubicBezTo>
                  <a:cubicBezTo>
                    <a:pt x="1756" y="963"/>
                    <a:pt x="1567" y="925"/>
                    <a:pt x="1378" y="925"/>
                  </a:cubicBezTo>
                  <a:cubicBezTo>
                    <a:pt x="1352" y="922"/>
                    <a:pt x="1326" y="920"/>
                    <a:pt x="1300" y="920"/>
                  </a:cubicBezTo>
                  <a:cubicBezTo>
                    <a:pt x="1176" y="920"/>
                    <a:pt x="1053" y="957"/>
                    <a:pt x="944" y="1019"/>
                  </a:cubicBezTo>
                  <a:cubicBezTo>
                    <a:pt x="812" y="1095"/>
                    <a:pt x="680" y="1171"/>
                    <a:pt x="585" y="1284"/>
                  </a:cubicBezTo>
                  <a:lnTo>
                    <a:pt x="585" y="340"/>
                  </a:lnTo>
                  <a:cubicBezTo>
                    <a:pt x="585" y="264"/>
                    <a:pt x="566" y="170"/>
                    <a:pt x="510" y="95"/>
                  </a:cubicBezTo>
                  <a:cubicBezTo>
                    <a:pt x="453" y="38"/>
                    <a:pt x="378" y="0"/>
                    <a:pt x="283" y="0"/>
                  </a:cubicBezTo>
                  <a:close/>
                </a:path>
              </a:pathLst>
            </a:custGeom>
            <a:solidFill>
              <a:srgbClr val="4E36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43"/>
            <p:cNvSpPr/>
            <p:nvPr/>
          </p:nvSpPr>
          <p:spPr>
            <a:xfrm>
              <a:off x="6722475" y="4880841"/>
              <a:ext cx="58075" cy="84975"/>
            </a:xfrm>
            <a:custGeom>
              <a:avLst/>
              <a:gdLst/>
              <a:ahLst/>
              <a:cxnLst/>
              <a:rect l="l" t="t" r="r" b="b"/>
              <a:pathLst>
                <a:path w="2323" h="3399" extrusionOk="0">
                  <a:moveTo>
                    <a:pt x="359" y="0"/>
                  </a:moveTo>
                  <a:cubicBezTo>
                    <a:pt x="322" y="0"/>
                    <a:pt x="265" y="19"/>
                    <a:pt x="227" y="57"/>
                  </a:cubicBezTo>
                  <a:cubicBezTo>
                    <a:pt x="171" y="76"/>
                    <a:pt x="133" y="113"/>
                    <a:pt x="114" y="151"/>
                  </a:cubicBezTo>
                  <a:cubicBezTo>
                    <a:pt x="76" y="208"/>
                    <a:pt x="57" y="246"/>
                    <a:pt x="76" y="302"/>
                  </a:cubicBezTo>
                  <a:cubicBezTo>
                    <a:pt x="76" y="378"/>
                    <a:pt x="95" y="472"/>
                    <a:pt x="133" y="548"/>
                  </a:cubicBezTo>
                  <a:lnTo>
                    <a:pt x="888" y="2435"/>
                  </a:lnTo>
                  <a:lnTo>
                    <a:pt x="831" y="2567"/>
                  </a:lnTo>
                  <a:cubicBezTo>
                    <a:pt x="794" y="2643"/>
                    <a:pt x="756" y="2718"/>
                    <a:pt x="718" y="2794"/>
                  </a:cubicBezTo>
                  <a:cubicBezTo>
                    <a:pt x="699" y="2832"/>
                    <a:pt x="661" y="2869"/>
                    <a:pt x="605" y="2888"/>
                  </a:cubicBezTo>
                  <a:cubicBezTo>
                    <a:pt x="567" y="2926"/>
                    <a:pt x="510" y="2926"/>
                    <a:pt x="454" y="2926"/>
                  </a:cubicBezTo>
                  <a:cubicBezTo>
                    <a:pt x="416" y="2926"/>
                    <a:pt x="378" y="2926"/>
                    <a:pt x="340" y="2907"/>
                  </a:cubicBezTo>
                  <a:lnTo>
                    <a:pt x="246" y="2907"/>
                  </a:lnTo>
                  <a:cubicBezTo>
                    <a:pt x="232" y="2903"/>
                    <a:pt x="217" y="2900"/>
                    <a:pt x="201" y="2900"/>
                  </a:cubicBezTo>
                  <a:cubicBezTo>
                    <a:pt x="153" y="2900"/>
                    <a:pt x="100" y="2921"/>
                    <a:pt x="57" y="2964"/>
                  </a:cubicBezTo>
                  <a:cubicBezTo>
                    <a:pt x="20" y="3002"/>
                    <a:pt x="1" y="3058"/>
                    <a:pt x="1" y="3115"/>
                  </a:cubicBezTo>
                  <a:cubicBezTo>
                    <a:pt x="1" y="3209"/>
                    <a:pt x="38" y="3304"/>
                    <a:pt x="133" y="3341"/>
                  </a:cubicBezTo>
                  <a:cubicBezTo>
                    <a:pt x="265" y="3379"/>
                    <a:pt x="397" y="3398"/>
                    <a:pt x="529" y="3398"/>
                  </a:cubicBezTo>
                  <a:cubicBezTo>
                    <a:pt x="680" y="3398"/>
                    <a:pt x="831" y="3360"/>
                    <a:pt x="982" y="3304"/>
                  </a:cubicBezTo>
                  <a:cubicBezTo>
                    <a:pt x="1077" y="3247"/>
                    <a:pt x="1171" y="3172"/>
                    <a:pt x="1247" y="3077"/>
                  </a:cubicBezTo>
                  <a:cubicBezTo>
                    <a:pt x="1322" y="2926"/>
                    <a:pt x="1379" y="2794"/>
                    <a:pt x="1435" y="2643"/>
                  </a:cubicBezTo>
                  <a:lnTo>
                    <a:pt x="2247" y="548"/>
                  </a:lnTo>
                  <a:cubicBezTo>
                    <a:pt x="2266" y="510"/>
                    <a:pt x="2285" y="453"/>
                    <a:pt x="2285" y="397"/>
                  </a:cubicBezTo>
                  <a:cubicBezTo>
                    <a:pt x="2304" y="340"/>
                    <a:pt x="2323" y="302"/>
                    <a:pt x="2323" y="283"/>
                  </a:cubicBezTo>
                  <a:cubicBezTo>
                    <a:pt x="2323" y="227"/>
                    <a:pt x="2304" y="189"/>
                    <a:pt x="2285" y="151"/>
                  </a:cubicBezTo>
                  <a:cubicBezTo>
                    <a:pt x="2228" y="57"/>
                    <a:pt x="2153" y="0"/>
                    <a:pt x="2058" y="0"/>
                  </a:cubicBezTo>
                  <a:cubicBezTo>
                    <a:pt x="2002" y="0"/>
                    <a:pt x="1945" y="19"/>
                    <a:pt x="1907" y="38"/>
                  </a:cubicBezTo>
                  <a:cubicBezTo>
                    <a:pt x="1851" y="76"/>
                    <a:pt x="1813" y="113"/>
                    <a:pt x="1794" y="170"/>
                  </a:cubicBezTo>
                  <a:cubicBezTo>
                    <a:pt x="1756" y="246"/>
                    <a:pt x="1718" y="340"/>
                    <a:pt x="1700" y="434"/>
                  </a:cubicBezTo>
                  <a:lnTo>
                    <a:pt x="1209" y="1831"/>
                  </a:lnTo>
                  <a:lnTo>
                    <a:pt x="680" y="321"/>
                  </a:lnTo>
                  <a:cubicBezTo>
                    <a:pt x="661" y="246"/>
                    <a:pt x="624" y="170"/>
                    <a:pt x="567" y="95"/>
                  </a:cubicBezTo>
                  <a:cubicBezTo>
                    <a:pt x="510" y="38"/>
                    <a:pt x="435" y="0"/>
                    <a:pt x="359" y="0"/>
                  </a:cubicBezTo>
                  <a:close/>
                </a:path>
              </a:pathLst>
            </a:custGeom>
            <a:solidFill>
              <a:srgbClr val="4E36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43"/>
            <p:cNvSpPr/>
            <p:nvPr/>
          </p:nvSpPr>
          <p:spPr>
            <a:xfrm>
              <a:off x="6957025" y="4858191"/>
              <a:ext cx="44375" cy="85075"/>
            </a:xfrm>
            <a:custGeom>
              <a:avLst/>
              <a:gdLst/>
              <a:ahLst/>
              <a:cxnLst/>
              <a:rect l="l" t="t" r="r" b="b"/>
              <a:pathLst>
                <a:path w="1775" h="3403" extrusionOk="0">
                  <a:moveTo>
                    <a:pt x="1246" y="0"/>
                  </a:moveTo>
                  <a:cubicBezTo>
                    <a:pt x="1076" y="0"/>
                    <a:pt x="925" y="19"/>
                    <a:pt x="774" y="76"/>
                  </a:cubicBezTo>
                  <a:cubicBezTo>
                    <a:pt x="661" y="132"/>
                    <a:pt x="586" y="208"/>
                    <a:pt x="529" y="321"/>
                  </a:cubicBezTo>
                  <a:cubicBezTo>
                    <a:pt x="472" y="453"/>
                    <a:pt x="453" y="623"/>
                    <a:pt x="472" y="774"/>
                  </a:cubicBezTo>
                  <a:lnTo>
                    <a:pt x="472" y="963"/>
                  </a:lnTo>
                  <a:lnTo>
                    <a:pt x="302" y="963"/>
                  </a:lnTo>
                  <a:cubicBezTo>
                    <a:pt x="95" y="963"/>
                    <a:pt x="0" y="1038"/>
                    <a:pt x="0" y="1189"/>
                  </a:cubicBezTo>
                  <a:cubicBezTo>
                    <a:pt x="0" y="1246"/>
                    <a:pt x="19" y="1303"/>
                    <a:pt x="76" y="1340"/>
                  </a:cubicBezTo>
                  <a:cubicBezTo>
                    <a:pt x="133" y="1397"/>
                    <a:pt x="208" y="1416"/>
                    <a:pt x="284" y="1416"/>
                  </a:cubicBezTo>
                  <a:lnTo>
                    <a:pt x="453" y="1416"/>
                  </a:lnTo>
                  <a:lnTo>
                    <a:pt x="453" y="3020"/>
                  </a:lnTo>
                  <a:cubicBezTo>
                    <a:pt x="435" y="3134"/>
                    <a:pt x="472" y="3228"/>
                    <a:pt x="529" y="3304"/>
                  </a:cubicBezTo>
                  <a:cubicBezTo>
                    <a:pt x="586" y="3370"/>
                    <a:pt x="666" y="3403"/>
                    <a:pt x="746" y="3403"/>
                  </a:cubicBezTo>
                  <a:cubicBezTo>
                    <a:pt x="826" y="3403"/>
                    <a:pt x="906" y="3370"/>
                    <a:pt x="963" y="3304"/>
                  </a:cubicBezTo>
                  <a:cubicBezTo>
                    <a:pt x="1039" y="3228"/>
                    <a:pt x="1057" y="3134"/>
                    <a:pt x="1057" y="3020"/>
                  </a:cubicBezTo>
                  <a:lnTo>
                    <a:pt x="1057" y="1416"/>
                  </a:lnTo>
                  <a:lnTo>
                    <a:pt x="1208" y="1416"/>
                  </a:lnTo>
                  <a:cubicBezTo>
                    <a:pt x="1303" y="1416"/>
                    <a:pt x="1378" y="1397"/>
                    <a:pt x="1473" y="1359"/>
                  </a:cubicBezTo>
                  <a:cubicBezTo>
                    <a:pt x="1529" y="1340"/>
                    <a:pt x="1548" y="1284"/>
                    <a:pt x="1548" y="1171"/>
                  </a:cubicBezTo>
                  <a:cubicBezTo>
                    <a:pt x="1548" y="1038"/>
                    <a:pt x="1435" y="963"/>
                    <a:pt x="1208" y="963"/>
                  </a:cubicBezTo>
                  <a:lnTo>
                    <a:pt x="1057" y="963"/>
                  </a:lnTo>
                  <a:lnTo>
                    <a:pt x="1057" y="812"/>
                  </a:lnTo>
                  <a:cubicBezTo>
                    <a:pt x="1057" y="717"/>
                    <a:pt x="1076" y="623"/>
                    <a:pt x="1114" y="548"/>
                  </a:cubicBezTo>
                  <a:cubicBezTo>
                    <a:pt x="1145" y="485"/>
                    <a:pt x="1203" y="448"/>
                    <a:pt x="1275" y="448"/>
                  </a:cubicBezTo>
                  <a:cubicBezTo>
                    <a:pt x="1290" y="448"/>
                    <a:pt x="1306" y="450"/>
                    <a:pt x="1322" y="453"/>
                  </a:cubicBezTo>
                  <a:lnTo>
                    <a:pt x="1473" y="453"/>
                  </a:lnTo>
                  <a:cubicBezTo>
                    <a:pt x="1510" y="472"/>
                    <a:pt x="1548" y="472"/>
                    <a:pt x="1586" y="472"/>
                  </a:cubicBezTo>
                  <a:cubicBezTo>
                    <a:pt x="1643" y="472"/>
                    <a:pt x="1699" y="453"/>
                    <a:pt x="1718" y="415"/>
                  </a:cubicBezTo>
                  <a:cubicBezTo>
                    <a:pt x="1756" y="378"/>
                    <a:pt x="1775" y="321"/>
                    <a:pt x="1775" y="264"/>
                  </a:cubicBezTo>
                  <a:cubicBezTo>
                    <a:pt x="1775" y="95"/>
                    <a:pt x="1605" y="0"/>
                    <a:pt x="1246" y="0"/>
                  </a:cubicBezTo>
                  <a:close/>
                </a:path>
              </a:pathLst>
            </a:custGeom>
            <a:solidFill>
              <a:srgbClr val="4E36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43"/>
            <p:cNvSpPr/>
            <p:nvPr/>
          </p:nvSpPr>
          <p:spPr>
            <a:xfrm>
              <a:off x="6999500" y="4880841"/>
              <a:ext cx="42025" cy="61950"/>
            </a:xfrm>
            <a:custGeom>
              <a:avLst/>
              <a:gdLst/>
              <a:ahLst/>
              <a:cxnLst/>
              <a:rect l="l" t="t" r="r" b="b"/>
              <a:pathLst>
                <a:path w="1681" h="2478" extrusionOk="0">
                  <a:moveTo>
                    <a:pt x="302" y="0"/>
                  </a:moveTo>
                  <a:cubicBezTo>
                    <a:pt x="95" y="0"/>
                    <a:pt x="0" y="151"/>
                    <a:pt x="0" y="416"/>
                  </a:cubicBezTo>
                  <a:lnTo>
                    <a:pt x="0" y="2114"/>
                  </a:lnTo>
                  <a:cubicBezTo>
                    <a:pt x="0" y="2209"/>
                    <a:pt x="19" y="2303"/>
                    <a:pt x="95" y="2398"/>
                  </a:cubicBezTo>
                  <a:cubicBezTo>
                    <a:pt x="141" y="2444"/>
                    <a:pt x="201" y="2478"/>
                    <a:pt x="262" y="2478"/>
                  </a:cubicBezTo>
                  <a:cubicBezTo>
                    <a:pt x="276" y="2478"/>
                    <a:pt x="289" y="2476"/>
                    <a:pt x="302" y="2473"/>
                  </a:cubicBezTo>
                  <a:cubicBezTo>
                    <a:pt x="319" y="2476"/>
                    <a:pt x="335" y="2478"/>
                    <a:pt x="351" y="2478"/>
                  </a:cubicBezTo>
                  <a:cubicBezTo>
                    <a:pt x="423" y="2478"/>
                    <a:pt x="482" y="2444"/>
                    <a:pt x="529" y="2398"/>
                  </a:cubicBezTo>
                  <a:cubicBezTo>
                    <a:pt x="585" y="2303"/>
                    <a:pt x="623" y="2209"/>
                    <a:pt x="623" y="2114"/>
                  </a:cubicBezTo>
                  <a:lnTo>
                    <a:pt x="623" y="1605"/>
                  </a:lnTo>
                  <a:lnTo>
                    <a:pt x="604" y="1624"/>
                  </a:lnTo>
                  <a:cubicBezTo>
                    <a:pt x="604" y="1435"/>
                    <a:pt x="623" y="1265"/>
                    <a:pt x="623" y="1152"/>
                  </a:cubicBezTo>
                  <a:cubicBezTo>
                    <a:pt x="642" y="1038"/>
                    <a:pt x="661" y="925"/>
                    <a:pt x="680" y="812"/>
                  </a:cubicBezTo>
                  <a:cubicBezTo>
                    <a:pt x="718" y="736"/>
                    <a:pt x="755" y="661"/>
                    <a:pt x="831" y="604"/>
                  </a:cubicBezTo>
                  <a:cubicBezTo>
                    <a:pt x="887" y="548"/>
                    <a:pt x="963" y="529"/>
                    <a:pt x="1038" y="529"/>
                  </a:cubicBezTo>
                  <a:cubicBezTo>
                    <a:pt x="1114" y="529"/>
                    <a:pt x="1208" y="548"/>
                    <a:pt x="1284" y="567"/>
                  </a:cubicBezTo>
                  <a:cubicBezTo>
                    <a:pt x="1322" y="585"/>
                    <a:pt x="1378" y="604"/>
                    <a:pt x="1435" y="623"/>
                  </a:cubicBezTo>
                  <a:cubicBezTo>
                    <a:pt x="1510" y="623"/>
                    <a:pt x="1567" y="585"/>
                    <a:pt x="1605" y="548"/>
                  </a:cubicBezTo>
                  <a:cubicBezTo>
                    <a:pt x="1661" y="491"/>
                    <a:pt x="1680" y="434"/>
                    <a:pt x="1680" y="359"/>
                  </a:cubicBezTo>
                  <a:cubicBezTo>
                    <a:pt x="1680" y="246"/>
                    <a:pt x="1605" y="151"/>
                    <a:pt x="1510" y="113"/>
                  </a:cubicBezTo>
                  <a:cubicBezTo>
                    <a:pt x="1397" y="38"/>
                    <a:pt x="1265" y="0"/>
                    <a:pt x="1133" y="0"/>
                  </a:cubicBezTo>
                  <a:cubicBezTo>
                    <a:pt x="1020" y="0"/>
                    <a:pt x="906" y="38"/>
                    <a:pt x="812" y="113"/>
                  </a:cubicBezTo>
                  <a:cubicBezTo>
                    <a:pt x="736" y="189"/>
                    <a:pt x="661" y="283"/>
                    <a:pt x="604" y="397"/>
                  </a:cubicBezTo>
                  <a:cubicBezTo>
                    <a:pt x="604" y="283"/>
                    <a:pt x="567" y="189"/>
                    <a:pt x="529" y="113"/>
                  </a:cubicBezTo>
                  <a:cubicBezTo>
                    <a:pt x="472" y="38"/>
                    <a:pt x="378" y="0"/>
                    <a:pt x="302" y="0"/>
                  </a:cubicBezTo>
                  <a:close/>
                </a:path>
              </a:pathLst>
            </a:custGeom>
            <a:solidFill>
              <a:srgbClr val="4E36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43"/>
            <p:cNvSpPr/>
            <p:nvPr/>
          </p:nvSpPr>
          <p:spPr>
            <a:xfrm>
              <a:off x="7039125" y="4880716"/>
              <a:ext cx="59025" cy="62475"/>
            </a:xfrm>
            <a:custGeom>
              <a:avLst/>
              <a:gdLst/>
              <a:ahLst/>
              <a:cxnLst/>
              <a:rect l="l" t="t" r="r" b="b"/>
              <a:pathLst>
                <a:path w="2361" h="2499" extrusionOk="0">
                  <a:moveTo>
                    <a:pt x="1190" y="421"/>
                  </a:moveTo>
                  <a:cubicBezTo>
                    <a:pt x="1341" y="421"/>
                    <a:pt x="1492" y="477"/>
                    <a:pt x="1587" y="572"/>
                  </a:cubicBezTo>
                  <a:cubicBezTo>
                    <a:pt x="1700" y="704"/>
                    <a:pt x="1756" y="874"/>
                    <a:pt x="1756" y="1043"/>
                  </a:cubicBezTo>
                  <a:lnTo>
                    <a:pt x="643" y="1043"/>
                  </a:lnTo>
                  <a:cubicBezTo>
                    <a:pt x="643" y="874"/>
                    <a:pt x="718" y="723"/>
                    <a:pt x="831" y="572"/>
                  </a:cubicBezTo>
                  <a:cubicBezTo>
                    <a:pt x="926" y="477"/>
                    <a:pt x="1058" y="421"/>
                    <a:pt x="1190" y="421"/>
                  </a:cubicBezTo>
                  <a:close/>
                  <a:moveTo>
                    <a:pt x="1129" y="0"/>
                  </a:moveTo>
                  <a:cubicBezTo>
                    <a:pt x="980" y="0"/>
                    <a:pt x="842" y="34"/>
                    <a:pt x="718" y="81"/>
                  </a:cubicBezTo>
                  <a:cubicBezTo>
                    <a:pt x="567" y="137"/>
                    <a:pt x="435" y="232"/>
                    <a:pt x="341" y="345"/>
                  </a:cubicBezTo>
                  <a:cubicBezTo>
                    <a:pt x="227" y="458"/>
                    <a:pt x="152" y="590"/>
                    <a:pt x="95" y="741"/>
                  </a:cubicBezTo>
                  <a:cubicBezTo>
                    <a:pt x="39" y="892"/>
                    <a:pt x="20" y="1062"/>
                    <a:pt x="20" y="1251"/>
                  </a:cubicBezTo>
                  <a:cubicBezTo>
                    <a:pt x="1" y="1572"/>
                    <a:pt x="114" y="1912"/>
                    <a:pt x="341" y="2157"/>
                  </a:cubicBezTo>
                  <a:cubicBezTo>
                    <a:pt x="571" y="2369"/>
                    <a:pt x="883" y="2499"/>
                    <a:pt x="1201" y="2499"/>
                  </a:cubicBezTo>
                  <a:cubicBezTo>
                    <a:pt x="1223" y="2499"/>
                    <a:pt x="1244" y="2498"/>
                    <a:pt x="1266" y="2497"/>
                  </a:cubicBezTo>
                  <a:cubicBezTo>
                    <a:pt x="1417" y="2497"/>
                    <a:pt x="1568" y="2478"/>
                    <a:pt x="1719" y="2421"/>
                  </a:cubicBezTo>
                  <a:cubicBezTo>
                    <a:pt x="1832" y="2384"/>
                    <a:pt x="1945" y="2327"/>
                    <a:pt x="2058" y="2252"/>
                  </a:cubicBezTo>
                  <a:cubicBezTo>
                    <a:pt x="2134" y="2195"/>
                    <a:pt x="2191" y="2119"/>
                    <a:pt x="2247" y="2044"/>
                  </a:cubicBezTo>
                  <a:cubicBezTo>
                    <a:pt x="2285" y="1987"/>
                    <a:pt x="2304" y="1912"/>
                    <a:pt x="2304" y="1855"/>
                  </a:cubicBezTo>
                  <a:cubicBezTo>
                    <a:pt x="2323" y="1799"/>
                    <a:pt x="2285" y="1742"/>
                    <a:pt x="2247" y="1704"/>
                  </a:cubicBezTo>
                  <a:cubicBezTo>
                    <a:pt x="2209" y="1666"/>
                    <a:pt x="2153" y="1648"/>
                    <a:pt x="2096" y="1648"/>
                  </a:cubicBezTo>
                  <a:cubicBezTo>
                    <a:pt x="2058" y="1648"/>
                    <a:pt x="2002" y="1666"/>
                    <a:pt x="1964" y="1685"/>
                  </a:cubicBezTo>
                  <a:lnTo>
                    <a:pt x="1775" y="1855"/>
                  </a:lnTo>
                  <a:cubicBezTo>
                    <a:pt x="1738" y="1893"/>
                    <a:pt x="1681" y="1950"/>
                    <a:pt x="1624" y="1968"/>
                  </a:cubicBezTo>
                  <a:cubicBezTo>
                    <a:pt x="1568" y="2006"/>
                    <a:pt x="1511" y="2044"/>
                    <a:pt x="1454" y="2063"/>
                  </a:cubicBezTo>
                  <a:cubicBezTo>
                    <a:pt x="1379" y="2082"/>
                    <a:pt x="1322" y="2082"/>
                    <a:pt x="1247" y="2082"/>
                  </a:cubicBezTo>
                  <a:cubicBezTo>
                    <a:pt x="1133" y="2082"/>
                    <a:pt x="1039" y="2063"/>
                    <a:pt x="945" y="2006"/>
                  </a:cubicBezTo>
                  <a:cubicBezTo>
                    <a:pt x="850" y="1950"/>
                    <a:pt x="775" y="1855"/>
                    <a:pt x="737" y="1761"/>
                  </a:cubicBezTo>
                  <a:cubicBezTo>
                    <a:pt x="680" y="1648"/>
                    <a:pt x="643" y="1534"/>
                    <a:pt x="643" y="1402"/>
                  </a:cubicBezTo>
                  <a:lnTo>
                    <a:pt x="1851" y="1402"/>
                  </a:lnTo>
                  <a:cubicBezTo>
                    <a:pt x="1964" y="1402"/>
                    <a:pt x="2096" y="1383"/>
                    <a:pt x="2209" y="1327"/>
                  </a:cubicBezTo>
                  <a:cubicBezTo>
                    <a:pt x="2304" y="1270"/>
                    <a:pt x="2360" y="1138"/>
                    <a:pt x="2342" y="1025"/>
                  </a:cubicBezTo>
                  <a:cubicBezTo>
                    <a:pt x="2342" y="855"/>
                    <a:pt x="2304" y="685"/>
                    <a:pt x="2228" y="534"/>
                  </a:cubicBezTo>
                  <a:cubicBezTo>
                    <a:pt x="2134" y="383"/>
                    <a:pt x="2002" y="251"/>
                    <a:pt x="1832" y="156"/>
                  </a:cubicBezTo>
                  <a:cubicBezTo>
                    <a:pt x="1667" y="57"/>
                    <a:pt x="1488" y="2"/>
                    <a:pt x="1307" y="2"/>
                  </a:cubicBezTo>
                  <a:cubicBezTo>
                    <a:pt x="1281" y="2"/>
                    <a:pt x="1254" y="3"/>
                    <a:pt x="1228" y="5"/>
                  </a:cubicBezTo>
                  <a:cubicBezTo>
                    <a:pt x="1194" y="2"/>
                    <a:pt x="1162" y="0"/>
                    <a:pt x="1129" y="0"/>
                  </a:cubicBezTo>
                  <a:close/>
                </a:path>
              </a:pathLst>
            </a:custGeom>
            <a:solidFill>
              <a:srgbClr val="4E36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43"/>
            <p:cNvSpPr/>
            <p:nvPr/>
          </p:nvSpPr>
          <p:spPr>
            <a:xfrm>
              <a:off x="7102850" y="4880716"/>
              <a:ext cx="59000" cy="62475"/>
            </a:xfrm>
            <a:custGeom>
              <a:avLst/>
              <a:gdLst/>
              <a:ahLst/>
              <a:cxnLst/>
              <a:rect l="l" t="t" r="r" b="b"/>
              <a:pathLst>
                <a:path w="2360" h="2499" extrusionOk="0">
                  <a:moveTo>
                    <a:pt x="1189" y="421"/>
                  </a:moveTo>
                  <a:cubicBezTo>
                    <a:pt x="1340" y="421"/>
                    <a:pt x="1473" y="477"/>
                    <a:pt x="1586" y="572"/>
                  </a:cubicBezTo>
                  <a:cubicBezTo>
                    <a:pt x="1680" y="704"/>
                    <a:pt x="1756" y="874"/>
                    <a:pt x="1756" y="1043"/>
                  </a:cubicBezTo>
                  <a:lnTo>
                    <a:pt x="642" y="1043"/>
                  </a:lnTo>
                  <a:cubicBezTo>
                    <a:pt x="642" y="874"/>
                    <a:pt x="699" y="723"/>
                    <a:pt x="812" y="572"/>
                  </a:cubicBezTo>
                  <a:cubicBezTo>
                    <a:pt x="906" y="477"/>
                    <a:pt x="1057" y="421"/>
                    <a:pt x="1189" y="421"/>
                  </a:cubicBezTo>
                  <a:close/>
                  <a:moveTo>
                    <a:pt x="1118" y="0"/>
                  </a:moveTo>
                  <a:cubicBezTo>
                    <a:pt x="979" y="0"/>
                    <a:pt x="842" y="34"/>
                    <a:pt x="718" y="81"/>
                  </a:cubicBezTo>
                  <a:cubicBezTo>
                    <a:pt x="567" y="137"/>
                    <a:pt x="434" y="232"/>
                    <a:pt x="340" y="345"/>
                  </a:cubicBezTo>
                  <a:cubicBezTo>
                    <a:pt x="227" y="458"/>
                    <a:pt x="151" y="590"/>
                    <a:pt x="95" y="741"/>
                  </a:cubicBezTo>
                  <a:cubicBezTo>
                    <a:pt x="38" y="892"/>
                    <a:pt x="19" y="1062"/>
                    <a:pt x="19" y="1251"/>
                  </a:cubicBezTo>
                  <a:cubicBezTo>
                    <a:pt x="0" y="1572"/>
                    <a:pt x="114" y="1912"/>
                    <a:pt x="340" y="2157"/>
                  </a:cubicBezTo>
                  <a:cubicBezTo>
                    <a:pt x="570" y="2369"/>
                    <a:pt x="883" y="2499"/>
                    <a:pt x="1201" y="2499"/>
                  </a:cubicBezTo>
                  <a:cubicBezTo>
                    <a:pt x="1222" y="2499"/>
                    <a:pt x="1243" y="2498"/>
                    <a:pt x="1265" y="2497"/>
                  </a:cubicBezTo>
                  <a:cubicBezTo>
                    <a:pt x="1416" y="2497"/>
                    <a:pt x="1567" y="2478"/>
                    <a:pt x="1718" y="2421"/>
                  </a:cubicBezTo>
                  <a:cubicBezTo>
                    <a:pt x="1831" y="2384"/>
                    <a:pt x="1945" y="2327"/>
                    <a:pt x="2039" y="2252"/>
                  </a:cubicBezTo>
                  <a:cubicBezTo>
                    <a:pt x="2114" y="2195"/>
                    <a:pt x="2190" y="2119"/>
                    <a:pt x="2247" y="2044"/>
                  </a:cubicBezTo>
                  <a:cubicBezTo>
                    <a:pt x="2284" y="1987"/>
                    <a:pt x="2303" y="1912"/>
                    <a:pt x="2303" y="1855"/>
                  </a:cubicBezTo>
                  <a:cubicBezTo>
                    <a:pt x="2303" y="1799"/>
                    <a:pt x="2284" y="1742"/>
                    <a:pt x="2247" y="1704"/>
                  </a:cubicBezTo>
                  <a:cubicBezTo>
                    <a:pt x="2209" y="1666"/>
                    <a:pt x="2152" y="1648"/>
                    <a:pt x="2096" y="1648"/>
                  </a:cubicBezTo>
                  <a:cubicBezTo>
                    <a:pt x="2039" y="1648"/>
                    <a:pt x="2001" y="1666"/>
                    <a:pt x="1963" y="1685"/>
                  </a:cubicBezTo>
                  <a:lnTo>
                    <a:pt x="1775" y="1855"/>
                  </a:lnTo>
                  <a:cubicBezTo>
                    <a:pt x="1718" y="1893"/>
                    <a:pt x="1680" y="1950"/>
                    <a:pt x="1624" y="1968"/>
                  </a:cubicBezTo>
                  <a:cubicBezTo>
                    <a:pt x="1567" y="2006"/>
                    <a:pt x="1510" y="2044"/>
                    <a:pt x="1435" y="2063"/>
                  </a:cubicBezTo>
                  <a:cubicBezTo>
                    <a:pt x="1378" y="2082"/>
                    <a:pt x="1303" y="2082"/>
                    <a:pt x="1246" y="2082"/>
                  </a:cubicBezTo>
                  <a:cubicBezTo>
                    <a:pt x="1133" y="2082"/>
                    <a:pt x="1038" y="2063"/>
                    <a:pt x="944" y="2006"/>
                  </a:cubicBezTo>
                  <a:cubicBezTo>
                    <a:pt x="850" y="1950"/>
                    <a:pt x="774" y="1855"/>
                    <a:pt x="718" y="1761"/>
                  </a:cubicBezTo>
                  <a:cubicBezTo>
                    <a:pt x="661" y="1648"/>
                    <a:pt x="642" y="1534"/>
                    <a:pt x="642" y="1402"/>
                  </a:cubicBezTo>
                  <a:lnTo>
                    <a:pt x="1831" y="1402"/>
                  </a:lnTo>
                  <a:cubicBezTo>
                    <a:pt x="1963" y="1402"/>
                    <a:pt x="2096" y="1383"/>
                    <a:pt x="2209" y="1327"/>
                  </a:cubicBezTo>
                  <a:cubicBezTo>
                    <a:pt x="2303" y="1270"/>
                    <a:pt x="2360" y="1138"/>
                    <a:pt x="2341" y="1025"/>
                  </a:cubicBezTo>
                  <a:cubicBezTo>
                    <a:pt x="2341" y="855"/>
                    <a:pt x="2284" y="685"/>
                    <a:pt x="2209" y="534"/>
                  </a:cubicBezTo>
                  <a:cubicBezTo>
                    <a:pt x="2114" y="383"/>
                    <a:pt x="1982" y="251"/>
                    <a:pt x="1831" y="156"/>
                  </a:cubicBezTo>
                  <a:cubicBezTo>
                    <a:pt x="1666" y="57"/>
                    <a:pt x="1487" y="2"/>
                    <a:pt x="1294" y="2"/>
                  </a:cubicBezTo>
                  <a:cubicBezTo>
                    <a:pt x="1266" y="2"/>
                    <a:pt x="1237" y="3"/>
                    <a:pt x="1208" y="5"/>
                  </a:cubicBezTo>
                  <a:cubicBezTo>
                    <a:pt x="1178" y="2"/>
                    <a:pt x="1148" y="0"/>
                    <a:pt x="1118" y="0"/>
                  </a:cubicBezTo>
                  <a:close/>
                </a:path>
              </a:pathLst>
            </a:custGeom>
            <a:solidFill>
              <a:srgbClr val="4E36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43"/>
            <p:cNvSpPr/>
            <p:nvPr/>
          </p:nvSpPr>
          <p:spPr>
            <a:xfrm>
              <a:off x="7167500" y="4880841"/>
              <a:ext cx="60425" cy="84600"/>
            </a:xfrm>
            <a:custGeom>
              <a:avLst/>
              <a:gdLst/>
              <a:ahLst/>
              <a:cxnLst/>
              <a:rect l="l" t="t" r="r" b="b"/>
              <a:pathLst>
                <a:path w="2417" h="3384" extrusionOk="0">
                  <a:moveTo>
                    <a:pt x="1208" y="453"/>
                  </a:moveTo>
                  <a:cubicBezTo>
                    <a:pt x="1322" y="453"/>
                    <a:pt x="1416" y="491"/>
                    <a:pt x="1510" y="548"/>
                  </a:cubicBezTo>
                  <a:cubicBezTo>
                    <a:pt x="1605" y="623"/>
                    <a:pt x="1680" y="718"/>
                    <a:pt x="1718" y="812"/>
                  </a:cubicBezTo>
                  <a:cubicBezTo>
                    <a:pt x="1756" y="944"/>
                    <a:pt x="1794" y="1095"/>
                    <a:pt x="1794" y="1227"/>
                  </a:cubicBezTo>
                  <a:cubicBezTo>
                    <a:pt x="1794" y="1378"/>
                    <a:pt x="1756" y="1529"/>
                    <a:pt x="1699" y="1661"/>
                  </a:cubicBezTo>
                  <a:cubicBezTo>
                    <a:pt x="1661" y="1775"/>
                    <a:pt x="1586" y="1850"/>
                    <a:pt x="1492" y="1926"/>
                  </a:cubicBezTo>
                  <a:cubicBezTo>
                    <a:pt x="1416" y="1982"/>
                    <a:pt x="1322" y="2020"/>
                    <a:pt x="1208" y="2020"/>
                  </a:cubicBezTo>
                  <a:cubicBezTo>
                    <a:pt x="1057" y="2020"/>
                    <a:pt x="888" y="1945"/>
                    <a:pt x="793" y="1812"/>
                  </a:cubicBezTo>
                  <a:cubicBezTo>
                    <a:pt x="661" y="1643"/>
                    <a:pt x="604" y="1454"/>
                    <a:pt x="623" y="1246"/>
                  </a:cubicBezTo>
                  <a:cubicBezTo>
                    <a:pt x="604" y="1038"/>
                    <a:pt x="661" y="831"/>
                    <a:pt x="793" y="661"/>
                  </a:cubicBezTo>
                  <a:cubicBezTo>
                    <a:pt x="888" y="529"/>
                    <a:pt x="1057" y="453"/>
                    <a:pt x="1208" y="453"/>
                  </a:cubicBezTo>
                  <a:close/>
                  <a:moveTo>
                    <a:pt x="283" y="0"/>
                  </a:moveTo>
                  <a:cubicBezTo>
                    <a:pt x="208" y="0"/>
                    <a:pt x="132" y="19"/>
                    <a:pt x="76" y="95"/>
                  </a:cubicBezTo>
                  <a:cubicBezTo>
                    <a:pt x="38" y="151"/>
                    <a:pt x="0" y="246"/>
                    <a:pt x="0" y="340"/>
                  </a:cubicBezTo>
                  <a:lnTo>
                    <a:pt x="0" y="2983"/>
                  </a:lnTo>
                  <a:cubicBezTo>
                    <a:pt x="0" y="3077"/>
                    <a:pt x="19" y="3190"/>
                    <a:pt x="57" y="3285"/>
                  </a:cubicBezTo>
                  <a:cubicBezTo>
                    <a:pt x="104" y="3347"/>
                    <a:pt x="177" y="3384"/>
                    <a:pt x="254" y="3384"/>
                  </a:cubicBezTo>
                  <a:cubicBezTo>
                    <a:pt x="270" y="3384"/>
                    <a:pt x="286" y="3382"/>
                    <a:pt x="302" y="3379"/>
                  </a:cubicBezTo>
                  <a:cubicBezTo>
                    <a:pt x="491" y="3379"/>
                    <a:pt x="586" y="3247"/>
                    <a:pt x="586" y="2983"/>
                  </a:cubicBezTo>
                  <a:lnTo>
                    <a:pt x="586" y="2058"/>
                  </a:lnTo>
                  <a:cubicBezTo>
                    <a:pt x="680" y="2190"/>
                    <a:pt x="793" y="2284"/>
                    <a:pt x="925" y="2379"/>
                  </a:cubicBezTo>
                  <a:cubicBezTo>
                    <a:pt x="1050" y="2441"/>
                    <a:pt x="1176" y="2478"/>
                    <a:pt x="1301" y="2478"/>
                  </a:cubicBezTo>
                  <a:cubicBezTo>
                    <a:pt x="1327" y="2478"/>
                    <a:pt x="1352" y="2476"/>
                    <a:pt x="1378" y="2473"/>
                  </a:cubicBezTo>
                  <a:cubicBezTo>
                    <a:pt x="1510" y="2473"/>
                    <a:pt x="1661" y="2454"/>
                    <a:pt x="1775" y="2398"/>
                  </a:cubicBezTo>
                  <a:cubicBezTo>
                    <a:pt x="1907" y="2341"/>
                    <a:pt x="2020" y="2265"/>
                    <a:pt x="2115" y="2152"/>
                  </a:cubicBezTo>
                  <a:cubicBezTo>
                    <a:pt x="2209" y="2039"/>
                    <a:pt x="2284" y="1907"/>
                    <a:pt x="2322" y="1756"/>
                  </a:cubicBezTo>
                  <a:cubicBezTo>
                    <a:pt x="2379" y="1586"/>
                    <a:pt x="2417" y="1416"/>
                    <a:pt x="2417" y="1246"/>
                  </a:cubicBezTo>
                  <a:cubicBezTo>
                    <a:pt x="2417" y="1020"/>
                    <a:pt x="2360" y="793"/>
                    <a:pt x="2266" y="585"/>
                  </a:cubicBezTo>
                  <a:cubicBezTo>
                    <a:pt x="2190" y="397"/>
                    <a:pt x="2058" y="265"/>
                    <a:pt x="1888" y="151"/>
                  </a:cubicBezTo>
                  <a:cubicBezTo>
                    <a:pt x="1737" y="57"/>
                    <a:pt x="1567" y="0"/>
                    <a:pt x="1378" y="0"/>
                  </a:cubicBezTo>
                  <a:cubicBezTo>
                    <a:pt x="1227" y="0"/>
                    <a:pt x="1076" y="38"/>
                    <a:pt x="963" y="113"/>
                  </a:cubicBezTo>
                  <a:cubicBezTo>
                    <a:pt x="812" y="189"/>
                    <a:pt x="699" y="302"/>
                    <a:pt x="604" y="416"/>
                  </a:cubicBezTo>
                  <a:lnTo>
                    <a:pt x="604" y="340"/>
                  </a:lnTo>
                  <a:lnTo>
                    <a:pt x="586" y="340"/>
                  </a:lnTo>
                  <a:cubicBezTo>
                    <a:pt x="586" y="246"/>
                    <a:pt x="567" y="151"/>
                    <a:pt x="510" y="95"/>
                  </a:cubicBezTo>
                  <a:cubicBezTo>
                    <a:pt x="453" y="38"/>
                    <a:pt x="378" y="0"/>
                    <a:pt x="283" y="0"/>
                  </a:cubicBezTo>
                  <a:close/>
                </a:path>
              </a:pathLst>
            </a:custGeom>
            <a:solidFill>
              <a:srgbClr val="4E36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43"/>
            <p:cNvSpPr/>
            <p:nvPr/>
          </p:nvSpPr>
          <p:spPr>
            <a:xfrm>
              <a:off x="7234500" y="4858666"/>
              <a:ext cx="16075" cy="84475"/>
            </a:xfrm>
            <a:custGeom>
              <a:avLst/>
              <a:gdLst/>
              <a:ahLst/>
              <a:cxnLst/>
              <a:rect l="l" t="t" r="r" b="b"/>
              <a:pathLst>
                <a:path w="643" h="3379" extrusionOk="0">
                  <a:moveTo>
                    <a:pt x="341" y="0"/>
                  </a:moveTo>
                  <a:cubicBezTo>
                    <a:pt x="265" y="0"/>
                    <a:pt x="190" y="38"/>
                    <a:pt x="133" y="94"/>
                  </a:cubicBezTo>
                  <a:cubicBezTo>
                    <a:pt x="1" y="208"/>
                    <a:pt x="1" y="396"/>
                    <a:pt x="133" y="529"/>
                  </a:cubicBezTo>
                  <a:cubicBezTo>
                    <a:pt x="190" y="566"/>
                    <a:pt x="265" y="604"/>
                    <a:pt x="341" y="604"/>
                  </a:cubicBezTo>
                  <a:cubicBezTo>
                    <a:pt x="416" y="604"/>
                    <a:pt x="492" y="566"/>
                    <a:pt x="548" y="529"/>
                  </a:cubicBezTo>
                  <a:cubicBezTo>
                    <a:pt x="624" y="472"/>
                    <a:pt x="643" y="378"/>
                    <a:pt x="643" y="302"/>
                  </a:cubicBezTo>
                  <a:cubicBezTo>
                    <a:pt x="643" y="208"/>
                    <a:pt x="624" y="132"/>
                    <a:pt x="548" y="76"/>
                  </a:cubicBezTo>
                  <a:cubicBezTo>
                    <a:pt x="492" y="19"/>
                    <a:pt x="416" y="0"/>
                    <a:pt x="341" y="0"/>
                  </a:cubicBezTo>
                  <a:close/>
                  <a:moveTo>
                    <a:pt x="341" y="887"/>
                  </a:moveTo>
                  <a:cubicBezTo>
                    <a:pt x="246" y="887"/>
                    <a:pt x="171" y="906"/>
                    <a:pt x="114" y="982"/>
                  </a:cubicBezTo>
                  <a:cubicBezTo>
                    <a:pt x="57" y="1057"/>
                    <a:pt x="20" y="1152"/>
                    <a:pt x="20" y="1246"/>
                  </a:cubicBezTo>
                  <a:lnTo>
                    <a:pt x="20" y="3001"/>
                  </a:lnTo>
                  <a:cubicBezTo>
                    <a:pt x="20" y="3096"/>
                    <a:pt x="57" y="3190"/>
                    <a:pt x="114" y="3285"/>
                  </a:cubicBezTo>
                  <a:cubicBezTo>
                    <a:pt x="171" y="3341"/>
                    <a:pt x="246" y="3379"/>
                    <a:pt x="341" y="3379"/>
                  </a:cubicBezTo>
                  <a:cubicBezTo>
                    <a:pt x="416" y="3379"/>
                    <a:pt x="492" y="3341"/>
                    <a:pt x="548" y="3285"/>
                  </a:cubicBezTo>
                  <a:cubicBezTo>
                    <a:pt x="624" y="3209"/>
                    <a:pt x="643" y="3096"/>
                    <a:pt x="643" y="3001"/>
                  </a:cubicBezTo>
                  <a:lnTo>
                    <a:pt x="643" y="1227"/>
                  </a:lnTo>
                  <a:cubicBezTo>
                    <a:pt x="643" y="1133"/>
                    <a:pt x="624" y="1038"/>
                    <a:pt x="548" y="982"/>
                  </a:cubicBezTo>
                  <a:cubicBezTo>
                    <a:pt x="492" y="925"/>
                    <a:pt x="416" y="887"/>
                    <a:pt x="341" y="887"/>
                  </a:cubicBezTo>
                  <a:close/>
                </a:path>
              </a:pathLst>
            </a:custGeom>
            <a:solidFill>
              <a:srgbClr val="4E36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43"/>
            <p:cNvSpPr/>
            <p:nvPr/>
          </p:nvSpPr>
          <p:spPr>
            <a:xfrm>
              <a:off x="7262825" y="4858066"/>
              <a:ext cx="52875" cy="85075"/>
            </a:xfrm>
            <a:custGeom>
              <a:avLst/>
              <a:gdLst/>
              <a:ahLst/>
              <a:cxnLst/>
              <a:rect l="l" t="t" r="r" b="b"/>
              <a:pathLst>
                <a:path w="2115" h="3403" extrusionOk="0">
                  <a:moveTo>
                    <a:pt x="273" y="0"/>
                  </a:moveTo>
                  <a:cubicBezTo>
                    <a:pt x="196" y="0"/>
                    <a:pt x="123" y="37"/>
                    <a:pt x="76" y="100"/>
                  </a:cubicBezTo>
                  <a:cubicBezTo>
                    <a:pt x="19" y="194"/>
                    <a:pt x="0" y="307"/>
                    <a:pt x="0" y="420"/>
                  </a:cubicBezTo>
                  <a:lnTo>
                    <a:pt x="0" y="3025"/>
                  </a:lnTo>
                  <a:cubicBezTo>
                    <a:pt x="0" y="3120"/>
                    <a:pt x="19" y="3233"/>
                    <a:pt x="95" y="3309"/>
                  </a:cubicBezTo>
                  <a:cubicBezTo>
                    <a:pt x="133" y="3365"/>
                    <a:pt x="227" y="3403"/>
                    <a:pt x="302" y="3403"/>
                  </a:cubicBezTo>
                  <a:cubicBezTo>
                    <a:pt x="397" y="3403"/>
                    <a:pt x="472" y="3365"/>
                    <a:pt x="529" y="3309"/>
                  </a:cubicBezTo>
                  <a:cubicBezTo>
                    <a:pt x="586" y="3233"/>
                    <a:pt x="623" y="3139"/>
                    <a:pt x="623" y="3025"/>
                  </a:cubicBezTo>
                  <a:lnTo>
                    <a:pt x="623" y="2554"/>
                  </a:lnTo>
                  <a:lnTo>
                    <a:pt x="944" y="2233"/>
                  </a:lnTo>
                  <a:lnTo>
                    <a:pt x="1492" y="3120"/>
                  </a:lnTo>
                  <a:cubicBezTo>
                    <a:pt x="1529" y="3195"/>
                    <a:pt x="1586" y="3271"/>
                    <a:pt x="1643" y="3346"/>
                  </a:cubicBezTo>
                  <a:cubicBezTo>
                    <a:pt x="1699" y="3384"/>
                    <a:pt x="1756" y="3403"/>
                    <a:pt x="1813" y="3403"/>
                  </a:cubicBezTo>
                  <a:cubicBezTo>
                    <a:pt x="1907" y="3403"/>
                    <a:pt x="1982" y="3365"/>
                    <a:pt x="2039" y="3327"/>
                  </a:cubicBezTo>
                  <a:cubicBezTo>
                    <a:pt x="2096" y="3252"/>
                    <a:pt x="2115" y="3176"/>
                    <a:pt x="2115" y="3082"/>
                  </a:cubicBezTo>
                  <a:cubicBezTo>
                    <a:pt x="2115" y="3044"/>
                    <a:pt x="2096" y="3007"/>
                    <a:pt x="2077" y="2969"/>
                  </a:cubicBezTo>
                  <a:cubicBezTo>
                    <a:pt x="2058" y="2931"/>
                    <a:pt x="2020" y="2874"/>
                    <a:pt x="1982" y="2799"/>
                  </a:cubicBezTo>
                  <a:lnTo>
                    <a:pt x="1360" y="1817"/>
                  </a:lnTo>
                  <a:lnTo>
                    <a:pt x="1680" y="1515"/>
                  </a:lnTo>
                  <a:cubicBezTo>
                    <a:pt x="1850" y="1383"/>
                    <a:pt x="1926" y="1251"/>
                    <a:pt x="1926" y="1157"/>
                  </a:cubicBezTo>
                  <a:cubicBezTo>
                    <a:pt x="1926" y="1100"/>
                    <a:pt x="1907" y="1024"/>
                    <a:pt x="1850" y="987"/>
                  </a:cubicBezTo>
                  <a:cubicBezTo>
                    <a:pt x="1794" y="930"/>
                    <a:pt x="1737" y="911"/>
                    <a:pt x="1662" y="911"/>
                  </a:cubicBezTo>
                  <a:cubicBezTo>
                    <a:pt x="1605" y="911"/>
                    <a:pt x="1548" y="930"/>
                    <a:pt x="1492" y="968"/>
                  </a:cubicBezTo>
                  <a:cubicBezTo>
                    <a:pt x="1416" y="1006"/>
                    <a:pt x="1360" y="1081"/>
                    <a:pt x="1303" y="1138"/>
                  </a:cubicBezTo>
                  <a:lnTo>
                    <a:pt x="623" y="1874"/>
                  </a:lnTo>
                  <a:lnTo>
                    <a:pt x="623" y="383"/>
                  </a:lnTo>
                  <a:cubicBezTo>
                    <a:pt x="642" y="288"/>
                    <a:pt x="604" y="175"/>
                    <a:pt x="548" y="100"/>
                  </a:cubicBezTo>
                  <a:cubicBezTo>
                    <a:pt x="491" y="24"/>
                    <a:pt x="397" y="5"/>
                    <a:pt x="321" y="5"/>
                  </a:cubicBezTo>
                  <a:cubicBezTo>
                    <a:pt x="305" y="2"/>
                    <a:pt x="289" y="0"/>
                    <a:pt x="273" y="0"/>
                  </a:cubicBezTo>
                  <a:close/>
                </a:path>
              </a:pathLst>
            </a:custGeom>
            <a:solidFill>
              <a:srgbClr val="4E36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43"/>
            <p:cNvSpPr/>
            <p:nvPr/>
          </p:nvSpPr>
          <p:spPr>
            <a:xfrm>
              <a:off x="7324650" y="4926141"/>
              <a:ext cx="17950" cy="17000"/>
            </a:xfrm>
            <a:custGeom>
              <a:avLst/>
              <a:gdLst/>
              <a:ahLst/>
              <a:cxnLst/>
              <a:rect l="l" t="t" r="r" b="b"/>
              <a:pathLst>
                <a:path w="718" h="680" extrusionOk="0">
                  <a:moveTo>
                    <a:pt x="340" y="0"/>
                  </a:moveTo>
                  <a:cubicBezTo>
                    <a:pt x="246" y="0"/>
                    <a:pt x="170" y="38"/>
                    <a:pt x="114" y="95"/>
                  </a:cubicBezTo>
                  <a:cubicBezTo>
                    <a:pt x="38" y="170"/>
                    <a:pt x="0" y="246"/>
                    <a:pt x="0" y="340"/>
                  </a:cubicBezTo>
                  <a:cubicBezTo>
                    <a:pt x="0" y="435"/>
                    <a:pt x="38" y="529"/>
                    <a:pt x="114" y="586"/>
                  </a:cubicBezTo>
                  <a:cubicBezTo>
                    <a:pt x="170" y="642"/>
                    <a:pt x="265" y="680"/>
                    <a:pt x="340" y="680"/>
                  </a:cubicBezTo>
                  <a:cubicBezTo>
                    <a:pt x="434" y="680"/>
                    <a:pt x="510" y="642"/>
                    <a:pt x="585" y="586"/>
                  </a:cubicBezTo>
                  <a:cubicBezTo>
                    <a:pt x="718" y="453"/>
                    <a:pt x="718" y="227"/>
                    <a:pt x="585" y="95"/>
                  </a:cubicBezTo>
                  <a:cubicBezTo>
                    <a:pt x="510" y="38"/>
                    <a:pt x="434" y="0"/>
                    <a:pt x="340" y="0"/>
                  </a:cubicBezTo>
                  <a:close/>
                </a:path>
              </a:pathLst>
            </a:custGeom>
            <a:solidFill>
              <a:srgbClr val="4E36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43"/>
            <p:cNvSpPr/>
            <p:nvPr/>
          </p:nvSpPr>
          <p:spPr>
            <a:xfrm>
              <a:off x="7351075" y="4880166"/>
              <a:ext cx="58550" cy="62175"/>
            </a:xfrm>
            <a:custGeom>
              <a:avLst/>
              <a:gdLst/>
              <a:ahLst/>
              <a:cxnLst/>
              <a:rect l="l" t="t" r="r" b="b"/>
              <a:pathLst>
                <a:path w="2342" h="2487" extrusionOk="0">
                  <a:moveTo>
                    <a:pt x="1256" y="0"/>
                  </a:moveTo>
                  <a:cubicBezTo>
                    <a:pt x="1025" y="0"/>
                    <a:pt x="795" y="55"/>
                    <a:pt x="586" y="159"/>
                  </a:cubicBezTo>
                  <a:cubicBezTo>
                    <a:pt x="397" y="273"/>
                    <a:pt x="265" y="424"/>
                    <a:pt x="170" y="612"/>
                  </a:cubicBezTo>
                  <a:cubicBezTo>
                    <a:pt x="57" y="820"/>
                    <a:pt x="19" y="1047"/>
                    <a:pt x="19" y="1273"/>
                  </a:cubicBezTo>
                  <a:cubicBezTo>
                    <a:pt x="0" y="1594"/>
                    <a:pt x="114" y="1915"/>
                    <a:pt x="340" y="2160"/>
                  </a:cubicBezTo>
                  <a:cubicBezTo>
                    <a:pt x="550" y="2371"/>
                    <a:pt x="842" y="2483"/>
                    <a:pt x="1154" y="2483"/>
                  </a:cubicBezTo>
                  <a:cubicBezTo>
                    <a:pt x="1179" y="2483"/>
                    <a:pt x="1203" y="2483"/>
                    <a:pt x="1227" y="2481"/>
                  </a:cubicBezTo>
                  <a:cubicBezTo>
                    <a:pt x="1255" y="2485"/>
                    <a:pt x="1283" y="2486"/>
                    <a:pt x="1312" y="2486"/>
                  </a:cubicBezTo>
                  <a:cubicBezTo>
                    <a:pt x="1440" y="2486"/>
                    <a:pt x="1576" y="2455"/>
                    <a:pt x="1699" y="2425"/>
                  </a:cubicBezTo>
                  <a:cubicBezTo>
                    <a:pt x="1831" y="2387"/>
                    <a:pt x="1945" y="2311"/>
                    <a:pt x="2058" y="2236"/>
                  </a:cubicBezTo>
                  <a:cubicBezTo>
                    <a:pt x="2133" y="2160"/>
                    <a:pt x="2209" y="2085"/>
                    <a:pt x="2266" y="1990"/>
                  </a:cubicBezTo>
                  <a:cubicBezTo>
                    <a:pt x="2303" y="1915"/>
                    <a:pt x="2322" y="1839"/>
                    <a:pt x="2322" y="1764"/>
                  </a:cubicBezTo>
                  <a:lnTo>
                    <a:pt x="2341" y="1745"/>
                  </a:lnTo>
                  <a:cubicBezTo>
                    <a:pt x="2341" y="1670"/>
                    <a:pt x="2303" y="1594"/>
                    <a:pt x="2266" y="1556"/>
                  </a:cubicBezTo>
                  <a:cubicBezTo>
                    <a:pt x="2228" y="1500"/>
                    <a:pt x="2152" y="1462"/>
                    <a:pt x="2077" y="1462"/>
                  </a:cubicBezTo>
                  <a:cubicBezTo>
                    <a:pt x="2020" y="1462"/>
                    <a:pt x="1964" y="1481"/>
                    <a:pt x="1926" y="1537"/>
                  </a:cubicBezTo>
                  <a:cubicBezTo>
                    <a:pt x="1869" y="1575"/>
                    <a:pt x="1831" y="1632"/>
                    <a:pt x="1794" y="1688"/>
                  </a:cubicBezTo>
                  <a:cubicBezTo>
                    <a:pt x="1737" y="1802"/>
                    <a:pt x="1661" y="1877"/>
                    <a:pt x="1567" y="1953"/>
                  </a:cubicBezTo>
                  <a:cubicBezTo>
                    <a:pt x="1473" y="2009"/>
                    <a:pt x="1359" y="2028"/>
                    <a:pt x="1246" y="2028"/>
                  </a:cubicBezTo>
                  <a:cubicBezTo>
                    <a:pt x="1152" y="2028"/>
                    <a:pt x="1076" y="2009"/>
                    <a:pt x="1001" y="1972"/>
                  </a:cubicBezTo>
                  <a:cubicBezTo>
                    <a:pt x="925" y="1953"/>
                    <a:pt x="850" y="1896"/>
                    <a:pt x="793" y="1821"/>
                  </a:cubicBezTo>
                  <a:cubicBezTo>
                    <a:pt x="737" y="1764"/>
                    <a:pt x="699" y="1670"/>
                    <a:pt x="680" y="1594"/>
                  </a:cubicBezTo>
                  <a:cubicBezTo>
                    <a:pt x="642" y="1481"/>
                    <a:pt x="642" y="1386"/>
                    <a:pt x="642" y="1273"/>
                  </a:cubicBezTo>
                  <a:cubicBezTo>
                    <a:pt x="623" y="1065"/>
                    <a:pt x="680" y="858"/>
                    <a:pt x="793" y="688"/>
                  </a:cubicBezTo>
                  <a:cubicBezTo>
                    <a:pt x="906" y="556"/>
                    <a:pt x="1057" y="480"/>
                    <a:pt x="1246" y="480"/>
                  </a:cubicBezTo>
                  <a:cubicBezTo>
                    <a:pt x="1341" y="480"/>
                    <a:pt x="1454" y="499"/>
                    <a:pt x="1548" y="556"/>
                  </a:cubicBezTo>
                  <a:cubicBezTo>
                    <a:pt x="1643" y="631"/>
                    <a:pt x="1718" y="726"/>
                    <a:pt x="1775" y="820"/>
                  </a:cubicBezTo>
                  <a:cubicBezTo>
                    <a:pt x="1813" y="877"/>
                    <a:pt x="1850" y="914"/>
                    <a:pt x="1888" y="952"/>
                  </a:cubicBezTo>
                  <a:cubicBezTo>
                    <a:pt x="1926" y="971"/>
                    <a:pt x="1982" y="990"/>
                    <a:pt x="2020" y="990"/>
                  </a:cubicBezTo>
                  <a:cubicBezTo>
                    <a:pt x="2096" y="990"/>
                    <a:pt x="2171" y="971"/>
                    <a:pt x="2228" y="914"/>
                  </a:cubicBezTo>
                  <a:cubicBezTo>
                    <a:pt x="2266" y="858"/>
                    <a:pt x="2303" y="801"/>
                    <a:pt x="2303" y="726"/>
                  </a:cubicBezTo>
                  <a:cubicBezTo>
                    <a:pt x="2303" y="650"/>
                    <a:pt x="2266" y="556"/>
                    <a:pt x="2228" y="480"/>
                  </a:cubicBezTo>
                  <a:cubicBezTo>
                    <a:pt x="2171" y="405"/>
                    <a:pt x="2096" y="310"/>
                    <a:pt x="2020" y="254"/>
                  </a:cubicBezTo>
                  <a:cubicBezTo>
                    <a:pt x="1926" y="178"/>
                    <a:pt x="1813" y="122"/>
                    <a:pt x="1680" y="65"/>
                  </a:cubicBezTo>
                  <a:cubicBezTo>
                    <a:pt x="1543" y="21"/>
                    <a:pt x="1399" y="0"/>
                    <a:pt x="1256" y="0"/>
                  </a:cubicBezTo>
                  <a:close/>
                </a:path>
              </a:pathLst>
            </a:custGeom>
            <a:solidFill>
              <a:srgbClr val="4E36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43"/>
            <p:cNvSpPr/>
            <p:nvPr/>
          </p:nvSpPr>
          <p:spPr>
            <a:xfrm>
              <a:off x="7413825" y="4880841"/>
              <a:ext cx="61375" cy="62300"/>
            </a:xfrm>
            <a:custGeom>
              <a:avLst/>
              <a:gdLst/>
              <a:ahLst/>
              <a:cxnLst/>
              <a:rect l="l" t="t" r="r" b="b"/>
              <a:pathLst>
                <a:path w="2455" h="2492" extrusionOk="0">
                  <a:moveTo>
                    <a:pt x="1247" y="453"/>
                  </a:moveTo>
                  <a:cubicBezTo>
                    <a:pt x="1417" y="453"/>
                    <a:pt x="1568" y="529"/>
                    <a:pt x="1681" y="661"/>
                  </a:cubicBezTo>
                  <a:cubicBezTo>
                    <a:pt x="1794" y="831"/>
                    <a:pt x="1851" y="1038"/>
                    <a:pt x="1851" y="1246"/>
                  </a:cubicBezTo>
                  <a:cubicBezTo>
                    <a:pt x="1851" y="1454"/>
                    <a:pt x="1794" y="1661"/>
                    <a:pt x="1681" y="1812"/>
                  </a:cubicBezTo>
                  <a:cubicBezTo>
                    <a:pt x="1568" y="1963"/>
                    <a:pt x="1417" y="2039"/>
                    <a:pt x="1247" y="2039"/>
                  </a:cubicBezTo>
                  <a:cubicBezTo>
                    <a:pt x="1115" y="2039"/>
                    <a:pt x="1020" y="2001"/>
                    <a:pt x="926" y="1945"/>
                  </a:cubicBezTo>
                  <a:cubicBezTo>
                    <a:pt x="832" y="1869"/>
                    <a:pt x="756" y="1775"/>
                    <a:pt x="718" y="1661"/>
                  </a:cubicBezTo>
                  <a:cubicBezTo>
                    <a:pt x="662" y="1529"/>
                    <a:pt x="624" y="1378"/>
                    <a:pt x="643" y="1246"/>
                  </a:cubicBezTo>
                  <a:cubicBezTo>
                    <a:pt x="624" y="1095"/>
                    <a:pt x="662" y="963"/>
                    <a:pt x="718" y="812"/>
                  </a:cubicBezTo>
                  <a:cubicBezTo>
                    <a:pt x="756" y="718"/>
                    <a:pt x="832" y="604"/>
                    <a:pt x="926" y="548"/>
                  </a:cubicBezTo>
                  <a:cubicBezTo>
                    <a:pt x="1020" y="491"/>
                    <a:pt x="1134" y="453"/>
                    <a:pt x="1247" y="453"/>
                  </a:cubicBezTo>
                  <a:close/>
                  <a:moveTo>
                    <a:pt x="1247" y="0"/>
                  </a:moveTo>
                  <a:cubicBezTo>
                    <a:pt x="1058" y="0"/>
                    <a:pt x="888" y="38"/>
                    <a:pt x="737" y="95"/>
                  </a:cubicBezTo>
                  <a:cubicBezTo>
                    <a:pt x="586" y="151"/>
                    <a:pt x="454" y="227"/>
                    <a:pt x="360" y="340"/>
                  </a:cubicBezTo>
                  <a:cubicBezTo>
                    <a:pt x="246" y="453"/>
                    <a:pt x="171" y="585"/>
                    <a:pt x="114" y="736"/>
                  </a:cubicBezTo>
                  <a:cubicBezTo>
                    <a:pt x="1" y="1057"/>
                    <a:pt x="1" y="1416"/>
                    <a:pt x="114" y="1756"/>
                  </a:cubicBezTo>
                  <a:cubicBezTo>
                    <a:pt x="171" y="1888"/>
                    <a:pt x="246" y="2039"/>
                    <a:pt x="360" y="2152"/>
                  </a:cubicBezTo>
                  <a:cubicBezTo>
                    <a:pt x="473" y="2265"/>
                    <a:pt x="605" y="2341"/>
                    <a:pt x="756" y="2398"/>
                  </a:cubicBezTo>
                  <a:cubicBezTo>
                    <a:pt x="907" y="2454"/>
                    <a:pt x="1077" y="2492"/>
                    <a:pt x="1247" y="2492"/>
                  </a:cubicBezTo>
                  <a:cubicBezTo>
                    <a:pt x="1417" y="2492"/>
                    <a:pt x="1587" y="2454"/>
                    <a:pt x="1756" y="2398"/>
                  </a:cubicBezTo>
                  <a:cubicBezTo>
                    <a:pt x="1907" y="2341"/>
                    <a:pt x="2021" y="2265"/>
                    <a:pt x="2134" y="2152"/>
                  </a:cubicBezTo>
                  <a:cubicBezTo>
                    <a:pt x="2247" y="2039"/>
                    <a:pt x="2323" y="1888"/>
                    <a:pt x="2379" y="1756"/>
                  </a:cubicBezTo>
                  <a:cubicBezTo>
                    <a:pt x="2436" y="1586"/>
                    <a:pt x="2455" y="1416"/>
                    <a:pt x="2455" y="1246"/>
                  </a:cubicBezTo>
                  <a:cubicBezTo>
                    <a:pt x="2455" y="1076"/>
                    <a:pt x="2436" y="906"/>
                    <a:pt x="2379" y="736"/>
                  </a:cubicBezTo>
                  <a:cubicBezTo>
                    <a:pt x="2266" y="434"/>
                    <a:pt x="2040" y="208"/>
                    <a:pt x="1738" y="95"/>
                  </a:cubicBezTo>
                  <a:cubicBezTo>
                    <a:pt x="1587" y="38"/>
                    <a:pt x="1417" y="0"/>
                    <a:pt x="1247" y="0"/>
                  </a:cubicBezTo>
                  <a:close/>
                </a:path>
              </a:pathLst>
            </a:custGeom>
            <a:solidFill>
              <a:srgbClr val="4E36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43"/>
            <p:cNvSpPr/>
            <p:nvPr/>
          </p:nvSpPr>
          <p:spPr>
            <a:xfrm>
              <a:off x="7481325" y="4880841"/>
              <a:ext cx="87800" cy="62425"/>
            </a:xfrm>
            <a:custGeom>
              <a:avLst/>
              <a:gdLst/>
              <a:ahLst/>
              <a:cxnLst/>
              <a:rect l="l" t="t" r="r" b="b"/>
              <a:pathLst>
                <a:path w="3512" h="2497" extrusionOk="0">
                  <a:moveTo>
                    <a:pt x="302" y="0"/>
                  </a:moveTo>
                  <a:cubicBezTo>
                    <a:pt x="227" y="0"/>
                    <a:pt x="132" y="38"/>
                    <a:pt x="95" y="95"/>
                  </a:cubicBezTo>
                  <a:cubicBezTo>
                    <a:pt x="38" y="170"/>
                    <a:pt x="0" y="265"/>
                    <a:pt x="0" y="359"/>
                  </a:cubicBezTo>
                  <a:lnTo>
                    <a:pt x="0" y="2114"/>
                  </a:lnTo>
                  <a:cubicBezTo>
                    <a:pt x="0" y="2209"/>
                    <a:pt x="38" y="2303"/>
                    <a:pt x="95" y="2398"/>
                  </a:cubicBezTo>
                  <a:cubicBezTo>
                    <a:pt x="161" y="2464"/>
                    <a:pt x="246" y="2497"/>
                    <a:pt x="328" y="2497"/>
                  </a:cubicBezTo>
                  <a:cubicBezTo>
                    <a:pt x="411" y="2497"/>
                    <a:pt x="491" y="2464"/>
                    <a:pt x="548" y="2398"/>
                  </a:cubicBezTo>
                  <a:cubicBezTo>
                    <a:pt x="623" y="2303"/>
                    <a:pt x="642" y="2209"/>
                    <a:pt x="642" y="2114"/>
                  </a:cubicBezTo>
                  <a:lnTo>
                    <a:pt x="642" y="1284"/>
                  </a:lnTo>
                  <a:cubicBezTo>
                    <a:pt x="623" y="1076"/>
                    <a:pt x="661" y="869"/>
                    <a:pt x="736" y="680"/>
                  </a:cubicBezTo>
                  <a:cubicBezTo>
                    <a:pt x="806" y="559"/>
                    <a:pt x="938" y="470"/>
                    <a:pt x="1090" y="470"/>
                  </a:cubicBezTo>
                  <a:cubicBezTo>
                    <a:pt x="1104" y="470"/>
                    <a:pt x="1118" y="471"/>
                    <a:pt x="1133" y="472"/>
                  </a:cubicBezTo>
                  <a:cubicBezTo>
                    <a:pt x="1208" y="472"/>
                    <a:pt x="1284" y="510"/>
                    <a:pt x="1359" y="567"/>
                  </a:cubicBezTo>
                  <a:cubicBezTo>
                    <a:pt x="1397" y="623"/>
                    <a:pt x="1435" y="699"/>
                    <a:pt x="1435" y="774"/>
                  </a:cubicBezTo>
                  <a:cubicBezTo>
                    <a:pt x="1454" y="887"/>
                    <a:pt x="1454" y="1001"/>
                    <a:pt x="1454" y="1133"/>
                  </a:cubicBezTo>
                  <a:lnTo>
                    <a:pt x="1454" y="2096"/>
                  </a:lnTo>
                  <a:cubicBezTo>
                    <a:pt x="1435" y="2209"/>
                    <a:pt x="1473" y="2303"/>
                    <a:pt x="1529" y="2398"/>
                  </a:cubicBezTo>
                  <a:cubicBezTo>
                    <a:pt x="1586" y="2454"/>
                    <a:pt x="1680" y="2492"/>
                    <a:pt x="1775" y="2492"/>
                  </a:cubicBezTo>
                  <a:cubicBezTo>
                    <a:pt x="1869" y="2492"/>
                    <a:pt x="1945" y="2454"/>
                    <a:pt x="2001" y="2398"/>
                  </a:cubicBezTo>
                  <a:cubicBezTo>
                    <a:pt x="2077" y="2303"/>
                    <a:pt x="2096" y="2209"/>
                    <a:pt x="2096" y="2096"/>
                  </a:cubicBezTo>
                  <a:lnTo>
                    <a:pt x="2096" y="1284"/>
                  </a:lnTo>
                  <a:lnTo>
                    <a:pt x="2058" y="1303"/>
                  </a:lnTo>
                  <a:cubicBezTo>
                    <a:pt x="2058" y="1114"/>
                    <a:pt x="2077" y="925"/>
                    <a:pt x="2133" y="755"/>
                  </a:cubicBezTo>
                  <a:cubicBezTo>
                    <a:pt x="2171" y="680"/>
                    <a:pt x="2228" y="604"/>
                    <a:pt x="2303" y="567"/>
                  </a:cubicBezTo>
                  <a:cubicBezTo>
                    <a:pt x="2360" y="510"/>
                    <a:pt x="2454" y="491"/>
                    <a:pt x="2530" y="491"/>
                  </a:cubicBezTo>
                  <a:cubicBezTo>
                    <a:pt x="2546" y="488"/>
                    <a:pt x="2563" y="486"/>
                    <a:pt x="2578" y="486"/>
                  </a:cubicBezTo>
                  <a:cubicBezTo>
                    <a:pt x="2651" y="486"/>
                    <a:pt x="2713" y="520"/>
                    <a:pt x="2775" y="567"/>
                  </a:cubicBezTo>
                  <a:cubicBezTo>
                    <a:pt x="2813" y="623"/>
                    <a:pt x="2851" y="699"/>
                    <a:pt x="2851" y="774"/>
                  </a:cubicBezTo>
                  <a:cubicBezTo>
                    <a:pt x="2870" y="869"/>
                    <a:pt x="2870" y="982"/>
                    <a:pt x="2870" y="1095"/>
                  </a:cubicBezTo>
                  <a:lnTo>
                    <a:pt x="2870" y="2114"/>
                  </a:lnTo>
                  <a:cubicBezTo>
                    <a:pt x="2870" y="2209"/>
                    <a:pt x="2907" y="2322"/>
                    <a:pt x="2964" y="2398"/>
                  </a:cubicBezTo>
                  <a:cubicBezTo>
                    <a:pt x="3030" y="2464"/>
                    <a:pt x="3115" y="2497"/>
                    <a:pt x="3198" y="2497"/>
                  </a:cubicBezTo>
                  <a:cubicBezTo>
                    <a:pt x="3280" y="2497"/>
                    <a:pt x="3360" y="2464"/>
                    <a:pt x="3417" y="2398"/>
                  </a:cubicBezTo>
                  <a:cubicBezTo>
                    <a:pt x="3492" y="2322"/>
                    <a:pt x="3511" y="2209"/>
                    <a:pt x="3511" y="2114"/>
                  </a:cubicBezTo>
                  <a:lnTo>
                    <a:pt x="3511" y="925"/>
                  </a:lnTo>
                  <a:cubicBezTo>
                    <a:pt x="3511" y="736"/>
                    <a:pt x="3492" y="567"/>
                    <a:pt x="3436" y="397"/>
                  </a:cubicBezTo>
                  <a:cubicBezTo>
                    <a:pt x="3379" y="265"/>
                    <a:pt x="3285" y="170"/>
                    <a:pt x="3153" y="113"/>
                  </a:cubicBezTo>
                  <a:cubicBezTo>
                    <a:pt x="3043" y="51"/>
                    <a:pt x="2921" y="14"/>
                    <a:pt x="2796" y="14"/>
                  </a:cubicBezTo>
                  <a:cubicBezTo>
                    <a:pt x="2770" y="14"/>
                    <a:pt x="2744" y="16"/>
                    <a:pt x="2719" y="19"/>
                  </a:cubicBezTo>
                  <a:cubicBezTo>
                    <a:pt x="2586" y="19"/>
                    <a:pt x="2454" y="38"/>
                    <a:pt x="2341" y="113"/>
                  </a:cubicBezTo>
                  <a:cubicBezTo>
                    <a:pt x="2209" y="170"/>
                    <a:pt x="2096" y="265"/>
                    <a:pt x="2001" y="378"/>
                  </a:cubicBezTo>
                  <a:cubicBezTo>
                    <a:pt x="1945" y="265"/>
                    <a:pt x="1850" y="170"/>
                    <a:pt x="1737" y="113"/>
                  </a:cubicBezTo>
                  <a:cubicBezTo>
                    <a:pt x="1627" y="51"/>
                    <a:pt x="1518" y="14"/>
                    <a:pt x="1409" y="14"/>
                  </a:cubicBezTo>
                  <a:cubicBezTo>
                    <a:pt x="1386" y="14"/>
                    <a:pt x="1363" y="16"/>
                    <a:pt x="1341" y="19"/>
                  </a:cubicBezTo>
                  <a:cubicBezTo>
                    <a:pt x="1190" y="19"/>
                    <a:pt x="1057" y="38"/>
                    <a:pt x="925" y="113"/>
                  </a:cubicBezTo>
                  <a:cubicBezTo>
                    <a:pt x="793" y="170"/>
                    <a:pt x="680" y="265"/>
                    <a:pt x="585" y="378"/>
                  </a:cubicBezTo>
                  <a:lnTo>
                    <a:pt x="585" y="321"/>
                  </a:lnTo>
                  <a:cubicBezTo>
                    <a:pt x="604" y="246"/>
                    <a:pt x="567" y="151"/>
                    <a:pt x="510" y="95"/>
                  </a:cubicBezTo>
                  <a:cubicBezTo>
                    <a:pt x="453" y="38"/>
                    <a:pt x="378" y="0"/>
                    <a:pt x="302" y="0"/>
                  </a:cubicBezTo>
                  <a:close/>
                </a:path>
              </a:pathLst>
            </a:custGeom>
            <a:solidFill>
              <a:srgbClr val="4E36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43"/>
            <p:cNvSpPr/>
            <p:nvPr/>
          </p:nvSpPr>
          <p:spPr>
            <a:xfrm>
              <a:off x="6821575" y="4908216"/>
              <a:ext cx="25" cy="25"/>
            </a:xfrm>
            <a:custGeom>
              <a:avLst/>
              <a:gdLst/>
              <a:ahLst/>
              <a:cxnLst/>
              <a:rect l="l" t="t" r="r" b="b"/>
              <a:pathLst>
                <a:path w="1" h="1" extrusionOk="0">
                  <a:moveTo>
                    <a:pt x="1" y="0"/>
                  </a:moveTo>
                  <a:close/>
                </a:path>
              </a:pathLst>
            </a:custGeom>
            <a:solidFill>
              <a:srgbClr val="4E36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43"/>
            <p:cNvSpPr/>
            <p:nvPr/>
          </p:nvSpPr>
          <p:spPr>
            <a:xfrm>
              <a:off x="6821575" y="4909141"/>
              <a:ext cx="975" cy="3800"/>
            </a:xfrm>
            <a:custGeom>
              <a:avLst/>
              <a:gdLst/>
              <a:ahLst/>
              <a:cxnLst/>
              <a:rect l="l" t="t" r="r" b="b"/>
              <a:pathLst>
                <a:path w="39" h="152" extrusionOk="0">
                  <a:moveTo>
                    <a:pt x="1" y="1"/>
                  </a:moveTo>
                  <a:cubicBezTo>
                    <a:pt x="20" y="58"/>
                    <a:pt x="20" y="114"/>
                    <a:pt x="39" y="152"/>
                  </a:cubicBezTo>
                  <a:cubicBezTo>
                    <a:pt x="39" y="95"/>
                    <a:pt x="20" y="57"/>
                    <a:pt x="1" y="1"/>
                  </a:cubicBezTo>
                  <a:close/>
                </a:path>
              </a:pathLst>
            </a:custGeom>
            <a:solidFill>
              <a:srgbClr val="4E36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43"/>
            <p:cNvSpPr/>
            <p:nvPr/>
          </p:nvSpPr>
          <p:spPr>
            <a:xfrm>
              <a:off x="6827725" y="4927566"/>
              <a:ext cx="25" cy="25"/>
            </a:xfrm>
            <a:custGeom>
              <a:avLst/>
              <a:gdLst/>
              <a:ahLst/>
              <a:cxnLst/>
              <a:rect l="l" t="t" r="r" b="b"/>
              <a:pathLst>
                <a:path w="1" h="1" extrusionOk="0">
                  <a:moveTo>
                    <a:pt x="0" y="0"/>
                  </a:moveTo>
                  <a:close/>
                </a:path>
              </a:pathLst>
            </a:custGeom>
            <a:solidFill>
              <a:srgbClr val="4E36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3"/>
            <p:cNvSpPr/>
            <p:nvPr/>
          </p:nvSpPr>
          <p:spPr>
            <a:xfrm>
              <a:off x="6826775" y="4925666"/>
              <a:ext cx="500" cy="975"/>
            </a:xfrm>
            <a:custGeom>
              <a:avLst/>
              <a:gdLst/>
              <a:ahLst/>
              <a:cxnLst/>
              <a:rect l="l" t="t" r="r" b="b"/>
              <a:pathLst>
                <a:path w="20" h="39" extrusionOk="0">
                  <a:moveTo>
                    <a:pt x="19" y="38"/>
                  </a:moveTo>
                  <a:lnTo>
                    <a:pt x="0" y="1"/>
                  </a:lnTo>
                  <a:close/>
                </a:path>
              </a:pathLst>
            </a:custGeom>
            <a:solidFill>
              <a:srgbClr val="4E36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43"/>
            <p:cNvSpPr/>
            <p:nvPr/>
          </p:nvSpPr>
          <p:spPr>
            <a:xfrm>
              <a:off x="6823950" y="4918591"/>
              <a:ext cx="2375" cy="7100"/>
            </a:xfrm>
            <a:custGeom>
              <a:avLst/>
              <a:gdLst/>
              <a:ahLst/>
              <a:cxnLst/>
              <a:rect l="l" t="t" r="r" b="b"/>
              <a:pathLst>
                <a:path w="95" h="284" extrusionOk="0">
                  <a:moveTo>
                    <a:pt x="0" y="0"/>
                  </a:moveTo>
                  <a:cubicBezTo>
                    <a:pt x="19" y="95"/>
                    <a:pt x="57" y="189"/>
                    <a:pt x="95" y="284"/>
                  </a:cubicBezTo>
                  <a:cubicBezTo>
                    <a:pt x="57" y="189"/>
                    <a:pt x="19" y="95"/>
                    <a:pt x="0" y="0"/>
                  </a:cubicBezTo>
                  <a:close/>
                </a:path>
              </a:pathLst>
            </a:custGeom>
            <a:solidFill>
              <a:srgbClr val="4E36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43"/>
            <p:cNvSpPr/>
            <p:nvPr/>
          </p:nvSpPr>
          <p:spPr>
            <a:xfrm>
              <a:off x="6853200" y="4829391"/>
              <a:ext cx="35900" cy="24575"/>
            </a:xfrm>
            <a:custGeom>
              <a:avLst/>
              <a:gdLst/>
              <a:ahLst/>
              <a:cxnLst/>
              <a:rect l="l" t="t" r="r" b="b"/>
              <a:pathLst>
                <a:path w="1436" h="983" extrusionOk="0">
                  <a:moveTo>
                    <a:pt x="718" y="1"/>
                  </a:moveTo>
                  <a:cubicBezTo>
                    <a:pt x="416" y="1"/>
                    <a:pt x="359" y="435"/>
                    <a:pt x="661" y="491"/>
                  </a:cubicBezTo>
                  <a:lnTo>
                    <a:pt x="680" y="605"/>
                  </a:lnTo>
                  <a:cubicBezTo>
                    <a:pt x="454" y="642"/>
                    <a:pt x="208" y="699"/>
                    <a:pt x="1" y="812"/>
                  </a:cubicBezTo>
                  <a:lnTo>
                    <a:pt x="57" y="982"/>
                  </a:lnTo>
                  <a:cubicBezTo>
                    <a:pt x="246" y="907"/>
                    <a:pt x="454" y="850"/>
                    <a:pt x="661" y="831"/>
                  </a:cubicBezTo>
                  <a:cubicBezTo>
                    <a:pt x="812" y="812"/>
                    <a:pt x="963" y="812"/>
                    <a:pt x="1114" y="812"/>
                  </a:cubicBezTo>
                  <a:cubicBezTo>
                    <a:pt x="1209" y="812"/>
                    <a:pt x="1303" y="812"/>
                    <a:pt x="1397" y="831"/>
                  </a:cubicBezTo>
                  <a:lnTo>
                    <a:pt x="1435" y="642"/>
                  </a:lnTo>
                  <a:cubicBezTo>
                    <a:pt x="1279" y="600"/>
                    <a:pt x="1113" y="579"/>
                    <a:pt x="952" y="579"/>
                  </a:cubicBezTo>
                  <a:cubicBezTo>
                    <a:pt x="898" y="579"/>
                    <a:pt x="845" y="581"/>
                    <a:pt x="793" y="586"/>
                  </a:cubicBezTo>
                  <a:lnTo>
                    <a:pt x="756" y="491"/>
                  </a:lnTo>
                  <a:cubicBezTo>
                    <a:pt x="1058" y="435"/>
                    <a:pt x="1020" y="1"/>
                    <a:pt x="718" y="1"/>
                  </a:cubicBezTo>
                  <a:close/>
                </a:path>
              </a:pathLst>
            </a:custGeom>
            <a:solidFill>
              <a:srgbClr val="4E36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3"/>
            <p:cNvSpPr/>
            <p:nvPr/>
          </p:nvSpPr>
          <p:spPr>
            <a:xfrm>
              <a:off x="6798925" y="4868091"/>
              <a:ext cx="29300" cy="31175"/>
            </a:xfrm>
            <a:custGeom>
              <a:avLst/>
              <a:gdLst/>
              <a:ahLst/>
              <a:cxnLst/>
              <a:rect l="l" t="t" r="r" b="b"/>
              <a:pathLst>
                <a:path w="1172" h="1247" extrusionOk="0">
                  <a:moveTo>
                    <a:pt x="982" y="1"/>
                  </a:moveTo>
                  <a:cubicBezTo>
                    <a:pt x="831" y="133"/>
                    <a:pt x="737" y="303"/>
                    <a:pt x="643" y="472"/>
                  </a:cubicBezTo>
                  <a:lnTo>
                    <a:pt x="624" y="435"/>
                  </a:lnTo>
                  <a:cubicBezTo>
                    <a:pt x="567" y="397"/>
                    <a:pt x="510" y="378"/>
                    <a:pt x="454" y="378"/>
                  </a:cubicBezTo>
                  <a:cubicBezTo>
                    <a:pt x="416" y="378"/>
                    <a:pt x="378" y="359"/>
                    <a:pt x="340" y="340"/>
                  </a:cubicBezTo>
                  <a:cubicBezTo>
                    <a:pt x="359" y="303"/>
                    <a:pt x="378" y="284"/>
                    <a:pt x="378" y="246"/>
                  </a:cubicBezTo>
                  <a:cubicBezTo>
                    <a:pt x="378" y="145"/>
                    <a:pt x="303" y="87"/>
                    <a:pt x="224" y="87"/>
                  </a:cubicBezTo>
                  <a:cubicBezTo>
                    <a:pt x="185" y="87"/>
                    <a:pt x="145" y="101"/>
                    <a:pt x="114" y="133"/>
                  </a:cubicBezTo>
                  <a:cubicBezTo>
                    <a:pt x="1" y="227"/>
                    <a:pt x="76" y="397"/>
                    <a:pt x="227" y="397"/>
                  </a:cubicBezTo>
                  <a:lnTo>
                    <a:pt x="265" y="397"/>
                  </a:lnTo>
                  <a:cubicBezTo>
                    <a:pt x="296" y="444"/>
                    <a:pt x="353" y="477"/>
                    <a:pt x="414" y="477"/>
                  </a:cubicBezTo>
                  <a:cubicBezTo>
                    <a:pt x="427" y="477"/>
                    <a:pt x="440" y="476"/>
                    <a:pt x="454" y="472"/>
                  </a:cubicBezTo>
                  <a:cubicBezTo>
                    <a:pt x="491" y="472"/>
                    <a:pt x="529" y="491"/>
                    <a:pt x="548" y="510"/>
                  </a:cubicBezTo>
                  <a:cubicBezTo>
                    <a:pt x="567" y="548"/>
                    <a:pt x="586" y="586"/>
                    <a:pt x="586" y="623"/>
                  </a:cubicBezTo>
                  <a:cubicBezTo>
                    <a:pt x="529" y="812"/>
                    <a:pt x="510" y="1039"/>
                    <a:pt x="510" y="1246"/>
                  </a:cubicBezTo>
                  <a:lnTo>
                    <a:pt x="775" y="1246"/>
                  </a:lnTo>
                  <a:cubicBezTo>
                    <a:pt x="775" y="1077"/>
                    <a:pt x="794" y="888"/>
                    <a:pt x="850" y="718"/>
                  </a:cubicBezTo>
                  <a:cubicBezTo>
                    <a:pt x="926" y="529"/>
                    <a:pt x="1020" y="340"/>
                    <a:pt x="1133" y="170"/>
                  </a:cubicBezTo>
                  <a:lnTo>
                    <a:pt x="1171" y="133"/>
                  </a:lnTo>
                  <a:lnTo>
                    <a:pt x="1096" y="76"/>
                  </a:lnTo>
                  <a:lnTo>
                    <a:pt x="982" y="1"/>
                  </a:lnTo>
                  <a:close/>
                </a:path>
              </a:pathLst>
            </a:custGeom>
            <a:solidFill>
              <a:srgbClr val="4E36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43"/>
            <p:cNvSpPr/>
            <p:nvPr/>
          </p:nvSpPr>
          <p:spPr>
            <a:xfrm>
              <a:off x="6911725" y="4854891"/>
              <a:ext cx="28325" cy="31150"/>
            </a:xfrm>
            <a:custGeom>
              <a:avLst/>
              <a:gdLst/>
              <a:ahLst/>
              <a:cxnLst/>
              <a:rect l="l" t="t" r="r" b="b"/>
              <a:pathLst>
                <a:path w="1133" h="1246" extrusionOk="0">
                  <a:moveTo>
                    <a:pt x="925" y="0"/>
                  </a:moveTo>
                  <a:cubicBezTo>
                    <a:pt x="929" y="0"/>
                    <a:pt x="932" y="0"/>
                    <a:pt x="935" y="0"/>
                  </a:cubicBezTo>
                  <a:lnTo>
                    <a:pt x="935" y="0"/>
                  </a:lnTo>
                  <a:cubicBezTo>
                    <a:pt x="938" y="0"/>
                    <a:pt x="941" y="0"/>
                    <a:pt x="944" y="0"/>
                  </a:cubicBezTo>
                  <a:close/>
                  <a:moveTo>
                    <a:pt x="935" y="0"/>
                  </a:moveTo>
                  <a:cubicBezTo>
                    <a:pt x="845" y="5"/>
                    <a:pt x="774" y="78"/>
                    <a:pt x="774" y="151"/>
                  </a:cubicBezTo>
                  <a:cubicBezTo>
                    <a:pt x="774" y="170"/>
                    <a:pt x="774" y="189"/>
                    <a:pt x="774" y="189"/>
                  </a:cubicBezTo>
                  <a:cubicBezTo>
                    <a:pt x="718" y="245"/>
                    <a:pt x="699" y="321"/>
                    <a:pt x="699" y="378"/>
                  </a:cubicBezTo>
                  <a:cubicBezTo>
                    <a:pt x="699" y="434"/>
                    <a:pt x="699" y="472"/>
                    <a:pt x="661" y="491"/>
                  </a:cubicBezTo>
                  <a:cubicBezTo>
                    <a:pt x="642" y="510"/>
                    <a:pt x="623" y="510"/>
                    <a:pt x="585" y="529"/>
                  </a:cubicBezTo>
                  <a:cubicBezTo>
                    <a:pt x="472" y="359"/>
                    <a:pt x="340" y="227"/>
                    <a:pt x="170" y="94"/>
                  </a:cubicBezTo>
                  <a:lnTo>
                    <a:pt x="0" y="302"/>
                  </a:lnTo>
                  <a:cubicBezTo>
                    <a:pt x="151" y="434"/>
                    <a:pt x="283" y="604"/>
                    <a:pt x="415" y="774"/>
                  </a:cubicBezTo>
                  <a:cubicBezTo>
                    <a:pt x="510" y="925"/>
                    <a:pt x="604" y="1076"/>
                    <a:pt x="680" y="1246"/>
                  </a:cubicBezTo>
                  <a:lnTo>
                    <a:pt x="906" y="1114"/>
                  </a:lnTo>
                  <a:cubicBezTo>
                    <a:pt x="831" y="944"/>
                    <a:pt x="755" y="774"/>
                    <a:pt x="642" y="604"/>
                  </a:cubicBezTo>
                  <a:cubicBezTo>
                    <a:pt x="680" y="604"/>
                    <a:pt x="699" y="585"/>
                    <a:pt x="718" y="566"/>
                  </a:cubicBezTo>
                  <a:cubicBezTo>
                    <a:pt x="774" y="510"/>
                    <a:pt x="793" y="453"/>
                    <a:pt x="793" y="378"/>
                  </a:cubicBezTo>
                  <a:cubicBezTo>
                    <a:pt x="793" y="340"/>
                    <a:pt x="793" y="302"/>
                    <a:pt x="831" y="283"/>
                  </a:cubicBezTo>
                  <a:cubicBezTo>
                    <a:pt x="850" y="302"/>
                    <a:pt x="887" y="302"/>
                    <a:pt x="925" y="302"/>
                  </a:cubicBezTo>
                  <a:cubicBezTo>
                    <a:pt x="1129" y="302"/>
                    <a:pt x="1133" y="10"/>
                    <a:pt x="935" y="0"/>
                  </a:cubicBezTo>
                  <a:close/>
                </a:path>
              </a:pathLst>
            </a:custGeom>
            <a:solidFill>
              <a:srgbClr val="4E36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43"/>
            <p:cNvSpPr/>
            <p:nvPr/>
          </p:nvSpPr>
          <p:spPr>
            <a:xfrm>
              <a:off x="6823950" y="4902066"/>
              <a:ext cx="106200" cy="47225"/>
            </a:xfrm>
            <a:custGeom>
              <a:avLst/>
              <a:gdLst/>
              <a:ahLst/>
              <a:cxnLst/>
              <a:rect l="l" t="t" r="r" b="b"/>
              <a:pathLst>
                <a:path w="4248" h="1889" extrusionOk="0">
                  <a:moveTo>
                    <a:pt x="4229" y="1"/>
                  </a:moveTo>
                  <a:lnTo>
                    <a:pt x="4229" y="1"/>
                  </a:lnTo>
                  <a:cubicBezTo>
                    <a:pt x="4096" y="114"/>
                    <a:pt x="3964" y="189"/>
                    <a:pt x="3813" y="284"/>
                  </a:cubicBezTo>
                  <a:cubicBezTo>
                    <a:pt x="3322" y="510"/>
                    <a:pt x="2775" y="680"/>
                    <a:pt x="2228" y="756"/>
                  </a:cubicBezTo>
                  <a:cubicBezTo>
                    <a:pt x="1944" y="794"/>
                    <a:pt x="1680" y="812"/>
                    <a:pt x="1416" y="812"/>
                  </a:cubicBezTo>
                  <a:cubicBezTo>
                    <a:pt x="1133" y="812"/>
                    <a:pt x="850" y="794"/>
                    <a:pt x="566" y="756"/>
                  </a:cubicBezTo>
                  <a:cubicBezTo>
                    <a:pt x="321" y="718"/>
                    <a:pt x="113" y="680"/>
                    <a:pt x="0" y="661"/>
                  </a:cubicBezTo>
                  <a:lnTo>
                    <a:pt x="0" y="661"/>
                  </a:lnTo>
                  <a:cubicBezTo>
                    <a:pt x="19" y="756"/>
                    <a:pt x="57" y="831"/>
                    <a:pt x="113" y="926"/>
                  </a:cubicBezTo>
                  <a:lnTo>
                    <a:pt x="113" y="963"/>
                  </a:lnTo>
                  <a:lnTo>
                    <a:pt x="132" y="982"/>
                  </a:lnTo>
                  <a:cubicBezTo>
                    <a:pt x="208" y="1114"/>
                    <a:pt x="283" y="1247"/>
                    <a:pt x="397" y="1360"/>
                  </a:cubicBezTo>
                  <a:cubicBezTo>
                    <a:pt x="566" y="1567"/>
                    <a:pt x="812" y="1718"/>
                    <a:pt x="1076" y="1794"/>
                  </a:cubicBezTo>
                  <a:cubicBezTo>
                    <a:pt x="1340" y="1851"/>
                    <a:pt x="1586" y="1888"/>
                    <a:pt x="1850" y="1888"/>
                  </a:cubicBezTo>
                  <a:cubicBezTo>
                    <a:pt x="2322" y="1888"/>
                    <a:pt x="2775" y="1794"/>
                    <a:pt x="3190" y="1605"/>
                  </a:cubicBezTo>
                  <a:cubicBezTo>
                    <a:pt x="3492" y="1454"/>
                    <a:pt x="3757" y="1247"/>
                    <a:pt x="3964" y="982"/>
                  </a:cubicBezTo>
                  <a:cubicBezTo>
                    <a:pt x="4059" y="812"/>
                    <a:pt x="4153" y="624"/>
                    <a:pt x="4191" y="435"/>
                  </a:cubicBezTo>
                  <a:cubicBezTo>
                    <a:pt x="4229" y="303"/>
                    <a:pt x="4247" y="152"/>
                    <a:pt x="4229" y="1"/>
                  </a:cubicBezTo>
                  <a:close/>
                </a:path>
              </a:pathLst>
            </a:custGeom>
            <a:solidFill>
              <a:srgbClr val="4E36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43"/>
            <p:cNvSpPr/>
            <p:nvPr/>
          </p:nvSpPr>
          <p:spPr>
            <a:xfrm>
              <a:off x="6821100" y="4852791"/>
              <a:ext cx="108575" cy="64250"/>
            </a:xfrm>
            <a:custGeom>
              <a:avLst/>
              <a:gdLst/>
              <a:ahLst/>
              <a:cxnLst/>
              <a:rect l="l" t="t" r="r" b="b"/>
              <a:pathLst>
                <a:path w="4343" h="2570" extrusionOk="0">
                  <a:moveTo>
                    <a:pt x="3248" y="707"/>
                  </a:moveTo>
                  <a:cubicBezTo>
                    <a:pt x="3625" y="707"/>
                    <a:pt x="3795" y="1141"/>
                    <a:pt x="3550" y="1405"/>
                  </a:cubicBezTo>
                  <a:cubicBezTo>
                    <a:pt x="3464" y="1491"/>
                    <a:pt x="3360" y="1529"/>
                    <a:pt x="3259" y="1529"/>
                  </a:cubicBezTo>
                  <a:cubicBezTo>
                    <a:pt x="3049" y="1529"/>
                    <a:pt x="2851" y="1364"/>
                    <a:pt x="2851" y="1122"/>
                  </a:cubicBezTo>
                  <a:cubicBezTo>
                    <a:pt x="2851" y="896"/>
                    <a:pt x="3021" y="707"/>
                    <a:pt x="3248" y="707"/>
                  </a:cubicBezTo>
                  <a:close/>
                  <a:moveTo>
                    <a:pt x="1303" y="688"/>
                  </a:moveTo>
                  <a:cubicBezTo>
                    <a:pt x="1907" y="688"/>
                    <a:pt x="2191" y="1405"/>
                    <a:pt x="1775" y="1821"/>
                  </a:cubicBezTo>
                  <a:cubicBezTo>
                    <a:pt x="1640" y="1956"/>
                    <a:pt x="1472" y="2017"/>
                    <a:pt x="1308" y="2017"/>
                  </a:cubicBezTo>
                  <a:cubicBezTo>
                    <a:pt x="969" y="2017"/>
                    <a:pt x="643" y="1756"/>
                    <a:pt x="643" y="1349"/>
                  </a:cubicBezTo>
                  <a:cubicBezTo>
                    <a:pt x="643" y="990"/>
                    <a:pt x="945" y="688"/>
                    <a:pt x="1303" y="688"/>
                  </a:cubicBezTo>
                  <a:close/>
                  <a:moveTo>
                    <a:pt x="2474" y="1"/>
                  </a:moveTo>
                  <a:cubicBezTo>
                    <a:pt x="2444" y="1"/>
                    <a:pt x="2413" y="3"/>
                    <a:pt x="2379" y="9"/>
                  </a:cubicBezTo>
                  <a:cubicBezTo>
                    <a:pt x="2247" y="9"/>
                    <a:pt x="2115" y="9"/>
                    <a:pt x="1983" y="27"/>
                  </a:cubicBezTo>
                  <a:cubicBezTo>
                    <a:pt x="1775" y="46"/>
                    <a:pt x="1568" y="103"/>
                    <a:pt x="1379" y="160"/>
                  </a:cubicBezTo>
                  <a:cubicBezTo>
                    <a:pt x="1077" y="273"/>
                    <a:pt x="794" y="424"/>
                    <a:pt x="548" y="631"/>
                  </a:cubicBezTo>
                  <a:cubicBezTo>
                    <a:pt x="473" y="707"/>
                    <a:pt x="416" y="782"/>
                    <a:pt x="360" y="858"/>
                  </a:cubicBezTo>
                  <a:cubicBezTo>
                    <a:pt x="246" y="1028"/>
                    <a:pt x="152" y="1198"/>
                    <a:pt x="95" y="1387"/>
                  </a:cubicBezTo>
                  <a:cubicBezTo>
                    <a:pt x="39" y="1575"/>
                    <a:pt x="1" y="1783"/>
                    <a:pt x="1" y="1972"/>
                  </a:cubicBezTo>
                  <a:cubicBezTo>
                    <a:pt x="1" y="2047"/>
                    <a:pt x="20" y="2123"/>
                    <a:pt x="20" y="2217"/>
                  </a:cubicBezTo>
                  <a:lnTo>
                    <a:pt x="20" y="2236"/>
                  </a:lnTo>
                  <a:cubicBezTo>
                    <a:pt x="20" y="2293"/>
                    <a:pt x="39" y="2349"/>
                    <a:pt x="58" y="2406"/>
                  </a:cubicBezTo>
                  <a:cubicBezTo>
                    <a:pt x="531" y="2515"/>
                    <a:pt x="1012" y="2570"/>
                    <a:pt x="1496" y="2570"/>
                  </a:cubicBezTo>
                  <a:cubicBezTo>
                    <a:pt x="1765" y="2570"/>
                    <a:pt x="2034" y="2553"/>
                    <a:pt x="2304" y="2519"/>
                  </a:cubicBezTo>
                  <a:cubicBezTo>
                    <a:pt x="2832" y="2444"/>
                    <a:pt x="3342" y="2293"/>
                    <a:pt x="3833" y="2066"/>
                  </a:cubicBezTo>
                  <a:cubicBezTo>
                    <a:pt x="4003" y="1991"/>
                    <a:pt x="4173" y="1896"/>
                    <a:pt x="4343" y="1783"/>
                  </a:cubicBezTo>
                  <a:cubicBezTo>
                    <a:pt x="4248" y="1481"/>
                    <a:pt x="4097" y="1179"/>
                    <a:pt x="3927" y="915"/>
                  </a:cubicBezTo>
                  <a:cubicBezTo>
                    <a:pt x="3455" y="235"/>
                    <a:pt x="2946" y="65"/>
                    <a:pt x="2681" y="27"/>
                  </a:cubicBezTo>
                  <a:cubicBezTo>
                    <a:pt x="2615" y="14"/>
                    <a:pt x="2548" y="1"/>
                    <a:pt x="2474" y="1"/>
                  </a:cubicBezTo>
                  <a:close/>
                </a:path>
              </a:pathLst>
            </a:custGeom>
            <a:solidFill>
              <a:srgbClr val="4E36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43"/>
            <p:cNvSpPr/>
            <p:nvPr/>
          </p:nvSpPr>
          <p:spPr>
            <a:xfrm>
              <a:off x="4295425" y="3854891"/>
              <a:ext cx="5477550" cy="1614000"/>
            </a:xfrm>
            <a:custGeom>
              <a:avLst/>
              <a:gdLst/>
              <a:ahLst/>
              <a:cxnLst/>
              <a:rect l="l" t="t" r="r" b="b"/>
              <a:pathLst>
                <a:path w="219102" h="64560" extrusionOk="0">
                  <a:moveTo>
                    <a:pt x="103546" y="0"/>
                  </a:moveTo>
                  <a:cubicBezTo>
                    <a:pt x="103455" y="0"/>
                    <a:pt x="103365" y="0"/>
                    <a:pt x="103274" y="0"/>
                  </a:cubicBezTo>
                  <a:cubicBezTo>
                    <a:pt x="19084" y="57"/>
                    <a:pt x="2454" y="45191"/>
                    <a:pt x="113" y="50609"/>
                  </a:cubicBezTo>
                  <a:cubicBezTo>
                    <a:pt x="0" y="50854"/>
                    <a:pt x="189" y="51156"/>
                    <a:pt x="472" y="51175"/>
                  </a:cubicBezTo>
                  <a:lnTo>
                    <a:pt x="218667" y="64559"/>
                  </a:lnTo>
                  <a:cubicBezTo>
                    <a:pt x="218677" y="64559"/>
                    <a:pt x="218686" y="64560"/>
                    <a:pt x="218696" y="64560"/>
                  </a:cubicBezTo>
                  <a:cubicBezTo>
                    <a:pt x="218911" y="64560"/>
                    <a:pt x="219101" y="64360"/>
                    <a:pt x="219101" y="64143"/>
                  </a:cubicBezTo>
                  <a:cubicBezTo>
                    <a:pt x="219063" y="61954"/>
                    <a:pt x="218780" y="56800"/>
                    <a:pt x="212721" y="46645"/>
                  </a:cubicBezTo>
                  <a:cubicBezTo>
                    <a:pt x="205895" y="35199"/>
                    <a:pt x="187993" y="0"/>
                    <a:pt x="103546" y="0"/>
                  </a:cubicBezTo>
                  <a:close/>
                </a:path>
              </a:pathLst>
            </a:custGeom>
            <a:solidFill>
              <a:srgbClr val="16C1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43"/>
            <p:cNvSpPr/>
            <p:nvPr/>
          </p:nvSpPr>
          <p:spPr>
            <a:xfrm>
              <a:off x="4295425" y="3854891"/>
              <a:ext cx="5477550" cy="1614000"/>
            </a:xfrm>
            <a:custGeom>
              <a:avLst/>
              <a:gdLst/>
              <a:ahLst/>
              <a:cxnLst/>
              <a:rect l="l" t="t" r="r" b="b"/>
              <a:pathLst>
                <a:path w="219102" h="64560" extrusionOk="0">
                  <a:moveTo>
                    <a:pt x="103546" y="0"/>
                  </a:moveTo>
                  <a:cubicBezTo>
                    <a:pt x="103455" y="0"/>
                    <a:pt x="103365" y="0"/>
                    <a:pt x="103274" y="0"/>
                  </a:cubicBezTo>
                  <a:cubicBezTo>
                    <a:pt x="19084" y="57"/>
                    <a:pt x="2454" y="45191"/>
                    <a:pt x="113" y="50609"/>
                  </a:cubicBezTo>
                  <a:cubicBezTo>
                    <a:pt x="0" y="50854"/>
                    <a:pt x="189" y="51156"/>
                    <a:pt x="472" y="51175"/>
                  </a:cubicBezTo>
                  <a:lnTo>
                    <a:pt x="218667" y="64559"/>
                  </a:lnTo>
                  <a:cubicBezTo>
                    <a:pt x="218677" y="64559"/>
                    <a:pt x="218686" y="64560"/>
                    <a:pt x="218696" y="64560"/>
                  </a:cubicBezTo>
                  <a:cubicBezTo>
                    <a:pt x="218911" y="64560"/>
                    <a:pt x="219101" y="64360"/>
                    <a:pt x="219101" y="64143"/>
                  </a:cubicBezTo>
                  <a:cubicBezTo>
                    <a:pt x="219063" y="61954"/>
                    <a:pt x="218780" y="56800"/>
                    <a:pt x="212721" y="46645"/>
                  </a:cubicBezTo>
                  <a:cubicBezTo>
                    <a:pt x="205895" y="35199"/>
                    <a:pt x="187993" y="0"/>
                    <a:pt x="1035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3"/>
            <p:cNvSpPr/>
            <p:nvPr/>
          </p:nvSpPr>
          <p:spPr>
            <a:xfrm>
              <a:off x="4295425" y="4007316"/>
              <a:ext cx="5477550" cy="1461575"/>
            </a:xfrm>
            <a:custGeom>
              <a:avLst/>
              <a:gdLst/>
              <a:ahLst/>
              <a:cxnLst/>
              <a:rect l="l" t="t" r="r" b="b"/>
              <a:pathLst>
                <a:path w="219102" h="58463" extrusionOk="0">
                  <a:moveTo>
                    <a:pt x="103499" y="0"/>
                  </a:moveTo>
                  <a:cubicBezTo>
                    <a:pt x="103424" y="0"/>
                    <a:pt x="103349" y="0"/>
                    <a:pt x="103274" y="0"/>
                  </a:cubicBezTo>
                  <a:cubicBezTo>
                    <a:pt x="19084" y="38"/>
                    <a:pt x="2454" y="40925"/>
                    <a:pt x="113" y="45814"/>
                  </a:cubicBezTo>
                  <a:cubicBezTo>
                    <a:pt x="0" y="46060"/>
                    <a:pt x="189" y="46343"/>
                    <a:pt x="472" y="46343"/>
                  </a:cubicBezTo>
                  <a:lnTo>
                    <a:pt x="218667" y="58462"/>
                  </a:lnTo>
                  <a:cubicBezTo>
                    <a:pt x="218679" y="58463"/>
                    <a:pt x="218690" y="58463"/>
                    <a:pt x="218701" y="58463"/>
                  </a:cubicBezTo>
                  <a:cubicBezTo>
                    <a:pt x="218912" y="58463"/>
                    <a:pt x="219083" y="58299"/>
                    <a:pt x="219101" y="58084"/>
                  </a:cubicBezTo>
                  <a:cubicBezTo>
                    <a:pt x="219063" y="56102"/>
                    <a:pt x="218780" y="51421"/>
                    <a:pt x="212721" y="42247"/>
                  </a:cubicBezTo>
                  <a:cubicBezTo>
                    <a:pt x="205894" y="31874"/>
                    <a:pt x="187987" y="0"/>
                    <a:pt x="1034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43"/>
            <p:cNvSpPr/>
            <p:nvPr/>
          </p:nvSpPr>
          <p:spPr>
            <a:xfrm>
              <a:off x="5032550" y="5179091"/>
              <a:ext cx="390775" cy="23625"/>
            </a:xfrm>
            <a:custGeom>
              <a:avLst/>
              <a:gdLst/>
              <a:ahLst/>
              <a:cxnLst/>
              <a:rect l="l" t="t" r="r" b="b"/>
              <a:pathLst>
                <a:path w="15631" h="945" extrusionOk="0">
                  <a:moveTo>
                    <a:pt x="265" y="0"/>
                  </a:moveTo>
                  <a:cubicBezTo>
                    <a:pt x="170" y="246"/>
                    <a:pt x="95" y="510"/>
                    <a:pt x="0" y="755"/>
                  </a:cubicBezTo>
                  <a:lnTo>
                    <a:pt x="15630" y="944"/>
                  </a:lnTo>
                  <a:lnTo>
                    <a:pt x="265" y="0"/>
                  </a:lnTo>
                  <a:close/>
                </a:path>
              </a:pathLst>
            </a:custGeom>
            <a:solidFill>
              <a:srgbClr val="97A9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43"/>
            <p:cNvSpPr/>
            <p:nvPr/>
          </p:nvSpPr>
          <p:spPr>
            <a:xfrm>
              <a:off x="5039150" y="3854891"/>
              <a:ext cx="3595075" cy="1384625"/>
            </a:xfrm>
            <a:custGeom>
              <a:avLst/>
              <a:gdLst/>
              <a:ahLst/>
              <a:cxnLst/>
              <a:rect l="l" t="t" r="r" b="b"/>
              <a:pathLst>
                <a:path w="143803" h="55385" extrusionOk="0">
                  <a:moveTo>
                    <a:pt x="73785" y="0"/>
                  </a:moveTo>
                  <a:cubicBezTo>
                    <a:pt x="73698" y="0"/>
                    <a:pt x="73612" y="0"/>
                    <a:pt x="73525" y="0"/>
                  </a:cubicBezTo>
                  <a:cubicBezTo>
                    <a:pt x="52893" y="0"/>
                    <a:pt x="36338" y="2719"/>
                    <a:pt x="23030" y="6909"/>
                  </a:cubicBezTo>
                  <a:cubicBezTo>
                    <a:pt x="17858" y="14233"/>
                    <a:pt x="7891" y="30109"/>
                    <a:pt x="1" y="52968"/>
                  </a:cubicBezTo>
                  <a:lnTo>
                    <a:pt x="15366" y="53912"/>
                  </a:lnTo>
                  <a:lnTo>
                    <a:pt x="143803" y="55385"/>
                  </a:lnTo>
                  <a:cubicBezTo>
                    <a:pt x="143803" y="55385"/>
                    <a:pt x="140028" y="23011"/>
                    <a:pt x="127286" y="6154"/>
                  </a:cubicBezTo>
                  <a:cubicBezTo>
                    <a:pt x="113334" y="2394"/>
                    <a:pt x="95824" y="0"/>
                    <a:pt x="7378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43"/>
            <p:cNvSpPr/>
            <p:nvPr/>
          </p:nvSpPr>
          <p:spPr>
            <a:xfrm>
              <a:off x="6663500" y="3995991"/>
              <a:ext cx="199625" cy="437025"/>
            </a:xfrm>
            <a:custGeom>
              <a:avLst/>
              <a:gdLst/>
              <a:ahLst/>
              <a:cxnLst/>
              <a:rect l="l" t="t" r="r" b="b"/>
              <a:pathLst>
                <a:path w="7985" h="17481" extrusionOk="0">
                  <a:moveTo>
                    <a:pt x="5474" y="0"/>
                  </a:moveTo>
                  <a:lnTo>
                    <a:pt x="2397" y="718"/>
                  </a:lnTo>
                  <a:cubicBezTo>
                    <a:pt x="2397" y="718"/>
                    <a:pt x="1170" y="6928"/>
                    <a:pt x="0" y="17480"/>
                  </a:cubicBezTo>
                  <a:lnTo>
                    <a:pt x="7985" y="16933"/>
                  </a:lnTo>
                  <a:cubicBezTo>
                    <a:pt x="7985" y="16933"/>
                    <a:pt x="6928" y="4455"/>
                    <a:pt x="54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43"/>
            <p:cNvSpPr/>
            <p:nvPr/>
          </p:nvSpPr>
          <p:spPr>
            <a:xfrm>
              <a:off x="6629975" y="4661866"/>
              <a:ext cx="247800" cy="488925"/>
            </a:xfrm>
            <a:custGeom>
              <a:avLst/>
              <a:gdLst/>
              <a:ahLst/>
              <a:cxnLst/>
              <a:rect l="l" t="t" r="r" b="b"/>
              <a:pathLst>
                <a:path w="9912" h="19557" extrusionOk="0">
                  <a:moveTo>
                    <a:pt x="1341" y="0"/>
                  </a:moveTo>
                  <a:cubicBezTo>
                    <a:pt x="1058" y="5437"/>
                    <a:pt x="1" y="19557"/>
                    <a:pt x="1" y="19557"/>
                  </a:cubicBezTo>
                  <a:lnTo>
                    <a:pt x="9911" y="19557"/>
                  </a:lnTo>
                  <a:cubicBezTo>
                    <a:pt x="9515" y="12478"/>
                    <a:pt x="9326" y="0"/>
                    <a:pt x="932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43"/>
            <p:cNvSpPr/>
            <p:nvPr/>
          </p:nvSpPr>
          <p:spPr>
            <a:xfrm>
              <a:off x="5032550" y="4006841"/>
              <a:ext cx="590875" cy="1191150"/>
            </a:xfrm>
            <a:custGeom>
              <a:avLst/>
              <a:gdLst/>
              <a:ahLst/>
              <a:cxnLst/>
              <a:rect l="l" t="t" r="r" b="b"/>
              <a:pathLst>
                <a:path w="23635" h="47646" fill="none" extrusionOk="0">
                  <a:moveTo>
                    <a:pt x="23634" y="1"/>
                  </a:moveTo>
                  <a:cubicBezTo>
                    <a:pt x="23634" y="1"/>
                    <a:pt x="10477" y="16027"/>
                    <a:pt x="0" y="47645"/>
                  </a:cubicBezTo>
                </a:path>
              </a:pathLst>
            </a:custGeom>
            <a:noFill/>
            <a:ln w="472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43"/>
            <p:cNvSpPr/>
            <p:nvPr/>
          </p:nvSpPr>
          <p:spPr>
            <a:xfrm>
              <a:off x="8221275" y="4008741"/>
              <a:ext cx="412950" cy="1230775"/>
            </a:xfrm>
            <a:custGeom>
              <a:avLst/>
              <a:gdLst/>
              <a:ahLst/>
              <a:cxnLst/>
              <a:rect l="l" t="t" r="r" b="b"/>
              <a:pathLst>
                <a:path w="16518" h="49231" fill="none" extrusionOk="0">
                  <a:moveTo>
                    <a:pt x="1" y="0"/>
                  </a:moveTo>
                  <a:cubicBezTo>
                    <a:pt x="1" y="0"/>
                    <a:pt x="12516" y="14781"/>
                    <a:pt x="16518" y="49231"/>
                  </a:cubicBezTo>
                </a:path>
              </a:pathLst>
            </a:custGeom>
            <a:noFill/>
            <a:ln w="472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43"/>
            <p:cNvSpPr/>
            <p:nvPr/>
          </p:nvSpPr>
          <p:spPr>
            <a:xfrm>
              <a:off x="8669600" y="4135091"/>
              <a:ext cx="281300" cy="201325"/>
            </a:xfrm>
            <a:custGeom>
              <a:avLst/>
              <a:gdLst/>
              <a:ahLst/>
              <a:cxnLst/>
              <a:rect l="l" t="t" r="r" b="b"/>
              <a:pathLst>
                <a:path w="11252" h="8053" extrusionOk="0">
                  <a:moveTo>
                    <a:pt x="3565" y="1"/>
                  </a:moveTo>
                  <a:cubicBezTo>
                    <a:pt x="3529" y="1"/>
                    <a:pt x="3492" y="2"/>
                    <a:pt x="3455" y="5"/>
                  </a:cubicBezTo>
                  <a:cubicBezTo>
                    <a:pt x="2908" y="62"/>
                    <a:pt x="2455" y="420"/>
                    <a:pt x="2058" y="817"/>
                  </a:cubicBezTo>
                  <a:cubicBezTo>
                    <a:pt x="1152" y="1723"/>
                    <a:pt x="435" y="2837"/>
                    <a:pt x="1" y="4064"/>
                  </a:cubicBezTo>
                  <a:lnTo>
                    <a:pt x="7325" y="8047"/>
                  </a:lnTo>
                  <a:cubicBezTo>
                    <a:pt x="7390" y="8051"/>
                    <a:pt x="7454" y="8053"/>
                    <a:pt x="7517" y="8053"/>
                  </a:cubicBezTo>
                  <a:cubicBezTo>
                    <a:pt x="9839" y="8053"/>
                    <a:pt x="11251" y="5408"/>
                    <a:pt x="9873" y="3478"/>
                  </a:cubicBezTo>
                  <a:cubicBezTo>
                    <a:pt x="9284" y="2653"/>
                    <a:pt x="8403" y="2266"/>
                    <a:pt x="7529" y="2266"/>
                  </a:cubicBezTo>
                  <a:cubicBezTo>
                    <a:pt x="6489" y="2266"/>
                    <a:pt x="5460" y="2814"/>
                    <a:pt x="4943" y="3823"/>
                  </a:cubicBezTo>
                  <a:lnTo>
                    <a:pt x="4943" y="3823"/>
                  </a:lnTo>
                  <a:cubicBezTo>
                    <a:pt x="5188" y="3147"/>
                    <a:pt x="5370" y="2444"/>
                    <a:pt x="5267" y="1742"/>
                  </a:cubicBezTo>
                  <a:cubicBezTo>
                    <a:pt x="5140" y="854"/>
                    <a:pt x="4439" y="1"/>
                    <a:pt x="35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43"/>
            <p:cNvSpPr/>
            <p:nvPr/>
          </p:nvSpPr>
          <p:spPr>
            <a:xfrm>
              <a:off x="8982475" y="4349866"/>
              <a:ext cx="137350" cy="102500"/>
            </a:xfrm>
            <a:custGeom>
              <a:avLst/>
              <a:gdLst/>
              <a:ahLst/>
              <a:cxnLst/>
              <a:rect l="l" t="t" r="r" b="b"/>
              <a:pathLst>
                <a:path w="5494" h="4100" extrusionOk="0">
                  <a:moveTo>
                    <a:pt x="2647" y="1"/>
                  </a:moveTo>
                  <a:cubicBezTo>
                    <a:pt x="1667" y="1"/>
                    <a:pt x="729" y="481"/>
                    <a:pt x="1" y="1154"/>
                  </a:cubicBezTo>
                  <a:lnTo>
                    <a:pt x="3984" y="4099"/>
                  </a:lnTo>
                  <a:cubicBezTo>
                    <a:pt x="4965" y="3816"/>
                    <a:pt x="5494" y="2589"/>
                    <a:pt x="5154" y="1626"/>
                  </a:cubicBezTo>
                  <a:cubicBezTo>
                    <a:pt x="4814" y="664"/>
                    <a:pt x="3776" y="41"/>
                    <a:pt x="2757" y="3"/>
                  </a:cubicBezTo>
                  <a:cubicBezTo>
                    <a:pt x="2720" y="2"/>
                    <a:pt x="2683" y="1"/>
                    <a:pt x="26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43"/>
            <p:cNvSpPr/>
            <p:nvPr/>
          </p:nvSpPr>
          <p:spPr>
            <a:xfrm>
              <a:off x="4761675" y="4262091"/>
              <a:ext cx="244000" cy="215600"/>
            </a:xfrm>
            <a:custGeom>
              <a:avLst/>
              <a:gdLst/>
              <a:ahLst/>
              <a:cxnLst/>
              <a:rect l="l" t="t" r="r" b="b"/>
              <a:pathLst>
                <a:path w="9760" h="8624" extrusionOk="0">
                  <a:moveTo>
                    <a:pt x="5645" y="0"/>
                  </a:moveTo>
                  <a:cubicBezTo>
                    <a:pt x="5218" y="0"/>
                    <a:pt x="4838" y="157"/>
                    <a:pt x="4550" y="531"/>
                  </a:cubicBezTo>
                  <a:cubicBezTo>
                    <a:pt x="3549" y="1815"/>
                    <a:pt x="5380" y="3722"/>
                    <a:pt x="6248" y="5118"/>
                  </a:cubicBezTo>
                  <a:cubicBezTo>
                    <a:pt x="6161" y="5125"/>
                    <a:pt x="6074" y="5128"/>
                    <a:pt x="5988" y="5128"/>
                  </a:cubicBezTo>
                  <a:cubicBezTo>
                    <a:pt x="5020" y="5128"/>
                    <a:pt x="4066" y="4769"/>
                    <a:pt x="3096" y="4665"/>
                  </a:cubicBezTo>
                  <a:cubicBezTo>
                    <a:pt x="2947" y="4647"/>
                    <a:pt x="2794" y="4637"/>
                    <a:pt x="2639" y="4637"/>
                  </a:cubicBezTo>
                  <a:cubicBezTo>
                    <a:pt x="1695" y="4637"/>
                    <a:pt x="702" y="4995"/>
                    <a:pt x="378" y="5855"/>
                  </a:cubicBezTo>
                  <a:cubicBezTo>
                    <a:pt x="0" y="6799"/>
                    <a:pt x="699" y="7893"/>
                    <a:pt x="1624" y="8309"/>
                  </a:cubicBezTo>
                  <a:cubicBezTo>
                    <a:pt x="2115" y="8544"/>
                    <a:pt x="2655" y="8624"/>
                    <a:pt x="3207" y="8624"/>
                  </a:cubicBezTo>
                  <a:cubicBezTo>
                    <a:pt x="3673" y="8624"/>
                    <a:pt x="4148" y="8567"/>
                    <a:pt x="4606" y="8497"/>
                  </a:cubicBezTo>
                  <a:lnTo>
                    <a:pt x="9760" y="2778"/>
                  </a:lnTo>
                  <a:cubicBezTo>
                    <a:pt x="8840" y="1586"/>
                    <a:pt x="7003" y="0"/>
                    <a:pt x="56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3"/>
            <p:cNvSpPr/>
            <p:nvPr/>
          </p:nvSpPr>
          <p:spPr>
            <a:xfrm>
              <a:off x="5436625" y="4066566"/>
              <a:ext cx="143625" cy="222625"/>
            </a:xfrm>
            <a:custGeom>
              <a:avLst/>
              <a:gdLst/>
              <a:ahLst/>
              <a:cxnLst/>
              <a:rect l="l" t="t" r="r" b="b"/>
              <a:pathLst>
                <a:path w="5745" h="8905" extrusionOk="0">
                  <a:moveTo>
                    <a:pt x="5360" y="0"/>
                  </a:moveTo>
                  <a:cubicBezTo>
                    <a:pt x="5279" y="0"/>
                    <a:pt x="5197" y="32"/>
                    <a:pt x="5130" y="103"/>
                  </a:cubicBezTo>
                  <a:cubicBezTo>
                    <a:pt x="3979" y="1142"/>
                    <a:pt x="3243" y="2708"/>
                    <a:pt x="2431" y="4011"/>
                  </a:cubicBezTo>
                  <a:cubicBezTo>
                    <a:pt x="1563" y="5389"/>
                    <a:pt x="298" y="6993"/>
                    <a:pt x="15" y="8617"/>
                  </a:cubicBezTo>
                  <a:cubicBezTo>
                    <a:pt x="0" y="8749"/>
                    <a:pt x="100" y="8904"/>
                    <a:pt x="225" y="8904"/>
                  </a:cubicBezTo>
                  <a:cubicBezTo>
                    <a:pt x="260" y="8904"/>
                    <a:pt x="298" y="8891"/>
                    <a:pt x="336" y="8862"/>
                  </a:cubicBezTo>
                  <a:cubicBezTo>
                    <a:pt x="1582" y="7937"/>
                    <a:pt x="2355" y="6295"/>
                    <a:pt x="3167" y="4992"/>
                  </a:cubicBezTo>
                  <a:cubicBezTo>
                    <a:pt x="4054" y="3577"/>
                    <a:pt x="5225" y="2029"/>
                    <a:pt x="5678" y="424"/>
                  </a:cubicBezTo>
                  <a:cubicBezTo>
                    <a:pt x="5745" y="184"/>
                    <a:pt x="5556" y="0"/>
                    <a:pt x="53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3"/>
            <p:cNvSpPr/>
            <p:nvPr/>
          </p:nvSpPr>
          <p:spPr>
            <a:xfrm>
              <a:off x="5355350" y="4335341"/>
              <a:ext cx="62150" cy="75125"/>
            </a:xfrm>
            <a:custGeom>
              <a:avLst/>
              <a:gdLst/>
              <a:ahLst/>
              <a:cxnLst/>
              <a:rect l="l" t="t" r="r" b="b"/>
              <a:pathLst>
                <a:path w="2486" h="3005" extrusionOk="0">
                  <a:moveTo>
                    <a:pt x="1925" y="1"/>
                  </a:moveTo>
                  <a:cubicBezTo>
                    <a:pt x="1802" y="1"/>
                    <a:pt x="1677" y="56"/>
                    <a:pt x="1586" y="188"/>
                  </a:cubicBezTo>
                  <a:lnTo>
                    <a:pt x="642" y="1641"/>
                  </a:lnTo>
                  <a:cubicBezTo>
                    <a:pt x="415" y="1962"/>
                    <a:pt x="0" y="2642"/>
                    <a:pt x="491" y="2944"/>
                  </a:cubicBezTo>
                  <a:cubicBezTo>
                    <a:pt x="570" y="2986"/>
                    <a:pt x="646" y="3005"/>
                    <a:pt x="719" y="3005"/>
                  </a:cubicBezTo>
                  <a:cubicBezTo>
                    <a:pt x="1063" y="3005"/>
                    <a:pt x="1332" y="2586"/>
                    <a:pt x="1472" y="2321"/>
                  </a:cubicBezTo>
                  <a:cubicBezTo>
                    <a:pt x="1793" y="1773"/>
                    <a:pt x="2058" y="1188"/>
                    <a:pt x="2341" y="622"/>
                  </a:cubicBezTo>
                  <a:cubicBezTo>
                    <a:pt x="2486" y="293"/>
                    <a:pt x="2209" y="1"/>
                    <a:pt x="192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3"/>
            <p:cNvSpPr/>
            <p:nvPr/>
          </p:nvSpPr>
          <p:spPr>
            <a:xfrm>
              <a:off x="8248550" y="4048816"/>
              <a:ext cx="97450" cy="155700"/>
            </a:xfrm>
            <a:custGeom>
              <a:avLst/>
              <a:gdLst/>
              <a:ahLst/>
              <a:cxnLst/>
              <a:rect l="l" t="t" r="r" b="b"/>
              <a:pathLst>
                <a:path w="3898" h="6228" extrusionOk="0">
                  <a:moveTo>
                    <a:pt x="371" y="1"/>
                  </a:moveTo>
                  <a:cubicBezTo>
                    <a:pt x="180" y="1"/>
                    <a:pt x="1" y="195"/>
                    <a:pt x="118" y="417"/>
                  </a:cubicBezTo>
                  <a:cubicBezTo>
                    <a:pt x="590" y="1474"/>
                    <a:pt x="1081" y="2512"/>
                    <a:pt x="1628" y="3550"/>
                  </a:cubicBezTo>
                  <a:cubicBezTo>
                    <a:pt x="2100" y="4457"/>
                    <a:pt x="2572" y="5476"/>
                    <a:pt x="3346" y="6155"/>
                  </a:cubicBezTo>
                  <a:cubicBezTo>
                    <a:pt x="3406" y="6206"/>
                    <a:pt x="3475" y="6228"/>
                    <a:pt x="3542" y="6228"/>
                  </a:cubicBezTo>
                  <a:cubicBezTo>
                    <a:pt x="3726" y="6228"/>
                    <a:pt x="3897" y="6061"/>
                    <a:pt x="3856" y="5853"/>
                  </a:cubicBezTo>
                  <a:cubicBezTo>
                    <a:pt x="3686" y="4834"/>
                    <a:pt x="3044" y="3909"/>
                    <a:pt x="2515" y="3022"/>
                  </a:cubicBezTo>
                  <a:cubicBezTo>
                    <a:pt x="1911" y="2040"/>
                    <a:pt x="1269" y="1078"/>
                    <a:pt x="609" y="134"/>
                  </a:cubicBezTo>
                  <a:cubicBezTo>
                    <a:pt x="544" y="40"/>
                    <a:pt x="456" y="1"/>
                    <a:pt x="37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3"/>
            <p:cNvSpPr/>
            <p:nvPr/>
          </p:nvSpPr>
          <p:spPr>
            <a:xfrm>
              <a:off x="8345300" y="4217966"/>
              <a:ext cx="61475" cy="94500"/>
            </a:xfrm>
            <a:custGeom>
              <a:avLst/>
              <a:gdLst/>
              <a:ahLst/>
              <a:cxnLst/>
              <a:rect l="l" t="t" r="r" b="b"/>
              <a:pathLst>
                <a:path w="2459" h="3780" extrusionOk="0">
                  <a:moveTo>
                    <a:pt x="481" y="0"/>
                  </a:moveTo>
                  <a:cubicBezTo>
                    <a:pt x="236" y="0"/>
                    <a:pt x="1" y="191"/>
                    <a:pt x="99" y="484"/>
                  </a:cubicBezTo>
                  <a:cubicBezTo>
                    <a:pt x="306" y="1069"/>
                    <a:pt x="533" y="1636"/>
                    <a:pt x="778" y="2202"/>
                  </a:cubicBezTo>
                  <a:cubicBezTo>
                    <a:pt x="1024" y="2768"/>
                    <a:pt x="1288" y="3467"/>
                    <a:pt x="1854" y="3731"/>
                  </a:cubicBezTo>
                  <a:cubicBezTo>
                    <a:pt x="1909" y="3764"/>
                    <a:pt x="1969" y="3780"/>
                    <a:pt x="2028" y="3780"/>
                  </a:cubicBezTo>
                  <a:cubicBezTo>
                    <a:pt x="2170" y="3780"/>
                    <a:pt x="2305" y="3689"/>
                    <a:pt x="2345" y="3542"/>
                  </a:cubicBezTo>
                  <a:cubicBezTo>
                    <a:pt x="2458" y="3014"/>
                    <a:pt x="2232" y="2523"/>
                    <a:pt x="1986" y="2051"/>
                  </a:cubicBezTo>
                  <a:cubicBezTo>
                    <a:pt x="1647" y="1409"/>
                    <a:pt x="1250" y="786"/>
                    <a:pt x="835" y="182"/>
                  </a:cubicBezTo>
                  <a:cubicBezTo>
                    <a:pt x="749" y="56"/>
                    <a:pt x="613" y="0"/>
                    <a:pt x="48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43"/>
            <p:cNvSpPr/>
            <p:nvPr/>
          </p:nvSpPr>
          <p:spPr>
            <a:xfrm>
              <a:off x="8643650" y="4414041"/>
              <a:ext cx="287425" cy="229450"/>
            </a:xfrm>
            <a:custGeom>
              <a:avLst/>
              <a:gdLst/>
              <a:ahLst/>
              <a:cxnLst/>
              <a:rect l="l" t="t" r="r" b="b"/>
              <a:pathLst>
                <a:path w="11497" h="9178" extrusionOk="0">
                  <a:moveTo>
                    <a:pt x="0" y="1853"/>
                  </a:moveTo>
                  <a:lnTo>
                    <a:pt x="0" y="1853"/>
                  </a:lnTo>
                  <a:cubicBezTo>
                    <a:pt x="0" y="1853"/>
                    <a:pt x="0" y="1853"/>
                    <a:pt x="0" y="1853"/>
                  </a:cubicBezTo>
                  <a:cubicBezTo>
                    <a:pt x="0" y="1910"/>
                    <a:pt x="0" y="1966"/>
                    <a:pt x="0" y="2023"/>
                  </a:cubicBezTo>
                  <a:lnTo>
                    <a:pt x="19" y="2080"/>
                  </a:lnTo>
                  <a:lnTo>
                    <a:pt x="19" y="2023"/>
                  </a:lnTo>
                  <a:cubicBezTo>
                    <a:pt x="2" y="1971"/>
                    <a:pt x="1" y="1919"/>
                    <a:pt x="0" y="1853"/>
                  </a:cubicBezTo>
                  <a:close/>
                  <a:moveTo>
                    <a:pt x="2004" y="1"/>
                  </a:moveTo>
                  <a:cubicBezTo>
                    <a:pt x="1860" y="1"/>
                    <a:pt x="1718" y="19"/>
                    <a:pt x="1586" y="60"/>
                  </a:cubicBezTo>
                  <a:cubicBezTo>
                    <a:pt x="1341" y="116"/>
                    <a:pt x="1133" y="192"/>
                    <a:pt x="925" y="324"/>
                  </a:cubicBezTo>
                  <a:cubicBezTo>
                    <a:pt x="586" y="513"/>
                    <a:pt x="321" y="796"/>
                    <a:pt x="151" y="1155"/>
                  </a:cubicBezTo>
                  <a:cubicBezTo>
                    <a:pt x="38" y="1362"/>
                    <a:pt x="0" y="1589"/>
                    <a:pt x="0" y="1834"/>
                  </a:cubicBezTo>
                  <a:cubicBezTo>
                    <a:pt x="0" y="1841"/>
                    <a:pt x="0" y="1847"/>
                    <a:pt x="0" y="1853"/>
                  </a:cubicBezTo>
                  <a:lnTo>
                    <a:pt x="0" y="1853"/>
                  </a:lnTo>
                  <a:cubicBezTo>
                    <a:pt x="38" y="1627"/>
                    <a:pt x="114" y="1400"/>
                    <a:pt x="246" y="1211"/>
                  </a:cubicBezTo>
                  <a:cubicBezTo>
                    <a:pt x="435" y="928"/>
                    <a:pt x="699" y="702"/>
                    <a:pt x="1020" y="551"/>
                  </a:cubicBezTo>
                  <a:cubicBezTo>
                    <a:pt x="1266" y="427"/>
                    <a:pt x="1545" y="360"/>
                    <a:pt x="1825" y="360"/>
                  </a:cubicBezTo>
                  <a:cubicBezTo>
                    <a:pt x="1973" y="360"/>
                    <a:pt x="2122" y="379"/>
                    <a:pt x="2266" y="418"/>
                  </a:cubicBezTo>
                  <a:cubicBezTo>
                    <a:pt x="2756" y="551"/>
                    <a:pt x="3209" y="834"/>
                    <a:pt x="3530" y="1230"/>
                  </a:cubicBezTo>
                  <a:cubicBezTo>
                    <a:pt x="3889" y="1683"/>
                    <a:pt x="4153" y="2193"/>
                    <a:pt x="4285" y="2759"/>
                  </a:cubicBezTo>
                  <a:cubicBezTo>
                    <a:pt x="4323" y="2910"/>
                    <a:pt x="4361" y="3061"/>
                    <a:pt x="4380" y="3212"/>
                  </a:cubicBezTo>
                  <a:cubicBezTo>
                    <a:pt x="4399" y="3363"/>
                    <a:pt x="4418" y="3533"/>
                    <a:pt x="4436" y="3684"/>
                  </a:cubicBezTo>
                  <a:cubicBezTo>
                    <a:pt x="4436" y="3835"/>
                    <a:pt x="4455" y="3986"/>
                    <a:pt x="4455" y="4156"/>
                  </a:cubicBezTo>
                  <a:lnTo>
                    <a:pt x="4455" y="4401"/>
                  </a:lnTo>
                  <a:lnTo>
                    <a:pt x="4455" y="4873"/>
                  </a:lnTo>
                  <a:cubicBezTo>
                    <a:pt x="4455" y="5308"/>
                    <a:pt x="4418" y="5798"/>
                    <a:pt x="4418" y="6251"/>
                  </a:cubicBezTo>
                  <a:lnTo>
                    <a:pt x="4361" y="7459"/>
                  </a:lnTo>
                  <a:lnTo>
                    <a:pt x="4361" y="7459"/>
                  </a:lnTo>
                  <a:lnTo>
                    <a:pt x="4927" y="6138"/>
                  </a:lnTo>
                  <a:lnTo>
                    <a:pt x="5003" y="5949"/>
                  </a:lnTo>
                  <a:cubicBezTo>
                    <a:pt x="5022" y="5912"/>
                    <a:pt x="5059" y="5855"/>
                    <a:pt x="5078" y="5798"/>
                  </a:cubicBezTo>
                  <a:lnTo>
                    <a:pt x="5191" y="5610"/>
                  </a:lnTo>
                  <a:lnTo>
                    <a:pt x="5418" y="5194"/>
                  </a:lnTo>
                  <a:cubicBezTo>
                    <a:pt x="5475" y="5100"/>
                    <a:pt x="5531" y="5024"/>
                    <a:pt x="5588" y="4930"/>
                  </a:cubicBezTo>
                  <a:lnTo>
                    <a:pt x="5701" y="4817"/>
                  </a:lnTo>
                  <a:cubicBezTo>
                    <a:pt x="5758" y="4741"/>
                    <a:pt x="5814" y="4703"/>
                    <a:pt x="5871" y="4647"/>
                  </a:cubicBezTo>
                  <a:cubicBezTo>
                    <a:pt x="5984" y="4534"/>
                    <a:pt x="6098" y="4439"/>
                    <a:pt x="6230" y="4364"/>
                  </a:cubicBezTo>
                  <a:cubicBezTo>
                    <a:pt x="6818" y="3976"/>
                    <a:pt x="7494" y="3774"/>
                    <a:pt x="8173" y="3774"/>
                  </a:cubicBezTo>
                  <a:cubicBezTo>
                    <a:pt x="8388" y="3774"/>
                    <a:pt x="8603" y="3794"/>
                    <a:pt x="8816" y="3835"/>
                  </a:cubicBezTo>
                  <a:cubicBezTo>
                    <a:pt x="9382" y="3948"/>
                    <a:pt x="9873" y="4232"/>
                    <a:pt x="10250" y="4666"/>
                  </a:cubicBezTo>
                  <a:cubicBezTo>
                    <a:pt x="10609" y="5043"/>
                    <a:pt x="10854" y="5496"/>
                    <a:pt x="11005" y="6006"/>
                  </a:cubicBezTo>
                  <a:cubicBezTo>
                    <a:pt x="11232" y="6780"/>
                    <a:pt x="11194" y="7610"/>
                    <a:pt x="10892" y="8366"/>
                  </a:cubicBezTo>
                  <a:cubicBezTo>
                    <a:pt x="10873" y="8422"/>
                    <a:pt x="10854" y="8498"/>
                    <a:pt x="10817" y="8554"/>
                  </a:cubicBezTo>
                  <a:lnTo>
                    <a:pt x="10722" y="8724"/>
                  </a:lnTo>
                  <a:lnTo>
                    <a:pt x="10647" y="8856"/>
                  </a:lnTo>
                  <a:lnTo>
                    <a:pt x="10571" y="8970"/>
                  </a:lnTo>
                  <a:lnTo>
                    <a:pt x="10439" y="9177"/>
                  </a:lnTo>
                  <a:lnTo>
                    <a:pt x="10609" y="8988"/>
                  </a:lnTo>
                  <a:lnTo>
                    <a:pt x="10703" y="8894"/>
                  </a:lnTo>
                  <a:lnTo>
                    <a:pt x="10798" y="8762"/>
                  </a:lnTo>
                  <a:lnTo>
                    <a:pt x="10911" y="8611"/>
                  </a:lnTo>
                  <a:cubicBezTo>
                    <a:pt x="10949" y="8554"/>
                    <a:pt x="10987" y="8498"/>
                    <a:pt x="11024" y="8422"/>
                  </a:cubicBezTo>
                  <a:cubicBezTo>
                    <a:pt x="11213" y="8101"/>
                    <a:pt x="11345" y="7743"/>
                    <a:pt x="11402" y="7384"/>
                  </a:cubicBezTo>
                  <a:cubicBezTo>
                    <a:pt x="11496" y="6893"/>
                    <a:pt x="11496" y="6402"/>
                    <a:pt x="11383" y="5912"/>
                  </a:cubicBezTo>
                  <a:cubicBezTo>
                    <a:pt x="11270" y="5345"/>
                    <a:pt x="11024" y="4798"/>
                    <a:pt x="10647" y="4326"/>
                  </a:cubicBezTo>
                  <a:cubicBezTo>
                    <a:pt x="10232" y="3797"/>
                    <a:pt x="9627" y="3420"/>
                    <a:pt x="8967" y="3250"/>
                  </a:cubicBezTo>
                  <a:cubicBezTo>
                    <a:pt x="8666" y="3177"/>
                    <a:pt x="8357" y="3139"/>
                    <a:pt x="8048" y="3139"/>
                  </a:cubicBezTo>
                  <a:cubicBezTo>
                    <a:pt x="7640" y="3139"/>
                    <a:pt x="7231" y="3205"/>
                    <a:pt x="6834" y="3344"/>
                  </a:cubicBezTo>
                  <a:cubicBezTo>
                    <a:pt x="6494" y="3439"/>
                    <a:pt x="6154" y="3609"/>
                    <a:pt x="5852" y="3816"/>
                  </a:cubicBezTo>
                  <a:cubicBezTo>
                    <a:pt x="5682" y="3911"/>
                    <a:pt x="5550" y="4024"/>
                    <a:pt x="5399" y="4156"/>
                  </a:cubicBezTo>
                  <a:cubicBezTo>
                    <a:pt x="5301" y="4240"/>
                    <a:pt x="5172" y="4376"/>
                    <a:pt x="5135" y="4418"/>
                  </a:cubicBezTo>
                  <a:lnTo>
                    <a:pt x="5135" y="4418"/>
                  </a:lnTo>
                  <a:lnTo>
                    <a:pt x="5135" y="4383"/>
                  </a:lnTo>
                  <a:lnTo>
                    <a:pt x="5116" y="4137"/>
                  </a:lnTo>
                  <a:cubicBezTo>
                    <a:pt x="5116" y="3967"/>
                    <a:pt x="5097" y="3779"/>
                    <a:pt x="5078" y="3609"/>
                  </a:cubicBezTo>
                  <a:cubicBezTo>
                    <a:pt x="5059" y="3439"/>
                    <a:pt x="5059" y="3269"/>
                    <a:pt x="5003" y="3099"/>
                  </a:cubicBezTo>
                  <a:cubicBezTo>
                    <a:pt x="4965" y="2929"/>
                    <a:pt x="4946" y="2759"/>
                    <a:pt x="4889" y="2608"/>
                  </a:cubicBezTo>
                  <a:cubicBezTo>
                    <a:pt x="4720" y="1966"/>
                    <a:pt x="4380" y="1362"/>
                    <a:pt x="3927" y="890"/>
                  </a:cubicBezTo>
                  <a:cubicBezTo>
                    <a:pt x="3511" y="437"/>
                    <a:pt x="2964" y="135"/>
                    <a:pt x="2379" y="41"/>
                  </a:cubicBezTo>
                  <a:cubicBezTo>
                    <a:pt x="2256" y="15"/>
                    <a:pt x="2130" y="1"/>
                    <a:pt x="20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43"/>
            <p:cNvSpPr/>
            <p:nvPr/>
          </p:nvSpPr>
          <p:spPr>
            <a:xfrm>
              <a:off x="9011750" y="4714566"/>
              <a:ext cx="266175" cy="125225"/>
            </a:xfrm>
            <a:custGeom>
              <a:avLst/>
              <a:gdLst/>
              <a:ahLst/>
              <a:cxnLst/>
              <a:rect l="l" t="t" r="r" b="b"/>
              <a:pathLst>
                <a:path w="10647" h="5009" extrusionOk="0">
                  <a:moveTo>
                    <a:pt x="2613" y="0"/>
                  </a:moveTo>
                  <a:cubicBezTo>
                    <a:pt x="2554" y="0"/>
                    <a:pt x="2494" y="2"/>
                    <a:pt x="2435" y="7"/>
                  </a:cubicBezTo>
                  <a:cubicBezTo>
                    <a:pt x="1982" y="44"/>
                    <a:pt x="1529" y="214"/>
                    <a:pt x="1152" y="479"/>
                  </a:cubicBezTo>
                  <a:cubicBezTo>
                    <a:pt x="604" y="856"/>
                    <a:pt x="208" y="1441"/>
                    <a:pt x="57" y="2102"/>
                  </a:cubicBezTo>
                  <a:cubicBezTo>
                    <a:pt x="19" y="2272"/>
                    <a:pt x="0" y="2461"/>
                    <a:pt x="0" y="2630"/>
                  </a:cubicBezTo>
                  <a:lnTo>
                    <a:pt x="19" y="2819"/>
                  </a:lnTo>
                  <a:lnTo>
                    <a:pt x="57" y="2630"/>
                  </a:lnTo>
                  <a:cubicBezTo>
                    <a:pt x="76" y="2442"/>
                    <a:pt x="132" y="2272"/>
                    <a:pt x="189" y="2121"/>
                  </a:cubicBezTo>
                  <a:cubicBezTo>
                    <a:pt x="415" y="1555"/>
                    <a:pt x="831" y="1083"/>
                    <a:pt x="1359" y="781"/>
                  </a:cubicBezTo>
                  <a:cubicBezTo>
                    <a:pt x="1699" y="592"/>
                    <a:pt x="2077" y="497"/>
                    <a:pt x="2473" y="497"/>
                  </a:cubicBezTo>
                  <a:cubicBezTo>
                    <a:pt x="2888" y="497"/>
                    <a:pt x="3304" y="630"/>
                    <a:pt x="3643" y="875"/>
                  </a:cubicBezTo>
                  <a:cubicBezTo>
                    <a:pt x="4021" y="1120"/>
                    <a:pt x="4323" y="1479"/>
                    <a:pt x="4493" y="1894"/>
                  </a:cubicBezTo>
                  <a:cubicBezTo>
                    <a:pt x="4531" y="1970"/>
                    <a:pt x="4568" y="2064"/>
                    <a:pt x="4606" y="2159"/>
                  </a:cubicBezTo>
                  <a:cubicBezTo>
                    <a:pt x="4625" y="2215"/>
                    <a:pt x="4625" y="2253"/>
                    <a:pt x="4644" y="2310"/>
                  </a:cubicBezTo>
                  <a:lnTo>
                    <a:pt x="4663" y="2385"/>
                  </a:lnTo>
                  <a:lnTo>
                    <a:pt x="4663" y="2404"/>
                  </a:lnTo>
                  <a:lnTo>
                    <a:pt x="4663" y="2498"/>
                  </a:lnTo>
                  <a:cubicBezTo>
                    <a:pt x="4719" y="2876"/>
                    <a:pt x="4606" y="3631"/>
                    <a:pt x="4568" y="4122"/>
                  </a:cubicBezTo>
                  <a:lnTo>
                    <a:pt x="4851" y="3801"/>
                  </a:lnTo>
                  <a:lnTo>
                    <a:pt x="5437" y="3140"/>
                  </a:lnTo>
                  <a:cubicBezTo>
                    <a:pt x="5607" y="2989"/>
                    <a:pt x="5833" y="2744"/>
                    <a:pt x="5890" y="2725"/>
                  </a:cubicBezTo>
                  <a:cubicBezTo>
                    <a:pt x="6078" y="2555"/>
                    <a:pt x="6267" y="2423"/>
                    <a:pt x="6475" y="2310"/>
                  </a:cubicBezTo>
                  <a:cubicBezTo>
                    <a:pt x="6871" y="2064"/>
                    <a:pt x="7324" y="1913"/>
                    <a:pt x="7777" y="1838"/>
                  </a:cubicBezTo>
                  <a:cubicBezTo>
                    <a:pt x="7881" y="1819"/>
                    <a:pt x="7990" y="1809"/>
                    <a:pt x="8098" y="1809"/>
                  </a:cubicBezTo>
                  <a:cubicBezTo>
                    <a:pt x="8207" y="1809"/>
                    <a:pt x="8315" y="1819"/>
                    <a:pt x="8419" y="1838"/>
                  </a:cubicBezTo>
                  <a:cubicBezTo>
                    <a:pt x="8532" y="1838"/>
                    <a:pt x="8627" y="1875"/>
                    <a:pt x="8740" y="1875"/>
                  </a:cubicBezTo>
                  <a:cubicBezTo>
                    <a:pt x="8834" y="1913"/>
                    <a:pt x="8910" y="1951"/>
                    <a:pt x="9004" y="1989"/>
                  </a:cubicBezTo>
                  <a:cubicBezTo>
                    <a:pt x="9363" y="2140"/>
                    <a:pt x="9665" y="2385"/>
                    <a:pt x="9910" y="2687"/>
                  </a:cubicBezTo>
                  <a:cubicBezTo>
                    <a:pt x="10118" y="2933"/>
                    <a:pt x="10269" y="3235"/>
                    <a:pt x="10345" y="3574"/>
                  </a:cubicBezTo>
                  <a:cubicBezTo>
                    <a:pt x="10420" y="3820"/>
                    <a:pt x="10439" y="4084"/>
                    <a:pt x="10401" y="4348"/>
                  </a:cubicBezTo>
                  <a:cubicBezTo>
                    <a:pt x="10382" y="4443"/>
                    <a:pt x="10363" y="4537"/>
                    <a:pt x="10326" y="4631"/>
                  </a:cubicBezTo>
                  <a:cubicBezTo>
                    <a:pt x="10307" y="4707"/>
                    <a:pt x="10269" y="4782"/>
                    <a:pt x="10231" y="4839"/>
                  </a:cubicBezTo>
                  <a:lnTo>
                    <a:pt x="10137" y="5009"/>
                  </a:lnTo>
                  <a:cubicBezTo>
                    <a:pt x="10307" y="4820"/>
                    <a:pt x="10439" y="4613"/>
                    <a:pt x="10533" y="4386"/>
                  </a:cubicBezTo>
                  <a:cubicBezTo>
                    <a:pt x="10628" y="4103"/>
                    <a:pt x="10647" y="3801"/>
                    <a:pt x="10628" y="3518"/>
                  </a:cubicBezTo>
                  <a:cubicBezTo>
                    <a:pt x="10514" y="2668"/>
                    <a:pt x="9986" y="1913"/>
                    <a:pt x="9231" y="1517"/>
                  </a:cubicBezTo>
                  <a:cubicBezTo>
                    <a:pt x="9099" y="1441"/>
                    <a:pt x="8985" y="1404"/>
                    <a:pt x="8872" y="1366"/>
                  </a:cubicBezTo>
                  <a:cubicBezTo>
                    <a:pt x="8740" y="1328"/>
                    <a:pt x="8608" y="1290"/>
                    <a:pt x="8495" y="1271"/>
                  </a:cubicBezTo>
                  <a:cubicBezTo>
                    <a:pt x="8301" y="1244"/>
                    <a:pt x="8098" y="1226"/>
                    <a:pt x="7899" y="1226"/>
                  </a:cubicBezTo>
                  <a:cubicBezTo>
                    <a:pt x="7826" y="1226"/>
                    <a:pt x="7754" y="1229"/>
                    <a:pt x="7683" y="1234"/>
                  </a:cubicBezTo>
                  <a:cubicBezTo>
                    <a:pt x="7136" y="1290"/>
                    <a:pt x="6607" y="1460"/>
                    <a:pt x="6135" y="1743"/>
                  </a:cubicBezTo>
                  <a:cubicBezTo>
                    <a:pt x="5890" y="1875"/>
                    <a:pt x="5663" y="2026"/>
                    <a:pt x="5437" y="2215"/>
                  </a:cubicBezTo>
                  <a:lnTo>
                    <a:pt x="5305" y="2328"/>
                  </a:lnTo>
                  <a:lnTo>
                    <a:pt x="5305" y="2310"/>
                  </a:lnTo>
                  <a:lnTo>
                    <a:pt x="5267" y="2159"/>
                  </a:lnTo>
                  <a:cubicBezTo>
                    <a:pt x="5267" y="2102"/>
                    <a:pt x="5248" y="2045"/>
                    <a:pt x="5229" y="1970"/>
                  </a:cubicBezTo>
                  <a:cubicBezTo>
                    <a:pt x="5172" y="1857"/>
                    <a:pt x="5135" y="1743"/>
                    <a:pt x="5078" y="1630"/>
                  </a:cubicBezTo>
                  <a:cubicBezTo>
                    <a:pt x="4833" y="1120"/>
                    <a:pt x="4436" y="686"/>
                    <a:pt x="3964" y="384"/>
                  </a:cubicBezTo>
                  <a:cubicBezTo>
                    <a:pt x="3562" y="133"/>
                    <a:pt x="3085" y="0"/>
                    <a:pt x="26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3"/>
            <p:cNvSpPr/>
            <p:nvPr/>
          </p:nvSpPr>
          <p:spPr>
            <a:xfrm>
              <a:off x="4830100" y="4507666"/>
              <a:ext cx="262400" cy="175000"/>
            </a:xfrm>
            <a:custGeom>
              <a:avLst/>
              <a:gdLst/>
              <a:ahLst/>
              <a:cxnLst/>
              <a:rect l="l" t="t" r="r" b="b"/>
              <a:pathLst>
                <a:path w="10496" h="7000" extrusionOk="0">
                  <a:moveTo>
                    <a:pt x="7721" y="0"/>
                  </a:moveTo>
                  <a:cubicBezTo>
                    <a:pt x="7499" y="0"/>
                    <a:pt x="7277" y="24"/>
                    <a:pt x="7060" y="71"/>
                  </a:cubicBezTo>
                  <a:cubicBezTo>
                    <a:pt x="6551" y="185"/>
                    <a:pt x="6079" y="411"/>
                    <a:pt x="5701" y="751"/>
                  </a:cubicBezTo>
                  <a:cubicBezTo>
                    <a:pt x="5286" y="1110"/>
                    <a:pt x="4965" y="1563"/>
                    <a:pt x="4757" y="2053"/>
                  </a:cubicBezTo>
                  <a:cubicBezTo>
                    <a:pt x="4531" y="2582"/>
                    <a:pt x="4436" y="3148"/>
                    <a:pt x="4474" y="3714"/>
                  </a:cubicBezTo>
                  <a:lnTo>
                    <a:pt x="4493" y="3828"/>
                  </a:lnTo>
                  <a:lnTo>
                    <a:pt x="4493" y="3884"/>
                  </a:lnTo>
                  <a:lnTo>
                    <a:pt x="4323" y="3809"/>
                  </a:lnTo>
                  <a:cubicBezTo>
                    <a:pt x="4267" y="3790"/>
                    <a:pt x="4210" y="3771"/>
                    <a:pt x="4134" y="3752"/>
                  </a:cubicBezTo>
                  <a:cubicBezTo>
                    <a:pt x="4021" y="3696"/>
                    <a:pt x="3889" y="3658"/>
                    <a:pt x="3757" y="3639"/>
                  </a:cubicBezTo>
                  <a:cubicBezTo>
                    <a:pt x="3511" y="3563"/>
                    <a:pt x="3247" y="3507"/>
                    <a:pt x="2983" y="3488"/>
                  </a:cubicBezTo>
                  <a:cubicBezTo>
                    <a:pt x="2876" y="3476"/>
                    <a:pt x="2768" y="3470"/>
                    <a:pt x="2660" y="3470"/>
                  </a:cubicBezTo>
                  <a:cubicBezTo>
                    <a:pt x="2272" y="3470"/>
                    <a:pt x="1880" y="3548"/>
                    <a:pt x="1511" y="3696"/>
                  </a:cubicBezTo>
                  <a:cubicBezTo>
                    <a:pt x="1284" y="3771"/>
                    <a:pt x="1076" y="3903"/>
                    <a:pt x="888" y="4054"/>
                  </a:cubicBezTo>
                  <a:cubicBezTo>
                    <a:pt x="718" y="4205"/>
                    <a:pt x="586" y="4375"/>
                    <a:pt x="472" y="4564"/>
                  </a:cubicBezTo>
                  <a:cubicBezTo>
                    <a:pt x="76" y="5130"/>
                    <a:pt x="0" y="5848"/>
                    <a:pt x="265" y="6470"/>
                  </a:cubicBezTo>
                  <a:cubicBezTo>
                    <a:pt x="359" y="6640"/>
                    <a:pt x="472" y="6773"/>
                    <a:pt x="604" y="6886"/>
                  </a:cubicBezTo>
                  <a:lnTo>
                    <a:pt x="755" y="6999"/>
                  </a:lnTo>
                  <a:cubicBezTo>
                    <a:pt x="586" y="6848"/>
                    <a:pt x="453" y="6640"/>
                    <a:pt x="397" y="6414"/>
                  </a:cubicBezTo>
                  <a:cubicBezTo>
                    <a:pt x="265" y="5848"/>
                    <a:pt x="416" y="5243"/>
                    <a:pt x="793" y="4790"/>
                  </a:cubicBezTo>
                  <a:cubicBezTo>
                    <a:pt x="907" y="4658"/>
                    <a:pt x="1039" y="4526"/>
                    <a:pt x="1171" y="4432"/>
                  </a:cubicBezTo>
                  <a:cubicBezTo>
                    <a:pt x="1322" y="4319"/>
                    <a:pt x="1492" y="4243"/>
                    <a:pt x="1680" y="4186"/>
                  </a:cubicBezTo>
                  <a:cubicBezTo>
                    <a:pt x="1935" y="4114"/>
                    <a:pt x="2204" y="4080"/>
                    <a:pt x="2474" y="4080"/>
                  </a:cubicBezTo>
                  <a:cubicBezTo>
                    <a:pt x="2626" y="4080"/>
                    <a:pt x="2777" y="4091"/>
                    <a:pt x="2926" y="4111"/>
                  </a:cubicBezTo>
                  <a:cubicBezTo>
                    <a:pt x="3134" y="4149"/>
                    <a:pt x="3360" y="4205"/>
                    <a:pt x="3587" y="4262"/>
                  </a:cubicBezTo>
                  <a:cubicBezTo>
                    <a:pt x="3700" y="4300"/>
                    <a:pt x="3795" y="4337"/>
                    <a:pt x="3908" y="4375"/>
                  </a:cubicBezTo>
                  <a:cubicBezTo>
                    <a:pt x="3965" y="4394"/>
                    <a:pt x="4021" y="4413"/>
                    <a:pt x="4078" y="4451"/>
                  </a:cubicBezTo>
                  <a:lnTo>
                    <a:pt x="4153" y="4470"/>
                  </a:lnTo>
                  <a:lnTo>
                    <a:pt x="4210" y="4488"/>
                  </a:lnTo>
                  <a:lnTo>
                    <a:pt x="4229" y="4488"/>
                  </a:lnTo>
                  <a:lnTo>
                    <a:pt x="4267" y="4507"/>
                  </a:lnTo>
                  <a:cubicBezTo>
                    <a:pt x="4682" y="4696"/>
                    <a:pt x="5154" y="4960"/>
                    <a:pt x="5569" y="5168"/>
                  </a:cubicBezTo>
                  <a:cubicBezTo>
                    <a:pt x="5475" y="4885"/>
                    <a:pt x="5380" y="4621"/>
                    <a:pt x="5305" y="4319"/>
                  </a:cubicBezTo>
                  <a:cubicBezTo>
                    <a:pt x="5248" y="4168"/>
                    <a:pt x="5210" y="4017"/>
                    <a:pt x="5173" y="3884"/>
                  </a:cubicBezTo>
                  <a:lnTo>
                    <a:pt x="5154" y="3639"/>
                  </a:lnTo>
                  <a:cubicBezTo>
                    <a:pt x="5116" y="3186"/>
                    <a:pt x="5191" y="2714"/>
                    <a:pt x="5361" y="2299"/>
                  </a:cubicBezTo>
                  <a:cubicBezTo>
                    <a:pt x="5512" y="1883"/>
                    <a:pt x="5777" y="1506"/>
                    <a:pt x="6098" y="1185"/>
                  </a:cubicBezTo>
                  <a:cubicBezTo>
                    <a:pt x="6400" y="902"/>
                    <a:pt x="6758" y="694"/>
                    <a:pt x="7174" y="562"/>
                  </a:cubicBezTo>
                  <a:cubicBezTo>
                    <a:pt x="7443" y="477"/>
                    <a:pt x="7733" y="435"/>
                    <a:pt x="8020" y="435"/>
                  </a:cubicBezTo>
                  <a:cubicBezTo>
                    <a:pt x="8116" y="435"/>
                    <a:pt x="8212" y="439"/>
                    <a:pt x="8306" y="449"/>
                  </a:cubicBezTo>
                  <a:cubicBezTo>
                    <a:pt x="8910" y="487"/>
                    <a:pt x="9476" y="694"/>
                    <a:pt x="9967" y="1034"/>
                  </a:cubicBezTo>
                  <a:cubicBezTo>
                    <a:pt x="10062" y="1091"/>
                    <a:pt x="10137" y="1147"/>
                    <a:pt x="10213" y="1223"/>
                  </a:cubicBezTo>
                  <a:cubicBezTo>
                    <a:pt x="10269" y="1261"/>
                    <a:pt x="10326" y="1317"/>
                    <a:pt x="10383" y="1355"/>
                  </a:cubicBezTo>
                  <a:lnTo>
                    <a:pt x="10496" y="1487"/>
                  </a:lnTo>
                  <a:lnTo>
                    <a:pt x="10420" y="1355"/>
                  </a:lnTo>
                  <a:cubicBezTo>
                    <a:pt x="10383" y="1279"/>
                    <a:pt x="10326" y="1223"/>
                    <a:pt x="10288" y="1166"/>
                  </a:cubicBezTo>
                  <a:cubicBezTo>
                    <a:pt x="10213" y="1091"/>
                    <a:pt x="10156" y="996"/>
                    <a:pt x="10081" y="940"/>
                  </a:cubicBezTo>
                  <a:cubicBezTo>
                    <a:pt x="9609" y="487"/>
                    <a:pt x="9023" y="185"/>
                    <a:pt x="8382" y="71"/>
                  </a:cubicBezTo>
                  <a:cubicBezTo>
                    <a:pt x="8165" y="24"/>
                    <a:pt x="7943" y="0"/>
                    <a:pt x="77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3"/>
            <p:cNvSpPr/>
            <p:nvPr/>
          </p:nvSpPr>
          <p:spPr>
            <a:xfrm>
              <a:off x="4597925" y="4892316"/>
              <a:ext cx="267600" cy="125400"/>
            </a:xfrm>
            <a:custGeom>
              <a:avLst/>
              <a:gdLst/>
              <a:ahLst/>
              <a:cxnLst/>
              <a:rect l="l" t="t" r="r" b="b"/>
              <a:pathLst>
                <a:path w="10704" h="5016" extrusionOk="0">
                  <a:moveTo>
                    <a:pt x="8831" y="1"/>
                  </a:moveTo>
                  <a:cubicBezTo>
                    <a:pt x="8530" y="1"/>
                    <a:pt x="8229" y="64"/>
                    <a:pt x="7947" y="183"/>
                  </a:cubicBezTo>
                  <a:cubicBezTo>
                    <a:pt x="7381" y="391"/>
                    <a:pt x="6928" y="806"/>
                    <a:pt x="6626" y="1335"/>
                  </a:cubicBezTo>
                  <a:cubicBezTo>
                    <a:pt x="6588" y="1410"/>
                    <a:pt x="6531" y="1504"/>
                    <a:pt x="6494" y="1599"/>
                  </a:cubicBezTo>
                  <a:lnTo>
                    <a:pt x="6380" y="1863"/>
                  </a:lnTo>
                  <a:lnTo>
                    <a:pt x="6343" y="1939"/>
                  </a:lnTo>
                  <a:lnTo>
                    <a:pt x="6343" y="1920"/>
                  </a:lnTo>
                  <a:lnTo>
                    <a:pt x="6324" y="1882"/>
                  </a:lnTo>
                  <a:cubicBezTo>
                    <a:pt x="6324" y="1863"/>
                    <a:pt x="6305" y="1844"/>
                    <a:pt x="6286" y="1825"/>
                  </a:cubicBezTo>
                  <a:lnTo>
                    <a:pt x="6173" y="1674"/>
                  </a:lnTo>
                  <a:cubicBezTo>
                    <a:pt x="5776" y="1146"/>
                    <a:pt x="5267" y="749"/>
                    <a:pt x="4682" y="485"/>
                  </a:cubicBezTo>
                  <a:cubicBezTo>
                    <a:pt x="4241" y="280"/>
                    <a:pt x="3755" y="177"/>
                    <a:pt x="3268" y="177"/>
                  </a:cubicBezTo>
                  <a:cubicBezTo>
                    <a:pt x="3128" y="177"/>
                    <a:pt x="2989" y="185"/>
                    <a:pt x="2850" y="202"/>
                  </a:cubicBezTo>
                  <a:cubicBezTo>
                    <a:pt x="2699" y="221"/>
                    <a:pt x="2548" y="240"/>
                    <a:pt x="2416" y="296"/>
                  </a:cubicBezTo>
                  <a:cubicBezTo>
                    <a:pt x="2265" y="334"/>
                    <a:pt x="2114" y="372"/>
                    <a:pt x="1982" y="447"/>
                  </a:cubicBezTo>
                  <a:cubicBezTo>
                    <a:pt x="1869" y="504"/>
                    <a:pt x="1737" y="579"/>
                    <a:pt x="1605" y="655"/>
                  </a:cubicBezTo>
                  <a:cubicBezTo>
                    <a:pt x="1491" y="712"/>
                    <a:pt x="1378" y="806"/>
                    <a:pt x="1265" y="881"/>
                  </a:cubicBezTo>
                  <a:cubicBezTo>
                    <a:pt x="887" y="1221"/>
                    <a:pt x="566" y="1618"/>
                    <a:pt x="359" y="2090"/>
                  </a:cubicBezTo>
                  <a:cubicBezTo>
                    <a:pt x="170" y="2467"/>
                    <a:pt x="57" y="2864"/>
                    <a:pt x="19" y="3298"/>
                  </a:cubicBezTo>
                  <a:cubicBezTo>
                    <a:pt x="0" y="3619"/>
                    <a:pt x="19" y="3939"/>
                    <a:pt x="76" y="4242"/>
                  </a:cubicBezTo>
                  <a:cubicBezTo>
                    <a:pt x="95" y="4355"/>
                    <a:pt x="132" y="4468"/>
                    <a:pt x="170" y="4581"/>
                  </a:cubicBezTo>
                  <a:cubicBezTo>
                    <a:pt x="208" y="4657"/>
                    <a:pt x="227" y="4751"/>
                    <a:pt x="283" y="4827"/>
                  </a:cubicBezTo>
                  <a:lnTo>
                    <a:pt x="378" y="5015"/>
                  </a:lnTo>
                  <a:lnTo>
                    <a:pt x="321" y="4808"/>
                  </a:lnTo>
                  <a:cubicBezTo>
                    <a:pt x="283" y="4732"/>
                    <a:pt x="264" y="4638"/>
                    <a:pt x="264" y="4562"/>
                  </a:cubicBezTo>
                  <a:cubicBezTo>
                    <a:pt x="246" y="4449"/>
                    <a:pt x="227" y="4336"/>
                    <a:pt x="227" y="4223"/>
                  </a:cubicBezTo>
                  <a:cubicBezTo>
                    <a:pt x="189" y="3921"/>
                    <a:pt x="227" y="3619"/>
                    <a:pt x="283" y="3335"/>
                  </a:cubicBezTo>
                  <a:cubicBezTo>
                    <a:pt x="359" y="2958"/>
                    <a:pt x="510" y="2599"/>
                    <a:pt x="699" y="2259"/>
                  </a:cubicBezTo>
                  <a:cubicBezTo>
                    <a:pt x="925" y="1882"/>
                    <a:pt x="1227" y="1542"/>
                    <a:pt x="1586" y="1278"/>
                  </a:cubicBezTo>
                  <a:cubicBezTo>
                    <a:pt x="1680" y="1202"/>
                    <a:pt x="1793" y="1146"/>
                    <a:pt x="1888" y="1089"/>
                  </a:cubicBezTo>
                  <a:cubicBezTo>
                    <a:pt x="1982" y="1032"/>
                    <a:pt x="2095" y="995"/>
                    <a:pt x="2209" y="938"/>
                  </a:cubicBezTo>
                  <a:cubicBezTo>
                    <a:pt x="2435" y="863"/>
                    <a:pt x="2681" y="806"/>
                    <a:pt x="2926" y="787"/>
                  </a:cubicBezTo>
                  <a:cubicBezTo>
                    <a:pt x="2999" y="782"/>
                    <a:pt x="3072" y="779"/>
                    <a:pt x="3144" y="779"/>
                  </a:cubicBezTo>
                  <a:cubicBezTo>
                    <a:pt x="3581" y="779"/>
                    <a:pt x="4013" y="876"/>
                    <a:pt x="4417" y="1070"/>
                  </a:cubicBezTo>
                  <a:cubicBezTo>
                    <a:pt x="4889" y="1297"/>
                    <a:pt x="5304" y="1637"/>
                    <a:pt x="5625" y="2071"/>
                  </a:cubicBezTo>
                  <a:lnTo>
                    <a:pt x="5739" y="2203"/>
                  </a:lnTo>
                  <a:cubicBezTo>
                    <a:pt x="5776" y="2278"/>
                    <a:pt x="5833" y="2373"/>
                    <a:pt x="5871" y="2486"/>
                  </a:cubicBezTo>
                  <a:cubicBezTo>
                    <a:pt x="5927" y="2580"/>
                    <a:pt x="5984" y="2675"/>
                    <a:pt x="6022" y="2788"/>
                  </a:cubicBezTo>
                  <a:lnTo>
                    <a:pt x="6154" y="3298"/>
                  </a:lnTo>
                  <a:lnTo>
                    <a:pt x="6437" y="3279"/>
                  </a:lnTo>
                  <a:lnTo>
                    <a:pt x="6682" y="3279"/>
                  </a:lnTo>
                  <a:lnTo>
                    <a:pt x="6833" y="3260"/>
                  </a:lnTo>
                  <a:lnTo>
                    <a:pt x="6852" y="2864"/>
                  </a:lnTo>
                  <a:cubicBezTo>
                    <a:pt x="6852" y="2807"/>
                    <a:pt x="6852" y="2750"/>
                    <a:pt x="6852" y="2694"/>
                  </a:cubicBezTo>
                  <a:lnTo>
                    <a:pt x="6890" y="2561"/>
                  </a:lnTo>
                  <a:lnTo>
                    <a:pt x="6966" y="2297"/>
                  </a:lnTo>
                  <a:lnTo>
                    <a:pt x="6984" y="2165"/>
                  </a:lnTo>
                  <a:lnTo>
                    <a:pt x="7003" y="2108"/>
                  </a:lnTo>
                  <a:cubicBezTo>
                    <a:pt x="7003" y="2090"/>
                    <a:pt x="7003" y="2071"/>
                    <a:pt x="7003" y="2071"/>
                  </a:cubicBezTo>
                  <a:lnTo>
                    <a:pt x="7079" y="1825"/>
                  </a:lnTo>
                  <a:cubicBezTo>
                    <a:pt x="7117" y="1750"/>
                    <a:pt x="7154" y="1693"/>
                    <a:pt x="7192" y="1618"/>
                  </a:cubicBezTo>
                  <a:cubicBezTo>
                    <a:pt x="7400" y="1202"/>
                    <a:pt x="7740" y="863"/>
                    <a:pt x="8155" y="655"/>
                  </a:cubicBezTo>
                  <a:cubicBezTo>
                    <a:pt x="8412" y="526"/>
                    <a:pt x="8695" y="459"/>
                    <a:pt x="8981" y="459"/>
                  </a:cubicBezTo>
                  <a:cubicBezTo>
                    <a:pt x="9115" y="459"/>
                    <a:pt x="9249" y="474"/>
                    <a:pt x="9382" y="504"/>
                  </a:cubicBezTo>
                  <a:cubicBezTo>
                    <a:pt x="9740" y="579"/>
                    <a:pt x="10042" y="806"/>
                    <a:pt x="10250" y="1108"/>
                  </a:cubicBezTo>
                  <a:cubicBezTo>
                    <a:pt x="10401" y="1353"/>
                    <a:pt x="10496" y="1637"/>
                    <a:pt x="10514" y="1920"/>
                  </a:cubicBezTo>
                  <a:cubicBezTo>
                    <a:pt x="10514" y="2127"/>
                    <a:pt x="10496" y="2316"/>
                    <a:pt x="10420" y="2505"/>
                  </a:cubicBezTo>
                  <a:cubicBezTo>
                    <a:pt x="10382" y="2543"/>
                    <a:pt x="10363" y="2599"/>
                    <a:pt x="10345" y="2637"/>
                  </a:cubicBezTo>
                  <a:cubicBezTo>
                    <a:pt x="10382" y="2599"/>
                    <a:pt x="10420" y="2561"/>
                    <a:pt x="10439" y="2505"/>
                  </a:cubicBezTo>
                  <a:cubicBezTo>
                    <a:pt x="10552" y="2335"/>
                    <a:pt x="10628" y="2146"/>
                    <a:pt x="10665" y="1939"/>
                  </a:cubicBezTo>
                  <a:cubicBezTo>
                    <a:pt x="10703" y="1391"/>
                    <a:pt x="10514" y="844"/>
                    <a:pt x="10118" y="466"/>
                  </a:cubicBezTo>
                  <a:cubicBezTo>
                    <a:pt x="10024" y="391"/>
                    <a:pt x="9929" y="315"/>
                    <a:pt x="9835" y="259"/>
                  </a:cubicBezTo>
                  <a:cubicBezTo>
                    <a:pt x="9722" y="221"/>
                    <a:pt x="9608" y="164"/>
                    <a:pt x="9495" y="108"/>
                  </a:cubicBezTo>
                  <a:cubicBezTo>
                    <a:pt x="9278" y="35"/>
                    <a:pt x="9054" y="1"/>
                    <a:pt x="88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3"/>
            <p:cNvSpPr/>
            <p:nvPr/>
          </p:nvSpPr>
          <p:spPr>
            <a:xfrm>
              <a:off x="5294200" y="2693466"/>
              <a:ext cx="408975" cy="375425"/>
            </a:xfrm>
            <a:custGeom>
              <a:avLst/>
              <a:gdLst/>
              <a:ahLst/>
              <a:cxnLst/>
              <a:rect l="l" t="t" r="r" b="b"/>
              <a:pathLst>
                <a:path w="16359" h="15017" extrusionOk="0">
                  <a:moveTo>
                    <a:pt x="4883" y="0"/>
                  </a:moveTo>
                  <a:cubicBezTo>
                    <a:pt x="4749" y="0"/>
                    <a:pt x="4622" y="7"/>
                    <a:pt x="4504" y="21"/>
                  </a:cubicBezTo>
                  <a:cubicBezTo>
                    <a:pt x="1559" y="379"/>
                    <a:pt x="785" y="7552"/>
                    <a:pt x="785" y="7552"/>
                  </a:cubicBezTo>
                  <a:cubicBezTo>
                    <a:pt x="1" y="11115"/>
                    <a:pt x="9839" y="15017"/>
                    <a:pt x="12601" y="15017"/>
                  </a:cubicBezTo>
                  <a:cubicBezTo>
                    <a:pt x="12898" y="15017"/>
                    <a:pt x="13113" y="14972"/>
                    <a:pt x="13225" y="14877"/>
                  </a:cubicBezTo>
                  <a:cubicBezTo>
                    <a:pt x="14357" y="13914"/>
                    <a:pt x="16358" y="8402"/>
                    <a:pt x="15773" y="6023"/>
                  </a:cubicBezTo>
                  <a:cubicBezTo>
                    <a:pt x="15230" y="3742"/>
                    <a:pt x="8049" y="0"/>
                    <a:pt x="488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3"/>
            <p:cNvSpPr/>
            <p:nvPr/>
          </p:nvSpPr>
          <p:spPr>
            <a:xfrm>
              <a:off x="4895825" y="2985016"/>
              <a:ext cx="504375" cy="211250"/>
            </a:xfrm>
            <a:custGeom>
              <a:avLst/>
              <a:gdLst/>
              <a:ahLst/>
              <a:cxnLst/>
              <a:rect l="l" t="t" r="r" b="b"/>
              <a:pathLst>
                <a:path w="20175" h="8450" extrusionOk="0">
                  <a:moveTo>
                    <a:pt x="3346" y="1"/>
                  </a:moveTo>
                  <a:cubicBezTo>
                    <a:pt x="3324" y="1"/>
                    <a:pt x="3302" y="2"/>
                    <a:pt x="3280" y="6"/>
                  </a:cubicBezTo>
                  <a:cubicBezTo>
                    <a:pt x="2279" y="176"/>
                    <a:pt x="4092" y="3479"/>
                    <a:pt x="4054" y="3573"/>
                  </a:cubicBezTo>
                  <a:cubicBezTo>
                    <a:pt x="4052" y="3576"/>
                    <a:pt x="4050" y="3577"/>
                    <a:pt x="4046" y="3577"/>
                  </a:cubicBezTo>
                  <a:cubicBezTo>
                    <a:pt x="3898" y="3577"/>
                    <a:pt x="1999" y="1833"/>
                    <a:pt x="1099" y="1833"/>
                  </a:cubicBezTo>
                  <a:cubicBezTo>
                    <a:pt x="992" y="1833"/>
                    <a:pt x="900" y="1858"/>
                    <a:pt x="826" y="1912"/>
                  </a:cubicBezTo>
                  <a:cubicBezTo>
                    <a:pt x="127" y="2422"/>
                    <a:pt x="3110" y="4838"/>
                    <a:pt x="3016" y="5027"/>
                  </a:cubicBezTo>
                  <a:cubicBezTo>
                    <a:pt x="3009" y="5040"/>
                    <a:pt x="2992" y="5046"/>
                    <a:pt x="2965" y="5046"/>
                  </a:cubicBezTo>
                  <a:cubicBezTo>
                    <a:pt x="2696" y="5046"/>
                    <a:pt x="1474" y="4429"/>
                    <a:pt x="766" y="4429"/>
                  </a:cubicBezTo>
                  <a:cubicBezTo>
                    <a:pt x="544" y="4429"/>
                    <a:pt x="373" y="4490"/>
                    <a:pt x="297" y="4649"/>
                  </a:cubicBezTo>
                  <a:cubicBezTo>
                    <a:pt x="1" y="5275"/>
                    <a:pt x="3710" y="7322"/>
                    <a:pt x="5515" y="7322"/>
                  </a:cubicBezTo>
                  <a:cubicBezTo>
                    <a:pt x="5780" y="7322"/>
                    <a:pt x="6004" y="7278"/>
                    <a:pt x="6168" y="7179"/>
                  </a:cubicBezTo>
                  <a:cubicBezTo>
                    <a:pt x="6168" y="7179"/>
                    <a:pt x="8638" y="8450"/>
                    <a:pt x="12045" y="8450"/>
                  </a:cubicBezTo>
                  <a:cubicBezTo>
                    <a:pt x="14466" y="8450"/>
                    <a:pt x="17359" y="7808"/>
                    <a:pt x="20174" y="5612"/>
                  </a:cubicBezTo>
                  <a:lnTo>
                    <a:pt x="17060" y="2214"/>
                  </a:lnTo>
                  <a:cubicBezTo>
                    <a:pt x="17060" y="2214"/>
                    <a:pt x="14383" y="4784"/>
                    <a:pt x="10426" y="4784"/>
                  </a:cubicBezTo>
                  <a:cubicBezTo>
                    <a:pt x="9684" y="4784"/>
                    <a:pt x="8897" y="4694"/>
                    <a:pt x="8074" y="4479"/>
                  </a:cubicBezTo>
                  <a:cubicBezTo>
                    <a:pt x="8074" y="4479"/>
                    <a:pt x="8924" y="1346"/>
                    <a:pt x="7961" y="1025"/>
                  </a:cubicBezTo>
                  <a:cubicBezTo>
                    <a:pt x="7902" y="1006"/>
                    <a:pt x="7845" y="997"/>
                    <a:pt x="7788" y="997"/>
                  </a:cubicBezTo>
                  <a:cubicBezTo>
                    <a:pt x="6940" y="997"/>
                    <a:pt x="6369" y="2996"/>
                    <a:pt x="5979" y="3120"/>
                  </a:cubicBezTo>
                  <a:cubicBezTo>
                    <a:pt x="5973" y="3122"/>
                    <a:pt x="5966" y="3123"/>
                    <a:pt x="5959" y="3123"/>
                  </a:cubicBezTo>
                  <a:cubicBezTo>
                    <a:pt x="5549" y="3123"/>
                    <a:pt x="4320" y="1"/>
                    <a:pt x="3346" y="1"/>
                  </a:cubicBezTo>
                  <a:close/>
                </a:path>
              </a:pathLst>
            </a:custGeom>
            <a:solidFill>
              <a:srgbClr val="FFE4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43"/>
            <p:cNvSpPr/>
            <p:nvPr/>
          </p:nvSpPr>
          <p:spPr>
            <a:xfrm>
              <a:off x="5601675" y="2624591"/>
              <a:ext cx="141125" cy="135525"/>
            </a:xfrm>
            <a:custGeom>
              <a:avLst/>
              <a:gdLst/>
              <a:ahLst/>
              <a:cxnLst/>
              <a:rect l="l" t="t" r="r" b="b"/>
              <a:pathLst>
                <a:path w="5645" h="5421" extrusionOk="0">
                  <a:moveTo>
                    <a:pt x="5079" y="1"/>
                  </a:moveTo>
                  <a:cubicBezTo>
                    <a:pt x="3380" y="152"/>
                    <a:pt x="1737" y="680"/>
                    <a:pt x="265" y="1549"/>
                  </a:cubicBezTo>
                  <a:cubicBezTo>
                    <a:pt x="265" y="1549"/>
                    <a:pt x="1" y="5421"/>
                    <a:pt x="1257" y="5421"/>
                  </a:cubicBezTo>
                  <a:cubicBezTo>
                    <a:pt x="1426" y="5421"/>
                    <a:pt x="1622" y="5351"/>
                    <a:pt x="1851" y="5192"/>
                  </a:cubicBezTo>
                  <a:cubicBezTo>
                    <a:pt x="2983" y="4380"/>
                    <a:pt x="4286" y="3871"/>
                    <a:pt x="5645" y="3682"/>
                  </a:cubicBezTo>
                  <a:lnTo>
                    <a:pt x="5079" y="1"/>
                  </a:lnTo>
                  <a:close/>
                </a:path>
              </a:pathLst>
            </a:custGeom>
            <a:solidFill>
              <a:srgbClr val="FFE4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43"/>
            <p:cNvSpPr/>
            <p:nvPr/>
          </p:nvSpPr>
          <p:spPr>
            <a:xfrm>
              <a:off x="5301075" y="2650091"/>
              <a:ext cx="530450" cy="511575"/>
            </a:xfrm>
            <a:custGeom>
              <a:avLst/>
              <a:gdLst/>
              <a:ahLst/>
              <a:cxnLst/>
              <a:rect l="l" t="t" r="r" b="b"/>
              <a:pathLst>
                <a:path w="21218" h="20463" extrusionOk="0">
                  <a:moveTo>
                    <a:pt x="12704" y="0"/>
                  </a:moveTo>
                  <a:cubicBezTo>
                    <a:pt x="6683" y="2341"/>
                    <a:pt x="4021" y="9759"/>
                    <a:pt x="4021" y="9759"/>
                  </a:cubicBezTo>
                  <a:cubicBezTo>
                    <a:pt x="3643" y="10477"/>
                    <a:pt x="3323" y="11232"/>
                    <a:pt x="3039" y="11987"/>
                  </a:cubicBezTo>
                  <a:cubicBezTo>
                    <a:pt x="2435" y="13591"/>
                    <a:pt x="0" y="15441"/>
                    <a:pt x="0" y="15441"/>
                  </a:cubicBezTo>
                  <a:cubicBezTo>
                    <a:pt x="1208" y="17216"/>
                    <a:pt x="2756" y="18726"/>
                    <a:pt x="4531" y="19877"/>
                  </a:cubicBezTo>
                  <a:cubicBezTo>
                    <a:pt x="6626" y="18292"/>
                    <a:pt x="6267" y="15064"/>
                    <a:pt x="6267" y="15064"/>
                  </a:cubicBezTo>
                  <a:lnTo>
                    <a:pt x="6267" y="15064"/>
                  </a:lnTo>
                  <a:lnTo>
                    <a:pt x="6928" y="15743"/>
                  </a:lnTo>
                  <a:cubicBezTo>
                    <a:pt x="8740" y="16215"/>
                    <a:pt x="15177" y="20444"/>
                    <a:pt x="16838" y="20462"/>
                  </a:cubicBezTo>
                  <a:cubicBezTo>
                    <a:pt x="16846" y="20463"/>
                    <a:pt x="16855" y="20463"/>
                    <a:pt x="16863" y="20463"/>
                  </a:cubicBezTo>
                  <a:cubicBezTo>
                    <a:pt x="18479" y="20463"/>
                    <a:pt x="18368" y="18609"/>
                    <a:pt x="18537" y="17914"/>
                  </a:cubicBezTo>
                  <a:cubicBezTo>
                    <a:pt x="18726" y="17235"/>
                    <a:pt x="20897" y="13308"/>
                    <a:pt x="21067" y="12251"/>
                  </a:cubicBezTo>
                  <a:cubicBezTo>
                    <a:pt x="21218" y="11194"/>
                    <a:pt x="21142" y="9816"/>
                    <a:pt x="19179" y="9608"/>
                  </a:cubicBezTo>
                  <a:cubicBezTo>
                    <a:pt x="17235" y="9420"/>
                    <a:pt x="11609" y="7683"/>
                    <a:pt x="11609" y="7683"/>
                  </a:cubicBezTo>
                  <a:cubicBezTo>
                    <a:pt x="12402" y="5739"/>
                    <a:pt x="14554" y="4417"/>
                    <a:pt x="14554" y="4417"/>
                  </a:cubicBezTo>
                  <a:cubicBezTo>
                    <a:pt x="14347" y="3738"/>
                    <a:pt x="12704" y="0"/>
                    <a:pt x="127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43"/>
            <p:cNvSpPr/>
            <p:nvPr/>
          </p:nvSpPr>
          <p:spPr>
            <a:xfrm>
              <a:off x="5383175" y="2828941"/>
              <a:ext cx="85925" cy="109300"/>
            </a:xfrm>
            <a:custGeom>
              <a:avLst/>
              <a:gdLst/>
              <a:ahLst/>
              <a:cxnLst/>
              <a:rect l="l" t="t" r="r" b="b"/>
              <a:pathLst>
                <a:path w="3437" h="4372" extrusionOk="0">
                  <a:moveTo>
                    <a:pt x="1964" y="0"/>
                  </a:moveTo>
                  <a:cubicBezTo>
                    <a:pt x="1643" y="472"/>
                    <a:pt x="1" y="4229"/>
                    <a:pt x="1" y="4229"/>
                  </a:cubicBezTo>
                  <a:cubicBezTo>
                    <a:pt x="1" y="4229"/>
                    <a:pt x="308" y="4371"/>
                    <a:pt x="734" y="4371"/>
                  </a:cubicBezTo>
                  <a:cubicBezTo>
                    <a:pt x="1252" y="4371"/>
                    <a:pt x="1945" y="4161"/>
                    <a:pt x="2474" y="3228"/>
                  </a:cubicBezTo>
                  <a:cubicBezTo>
                    <a:pt x="3436" y="1529"/>
                    <a:pt x="1964" y="0"/>
                    <a:pt x="1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43"/>
            <p:cNvSpPr/>
            <p:nvPr/>
          </p:nvSpPr>
          <p:spPr>
            <a:xfrm>
              <a:off x="5026425" y="3082366"/>
              <a:ext cx="33050" cy="51450"/>
            </a:xfrm>
            <a:custGeom>
              <a:avLst/>
              <a:gdLst/>
              <a:ahLst/>
              <a:cxnLst/>
              <a:rect l="l" t="t" r="r" b="b"/>
              <a:pathLst>
                <a:path w="1322" h="2058" extrusionOk="0">
                  <a:moveTo>
                    <a:pt x="151" y="0"/>
                  </a:moveTo>
                  <a:cubicBezTo>
                    <a:pt x="151" y="0"/>
                    <a:pt x="132" y="113"/>
                    <a:pt x="113" y="132"/>
                  </a:cubicBezTo>
                  <a:cubicBezTo>
                    <a:pt x="94" y="170"/>
                    <a:pt x="76" y="208"/>
                    <a:pt x="57" y="264"/>
                  </a:cubicBezTo>
                  <a:cubicBezTo>
                    <a:pt x="38" y="321"/>
                    <a:pt x="19" y="378"/>
                    <a:pt x="19" y="434"/>
                  </a:cubicBezTo>
                  <a:cubicBezTo>
                    <a:pt x="0" y="491"/>
                    <a:pt x="0" y="567"/>
                    <a:pt x="0" y="642"/>
                  </a:cubicBezTo>
                  <a:cubicBezTo>
                    <a:pt x="0" y="718"/>
                    <a:pt x="0" y="793"/>
                    <a:pt x="19" y="887"/>
                  </a:cubicBezTo>
                  <a:cubicBezTo>
                    <a:pt x="38" y="963"/>
                    <a:pt x="57" y="1038"/>
                    <a:pt x="94" y="1114"/>
                  </a:cubicBezTo>
                  <a:lnTo>
                    <a:pt x="189" y="1359"/>
                  </a:lnTo>
                  <a:lnTo>
                    <a:pt x="340" y="1567"/>
                  </a:lnTo>
                  <a:cubicBezTo>
                    <a:pt x="397" y="1642"/>
                    <a:pt x="453" y="1699"/>
                    <a:pt x="529" y="1737"/>
                  </a:cubicBezTo>
                  <a:cubicBezTo>
                    <a:pt x="585" y="1793"/>
                    <a:pt x="642" y="1850"/>
                    <a:pt x="717" y="1888"/>
                  </a:cubicBezTo>
                  <a:cubicBezTo>
                    <a:pt x="774" y="1926"/>
                    <a:pt x="850" y="1945"/>
                    <a:pt x="906" y="1982"/>
                  </a:cubicBezTo>
                  <a:cubicBezTo>
                    <a:pt x="963" y="2001"/>
                    <a:pt x="1019" y="2020"/>
                    <a:pt x="1076" y="2039"/>
                  </a:cubicBezTo>
                  <a:lnTo>
                    <a:pt x="1208" y="2058"/>
                  </a:lnTo>
                  <a:lnTo>
                    <a:pt x="1321" y="2058"/>
                  </a:lnTo>
                  <a:lnTo>
                    <a:pt x="1227" y="1982"/>
                  </a:lnTo>
                  <a:lnTo>
                    <a:pt x="1133" y="1888"/>
                  </a:lnTo>
                  <a:cubicBezTo>
                    <a:pt x="1076" y="1869"/>
                    <a:pt x="1038" y="1831"/>
                    <a:pt x="1001" y="1793"/>
                  </a:cubicBezTo>
                  <a:cubicBezTo>
                    <a:pt x="963" y="1756"/>
                    <a:pt x="925" y="1718"/>
                    <a:pt x="868" y="1661"/>
                  </a:cubicBezTo>
                  <a:cubicBezTo>
                    <a:pt x="831" y="1624"/>
                    <a:pt x="774" y="1567"/>
                    <a:pt x="736" y="1510"/>
                  </a:cubicBezTo>
                  <a:cubicBezTo>
                    <a:pt x="680" y="1473"/>
                    <a:pt x="642" y="1416"/>
                    <a:pt x="604" y="1359"/>
                  </a:cubicBezTo>
                  <a:lnTo>
                    <a:pt x="491" y="1171"/>
                  </a:lnTo>
                  <a:lnTo>
                    <a:pt x="378" y="982"/>
                  </a:lnTo>
                  <a:cubicBezTo>
                    <a:pt x="359" y="906"/>
                    <a:pt x="321" y="850"/>
                    <a:pt x="302" y="774"/>
                  </a:cubicBezTo>
                  <a:cubicBezTo>
                    <a:pt x="283" y="718"/>
                    <a:pt x="264" y="642"/>
                    <a:pt x="245" y="585"/>
                  </a:cubicBezTo>
                  <a:cubicBezTo>
                    <a:pt x="227" y="529"/>
                    <a:pt x="227" y="453"/>
                    <a:pt x="208" y="397"/>
                  </a:cubicBezTo>
                  <a:cubicBezTo>
                    <a:pt x="189" y="359"/>
                    <a:pt x="189" y="302"/>
                    <a:pt x="170" y="246"/>
                  </a:cubicBezTo>
                  <a:lnTo>
                    <a:pt x="170" y="113"/>
                  </a:lnTo>
                  <a:lnTo>
                    <a:pt x="151" y="0"/>
                  </a:lnTo>
                  <a:close/>
                </a:path>
              </a:pathLst>
            </a:custGeom>
            <a:solidFill>
              <a:srgbClr val="D88E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43"/>
            <p:cNvSpPr/>
            <p:nvPr/>
          </p:nvSpPr>
          <p:spPr>
            <a:xfrm>
              <a:off x="5354875" y="2927091"/>
              <a:ext cx="191150" cy="150575"/>
            </a:xfrm>
            <a:custGeom>
              <a:avLst/>
              <a:gdLst/>
              <a:ahLst/>
              <a:cxnLst/>
              <a:rect l="l" t="t" r="r" b="b"/>
              <a:pathLst>
                <a:path w="7646" h="6023" extrusionOk="0">
                  <a:moveTo>
                    <a:pt x="850" y="1"/>
                  </a:moveTo>
                  <a:lnTo>
                    <a:pt x="0" y="1681"/>
                  </a:lnTo>
                  <a:cubicBezTo>
                    <a:pt x="0" y="1681"/>
                    <a:pt x="3323" y="5607"/>
                    <a:pt x="7645" y="6022"/>
                  </a:cubicBezTo>
                  <a:cubicBezTo>
                    <a:pt x="7645" y="6022"/>
                    <a:pt x="2511" y="1964"/>
                    <a:pt x="85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43"/>
            <p:cNvSpPr/>
            <p:nvPr/>
          </p:nvSpPr>
          <p:spPr>
            <a:xfrm>
              <a:off x="5428025" y="2782216"/>
              <a:ext cx="223225" cy="93725"/>
            </a:xfrm>
            <a:custGeom>
              <a:avLst/>
              <a:gdLst/>
              <a:ahLst/>
              <a:cxnLst/>
              <a:rect l="l" t="t" r="r" b="b"/>
              <a:pathLst>
                <a:path w="8929" h="3749" extrusionOk="0">
                  <a:moveTo>
                    <a:pt x="887" y="1"/>
                  </a:moveTo>
                  <a:cubicBezTo>
                    <a:pt x="566" y="529"/>
                    <a:pt x="264" y="1077"/>
                    <a:pt x="0" y="1643"/>
                  </a:cubicBezTo>
                  <a:cubicBezTo>
                    <a:pt x="2383" y="3297"/>
                    <a:pt x="4443" y="3749"/>
                    <a:pt x="5982" y="3749"/>
                  </a:cubicBezTo>
                  <a:cubicBezTo>
                    <a:pt x="7832" y="3749"/>
                    <a:pt x="8929" y="3096"/>
                    <a:pt x="8929" y="3096"/>
                  </a:cubicBezTo>
                  <a:cubicBezTo>
                    <a:pt x="8872" y="2776"/>
                    <a:pt x="7626" y="2719"/>
                    <a:pt x="7626" y="2719"/>
                  </a:cubicBezTo>
                  <a:cubicBezTo>
                    <a:pt x="3190" y="2681"/>
                    <a:pt x="887" y="1"/>
                    <a:pt x="88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43"/>
            <p:cNvSpPr/>
            <p:nvPr/>
          </p:nvSpPr>
          <p:spPr>
            <a:xfrm>
              <a:off x="5389800" y="2821391"/>
              <a:ext cx="85900" cy="102900"/>
            </a:xfrm>
            <a:custGeom>
              <a:avLst/>
              <a:gdLst/>
              <a:ahLst/>
              <a:cxnLst/>
              <a:rect l="l" t="t" r="r" b="b"/>
              <a:pathLst>
                <a:path w="3436" h="4116" extrusionOk="0">
                  <a:moveTo>
                    <a:pt x="906" y="0"/>
                  </a:moveTo>
                  <a:lnTo>
                    <a:pt x="906" y="0"/>
                  </a:lnTo>
                  <a:cubicBezTo>
                    <a:pt x="755" y="378"/>
                    <a:pt x="0" y="4116"/>
                    <a:pt x="0" y="4116"/>
                  </a:cubicBezTo>
                  <a:cubicBezTo>
                    <a:pt x="3436" y="3360"/>
                    <a:pt x="906" y="1"/>
                    <a:pt x="906" y="0"/>
                  </a:cubicBezTo>
                  <a:close/>
                </a:path>
              </a:pathLst>
            </a:custGeom>
            <a:solidFill>
              <a:srgbClr val="EFB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43"/>
            <p:cNvSpPr/>
            <p:nvPr/>
          </p:nvSpPr>
          <p:spPr>
            <a:xfrm>
              <a:off x="4774875" y="2355566"/>
              <a:ext cx="734800" cy="590300"/>
            </a:xfrm>
            <a:custGeom>
              <a:avLst/>
              <a:gdLst/>
              <a:ahLst/>
              <a:cxnLst/>
              <a:rect l="l" t="t" r="r" b="b"/>
              <a:pathLst>
                <a:path w="29392" h="23612" extrusionOk="0">
                  <a:moveTo>
                    <a:pt x="18483" y="0"/>
                  </a:moveTo>
                  <a:cubicBezTo>
                    <a:pt x="17682" y="0"/>
                    <a:pt x="17481" y="2456"/>
                    <a:pt x="17481" y="2456"/>
                  </a:cubicBezTo>
                  <a:cubicBezTo>
                    <a:pt x="17481" y="2456"/>
                    <a:pt x="13309" y="2796"/>
                    <a:pt x="11365" y="5646"/>
                  </a:cubicBezTo>
                  <a:cubicBezTo>
                    <a:pt x="11365" y="5646"/>
                    <a:pt x="10561" y="3834"/>
                    <a:pt x="9456" y="3834"/>
                  </a:cubicBezTo>
                  <a:cubicBezTo>
                    <a:pt x="9451" y="3834"/>
                    <a:pt x="9445" y="3834"/>
                    <a:pt x="9439" y="3834"/>
                  </a:cubicBezTo>
                  <a:cubicBezTo>
                    <a:pt x="8307" y="3872"/>
                    <a:pt x="5815" y="6873"/>
                    <a:pt x="5418" y="10951"/>
                  </a:cubicBezTo>
                  <a:cubicBezTo>
                    <a:pt x="5418" y="10951"/>
                    <a:pt x="4285" y="8992"/>
                    <a:pt x="3295" y="8992"/>
                  </a:cubicBezTo>
                  <a:cubicBezTo>
                    <a:pt x="3248" y="8992"/>
                    <a:pt x="3200" y="8997"/>
                    <a:pt x="3153" y="9006"/>
                  </a:cubicBezTo>
                  <a:cubicBezTo>
                    <a:pt x="2134" y="9214"/>
                    <a:pt x="1" y="14311"/>
                    <a:pt x="3153" y="17576"/>
                  </a:cubicBezTo>
                  <a:cubicBezTo>
                    <a:pt x="3153" y="17576"/>
                    <a:pt x="2984" y="17553"/>
                    <a:pt x="2775" y="17553"/>
                  </a:cubicBezTo>
                  <a:cubicBezTo>
                    <a:pt x="2448" y="17553"/>
                    <a:pt x="2025" y="17609"/>
                    <a:pt x="2002" y="17897"/>
                  </a:cubicBezTo>
                  <a:cubicBezTo>
                    <a:pt x="1964" y="18369"/>
                    <a:pt x="3493" y="18501"/>
                    <a:pt x="3493" y="18501"/>
                  </a:cubicBezTo>
                  <a:cubicBezTo>
                    <a:pt x="3493" y="18501"/>
                    <a:pt x="2776" y="19068"/>
                    <a:pt x="3116" y="19558"/>
                  </a:cubicBezTo>
                  <a:cubicBezTo>
                    <a:pt x="3181" y="19654"/>
                    <a:pt x="3268" y="19692"/>
                    <a:pt x="3365" y="19692"/>
                  </a:cubicBezTo>
                  <a:cubicBezTo>
                    <a:pt x="3747" y="19692"/>
                    <a:pt x="4286" y="19105"/>
                    <a:pt x="4286" y="19105"/>
                  </a:cubicBezTo>
                  <a:cubicBezTo>
                    <a:pt x="4286" y="19105"/>
                    <a:pt x="4475" y="23088"/>
                    <a:pt x="7816" y="23579"/>
                  </a:cubicBezTo>
                  <a:cubicBezTo>
                    <a:pt x="7958" y="23601"/>
                    <a:pt x="8109" y="23611"/>
                    <a:pt x="8269" y="23611"/>
                  </a:cubicBezTo>
                  <a:cubicBezTo>
                    <a:pt x="11865" y="23611"/>
                    <a:pt x="19681" y="18342"/>
                    <a:pt x="19916" y="18161"/>
                  </a:cubicBezTo>
                  <a:cubicBezTo>
                    <a:pt x="20180" y="17954"/>
                    <a:pt x="27919" y="17180"/>
                    <a:pt x="28354" y="16198"/>
                  </a:cubicBezTo>
                  <a:cubicBezTo>
                    <a:pt x="28807" y="15236"/>
                    <a:pt x="27353" y="14160"/>
                    <a:pt x="27353" y="14160"/>
                  </a:cubicBezTo>
                  <a:lnTo>
                    <a:pt x="27353" y="14160"/>
                  </a:lnTo>
                  <a:cubicBezTo>
                    <a:pt x="27353" y="14160"/>
                    <a:pt x="27377" y="14160"/>
                    <a:pt x="27420" y="14160"/>
                  </a:cubicBezTo>
                  <a:cubicBezTo>
                    <a:pt x="27749" y="14160"/>
                    <a:pt x="29197" y="14131"/>
                    <a:pt x="29297" y="13612"/>
                  </a:cubicBezTo>
                  <a:cubicBezTo>
                    <a:pt x="29392" y="13027"/>
                    <a:pt x="25012" y="10667"/>
                    <a:pt x="24824" y="10516"/>
                  </a:cubicBezTo>
                  <a:cubicBezTo>
                    <a:pt x="24635" y="10384"/>
                    <a:pt x="25975" y="5760"/>
                    <a:pt x="21520" y="3796"/>
                  </a:cubicBezTo>
                  <a:cubicBezTo>
                    <a:pt x="21520" y="3796"/>
                    <a:pt x="22766" y="2305"/>
                    <a:pt x="22332" y="1682"/>
                  </a:cubicBezTo>
                  <a:cubicBezTo>
                    <a:pt x="22248" y="1556"/>
                    <a:pt x="22092" y="1506"/>
                    <a:pt x="21896" y="1506"/>
                  </a:cubicBezTo>
                  <a:cubicBezTo>
                    <a:pt x="21127" y="1506"/>
                    <a:pt x="19746" y="2286"/>
                    <a:pt x="19746" y="2286"/>
                  </a:cubicBezTo>
                  <a:cubicBezTo>
                    <a:pt x="19746" y="2286"/>
                    <a:pt x="19331" y="78"/>
                    <a:pt x="18519" y="2"/>
                  </a:cubicBezTo>
                  <a:cubicBezTo>
                    <a:pt x="18507" y="1"/>
                    <a:pt x="18495" y="0"/>
                    <a:pt x="184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43"/>
            <p:cNvSpPr/>
            <p:nvPr/>
          </p:nvSpPr>
          <p:spPr>
            <a:xfrm>
              <a:off x="4918825" y="2572091"/>
              <a:ext cx="575275" cy="479200"/>
            </a:xfrm>
            <a:custGeom>
              <a:avLst/>
              <a:gdLst/>
              <a:ahLst/>
              <a:cxnLst/>
              <a:rect l="l" t="t" r="r" b="b"/>
              <a:pathLst>
                <a:path w="23011" h="19168" extrusionOk="0">
                  <a:moveTo>
                    <a:pt x="19207" y="0"/>
                  </a:moveTo>
                  <a:cubicBezTo>
                    <a:pt x="17748" y="0"/>
                    <a:pt x="17480" y="2271"/>
                    <a:pt x="17480" y="2271"/>
                  </a:cubicBezTo>
                  <a:cubicBezTo>
                    <a:pt x="19084" y="3668"/>
                    <a:pt x="19405" y="5518"/>
                    <a:pt x="18254" y="5782"/>
                  </a:cubicBezTo>
                  <a:cubicBezTo>
                    <a:pt x="18212" y="5791"/>
                    <a:pt x="18171" y="5796"/>
                    <a:pt x="18130" y="5796"/>
                  </a:cubicBezTo>
                  <a:cubicBezTo>
                    <a:pt x="17051" y="5796"/>
                    <a:pt x="16385" y="2554"/>
                    <a:pt x="16385" y="2554"/>
                  </a:cubicBezTo>
                  <a:cubicBezTo>
                    <a:pt x="16312" y="2563"/>
                    <a:pt x="16239" y="2567"/>
                    <a:pt x="16165" y="2567"/>
                  </a:cubicBezTo>
                  <a:cubicBezTo>
                    <a:pt x="14557" y="2567"/>
                    <a:pt x="12780" y="496"/>
                    <a:pt x="12780" y="496"/>
                  </a:cubicBezTo>
                  <a:cubicBezTo>
                    <a:pt x="12195" y="1837"/>
                    <a:pt x="7664" y="2950"/>
                    <a:pt x="7664" y="2950"/>
                  </a:cubicBezTo>
                  <a:cubicBezTo>
                    <a:pt x="7664" y="2950"/>
                    <a:pt x="9023" y="3120"/>
                    <a:pt x="8986" y="4007"/>
                  </a:cubicBezTo>
                  <a:cubicBezTo>
                    <a:pt x="8967" y="4895"/>
                    <a:pt x="3530" y="6952"/>
                    <a:pt x="3530" y="6952"/>
                  </a:cubicBezTo>
                  <a:cubicBezTo>
                    <a:pt x="3530" y="6952"/>
                    <a:pt x="3832" y="6906"/>
                    <a:pt x="4199" y="6906"/>
                  </a:cubicBezTo>
                  <a:cubicBezTo>
                    <a:pt x="4804" y="6906"/>
                    <a:pt x="5587" y="7031"/>
                    <a:pt x="5493" y="7688"/>
                  </a:cubicBezTo>
                  <a:cubicBezTo>
                    <a:pt x="5342" y="8745"/>
                    <a:pt x="0" y="10444"/>
                    <a:pt x="0" y="10444"/>
                  </a:cubicBezTo>
                  <a:cubicBezTo>
                    <a:pt x="3606" y="13370"/>
                    <a:pt x="4078" y="15522"/>
                    <a:pt x="6720" y="17901"/>
                  </a:cubicBezTo>
                  <a:cubicBezTo>
                    <a:pt x="7692" y="18783"/>
                    <a:pt x="9050" y="19167"/>
                    <a:pt x="10511" y="19167"/>
                  </a:cubicBezTo>
                  <a:cubicBezTo>
                    <a:pt x="13081" y="19167"/>
                    <a:pt x="15970" y="17978"/>
                    <a:pt x="17631" y="16221"/>
                  </a:cubicBezTo>
                  <a:cubicBezTo>
                    <a:pt x="20311" y="13370"/>
                    <a:pt x="21218" y="7273"/>
                    <a:pt x="19689" y="5536"/>
                  </a:cubicBezTo>
                  <a:cubicBezTo>
                    <a:pt x="23011" y="4215"/>
                    <a:pt x="20916" y="138"/>
                    <a:pt x="19330" y="6"/>
                  </a:cubicBezTo>
                  <a:cubicBezTo>
                    <a:pt x="19288" y="2"/>
                    <a:pt x="19247" y="0"/>
                    <a:pt x="19207" y="0"/>
                  </a:cubicBezTo>
                  <a:close/>
                </a:path>
              </a:pathLst>
            </a:custGeom>
            <a:solidFill>
              <a:srgbClr val="FFE4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43"/>
            <p:cNvSpPr/>
            <p:nvPr/>
          </p:nvSpPr>
          <p:spPr>
            <a:xfrm>
              <a:off x="5375150" y="2596166"/>
              <a:ext cx="55250" cy="90275"/>
            </a:xfrm>
            <a:custGeom>
              <a:avLst/>
              <a:gdLst/>
              <a:ahLst/>
              <a:cxnLst/>
              <a:rect l="l" t="t" r="r" b="b"/>
              <a:pathLst>
                <a:path w="2210" h="3611" extrusionOk="0">
                  <a:moveTo>
                    <a:pt x="841" y="1"/>
                  </a:moveTo>
                  <a:cubicBezTo>
                    <a:pt x="813" y="1"/>
                    <a:pt x="784" y="2"/>
                    <a:pt x="756" y="5"/>
                  </a:cubicBezTo>
                  <a:cubicBezTo>
                    <a:pt x="548" y="5"/>
                    <a:pt x="360" y="81"/>
                    <a:pt x="209" y="232"/>
                  </a:cubicBezTo>
                  <a:cubicBezTo>
                    <a:pt x="58" y="421"/>
                    <a:pt x="1" y="647"/>
                    <a:pt x="20" y="874"/>
                  </a:cubicBezTo>
                  <a:cubicBezTo>
                    <a:pt x="39" y="1100"/>
                    <a:pt x="76" y="1327"/>
                    <a:pt x="133" y="1534"/>
                  </a:cubicBezTo>
                  <a:cubicBezTo>
                    <a:pt x="171" y="1648"/>
                    <a:pt x="209" y="1742"/>
                    <a:pt x="265" y="1836"/>
                  </a:cubicBezTo>
                  <a:cubicBezTo>
                    <a:pt x="303" y="1950"/>
                    <a:pt x="341" y="2063"/>
                    <a:pt x="397" y="2157"/>
                  </a:cubicBezTo>
                  <a:lnTo>
                    <a:pt x="586" y="2459"/>
                  </a:lnTo>
                  <a:cubicBezTo>
                    <a:pt x="643" y="2535"/>
                    <a:pt x="699" y="2629"/>
                    <a:pt x="775" y="2686"/>
                  </a:cubicBezTo>
                  <a:lnTo>
                    <a:pt x="964" y="2931"/>
                  </a:lnTo>
                  <a:lnTo>
                    <a:pt x="1303" y="3328"/>
                  </a:lnTo>
                  <a:lnTo>
                    <a:pt x="1303" y="3346"/>
                  </a:lnTo>
                  <a:lnTo>
                    <a:pt x="1379" y="3403"/>
                  </a:lnTo>
                  <a:lnTo>
                    <a:pt x="1549" y="3611"/>
                  </a:lnTo>
                  <a:lnTo>
                    <a:pt x="1303" y="2988"/>
                  </a:lnTo>
                  <a:lnTo>
                    <a:pt x="1152" y="2591"/>
                  </a:lnTo>
                  <a:cubicBezTo>
                    <a:pt x="1152" y="2535"/>
                    <a:pt x="1152" y="2478"/>
                    <a:pt x="1134" y="2421"/>
                  </a:cubicBezTo>
                  <a:lnTo>
                    <a:pt x="1134" y="2327"/>
                  </a:lnTo>
                  <a:cubicBezTo>
                    <a:pt x="1134" y="2327"/>
                    <a:pt x="1134" y="2308"/>
                    <a:pt x="1134" y="2289"/>
                  </a:cubicBezTo>
                  <a:lnTo>
                    <a:pt x="1134" y="2270"/>
                  </a:lnTo>
                  <a:lnTo>
                    <a:pt x="1134" y="2214"/>
                  </a:lnTo>
                  <a:cubicBezTo>
                    <a:pt x="1152" y="2138"/>
                    <a:pt x="1190" y="2082"/>
                    <a:pt x="1228" y="2006"/>
                  </a:cubicBezTo>
                  <a:cubicBezTo>
                    <a:pt x="1322" y="1893"/>
                    <a:pt x="1454" y="1799"/>
                    <a:pt x="1587" y="1780"/>
                  </a:cubicBezTo>
                  <a:cubicBezTo>
                    <a:pt x="1622" y="1770"/>
                    <a:pt x="1657" y="1765"/>
                    <a:pt x="1692" y="1765"/>
                  </a:cubicBezTo>
                  <a:cubicBezTo>
                    <a:pt x="1787" y="1765"/>
                    <a:pt x="1876" y="1800"/>
                    <a:pt x="1945" y="1855"/>
                  </a:cubicBezTo>
                  <a:cubicBezTo>
                    <a:pt x="2021" y="1912"/>
                    <a:pt x="2096" y="2006"/>
                    <a:pt x="2134" y="2101"/>
                  </a:cubicBezTo>
                  <a:cubicBezTo>
                    <a:pt x="2153" y="2195"/>
                    <a:pt x="2153" y="2289"/>
                    <a:pt x="2134" y="2384"/>
                  </a:cubicBezTo>
                  <a:cubicBezTo>
                    <a:pt x="2172" y="2289"/>
                    <a:pt x="2209" y="2195"/>
                    <a:pt x="2191" y="2082"/>
                  </a:cubicBezTo>
                  <a:cubicBezTo>
                    <a:pt x="2172" y="1968"/>
                    <a:pt x="2115" y="1836"/>
                    <a:pt x="2040" y="1742"/>
                  </a:cubicBezTo>
                  <a:cubicBezTo>
                    <a:pt x="1921" y="1640"/>
                    <a:pt x="1772" y="1569"/>
                    <a:pt x="1620" y="1569"/>
                  </a:cubicBezTo>
                  <a:cubicBezTo>
                    <a:pt x="1603" y="1569"/>
                    <a:pt x="1585" y="1570"/>
                    <a:pt x="1568" y="1572"/>
                  </a:cubicBezTo>
                  <a:cubicBezTo>
                    <a:pt x="1360" y="1591"/>
                    <a:pt x="1171" y="1685"/>
                    <a:pt x="1020" y="1836"/>
                  </a:cubicBezTo>
                  <a:cubicBezTo>
                    <a:pt x="945" y="1912"/>
                    <a:pt x="888" y="2025"/>
                    <a:pt x="850" y="2138"/>
                  </a:cubicBezTo>
                  <a:cubicBezTo>
                    <a:pt x="850" y="2157"/>
                    <a:pt x="831" y="2195"/>
                    <a:pt x="831" y="2214"/>
                  </a:cubicBezTo>
                  <a:lnTo>
                    <a:pt x="831" y="2233"/>
                  </a:lnTo>
                  <a:lnTo>
                    <a:pt x="680" y="1987"/>
                  </a:lnTo>
                  <a:cubicBezTo>
                    <a:pt x="624" y="1893"/>
                    <a:pt x="605" y="1799"/>
                    <a:pt x="548" y="1704"/>
                  </a:cubicBezTo>
                  <a:cubicBezTo>
                    <a:pt x="511" y="1610"/>
                    <a:pt x="473" y="1515"/>
                    <a:pt x="435" y="1421"/>
                  </a:cubicBezTo>
                  <a:cubicBezTo>
                    <a:pt x="378" y="1232"/>
                    <a:pt x="322" y="1043"/>
                    <a:pt x="303" y="855"/>
                  </a:cubicBezTo>
                  <a:cubicBezTo>
                    <a:pt x="265" y="685"/>
                    <a:pt x="303" y="515"/>
                    <a:pt x="397" y="383"/>
                  </a:cubicBezTo>
                  <a:cubicBezTo>
                    <a:pt x="473" y="270"/>
                    <a:pt x="605" y="194"/>
                    <a:pt x="756" y="175"/>
                  </a:cubicBezTo>
                  <a:cubicBezTo>
                    <a:pt x="787" y="173"/>
                    <a:pt x="817" y="172"/>
                    <a:pt x="848" y="172"/>
                  </a:cubicBezTo>
                  <a:cubicBezTo>
                    <a:pt x="1062" y="172"/>
                    <a:pt x="1275" y="229"/>
                    <a:pt x="1473" y="345"/>
                  </a:cubicBezTo>
                  <a:cubicBezTo>
                    <a:pt x="1549" y="383"/>
                    <a:pt x="1605" y="421"/>
                    <a:pt x="1662" y="458"/>
                  </a:cubicBezTo>
                  <a:lnTo>
                    <a:pt x="1719" y="496"/>
                  </a:lnTo>
                  <a:lnTo>
                    <a:pt x="1700" y="458"/>
                  </a:lnTo>
                  <a:cubicBezTo>
                    <a:pt x="1643" y="402"/>
                    <a:pt x="1587" y="345"/>
                    <a:pt x="1530" y="307"/>
                  </a:cubicBezTo>
                  <a:cubicBezTo>
                    <a:pt x="1436" y="232"/>
                    <a:pt x="1341" y="156"/>
                    <a:pt x="1228" y="118"/>
                  </a:cubicBezTo>
                  <a:cubicBezTo>
                    <a:pt x="1118" y="40"/>
                    <a:pt x="981" y="1"/>
                    <a:pt x="841" y="1"/>
                  </a:cubicBezTo>
                  <a:close/>
                </a:path>
              </a:pathLst>
            </a:custGeom>
            <a:solidFill>
              <a:srgbClr val="D88E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43"/>
            <p:cNvSpPr/>
            <p:nvPr/>
          </p:nvSpPr>
          <p:spPr>
            <a:xfrm>
              <a:off x="5138725" y="2841691"/>
              <a:ext cx="61850" cy="61375"/>
            </a:xfrm>
            <a:custGeom>
              <a:avLst/>
              <a:gdLst/>
              <a:ahLst/>
              <a:cxnLst/>
              <a:rect l="l" t="t" r="r" b="b"/>
              <a:pathLst>
                <a:path w="2474" h="2455" extrusionOk="0">
                  <a:moveTo>
                    <a:pt x="341" y="0"/>
                  </a:moveTo>
                  <a:lnTo>
                    <a:pt x="341" y="0"/>
                  </a:lnTo>
                  <a:cubicBezTo>
                    <a:pt x="303" y="57"/>
                    <a:pt x="265" y="132"/>
                    <a:pt x="227" y="208"/>
                  </a:cubicBezTo>
                  <a:cubicBezTo>
                    <a:pt x="152" y="397"/>
                    <a:pt x="95" y="585"/>
                    <a:pt x="57" y="793"/>
                  </a:cubicBezTo>
                  <a:cubicBezTo>
                    <a:pt x="20" y="925"/>
                    <a:pt x="1" y="1076"/>
                    <a:pt x="1" y="1208"/>
                  </a:cubicBezTo>
                  <a:cubicBezTo>
                    <a:pt x="1" y="1359"/>
                    <a:pt x="20" y="1529"/>
                    <a:pt x="76" y="1680"/>
                  </a:cubicBezTo>
                  <a:cubicBezTo>
                    <a:pt x="95" y="1756"/>
                    <a:pt x="133" y="1850"/>
                    <a:pt x="171" y="1926"/>
                  </a:cubicBezTo>
                  <a:cubicBezTo>
                    <a:pt x="227" y="2001"/>
                    <a:pt x="284" y="2077"/>
                    <a:pt x="359" y="2133"/>
                  </a:cubicBezTo>
                  <a:lnTo>
                    <a:pt x="473" y="2228"/>
                  </a:lnTo>
                  <a:cubicBezTo>
                    <a:pt x="510" y="2246"/>
                    <a:pt x="548" y="2265"/>
                    <a:pt x="586" y="2303"/>
                  </a:cubicBezTo>
                  <a:cubicBezTo>
                    <a:pt x="680" y="2341"/>
                    <a:pt x="756" y="2379"/>
                    <a:pt x="850" y="2397"/>
                  </a:cubicBezTo>
                  <a:cubicBezTo>
                    <a:pt x="945" y="2435"/>
                    <a:pt x="1039" y="2435"/>
                    <a:pt x="1133" y="2454"/>
                  </a:cubicBezTo>
                  <a:cubicBezTo>
                    <a:pt x="1228" y="2454"/>
                    <a:pt x="1322" y="2435"/>
                    <a:pt x="1416" y="2416"/>
                  </a:cubicBezTo>
                  <a:cubicBezTo>
                    <a:pt x="1586" y="2379"/>
                    <a:pt x="1756" y="2284"/>
                    <a:pt x="1888" y="2171"/>
                  </a:cubicBezTo>
                  <a:cubicBezTo>
                    <a:pt x="2002" y="2058"/>
                    <a:pt x="2115" y="1944"/>
                    <a:pt x="2190" y="1793"/>
                  </a:cubicBezTo>
                  <a:cubicBezTo>
                    <a:pt x="2266" y="1680"/>
                    <a:pt x="2323" y="1548"/>
                    <a:pt x="2379" y="1416"/>
                  </a:cubicBezTo>
                  <a:cubicBezTo>
                    <a:pt x="2436" y="1227"/>
                    <a:pt x="2474" y="1019"/>
                    <a:pt x="2474" y="812"/>
                  </a:cubicBezTo>
                  <a:cubicBezTo>
                    <a:pt x="2474" y="755"/>
                    <a:pt x="2474" y="699"/>
                    <a:pt x="2455" y="642"/>
                  </a:cubicBezTo>
                  <a:cubicBezTo>
                    <a:pt x="2455" y="699"/>
                    <a:pt x="2436" y="755"/>
                    <a:pt x="2417" y="812"/>
                  </a:cubicBezTo>
                  <a:cubicBezTo>
                    <a:pt x="2379" y="982"/>
                    <a:pt x="2304" y="1170"/>
                    <a:pt x="2209" y="1340"/>
                  </a:cubicBezTo>
                  <a:cubicBezTo>
                    <a:pt x="2153" y="1454"/>
                    <a:pt x="2077" y="1548"/>
                    <a:pt x="2002" y="1661"/>
                  </a:cubicBezTo>
                  <a:cubicBezTo>
                    <a:pt x="1907" y="1756"/>
                    <a:pt x="1813" y="1850"/>
                    <a:pt x="1719" y="1944"/>
                  </a:cubicBezTo>
                  <a:cubicBezTo>
                    <a:pt x="1605" y="2020"/>
                    <a:pt x="1473" y="2077"/>
                    <a:pt x="1341" y="2095"/>
                  </a:cubicBezTo>
                  <a:cubicBezTo>
                    <a:pt x="1284" y="2114"/>
                    <a:pt x="1209" y="2114"/>
                    <a:pt x="1152" y="2114"/>
                  </a:cubicBezTo>
                  <a:cubicBezTo>
                    <a:pt x="1077" y="2114"/>
                    <a:pt x="1020" y="2095"/>
                    <a:pt x="945" y="2077"/>
                  </a:cubicBezTo>
                  <a:cubicBezTo>
                    <a:pt x="888" y="2058"/>
                    <a:pt x="812" y="2039"/>
                    <a:pt x="756" y="2001"/>
                  </a:cubicBezTo>
                  <a:cubicBezTo>
                    <a:pt x="718" y="1982"/>
                    <a:pt x="680" y="1982"/>
                    <a:pt x="661" y="1963"/>
                  </a:cubicBezTo>
                  <a:lnTo>
                    <a:pt x="586" y="1888"/>
                  </a:lnTo>
                  <a:cubicBezTo>
                    <a:pt x="529" y="1850"/>
                    <a:pt x="492" y="1793"/>
                    <a:pt x="454" y="1756"/>
                  </a:cubicBezTo>
                  <a:cubicBezTo>
                    <a:pt x="416" y="1699"/>
                    <a:pt x="378" y="1623"/>
                    <a:pt x="359" y="1567"/>
                  </a:cubicBezTo>
                  <a:cubicBezTo>
                    <a:pt x="303" y="1454"/>
                    <a:pt x="265" y="1321"/>
                    <a:pt x="265" y="1189"/>
                  </a:cubicBezTo>
                  <a:cubicBezTo>
                    <a:pt x="246" y="1057"/>
                    <a:pt x="246" y="925"/>
                    <a:pt x="246" y="793"/>
                  </a:cubicBezTo>
                  <a:cubicBezTo>
                    <a:pt x="246" y="604"/>
                    <a:pt x="265" y="415"/>
                    <a:pt x="303" y="208"/>
                  </a:cubicBezTo>
                  <a:cubicBezTo>
                    <a:pt x="322" y="76"/>
                    <a:pt x="341" y="0"/>
                    <a:pt x="341" y="0"/>
                  </a:cubicBezTo>
                  <a:close/>
                </a:path>
              </a:pathLst>
            </a:custGeom>
            <a:solidFill>
              <a:srgbClr val="D88E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43"/>
            <p:cNvSpPr/>
            <p:nvPr/>
          </p:nvSpPr>
          <p:spPr>
            <a:xfrm>
              <a:off x="5173175" y="2738316"/>
              <a:ext cx="42500" cy="34225"/>
            </a:xfrm>
            <a:custGeom>
              <a:avLst/>
              <a:gdLst/>
              <a:ahLst/>
              <a:cxnLst/>
              <a:rect l="l" t="t" r="r" b="b"/>
              <a:pathLst>
                <a:path w="1700" h="1369" extrusionOk="0">
                  <a:moveTo>
                    <a:pt x="606" y="0"/>
                  </a:moveTo>
                  <a:cubicBezTo>
                    <a:pt x="441" y="0"/>
                    <a:pt x="296" y="57"/>
                    <a:pt x="208" y="171"/>
                  </a:cubicBezTo>
                  <a:cubicBezTo>
                    <a:pt x="1" y="435"/>
                    <a:pt x="133" y="869"/>
                    <a:pt x="492" y="1134"/>
                  </a:cubicBezTo>
                  <a:cubicBezTo>
                    <a:pt x="686" y="1287"/>
                    <a:pt x="909" y="1369"/>
                    <a:pt x="1105" y="1369"/>
                  </a:cubicBezTo>
                  <a:cubicBezTo>
                    <a:pt x="1270" y="1369"/>
                    <a:pt x="1416" y="1311"/>
                    <a:pt x="1511" y="1190"/>
                  </a:cubicBezTo>
                  <a:cubicBezTo>
                    <a:pt x="1700" y="945"/>
                    <a:pt x="1567" y="511"/>
                    <a:pt x="1209" y="228"/>
                  </a:cubicBezTo>
                  <a:cubicBezTo>
                    <a:pt x="1017" y="76"/>
                    <a:pt x="797" y="0"/>
                    <a:pt x="60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43"/>
            <p:cNvSpPr/>
            <p:nvPr/>
          </p:nvSpPr>
          <p:spPr>
            <a:xfrm>
              <a:off x="5069825" y="2863366"/>
              <a:ext cx="42500" cy="34250"/>
            </a:xfrm>
            <a:custGeom>
              <a:avLst/>
              <a:gdLst/>
              <a:ahLst/>
              <a:cxnLst/>
              <a:rect l="l" t="t" r="r" b="b"/>
              <a:pathLst>
                <a:path w="1700" h="1370" extrusionOk="0">
                  <a:moveTo>
                    <a:pt x="603" y="0"/>
                  </a:moveTo>
                  <a:cubicBezTo>
                    <a:pt x="435" y="0"/>
                    <a:pt x="286" y="57"/>
                    <a:pt x="190" y="171"/>
                  </a:cubicBezTo>
                  <a:cubicBezTo>
                    <a:pt x="1" y="436"/>
                    <a:pt x="133" y="870"/>
                    <a:pt x="492" y="1134"/>
                  </a:cubicBezTo>
                  <a:cubicBezTo>
                    <a:pt x="686" y="1288"/>
                    <a:pt x="909" y="1369"/>
                    <a:pt x="1102" y="1369"/>
                  </a:cubicBezTo>
                  <a:cubicBezTo>
                    <a:pt x="1264" y="1369"/>
                    <a:pt x="1406" y="1311"/>
                    <a:pt x="1492" y="1191"/>
                  </a:cubicBezTo>
                  <a:cubicBezTo>
                    <a:pt x="1700" y="945"/>
                    <a:pt x="1568" y="511"/>
                    <a:pt x="1209" y="228"/>
                  </a:cubicBezTo>
                  <a:cubicBezTo>
                    <a:pt x="1017" y="76"/>
                    <a:pt x="797" y="0"/>
                    <a:pt x="6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43"/>
            <p:cNvSpPr/>
            <p:nvPr/>
          </p:nvSpPr>
          <p:spPr>
            <a:xfrm>
              <a:off x="5018875" y="2800616"/>
              <a:ext cx="28325" cy="74125"/>
            </a:xfrm>
            <a:custGeom>
              <a:avLst/>
              <a:gdLst/>
              <a:ahLst/>
              <a:cxnLst/>
              <a:rect l="l" t="t" r="r" b="b"/>
              <a:pathLst>
                <a:path w="1133" h="2965" extrusionOk="0">
                  <a:moveTo>
                    <a:pt x="1133" y="1"/>
                  </a:moveTo>
                  <a:lnTo>
                    <a:pt x="1019" y="57"/>
                  </a:lnTo>
                  <a:lnTo>
                    <a:pt x="887" y="152"/>
                  </a:lnTo>
                  <a:cubicBezTo>
                    <a:pt x="812" y="190"/>
                    <a:pt x="755" y="246"/>
                    <a:pt x="717" y="303"/>
                  </a:cubicBezTo>
                  <a:cubicBezTo>
                    <a:pt x="661" y="359"/>
                    <a:pt x="604" y="416"/>
                    <a:pt x="529" y="492"/>
                  </a:cubicBezTo>
                  <a:cubicBezTo>
                    <a:pt x="472" y="567"/>
                    <a:pt x="415" y="643"/>
                    <a:pt x="378" y="737"/>
                  </a:cubicBezTo>
                  <a:cubicBezTo>
                    <a:pt x="321" y="813"/>
                    <a:pt x="264" y="907"/>
                    <a:pt x="227" y="1001"/>
                  </a:cubicBezTo>
                  <a:lnTo>
                    <a:pt x="113" y="1303"/>
                  </a:lnTo>
                  <a:lnTo>
                    <a:pt x="38" y="1624"/>
                  </a:lnTo>
                  <a:cubicBezTo>
                    <a:pt x="19" y="1719"/>
                    <a:pt x="0" y="1832"/>
                    <a:pt x="19" y="1926"/>
                  </a:cubicBezTo>
                  <a:cubicBezTo>
                    <a:pt x="0" y="2021"/>
                    <a:pt x="0" y="2115"/>
                    <a:pt x="19" y="2228"/>
                  </a:cubicBezTo>
                  <a:cubicBezTo>
                    <a:pt x="19" y="2304"/>
                    <a:pt x="38" y="2398"/>
                    <a:pt x="57" y="2474"/>
                  </a:cubicBezTo>
                  <a:cubicBezTo>
                    <a:pt x="57" y="2549"/>
                    <a:pt x="94" y="2625"/>
                    <a:pt x="113" y="2681"/>
                  </a:cubicBezTo>
                  <a:lnTo>
                    <a:pt x="189" y="2851"/>
                  </a:lnTo>
                  <a:lnTo>
                    <a:pt x="245" y="2964"/>
                  </a:lnTo>
                  <a:lnTo>
                    <a:pt x="245" y="2832"/>
                  </a:lnTo>
                  <a:lnTo>
                    <a:pt x="245" y="2662"/>
                  </a:lnTo>
                  <a:cubicBezTo>
                    <a:pt x="245" y="2587"/>
                    <a:pt x="245" y="2530"/>
                    <a:pt x="245" y="2455"/>
                  </a:cubicBezTo>
                  <a:cubicBezTo>
                    <a:pt x="264" y="2379"/>
                    <a:pt x="264" y="2304"/>
                    <a:pt x="264" y="2228"/>
                  </a:cubicBezTo>
                  <a:cubicBezTo>
                    <a:pt x="264" y="2134"/>
                    <a:pt x="302" y="2058"/>
                    <a:pt x="302" y="1964"/>
                  </a:cubicBezTo>
                  <a:cubicBezTo>
                    <a:pt x="302" y="1870"/>
                    <a:pt x="321" y="1775"/>
                    <a:pt x="359" y="1681"/>
                  </a:cubicBezTo>
                  <a:lnTo>
                    <a:pt x="415" y="1398"/>
                  </a:lnTo>
                  <a:lnTo>
                    <a:pt x="510" y="1133"/>
                  </a:lnTo>
                  <a:cubicBezTo>
                    <a:pt x="547" y="1039"/>
                    <a:pt x="566" y="964"/>
                    <a:pt x="623" y="869"/>
                  </a:cubicBezTo>
                  <a:cubicBezTo>
                    <a:pt x="661" y="794"/>
                    <a:pt x="680" y="699"/>
                    <a:pt x="736" y="643"/>
                  </a:cubicBezTo>
                  <a:cubicBezTo>
                    <a:pt x="774" y="567"/>
                    <a:pt x="812" y="492"/>
                    <a:pt x="850" y="435"/>
                  </a:cubicBezTo>
                  <a:cubicBezTo>
                    <a:pt x="868" y="359"/>
                    <a:pt x="906" y="303"/>
                    <a:pt x="963" y="246"/>
                  </a:cubicBezTo>
                  <a:lnTo>
                    <a:pt x="1038" y="114"/>
                  </a:lnTo>
                  <a:lnTo>
                    <a:pt x="1133" y="1"/>
                  </a:lnTo>
                  <a:close/>
                </a:path>
              </a:pathLst>
            </a:custGeom>
            <a:solidFill>
              <a:srgbClr val="E87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43"/>
            <p:cNvSpPr/>
            <p:nvPr/>
          </p:nvSpPr>
          <p:spPr>
            <a:xfrm>
              <a:off x="5127400" y="2665191"/>
              <a:ext cx="69875" cy="37775"/>
            </a:xfrm>
            <a:custGeom>
              <a:avLst/>
              <a:gdLst/>
              <a:ahLst/>
              <a:cxnLst/>
              <a:rect l="l" t="t" r="r" b="b"/>
              <a:pathLst>
                <a:path w="2795" h="1511" extrusionOk="0">
                  <a:moveTo>
                    <a:pt x="2266" y="0"/>
                  </a:moveTo>
                  <a:cubicBezTo>
                    <a:pt x="2190" y="0"/>
                    <a:pt x="2096" y="19"/>
                    <a:pt x="2002" y="19"/>
                  </a:cubicBezTo>
                  <a:cubicBezTo>
                    <a:pt x="1907" y="19"/>
                    <a:pt x="1813" y="38"/>
                    <a:pt x="1718" y="76"/>
                  </a:cubicBezTo>
                  <a:cubicBezTo>
                    <a:pt x="1624" y="95"/>
                    <a:pt x="1530" y="113"/>
                    <a:pt x="1435" y="151"/>
                  </a:cubicBezTo>
                  <a:lnTo>
                    <a:pt x="1133" y="283"/>
                  </a:lnTo>
                  <a:lnTo>
                    <a:pt x="869" y="453"/>
                  </a:lnTo>
                  <a:cubicBezTo>
                    <a:pt x="775" y="510"/>
                    <a:pt x="699" y="567"/>
                    <a:pt x="624" y="642"/>
                  </a:cubicBezTo>
                  <a:cubicBezTo>
                    <a:pt x="548" y="699"/>
                    <a:pt x="473" y="774"/>
                    <a:pt x="416" y="850"/>
                  </a:cubicBezTo>
                  <a:cubicBezTo>
                    <a:pt x="359" y="906"/>
                    <a:pt x="303" y="982"/>
                    <a:pt x="265" y="1038"/>
                  </a:cubicBezTo>
                  <a:cubicBezTo>
                    <a:pt x="189" y="1152"/>
                    <a:pt x="114" y="1265"/>
                    <a:pt x="57" y="1378"/>
                  </a:cubicBezTo>
                  <a:lnTo>
                    <a:pt x="1" y="1510"/>
                  </a:lnTo>
                  <a:lnTo>
                    <a:pt x="1" y="1510"/>
                  </a:lnTo>
                  <a:lnTo>
                    <a:pt x="114" y="1416"/>
                  </a:lnTo>
                  <a:cubicBezTo>
                    <a:pt x="189" y="1359"/>
                    <a:pt x="265" y="1265"/>
                    <a:pt x="378" y="1171"/>
                  </a:cubicBezTo>
                  <a:cubicBezTo>
                    <a:pt x="454" y="1133"/>
                    <a:pt x="510" y="1076"/>
                    <a:pt x="586" y="1020"/>
                  </a:cubicBezTo>
                  <a:cubicBezTo>
                    <a:pt x="643" y="963"/>
                    <a:pt x="718" y="925"/>
                    <a:pt x="794" y="869"/>
                  </a:cubicBezTo>
                  <a:cubicBezTo>
                    <a:pt x="869" y="831"/>
                    <a:pt x="945" y="774"/>
                    <a:pt x="1039" y="736"/>
                  </a:cubicBezTo>
                  <a:lnTo>
                    <a:pt x="1284" y="585"/>
                  </a:lnTo>
                  <a:lnTo>
                    <a:pt x="1549" y="472"/>
                  </a:lnTo>
                  <a:cubicBezTo>
                    <a:pt x="1643" y="434"/>
                    <a:pt x="1718" y="397"/>
                    <a:pt x="1813" y="359"/>
                  </a:cubicBezTo>
                  <a:cubicBezTo>
                    <a:pt x="1888" y="340"/>
                    <a:pt x="1964" y="283"/>
                    <a:pt x="2058" y="264"/>
                  </a:cubicBezTo>
                  <a:cubicBezTo>
                    <a:pt x="2153" y="246"/>
                    <a:pt x="2228" y="227"/>
                    <a:pt x="2285" y="189"/>
                  </a:cubicBezTo>
                  <a:cubicBezTo>
                    <a:pt x="2436" y="151"/>
                    <a:pt x="2568" y="132"/>
                    <a:pt x="2643" y="95"/>
                  </a:cubicBezTo>
                  <a:lnTo>
                    <a:pt x="2794" y="57"/>
                  </a:lnTo>
                  <a:lnTo>
                    <a:pt x="2643" y="38"/>
                  </a:lnTo>
                  <a:cubicBezTo>
                    <a:pt x="2511" y="0"/>
                    <a:pt x="2398" y="0"/>
                    <a:pt x="2266" y="0"/>
                  </a:cubicBezTo>
                  <a:close/>
                </a:path>
              </a:pathLst>
            </a:custGeom>
            <a:solidFill>
              <a:srgbClr val="E87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43"/>
            <p:cNvSpPr/>
            <p:nvPr/>
          </p:nvSpPr>
          <p:spPr>
            <a:xfrm>
              <a:off x="5070425" y="2931891"/>
              <a:ext cx="97250" cy="68725"/>
            </a:xfrm>
            <a:custGeom>
              <a:avLst/>
              <a:gdLst/>
              <a:ahLst/>
              <a:cxnLst/>
              <a:rect l="l" t="t" r="r" b="b"/>
              <a:pathLst>
                <a:path w="3890" h="2749" extrusionOk="0">
                  <a:moveTo>
                    <a:pt x="2490" y="1"/>
                  </a:moveTo>
                  <a:cubicBezTo>
                    <a:pt x="1197" y="1"/>
                    <a:pt x="0" y="1660"/>
                    <a:pt x="1317" y="2527"/>
                  </a:cubicBezTo>
                  <a:cubicBezTo>
                    <a:pt x="1547" y="2682"/>
                    <a:pt x="1769" y="2748"/>
                    <a:pt x="1977" y="2748"/>
                  </a:cubicBezTo>
                  <a:cubicBezTo>
                    <a:pt x="3163" y="2748"/>
                    <a:pt x="3890" y="569"/>
                    <a:pt x="3167" y="167"/>
                  </a:cubicBezTo>
                  <a:cubicBezTo>
                    <a:pt x="2947" y="52"/>
                    <a:pt x="2717" y="1"/>
                    <a:pt x="2490" y="1"/>
                  </a:cubicBezTo>
                  <a:close/>
                </a:path>
              </a:pathLst>
            </a:custGeom>
            <a:solidFill>
              <a:srgbClr val="FFAB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43"/>
            <p:cNvSpPr/>
            <p:nvPr/>
          </p:nvSpPr>
          <p:spPr>
            <a:xfrm>
              <a:off x="5273675" y="2676916"/>
              <a:ext cx="82500" cy="59325"/>
            </a:xfrm>
            <a:custGeom>
              <a:avLst/>
              <a:gdLst/>
              <a:ahLst/>
              <a:cxnLst/>
              <a:rect l="l" t="t" r="r" b="b"/>
              <a:pathLst>
                <a:path w="3300" h="2373" extrusionOk="0">
                  <a:moveTo>
                    <a:pt x="1718" y="0"/>
                  </a:moveTo>
                  <a:cubicBezTo>
                    <a:pt x="828" y="0"/>
                    <a:pt x="0" y="1472"/>
                    <a:pt x="681" y="2212"/>
                  </a:cubicBezTo>
                  <a:cubicBezTo>
                    <a:pt x="785" y="2322"/>
                    <a:pt x="945" y="2372"/>
                    <a:pt x="1131" y="2372"/>
                  </a:cubicBezTo>
                  <a:cubicBezTo>
                    <a:pt x="1960" y="2372"/>
                    <a:pt x="3300" y="1383"/>
                    <a:pt x="2437" y="381"/>
                  </a:cubicBezTo>
                  <a:cubicBezTo>
                    <a:pt x="2212" y="112"/>
                    <a:pt x="1963" y="0"/>
                    <a:pt x="1718" y="0"/>
                  </a:cubicBezTo>
                  <a:close/>
                </a:path>
              </a:pathLst>
            </a:custGeom>
            <a:solidFill>
              <a:srgbClr val="FFAB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43"/>
            <p:cNvSpPr/>
            <p:nvPr/>
          </p:nvSpPr>
          <p:spPr>
            <a:xfrm>
              <a:off x="5194425" y="2751541"/>
              <a:ext cx="176050" cy="204425"/>
            </a:xfrm>
            <a:custGeom>
              <a:avLst/>
              <a:gdLst/>
              <a:ahLst/>
              <a:cxnLst/>
              <a:rect l="l" t="t" r="r" b="b"/>
              <a:pathLst>
                <a:path w="7042" h="8177" extrusionOk="0">
                  <a:moveTo>
                    <a:pt x="3851" y="1"/>
                  </a:moveTo>
                  <a:cubicBezTo>
                    <a:pt x="3360" y="1700"/>
                    <a:pt x="0" y="7230"/>
                    <a:pt x="0" y="7230"/>
                  </a:cubicBezTo>
                  <a:cubicBezTo>
                    <a:pt x="0" y="7230"/>
                    <a:pt x="1663" y="8177"/>
                    <a:pt x="3253" y="8177"/>
                  </a:cubicBezTo>
                  <a:cubicBezTo>
                    <a:pt x="4282" y="8177"/>
                    <a:pt x="5280" y="7781"/>
                    <a:pt x="5776" y="6475"/>
                  </a:cubicBezTo>
                  <a:cubicBezTo>
                    <a:pt x="7041" y="3134"/>
                    <a:pt x="3851" y="1"/>
                    <a:pt x="385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43"/>
            <p:cNvSpPr/>
            <p:nvPr/>
          </p:nvSpPr>
          <p:spPr>
            <a:xfrm>
              <a:off x="5281725" y="2796841"/>
              <a:ext cx="73650" cy="126975"/>
            </a:xfrm>
            <a:custGeom>
              <a:avLst/>
              <a:gdLst/>
              <a:ahLst/>
              <a:cxnLst/>
              <a:rect l="l" t="t" r="r" b="b"/>
              <a:pathLst>
                <a:path w="2946" h="5079" extrusionOk="0">
                  <a:moveTo>
                    <a:pt x="1699" y="1"/>
                  </a:moveTo>
                  <a:lnTo>
                    <a:pt x="1699" y="1"/>
                  </a:lnTo>
                  <a:cubicBezTo>
                    <a:pt x="1057" y="1020"/>
                    <a:pt x="0" y="3323"/>
                    <a:pt x="2096" y="5079"/>
                  </a:cubicBezTo>
                  <a:cubicBezTo>
                    <a:pt x="2171" y="4947"/>
                    <a:pt x="2228" y="4795"/>
                    <a:pt x="2284" y="4663"/>
                  </a:cubicBezTo>
                  <a:cubicBezTo>
                    <a:pt x="2945" y="2908"/>
                    <a:pt x="2379" y="1209"/>
                    <a:pt x="16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43"/>
            <p:cNvSpPr/>
            <p:nvPr/>
          </p:nvSpPr>
          <p:spPr>
            <a:xfrm>
              <a:off x="5234525" y="2822816"/>
              <a:ext cx="51950" cy="49775"/>
            </a:xfrm>
            <a:custGeom>
              <a:avLst/>
              <a:gdLst/>
              <a:ahLst/>
              <a:cxnLst/>
              <a:rect l="l" t="t" r="r" b="b"/>
              <a:pathLst>
                <a:path w="2078" h="1991" extrusionOk="0">
                  <a:moveTo>
                    <a:pt x="1233" y="0"/>
                  </a:moveTo>
                  <a:cubicBezTo>
                    <a:pt x="1116" y="0"/>
                    <a:pt x="997" y="8"/>
                    <a:pt x="888" y="19"/>
                  </a:cubicBezTo>
                  <a:cubicBezTo>
                    <a:pt x="605" y="547"/>
                    <a:pt x="303" y="1095"/>
                    <a:pt x="1" y="1605"/>
                  </a:cubicBezTo>
                  <a:cubicBezTo>
                    <a:pt x="394" y="1778"/>
                    <a:pt x="933" y="1990"/>
                    <a:pt x="1166" y="1990"/>
                  </a:cubicBezTo>
                  <a:cubicBezTo>
                    <a:pt x="1212" y="1990"/>
                    <a:pt x="1247" y="1982"/>
                    <a:pt x="1265" y="1963"/>
                  </a:cubicBezTo>
                  <a:cubicBezTo>
                    <a:pt x="1435" y="1774"/>
                    <a:pt x="2077" y="566"/>
                    <a:pt x="1888" y="208"/>
                  </a:cubicBezTo>
                  <a:cubicBezTo>
                    <a:pt x="1795" y="47"/>
                    <a:pt x="1520" y="0"/>
                    <a:pt x="123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43"/>
            <p:cNvSpPr/>
            <p:nvPr/>
          </p:nvSpPr>
          <p:spPr>
            <a:xfrm>
              <a:off x="8221275" y="2997241"/>
              <a:ext cx="395650" cy="205625"/>
            </a:xfrm>
            <a:custGeom>
              <a:avLst/>
              <a:gdLst/>
              <a:ahLst/>
              <a:cxnLst/>
              <a:rect l="l" t="t" r="r" b="b"/>
              <a:pathLst>
                <a:path w="15826" h="8225" extrusionOk="0">
                  <a:moveTo>
                    <a:pt x="9729" y="0"/>
                  </a:moveTo>
                  <a:cubicBezTo>
                    <a:pt x="9658" y="0"/>
                    <a:pt x="9580" y="14"/>
                    <a:pt x="9496" y="45"/>
                  </a:cubicBezTo>
                  <a:cubicBezTo>
                    <a:pt x="8363" y="460"/>
                    <a:pt x="8948" y="3216"/>
                    <a:pt x="8948" y="3216"/>
                  </a:cubicBezTo>
                  <a:cubicBezTo>
                    <a:pt x="7896" y="3820"/>
                    <a:pt x="6939" y="4044"/>
                    <a:pt x="6098" y="4044"/>
                  </a:cubicBezTo>
                  <a:cubicBezTo>
                    <a:pt x="3646" y="4044"/>
                    <a:pt x="2172" y="2140"/>
                    <a:pt x="2172" y="2140"/>
                  </a:cubicBezTo>
                  <a:lnTo>
                    <a:pt x="1" y="6237"/>
                  </a:lnTo>
                  <a:cubicBezTo>
                    <a:pt x="1205" y="7724"/>
                    <a:pt x="2778" y="8225"/>
                    <a:pt x="4350" y="8225"/>
                  </a:cubicBezTo>
                  <a:cubicBezTo>
                    <a:pt x="7585" y="8225"/>
                    <a:pt x="10817" y="6105"/>
                    <a:pt x="10817" y="6105"/>
                  </a:cubicBezTo>
                  <a:cubicBezTo>
                    <a:pt x="10970" y="6144"/>
                    <a:pt x="11140" y="6163"/>
                    <a:pt x="11321" y="6163"/>
                  </a:cubicBezTo>
                  <a:cubicBezTo>
                    <a:pt x="13041" y="6163"/>
                    <a:pt x="15826" y="4515"/>
                    <a:pt x="15706" y="3764"/>
                  </a:cubicBezTo>
                  <a:cubicBezTo>
                    <a:pt x="15669" y="3498"/>
                    <a:pt x="15428" y="3409"/>
                    <a:pt x="15121" y="3409"/>
                  </a:cubicBezTo>
                  <a:cubicBezTo>
                    <a:pt x="14530" y="3409"/>
                    <a:pt x="13694" y="3740"/>
                    <a:pt x="13585" y="3794"/>
                  </a:cubicBezTo>
                  <a:lnTo>
                    <a:pt x="13585" y="3794"/>
                  </a:lnTo>
                  <a:cubicBezTo>
                    <a:pt x="13757" y="3689"/>
                    <a:pt x="15743" y="2453"/>
                    <a:pt x="15310" y="1857"/>
                  </a:cubicBezTo>
                  <a:cubicBezTo>
                    <a:pt x="15229" y="1752"/>
                    <a:pt x="15080" y="1710"/>
                    <a:pt x="14889" y="1710"/>
                  </a:cubicBezTo>
                  <a:cubicBezTo>
                    <a:pt x="14051" y="1710"/>
                    <a:pt x="12422" y="2537"/>
                    <a:pt x="12422" y="2537"/>
                  </a:cubicBezTo>
                  <a:cubicBezTo>
                    <a:pt x="12422" y="2537"/>
                    <a:pt x="14253" y="347"/>
                    <a:pt x="13271" y="234"/>
                  </a:cubicBezTo>
                  <a:cubicBezTo>
                    <a:pt x="13246" y="231"/>
                    <a:pt x="13220" y="229"/>
                    <a:pt x="13194" y="229"/>
                  </a:cubicBezTo>
                  <a:cubicBezTo>
                    <a:pt x="12219" y="229"/>
                    <a:pt x="10591" y="2216"/>
                    <a:pt x="10591" y="2216"/>
                  </a:cubicBezTo>
                  <a:cubicBezTo>
                    <a:pt x="10591" y="2216"/>
                    <a:pt x="10623" y="0"/>
                    <a:pt x="9729" y="0"/>
                  </a:cubicBezTo>
                  <a:close/>
                </a:path>
              </a:pathLst>
            </a:custGeom>
            <a:solidFill>
              <a:srgbClr val="FFE4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43"/>
            <p:cNvSpPr/>
            <p:nvPr/>
          </p:nvSpPr>
          <p:spPr>
            <a:xfrm>
              <a:off x="8474700" y="3073866"/>
              <a:ext cx="34475" cy="42500"/>
            </a:xfrm>
            <a:custGeom>
              <a:avLst/>
              <a:gdLst/>
              <a:ahLst/>
              <a:cxnLst/>
              <a:rect l="l" t="t" r="r" b="b"/>
              <a:pathLst>
                <a:path w="1379" h="1700" extrusionOk="0">
                  <a:moveTo>
                    <a:pt x="1077" y="0"/>
                  </a:moveTo>
                  <a:lnTo>
                    <a:pt x="1" y="1699"/>
                  </a:lnTo>
                  <a:cubicBezTo>
                    <a:pt x="831" y="1624"/>
                    <a:pt x="1379" y="774"/>
                    <a:pt x="1077" y="0"/>
                  </a:cubicBezTo>
                  <a:close/>
                </a:path>
              </a:pathLst>
            </a:custGeom>
            <a:solidFill>
              <a:srgbClr val="FFD9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43"/>
            <p:cNvSpPr/>
            <p:nvPr/>
          </p:nvSpPr>
          <p:spPr>
            <a:xfrm>
              <a:off x="8474700" y="3073866"/>
              <a:ext cx="32125" cy="43325"/>
            </a:xfrm>
            <a:custGeom>
              <a:avLst/>
              <a:gdLst/>
              <a:ahLst/>
              <a:cxnLst/>
              <a:rect l="l" t="t" r="r" b="b"/>
              <a:pathLst>
                <a:path w="1285" h="1733" extrusionOk="0">
                  <a:moveTo>
                    <a:pt x="1077" y="0"/>
                  </a:moveTo>
                  <a:lnTo>
                    <a:pt x="1095" y="95"/>
                  </a:lnTo>
                  <a:cubicBezTo>
                    <a:pt x="1095" y="170"/>
                    <a:pt x="1077" y="265"/>
                    <a:pt x="1077" y="359"/>
                  </a:cubicBezTo>
                  <a:cubicBezTo>
                    <a:pt x="1058" y="397"/>
                    <a:pt x="1058" y="453"/>
                    <a:pt x="1039" y="510"/>
                  </a:cubicBezTo>
                  <a:cubicBezTo>
                    <a:pt x="1039" y="567"/>
                    <a:pt x="1001" y="623"/>
                    <a:pt x="1001" y="680"/>
                  </a:cubicBezTo>
                  <a:cubicBezTo>
                    <a:pt x="982" y="737"/>
                    <a:pt x="944" y="793"/>
                    <a:pt x="926" y="850"/>
                  </a:cubicBezTo>
                  <a:cubicBezTo>
                    <a:pt x="869" y="963"/>
                    <a:pt x="793" y="1076"/>
                    <a:pt x="718" y="1171"/>
                  </a:cubicBezTo>
                  <a:cubicBezTo>
                    <a:pt x="680" y="1209"/>
                    <a:pt x="642" y="1265"/>
                    <a:pt x="586" y="1303"/>
                  </a:cubicBezTo>
                  <a:cubicBezTo>
                    <a:pt x="548" y="1341"/>
                    <a:pt x="510" y="1378"/>
                    <a:pt x="454" y="1416"/>
                  </a:cubicBezTo>
                  <a:cubicBezTo>
                    <a:pt x="416" y="1454"/>
                    <a:pt x="378" y="1492"/>
                    <a:pt x="321" y="1511"/>
                  </a:cubicBezTo>
                  <a:cubicBezTo>
                    <a:pt x="246" y="1567"/>
                    <a:pt x="170" y="1605"/>
                    <a:pt x="95" y="1643"/>
                  </a:cubicBezTo>
                  <a:lnTo>
                    <a:pt x="1" y="1699"/>
                  </a:lnTo>
                  <a:lnTo>
                    <a:pt x="114" y="1718"/>
                  </a:lnTo>
                  <a:cubicBezTo>
                    <a:pt x="161" y="1728"/>
                    <a:pt x="208" y="1732"/>
                    <a:pt x="255" y="1732"/>
                  </a:cubicBezTo>
                  <a:cubicBezTo>
                    <a:pt x="303" y="1732"/>
                    <a:pt x="350" y="1728"/>
                    <a:pt x="397" y="1718"/>
                  </a:cubicBezTo>
                  <a:cubicBezTo>
                    <a:pt x="472" y="1699"/>
                    <a:pt x="529" y="1680"/>
                    <a:pt x="586" y="1662"/>
                  </a:cubicBezTo>
                  <a:cubicBezTo>
                    <a:pt x="661" y="1624"/>
                    <a:pt x="718" y="1605"/>
                    <a:pt x="775" y="1548"/>
                  </a:cubicBezTo>
                  <a:cubicBezTo>
                    <a:pt x="850" y="1511"/>
                    <a:pt x="907" y="1454"/>
                    <a:pt x="963" y="1397"/>
                  </a:cubicBezTo>
                  <a:cubicBezTo>
                    <a:pt x="1077" y="1284"/>
                    <a:pt x="1171" y="1152"/>
                    <a:pt x="1228" y="982"/>
                  </a:cubicBezTo>
                  <a:cubicBezTo>
                    <a:pt x="1246" y="907"/>
                    <a:pt x="1265" y="831"/>
                    <a:pt x="1284" y="755"/>
                  </a:cubicBezTo>
                  <a:cubicBezTo>
                    <a:pt x="1284" y="680"/>
                    <a:pt x="1284" y="604"/>
                    <a:pt x="1284" y="529"/>
                  </a:cubicBezTo>
                  <a:cubicBezTo>
                    <a:pt x="1284" y="472"/>
                    <a:pt x="1265" y="397"/>
                    <a:pt x="1246" y="340"/>
                  </a:cubicBezTo>
                  <a:cubicBezTo>
                    <a:pt x="1228" y="246"/>
                    <a:pt x="1190" y="170"/>
                    <a:pt x="1152" y="76"/>
                  </a:cubicBezTo>
                  <a:cubicBezTo>
                    <a:pt x="1114" y="19"/>
                    <a:pt x="1077" y="0"/>
                    <a:pt x="1077" y="0"/>
                  </a:cubicBezTo>
                  <a:close/>
                </a:path>
              </a:pathLst>
            </a:custGeom>
            <a:solidFill>
              <a:srgbClr val="DD92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43"/>
            <p:cNvSpPr/>
            <p:nvPr/>
          </p:nvSpPr>
          <p:spPr>
            <a:xfrm>
              <a:off x="7764000" y="2754566"/>
              <a:ext cx="194925" cy="210775"/>
            </a:xfrm>
            <a:custGeom>
              <a:avLst/>
              <a:gdLst/>
              <a:ahLst/>
              <a:cxnLst/>
              <a:rect l="l" t="t" r="r" b="b"/>
              <a:pathLst>
                <a:path w="7797" h="8431" extrusionOk="0">
                  <a:moveTo>
                    <a:pt x="5595" y="0"/>
                  </a:moveTo>
                  <a:cubicBezTo>
                    <a:pt x="4587" y="0"/>
                    <a:pt x="3401" y="259"/>
                    <a:pt x="2417" y="1201"/>
                  </a:cubicBezTo>
                  <a:cubicBezTo>
                    <a:pt x="227" y="3277"/>
                    <a:pt x="0" y="7015"/>
                    <a:pt x="0" y="7015"/>
                  </a:cubicBezTo>
                  <a:lnTo>
                    <a:pt x="2549" y="8431"/>
                  </a:lnTo>
                  <a:cubicBezTo>
                    <a:pt x="2549" y="8431"/>
                    <a:pt x="2926" y="5033"/>
                    <a:pt x="4002" y="4391"/>
                  </a:cubicBezTo>
                  <a:cubicBezTo>
                    <a:pt x="4386" y="4165"/>
                    <a:pt x="4940" y="4093"/>
                    <a:pt x="5491" y="4093"/>
                  </a:cubicBezTo>
                  <a:cubicBezTo>
                    <a:pt x="6460" y="4093"/>
                    <a:pt x="7419" y="4316"/>
                    <a:pt x="7419" y="4316"/>
                  </a:cubicBezTo>
                  <a:lnTo>
                    <a:pt x="7796" y="389"/>
                  </a:lnTo>
                  <a:cubicBezTo>
                    <a:pt x="7796" y="389"/>
                    <a:pt x="6829" y="0"/>
                    <a:pt x="5595" y="0"/>
                  </a:cubicBezTo>
                  <a:close/>
                </a:path>
              </a:pathLst>
            </a:custGeom>
            <a:solidFill>
              <a:srgbClr val="FFE4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43"/>
            <p:cNvSpPr/>
            <p:nvPr/>
          </p:nvSpPr>
          <p:spPr>
            <a:xfrm>
              <a:off x="7818200" y="2689566"/>
              <a:ext cx="455500" cy="331825"/>
            </a:xfrm>
            <a:custGeom>
              <a:avLst/>
              <a:gdLst/>
              <a:ahLst/>
              <a:cxnLst/>
              <a:rect l="l" t="t" r="r" b="b"/>
              <a:pathLst>
                <a:path w="18220" h="13273" extrusionOk="0">
                  <a:moveTo>
                    <a:pt x="11289" y="0"/>
                  </a:moveTo>
                  <a:cubicBezTo>
                    <a:pt x="8528" y="0"/>
                    <a:pt x="5061" y="711"/>
                    <a:pt x="2986" y="4481"/>
                  </a:cubicBezTo>
                  <a:cubicBezTo>
                    <a:pt x="0" y="9851"/>
                    <a:pt x="3036" y="13272"/>
                    <a:pt x="5677" y="13272"/>
                  </a:cubicBezTo>
                  <a:cubicBezTo>
                    <a:pt x="5775" y="13272"/>
                    <a:pt x="5872" y="13268"/>
                    <a:pt x="5968" y="13258"/>
                  </a:cubicBezTo>
                  <a:cubicBezTo>
                    <a:pt x="8668" y="12994"/>
                    <a:pt x="18219" y="9691"/>
                    <a:pt x="16539" y="3933"/>
                  </a:cubicBezTo>
                  <a:cubicBezTo>
                    <a:pt x="16539" y="3933"/>
                    <a:pt x="16917" y="422"/>
                    <a:pt x="14557" y="233"/>
                  </a:cubicBezTo>
                  <a:cubicBezTo>
                    <a:pt x="13789" y="166"/>
                    <a:pt x="12621" y="0"/>
                    <a:pt x="112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43"/>
            <p:cNvSpPr/>
            <p:nvPr/>
          </p:nvSpPr>
          <p:spPr>
            <a:xfrm>
              <a:off x="7856025" y="2745416"/>
              <a:ext cx="450225" cy="464000"/>
            </a:xfrm>
            <a:custGeom>
              <a:avLst/>
              <a:gdLst/>
              <a:ahLst/>
              <a:cxnLst/>
              <a:rect l="l" t="t" r="r" b="b"/>
              <a:pathLst>
                <a:path w="18009" h="18560" extrusionOk="0">
                  <a:moveTo>
                    <a:pt x="4002" y="0"/>
                  </a:moveTo>
                  <a:cubicBezTo>
                    <a:pt x="4002" y="0"/>
                    <a:pt x="2681" y="3530"/>
                    <a:pt x="2398" y="4870"/>
                  </a:cubicBezTo>
                  <a:cubicBezTo>
                    <a:pt x="2398" y="4870"/>
                    <a:pt x="4946" y="5512"/>
                    <a:pt x="5380" y="5626"/>
                  </a:cubicBezTo>
                  <a:cubicBezTo>
                    <a:pt x="5380" y="5626"/>
                    <a:pt x="1831" y="7815"/>
                    <a:pt x="906" y="8721"/>
                  </a:cubicBezTo>
                  <a:cubicBezTo>
                    <a:pt x="0" y="9646"/>
                    <a:pt x="1586" y="17518"/>
                    <a:pt x="2700" y="18481"/>
                  </a:cubicBezTo>
                  <a:cubicBezTo>
                    <a:pt x="2760" y="18534"/>
                    <a:pt x="2841" y="18559"/>
                    <a:pt x="2938" y="18559"/>
                  </a:cubicBezTo>
                  <a:cubicBezTo>
                    <a:pt x="4589" y="18559"/>
                    <a:pt x="11156" y="11251"/>
                    <a:pt x="11156" y="11251"/>
                  </a:cubicBezTo>
                  <a:cubicBezTo>
                    <a:pt x="11156" y="11251"/>
                    <a:pt x="12365" y="15328"/>
                    <a:pt x="13969" y="16914"/>
                  </a:cubicBezTo>
                  <a:cubicBezTo>
                    <a:pt x="13969" y="16914"/>
                    <a:pt x="17631" y="13516"/>
                    <a:pt x="18009" y="12383"/>
                  </a:cubicBezTo>
                  <a:cubicBezTo>
                    <a:pt x="18009" y="12383"/>
                    <a:pt x="15366" y="9911"/>
                    <a:pt x="14611" y="8061"/>
                  </a:cubicBezTo>
                  <a:cubicBezTo>
                    <a:pt x="13875" y="6192"/>
                    <a:pt x="13818" y="5550"/>
                    <a:pt x="12025" y="3851"/>
                  </a:cubicBezTo>
                  <a:cubicBezTo>
                    <a:pt x="12025" y="3851"/>
                    <a:pt x="6815" y="548"/>
                    <a:pt x="40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43"/>
            <p:cNvSpPr/>
            <p:nvPr/>
          </p:nvSpPr>
          <p:spPr>
            <a:xfrm>
              <a:off x="7940375" y="2816191"/>
              <a:ext cx="208725" cy="106625"/>
            </a:xfrm>
            <a:custGeom>
              <a:avLst/>
              <a:gdLst/>
              <a:ahLst/>
              <a:cxnLst/>
              <a:rect l="l" t="t" r="r" b="b"/>
              <a:pathLst>
                <a:path w="8349" h="4265" extrusionOk="0">
                  <a:moveTo>
                    <a:pt x="6933" y="1"/>
                  </a:moveTo>
                  <a:cubicBezTo>
                    <a:pt x="6933" y="1"/>
                    <a:pt x="4894" y="1851"/>
                    <a:pt x="855" y="3512"/>
                  </a:cubicBezTo>
                  <a:lnTo>
                    <a:pt x="43" y="4040"/>
                  </a:lnTo>
                  <a:cubicBezTo>
                    <a:pt x="41" y="4040"/>
                    <a:pt x="39" y="4040"/>
                    <a:pt x="38" y="4040"/>
                  </a:cubicBezTo>
                  <a:cubicBezTo>
                    <a:pt x="0" y="4040"/>
                    <a:pt x="394" y="4265"/>
                    <a:pt x="1209" y="4265"/>
                  </a:cubicBezTo>
                  <a:cubicBezTo>
                    <a:pt x="2518" y="4265"/>
                    <a:pt x="4912" y="3685"/>
                    <a:pt x="8349" y="661"/>
                  </a:cubicBezTo>
                  <a:lnTo>
                    <a:pt x="69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43"/>
            <p:cNvSpPr/>
            <p:nvPr/>
          </p:nvSpPr>
          <p:spPr>
            <a:xfrm>
              <a:off x="8093400" y="2921916"/>
              <a:ext cx="133100" cy="149150"/>
            </a:xfrm>
            <a:custGeom>
              <a:avLst/>
              <a:gdLst/>
              <a:ahLst/>
              <a:cxnLst/>
              <a:rect l="l" t="t" r="r" b="b"/>
              <a:pathLst>
                <a:path w="5324" h="5966" extrusionOk="0">
                  <a:moveTo>
                    <a:pt x="4719" y="0"/>
                  </a:moveTo>
                  <a:cubicBezTo>
                    <a:pt x="4719" y="0"/>
                    <a:pt x="1888" y="4040"/>
                    <a:pt x="0" y="5965"/>
                  </a:cubicBezTo>
                  <a:cubicBezTo>
                    <a:pt x="0" y="5965"/>
                    <a:pt x="2983" y="5550"/>
                    <a:pt x="5116" y="1001"/>
                  </a:cubicBezTo>
                  <a:cubicBezTo>
                    <a:pt x="5116" y="1001"/>
                    <a:pt x="5323" y="472"/>
                    <a:pt x="47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43"/>
            <p:cNvSpPr/>
            <p:nvPr/>
          </p:nvSpPr>
          <p:spPr>
            <a:xfrm>
              <a:off x="7908975" y="2287916"/>
              <a:ext cx="537425" cy="303450"/>
            </a:xfrm>
            <a:custGeom>
              <a:avLst/>
              <a:gdLst/>
              <a:ahLst/>
              <a:cxnLst/>
              <a:rect l="l" t="t" r="r" b="b"/>
              <a:pathLst>
                <a:path w="21497" h="12138" extrusionOk="0">
                  <a:moveTo>
                    <a:pt x="16450" y="1"/>
                  </a:moveTo>
                  <a:cubicBezTo>
                    <a:pt x="13827" y="1"/>
                    <a:pt x="11578" y="2523"/>
                    <a:pt x="11190" y="2803"/>
                  </a:cubicBezTo>
                  <a:cubicBezTo>
                    <a:pt x="10879" y="3039"/>
                    <a:pt x="9274" y="3324"/>
                    <a:pt x="8032" y="3324"/>
                  </a:cubicBezTo>
                  <a:cubicBezTo>
                    <a:pt x="7388" y="3324"/>
                    <a:pt x="6841" y="3248"/>
                    <a:pt x="6622" y="3048"/>
                  </a:cubicBezTo>
                  <a:cubicBezTo>
                    <a:pt x="6031" y="2492"/>
                    <a:pt x="5392" y="1071"/>
                    <a:pt x="4616" y="1071"/>
                  </a:cubicBezTo>
                  <a:cubicBezTo>
                    <a:pt x="4550" y="1071"/>
                    <a:pt x="4482" y="1081"/>
                    <a:pt x="4414" y="1104"/>
                  </a:cubicBezTo>
                  <a:cubicBezTo>
                    <a:pt x="3545" y="1387"/>
                    <a:pt x="3866" y="3614"/>
                    <a:pt x="4961" y="4766"/>
                  </a:cubicBezTo>
                  <a:cubicBezTo>
                    <a:pt x="4961" y="4766"/>
                    <a:pt x="940" y="5068"/>
                    <a:pt x="431" y="6936"/>
                  </a:cubicBezTo>
                  <a:cubicBezTo>
                    <a:pt x="0" y="8515"/>
                    <a:pt x="3302" y="10876"/>
                    <a:pt x="6704" y="10876"/>
                  </a:cubicBezTo>
                  <a:cubicBezTo>
                    <a:pt x="7329" y="10876"/>
                    <a:pt x="7957" y="10796"/>
                    <a:pt x="8567" y="10617"/>
                  </a:cubicBezTo>
                  <a:lnTo>
                    <a:pt x="8567" y="10617"/>
                  </a:lnTo>
                  <a:cubicBezTo>
                    <a:pt x="8566" y="10618"/>
                    <a:pt x="7375" y="12137"/>
                    <a:pt x="10047" y="12137"/>
                  </a:cubicBezTo>
                  <a:cubicBezTo>
                    <a:pt x="10168" y="12137"/>
                    <a:pt x="10297" y="12134"/>
                    <a:pt x="10435" y="12128"/>
                  </a:cubicBezTo>
                  <a:cubicBezTo>
                    <a:pt x="13588" y="11977"/>
                    <a:pt x="19232" y="9995"/>
                    <a:pt x="20553" y="7654"/>
                  </a:cubicBezTo>
                  <a:cubicBezTo>
                    <a:pt x="20553" y="7654"/>
                    <a:pt x="21497" y="2029"/>
                    <a:pt x="18194" y="405"/>
                  </a:cubicBezTo>
                  <a:cubicBezTo>
                    <a:pt x="17605" y="119"/>
                    <a:pt x="17018" y="1"/>
                    <a:pt x="1645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43"/>
            <p:cNvSpPr/>
            <p:nvPr/>
          </p:nvSpPr>
          <p:spPr>
            <a:xfrm>
              <a:off x="8271300" y="2407941"/>
              <a:ext cx="105275" cy="66625"/>
            </a:xfrm>
            <a:custGeom>
              <a:avLst/>
              <a:gdLst/>
              <a:ahLst/>
              <a:cxnLst/>
              <a:rect l="l" t="t" r="r" b="b"/>
              <a:pathLst>
                <a:path w="4211" h="2665" extrusionOk="0">
                  <a:moveTo>
                    <a:pt x="2093" y="0"/>
                  </a:moveTo>
                  <a:cubicBezTo>
                    <a:pt x="2057" y="0"/>
                    <a:pt x="2020" y="1"/>
                    <a:pt x="1983" y="2"/>
                  </a:cubicBezTo>
                  <a:cubicBezTo>
                    <a:pt x="1" y="59"/>
                    <a:pt x="114" y="2664"/>
                    <a:pt x="114" y="2664"/>
                  </a:cubicBezTo>
                  <a:lnTo>
                    <a:pt x="4210" y="1890"/>
                  </a:lnTo>
                  <a:cubicBezTo>
                    <a:pt x="4210" y="1890"/>
                    <a:pt x="3974" y="0"/>
                    <a:pt x="20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43"/>
            <p:cNvSpPr/>
            <p:nvPr/>
          </p:nvSpPr>
          <p:spPr>
            <a:xfrm>
              <a:off x="8128850" y="2851366"/>
              <a:ext cx="79875" cy="80550"/>
            </a:xfrm>
            <a:custGeom>
              <a:avLst/>
              <a:gdLst/>
              <a:ahLst/>
              <a:cxnLst/>
              <a:rect l="l" t="t" r="r" b="b"/>
              <a:pathLst>
                <a:path w="3195" h="3222" extrusionOk="0">
                  <a:moveTo>
                    <a:pt x="803" y="1"/>
                  </a:moveTo>
                  <a:cubicBezTo>
                    <a:pt x="1" y="1"/>
                    <a:pt x="95" y="1469"/>
                    <a:pt x="1017" y="2614"/>
                  </a:cubicBezTo>
                  <a:cubicBezTo>
                    <a:pt x="1362" y="3048"/>
                    <a:pt x="1695" y="3222"/>
                    <a:pt x="1979" y="3222"/>
                  </a:cubicBezTo>
                  <a:cubicBezTo>
                    <a:pt x="2784" y="3222"/>
                    <a:pt x="3195" y="1823"/>
                    <a:pt x="2358" y="972"/>
                  </a:cubicBezTo>
                  <a:cubicBezTo>
                    <a:pt x="1667" y="276"/>
                    <a:pt x="1151" y="1"/>
                    <a:pt x="803" y="1"/>
                  </a:cubicBezTo>
                  <a:close/>
                </a:path>
              </a:pathLst>
            </a:custGeom>
            <a:solidFill>
              <a:srgbClr val="EFBB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43"/>
            <p:cNvSpPr/>
            <p:nvPr/>
          </p:nvSpPr>
          <p:spPr>
            <a:xfrm>
              <a:off x="8039125" y="2439091"/>
              <a:ext cx="639475" cy="434225"/>
            </a:xfrm>
            <a:custGeom>
              <a:avLst/>
              <a:gdLst/>
              <a:ahLst/>
              <a:cxnLst/>
              <a:rect l="l" t="t" r="r" b="b"/>
              <a:pathLst>
                <a:path w="25579" h="17369" extrusionOk="0">
                  <a:moveTo>
                    <a:pt x="14738" y="1"/>
                  </a:moveTo>
                  <a:cubicBezTo>
                    <a:pt x="13496" y="1"/>
                    <a:pt x="12135" y="174"/>
                    <a:pt x="10666" y="550"/>
                  </a:cubicBezTo>
                  <a:cubicBezTo>
                    <a:pt x="2926" y="2551"/>
                    <a:pt x="3361" y="8686"/>
                    <a:pt x="3361" y="8686"/>
                  </a:cubicBezTo>
                  <a:lnTo>
                    <a:pt x="2926" y="10384"/>
                  </a:lnTo>
                  <a:cubicBezTo>
                    <a:pt x="2926" y="10384"/>
                    <a:pt x="0" y="11026"/>
                    <a:pt x="170" y="11725"/>
                  </a:cubicBezTo>
                  <a:cubicBezTo>
                    <a:pt x="340" y="12442"/>
                    <a:pt x="2511" y="13046"/>
                    <a:pt x="2511" y="13046"/>
                  </a:cubicBezTo>
                  <a:cubicBezTo>
                    <a:pt x="2511" y="13046"/>
                    <a:pt x="1473" y="14235"/>
                    <a:pt x="2360" y="14726"/>
                  </a:cubicBezTo>
                  <a:cubicBezTo>
                    <a:pt x="2502" y="14804"/>
                    <a:pt x="2674" y="14836"/>
                    <a:pt x="2869" y="14836"/>
                  </a:cubicBezTo>
                  <a:cubicBezTo>
                    <a:pt x="3637" y="14836"/>
                    <a:pt x="4751" y="14352"/>
                    <a:pt x="5669" y="14352"/>
                  </a:cubicBezTo>
                  <a:cubicBezTo>
                    <a:pt x="5980" y="14352"/>
                    <a:pt x="6268" y="14408"/>
                    <a:pt x="6513" y="14556"/>
                  </a:cubicBezTo>
                  <a:cubicBezTo>
                    <a:pt x="7645" y="15255"/>
                    <a:pt x="21331" y="17369"/>
                    <a:pt x="21331" y="17369"/>
                  </a:cubicBezTo>
                  <a:cubicBezTo>
                    <a:pt x="23577" y="17142"/>
                    <a:pt x="25220" y="14613"/>
                    <a:pt x="25408" y="12197"/>
                  </a:cubicBezTo>
                  <a:cubicBezTo>
                    <a:pt x="25578" y="9780"/>
                    <a:pt x="23483" y="7326"/>
                    <a:pt x="23483" y="7326"/>
                  </a:cubicBezTo>
                  <a:cubicBezTo>
                    <a:pt x="23208" y="3180"/>
                    <a:pt x="20055" y="1"/>
                    <a:pt x="147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43"/>
            <p:cNvSpPr/>
            <p:nvPr/>
          </p:nvSpPr>
          <p:spPr>
            <a:xfrm>
              <a:off x="8091675" y="2610466"/>
              <a:ext cx="493000" cy="425300"/>
            </a:xfrm>
            <a:custGeom>
              <a:avLst/>
              <a:gdLst/>
              <a:ahLst/>
              <a:cxnLst/>
              <a:rect l="l" t="t" r="r" b="b"/>
              <a:pathLst>
                <a:path w="19720" h="17012" extrusionOk="0">
                  <a:moveTo>
                    <a:pt x="2659" y="1"/>
                  </a:moveTo>
                  <a:cubicBezTo>
                    <a:pt x="1653" y="1"/>
                    <a:pt x="476" y="624"/>
                    <a:pt x="277" y="2472"/>
                  </a:cubicBezTo>
                  <a:cubicBezTo>
                    <a:pt x="1" y="4883"/>
                    <a:pt x="1398" y="5108"/>
                    <a:pt x="1929" y="5108"/>
                  </a:cubicBezTo>
                  <a:cubicBezTo>
                    <a:pt x="2051" y="5108"/>
                    <a:pt x="2127" y="5096"/>
                    <a:pt x="2127" y="5096"/>
                  </a:cubicBezTo>
                  <a:lnTo>
                    <a:pt x="2127" y="5096"/>
                  </a:lnTo>
                  <a:cubicBezTo>
                    <a:pt x="1013" y="9702"/>
                    <a:pt x="4241" y="16139"/>
                    <a:pt x="10263" y="16913"/>
                  </a:cubicBezTo>
                  <a:cubicBezTo>
                    <a:pt x="10788" y="16981"/>
                    <a:pt x="11282" y="17012"/>
                    <a:pt x="11746" y="17012"/>
                  </a:cubicBezTo>
                  <a:cubicBezTo>
                    <a:pt x="16599" y="17012"/>
                    <a:pt x="18181" y="13584"/>
                    <a:pt x="18474" y="12326"/>
                  </a:cubicBezTo>
                  <a:cubicBezTo>
                    <a:pt x="18776" y="10929"/>
                    <a:pt x="19720" y="9343"/>
                    <a:pt x="19720" y="9343"/>
                  </a:cubicBezTo>
                  <a:cubicBezTo>
                    <a:pt x="18757" y="7456"/>
                    <a:pt x="19550" y="5398"/>
                    <a:pt x="19588" y="5228"/>
                  </a:cubicBezTo>
                  <a:cubicBezTo>
                    <a:pt x="19592" y="5211"/>
                    <a:pt x="19534" y="5204"/>
                    <a:pt x="19427" y="5204"/>
                  </a:cubicBezTo>
                  <a:cubicBezTo>
                    <a:pt x="19064" y="5204"/>
                    <a:pt x="18136" y="5283"/>
                    <a:pt x="17181" y="5283"/>
                  </a:cubicBezTo>
                  <a:cubicBezTo>
                    <a:pt x="16017" y="5283"/>
                    <a:pt x="14813" y="5165"/>
                    <a:pt x="14548" y="4643"/>
                  </a:cubicBezTo>
                  <a:cubicBezTo>
                    <a:pt x="14000" y="3567"/>
                    <a:pt x="17379" y="2340"/>
                    <a:pt x="17379" y="2340"/>
                  </a:cubicBezTo>
                  <a:lnTo>
                    <a:pt x="17379" y="2340"/>
                  </a:lnTo>
                  <a:cubicBezTo>
                    <a:pt x="16912" y="2440"/>
                    <a:pt x="16444" y="2483"/>
                    <a:pt x="15982" y="2483"/>
                  </a:cubicBezTo>
                  <a:cubicBezTo>
                    <a:pt x="12580" y="2483"/>
                    <a:pt x="9508" y="113"/>
                    <a:pt x="9508" y="113"/>
                  </a:cubicBezTo>
                  <a:cubicBezTo>
                    <a:pt x="9262" y="264"/>
                    <a:pt x="5581" y="2605"/>
                    <a:pt x="5543" y="2642"/>
                  </a:cubicBezTo>
                  <a:cubicBezTo>
                    <a:pt x="5690" y="4994"/>
                    <a:pt x="4350" y="5858"/>
                    <a:pt x="3589" y="5858"/>
                  </a:cubicBezTo>
                  <a:cubicBezTo>
                    <a:pt x="3372" y="5858"/>
                    <a:pt x="3203" y="5788"/>
                    <a:pt x="3127" y="5663"/>
                  </a:cubicBezTo>
                  <a:cubicBezTo>
                    <a:pt x="2806" y="5077"/>
                    <a:pt x="4373" y="2756"/>
                    <a:pt x="4373" y="2756"/>
                  </a:cubicBezTo>
                  <a:cubicBezTo>
                    <a:pt x="4373" y="2756"/>
                    <a:pt x="4637" y="1434"/>
                    <a:pt x="4052" y="566"/>
                  </a:cubicBezTo>
                  <a:cubicBezTo>
                    <a:pt x="3830" y="236"/>
                    <a:pt x="3277" y="1"/>
                    <a:pt x="2659" y="1"/>
                  </a:cubicBezTo>
                  <a:close/>
                </a:path>
              </a:pathLst>
            </a:custGeom>
            <a:solidFill>
              <a:srgbClr val="FFE4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43"/>
            <p:cNvSpPr/>
            <p:nvPr/>
          </p:nvSpPr>
          <p:spPr>
            <a:xfrm>
              <a:off x="8122175" y="2633441"/>
              <a:ext cx="62325" cy="77550"/>
            </a:xfrm>
            <a:custGeom>
              <a:avLst/>
              <a:gdLst/>
              <a:ahLst/>
              <a:cxnLst/>
              <a:rect l="l" t="t" r="r" b="b"/>
              <a:pathLst>
                <a:path w="2493" h="3102" extrusionOk="0">
                  <a:moveTo>
                    <a:pt x="1102" y="1"/>
                  </a:moveTo>
                  <a:cubicBezTo>
                    <a:pt x="1062" y="1"/>
                    <a:pt x="1022" y="2"/>
                    <a:pt x="982" y="5"/>
                  </a:cubicBezTo>
                  <a:cubicBezTo>
                    <a:pt x="888" y="24"/>
                    <a:pt x="775" y="62"/>
                    <a:pt x="661" y="119"/>
                  </a:cubicBezTo>
                  <a:lnTo>
                    <a:pt x="529" y="194"/>
                  </a:lnTo>
                  <a:lnTo>
                    <a:pt x="416" y="289"/>
                  </a:lnTo>
                  <a:cubicBezTo>
                    <a:pt x="171" y="477"/>
                    <a:pt x="20" y="761"/>
                    <a:pt x="1" y="1081"/>
                  </a:cubicBezTo>
                  <a:cubicBezTo>
                    <a:pt x="1" y="1157"/>
                    <a:pt x="1" y="1251"/>
                    <a:pt x="20" y="1327"/>
                  </a:cubicBezTo>
                  <a:cubicBezTo>
                    <a:pt x="1" y="1251"/>
                    <a:pt x="20" y="1176"/>
                    <a:pt x="39" y="1100"/>
                  </a:cubicBezTo>
                  <a:cubicBezTo>
                    <a:pt x="114" y="817"/>
                    <a:pt x="284" y="591"/>
                    <a:pt x="510" y="440"/>
                  </a:cubicBezTo>
                  <a:lnTo>
                    <a:pt x="624" y="364"/>
                  </a:lnTo>
                  <a:lnTo>
                    <a:pt x="737" y="326"/>
                  </a:lnTo>
                  <a:cubicBezTo>
                    <a:pt x="841" y="282"/>
                    <a:pt x="951" y="261"/>
                    <a:pt x="1061" y="261"/>
                  </a:cubicBezTo>
                  <a:cubicBezTo>
                    <a:pt x="1231" y="261"/>
                    <a:pt x="1400" y="310"/>
                    <a:pt x="1549" y="402"/>
                  </a:cubicBezTo>
                  <a:cubicBezTo>
                    <a:pt x="1719" y="496"/>
                    <a:pt x="1870" y="647"/>
                    <a:pt x="1983" y="817"/>
                  </a:cubicBezTo>
                  <a:cubicBezTo>
                    <a:pt x="2077" y="1006"/>
                    <a:pt x="2134" y="1195"/>
                    <a:pt x="2115" y="1402"/>
                  </a:cubicBezTo>
                  <a:cubicBezTo>
                    <a:pt x="2096" y="1629"/>
                    <a:pt x="2039" y="1818"/>
                    <a:pt x="1907" y="1988"/>
                  </a:cubicBezTo>
                  <a:cubicBezTo>
                    <a:pt x="1888" y="2044"/>
                    <a:pt x="1851" y="2082"/>
                    <a:pt x="1832" y="2120"/>
                  </a:cubicBezTo>
                  <a:lnTo>
                    <a:pt x="1719" y="2233"/>
                  </a:lnTo>
                  <a:cubicBezTo>
                    <a:pt x="1681" y="2271"/>
                    <a:pt x="1624" y="2327"/>
                    <a:pt x="1605" y="2327"/>
                  </a:cubicBezTo>
                  <a:cubicBezTo>
                    <a:pt x="1586" y="2346"/>
                    <a:pt x="1568" y="2365"/>
                    <a:pt x="1549" y="2384"/>
                  </a:cubicBezTo>
                  <a:lnTo>
                    <a:pt x="1492" y="2403"/>
                  </a:lnTo>
                  <a:cubicBezTo>
                    <a:pt x="1492" y="2403"/>
                    <a:pt x="1484" y="2411"/>
                    <a:pt x="1478" y="2411"/>
                  </a:cubicBezTo>
                  <a:cubicBezTo>
                    <a:pt x="1475" y="2411"/>
                    <a:pt x="1473" y="2409"/>
                    <a:pt x="1473" y="2403"/>
                  </a:cubicBezTo>
                  <a:lnTo>
                    <a:pt x="1454" y="2384"/>
                  </a:lnTo>
                  <a:lnTo>
                    <a:pt x="1416" y="2365"/>
                  </a:lnTo>
                  <a:cubicBezTo>
                    <a:pt x="1341" y="2271"/>
                    <a:pt x="1247" y="2195"/>
                    <a:pt x="1133" y="2157"/>
                  </a:cubicBezTo>
                  <a:cubicBezTo>
                    <a:pt x="990" y="2079"/>
                    <a:pt x="838" y="2037"/>
                    <a:pt x="689" y="2037"/>
                  </a:cubicBezTo>
                  <a:cubicBezTo>
                    <a:pt x="622" y="2037"/>
                    <a:pt x="556" y="2046"/>
                    <a:pt x="492" y="2063"/>
                  </a:cubicBezTo>
                  <a:cubicBezTo>
                    <a:pt x="435" y="2063"/>
                    <a:pt x="397" y="2082"/>
                    <a:pt x="359" y="2101"/>
                  </a:cubicBezTo>
                  <a:lnTo>
                    <a:pt x="265" y="2120"/>
                  </a:lnTo>
                  <a:lnTo>
                    <a:pt x="246" y="2120"/>
                  </a:lnTo>
                  <a:cubicBezTo>
                    <a:pt x="246" y="2120"/>
                    <a:pt x="246" y="2139"/>
                    <a:pt x="246" y="2139"/>
                  </a:cubicBezTo>
                  <a:lnTo>
                    <a:pt x="227" y="2195"/>
                  </a:lnTo>
                  <a:cubicBezTo>
                    <a:pt x="190" y="2233"/>
                    <a:pt x="190" y="2271"/>
                    <a:pt x="171" y="2327"/>
                  </a:cubicBezTo>
                  <a:cubicBezTo>
                    <a:pt x="171" y="2365"/>
                    <a:pt x="152" y="2403"/>
                    <a:pt x="152" y="2459"/>
                  </a:cubicBezTo>
                  <a:cubicBezTo>
                    <a:pt x="133" y="2705"/>
                    <a:pt x="246" y="2950"/>
                    <a:pt x="454" y="3101"/>
                  </a:cubicBezTo>
                  <a:cubicBezTo>
                    <a:pt x="378" y="3026"/>
                    <a:pt x="322" y="2931"/>
                    <a:pt x="303" y="2818"/>
                  </a:cubicBezTo>
                  <a:cubicBezTo>
                    <a:pt x="265" y="2705"/>
                    <a:pt x="265" y="2592"/>
                    <a:pt x="284" y="2459"/>
                  </a:cubicBezTo>
                  <a:cubicBezTo>
                    <a:pt x="303" y="2403"/>
                    <a:pt x="322" y="2346"/>
                    <a:pt x="359" y="2290"/>
                  </a:cubicBezTo>
                  <a:cubicBezTo>
                    <a:pt x="359" y="2271"/>
                    <a:pt x="378" y="2271"/>
                    <a:pt x="416" y="2271"/>
                  </a:cubicBezTo>
                  <a:cubicBezTo>
                    <a:pt x="454" y="2252"/>
                    <a:pt x="492" y="2252"/>
                    <a:pt x="529" y="2252"/>
                  </a:cubicBezTo>
                  <a:cubicBezTo>
                    <a:pt x="552" y="2249"/>
                    <a:pt x="574" y="2248"/>
                    <a:pt x="596" y="2248"/>
                  </a:cubicBezTo>
                  <a:cubicBezTo>
                    <a:pt x="744" y="2248"/>
                    <a:pt x="889" y="2299"/>
                    <a:pt x="1020" y="2365"/>
                  </a:cubicBezTo>
                  <a:cubicBezTo>
                    <a:pt x="1096" y="2422"/>
                    <a:pt x="1152" y="2478"/>
                    <a:pt x="1228" y="2554"/>
                  </a:cubicBezTo>
                  <a:cubicBezTo>
                    <a:pt x="1228" y="2554"/>
                    <a:pt x="1247" y="2554"/>
                    <a:pt x="1247" y="2573"/>
                  </a:cubicBezTo>
                  <a:lnTo>
                    <a:pt x="1284" y="2629"/>
                  </a:lnTo>
                  <a:lnTo>
                    <a:pt x="1360" y="2743"/>
                  </a:lnTo>
                  <a:lnTo>
                    <a:pt x="1379" y="2780"/>
                  </a:lnTo>
                  <a:cubicBezTo>
                    <a:pt x="1398" y="2799"/>
                    <a:pt x="1398" y="2799"/>
                    <a:pt x="1398" y="2799"/>
                  </a:cubicBezTo>
                  <a:lnTo>
                    <a:pt x="1473" y="2761"/>
                  </a:lnTo>
                  <a:lnTo>
                    <a:pt x="1624" y="2686"/>
                  </a:lnTo>
                  <a:cubicBezTo>
                    <a:pt x="1870" y="2573"/>
                    <a:pt x="2058" y="2403"/>
                    <a:pt x="2209" y="2176"/>
                  </a:cubicBezTo>
                  <a:cubicBezTo>
                    <a:pt x="2360" y="1950"/>
                    <a:pt x="2455" y="1704"/>
                    <a:pt x="2474" y="1421"/>
                  </a:cubicBezTo>
                  <a:cubicBezTo>
                    <a:pt x="2492" y="1157"/>
                    <a:pt x="2417" y="874"/>
                    <a:pt x="2266" y="647"/>
                  </a:cubicBezTo>
                  <a:cubicBezTo>
                    <a:pt x="2134" y="421"/>
                    <a:pt x="1926" y="251"/>
                    <a:pt x="1700" y="138"/>
                  </a:cubicBezTo>
                  <a:cubicBezTo>
                    <a:pt x="1510" y="43"/>
                    <a:pt x="1307" y="1"/>
                    <a:pt x="1102" y="1"/>
                  </a:cubicBezTo>
                  <a:close/>
                </a:path>
              </a:pathLst>
            </a:custGeom>
            <a:solidFill>
              <a:srgbClr val="D88E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43"/>
            <p:cNvSpPr/>
            <p:nvPr/>
          </p:nvSpPr>
          <p:spPr>
            <a:xfrm>
              <a:off x="8209025" y="2792591"/>
              <a:ext cx="206250" cy="180500"/>
            </a:xfrm>
            <a:custGeom>
              <a:avLst/>
              <a:gdLst/>
              <a:ahLst/>
              <a:cxnLst/>
              <a:rect l="l" t="t" r="r" b="b"/>
              <a:pathLst>
                <a:path w="8250" h="7220" extrusionOk="0">
                  <a:moveTo>
                    <a:pt x="2473" y="1"/>
                  </a:moveTo>
                  <a:cubicBezTo>
                    <a:pt x="2473" y="1"/>
                    <a:pt x="0" y="4041"/>
                    <a:pt x="2379" y="6438"/>
                  </a:cubicBezTo>
                  <a:cubicBezTo>
                    <a:pt x="2950" y="7009"/>
                    <a:pt x="3627" y="7220"/>
                    <a:pt x="4315" y="7220"/>
                  </a:cubicBezTo>
                  <a:cubicBezTo>
                    <a:pt x="6240" y="7220"/>
                    <a:pt x="8249" y="5570"/>
                    <a:pt x="8249" y="5570"/>
                  </a:cubicBezTo>
                  <a:cubicBezTo>
                    <a:pt x="8004" y="5324"/>
                    <a:pt x="4153" y="2530"/>
                    <a:pt x="24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43"/>
            <p:cNvSpPr/>
            <p:nvPr/>
          </p:nvSpPr>
          <p:spPr>
            <a:xfrm>
              <a:off x="8235675" y="2844041"/>
              <a:ext cx="61850" cy="123675"/>
            </a:xfrm>
            <a:custGeom>
              <a:avLst/>
              <a:gdLst/>
              <a:ahLst/>
              <a:cxnLst/>
              <a:rect l="l" t="t" r="r" b="b"/>
              <a:pathLst>
                <a:path w="2474" h="4947" extrusionOk="0">
                  <a:moveTo>
                    <a:pt x="492" y="0"/>
                  </a:moveTo>
                  <a:cubicBezTo>
                    <a:pt x="114" y="1341"/>
                    <a:pt x="1" y="3096"/>
                    <a:pt x="1266" y="4380"/>
                  </a:cubicBezTo>
                  <a:cubicBezTo>
                    <a:pt x="1511" y="4625"/>
                    <a:pt x="1794" y="4814"/>
                    <a:pt x="2096" y="4946"/>
                  </a:cubicBezTo>
                  <a:cubicBezTo>
                    <a:pt x="2455" y="4040"/>
                    <a:pt x="2474" y="3021"/>
                    <a:pt x="2172" y="2096"/>
                  </a:cubicBezTo>
                  <a:cubicBezTo>
                    <a:pt x="1851" y="1227"/>
                    <a:pt x="1266" y="491"/>
                    <a:pt x="49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43"/>
            <p:cNvSpPr/>
            <p:nvPr/>
          </p:nvSpPr>
          <p:spPr>
            <a:xfrm>
              <a:off x="8396375" y="2841216"/>
              <a:ext cx="56175" cy="47900"/>
            </a:xfrm>
            <a:custGeom>
              <a:avLst/>
              <a:gdLst/>
              <a:ahLst/>
              <a:cxnLst/>
              <a:rect l="l" t="t" r="r" b="b"/>
              <a:pathLst>
                <a:path w="2247" h="1916" extrusionOk="0">
                  <a:moveTo>
                    <a:pt x="1793" y="0"/>
                  </a:moveTo>
                  <a:lnTo>
                    <a:pt x="0" y="1435"/>
                  </a:lnTo>
                  <a:cubicBezTo>
                    <a:pt x="357" y="1784"/>
                    <a:pt x="720" y="1916"/>
                    <a:pt x="1041" y="1916"/>
                  </a:cubicBezTo>
                  <a:cubicBezTo>
                    <a:pt x="1485" y="1916"/>
                    <a:pt x="1848" y="1663"/>
                    <a:pt x="2001" y="1378"/>
                  </a:cubicBezTo>
                  <a:cubicBezTo>
                    <a:pt x="2246" y="887"/>
                    <a:pt x="1793" y="0"/>
                    <a:pt x="1793" y="0"/>
                  </a:cubicBezTo>
                  <a:close/>
                </a:path>
              </a:pathLst>
            </a:custGeom>
            <a:solidFill>
              <a:srgbClr val="FFE4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43"/>
            <p:cNvSpPr/>
            <p:nvPr/>
          </p:nvSpPr>
          <p:spPr>
            <a:xfrm>
              <a:off x="8396375" y="2841216"/>
              <a:ext cx="55700" cy="51650"/>
            </a:xfrm>
            <a:custGeom>
              <a:avLst/>
              <a:gdLst/>
              <a:ahLst/>
              <a:cxnLst/>
              <a:rect l="l" t="t" r="r" b="b"/>
              <a:pathLst>
                <a:path w="2228" h="2066" extrusionOk="0">
                  <a:moveTo>
                    <a:pt x="1793" y="0"/>
                  </a:moveTo>
                  <a:cubicBezTo>
                    <a:pt x="1793" y="0"/>
                    <a:pt x="1850" y="227"/>
                    <a:pt x="1907" y="567"/>
                  </a:cubicBezTo>
                  <a:cubicBezTo>
                    <a:pt x="1925" y="661"/>
                    <a:pt x="1925" y="736"/>
                    <a:pt x="1925" y="831"/>
                  </a:cubicBezTo>
                  <a:cubicBezTo>
                    <a:pt x="1944" y="925"/>
                    <a:pt x="1925" y="1020"/>
                    <a:pt x="1907" y="1114"/>
                  </a:cubicBezTo>
                  <a:cubicBezTo>
                    <a:pt x="1907" y="1208"/>
                    <a:pt x="1869" y="1284"/>
                    <a:pt x="1812" y="1359"/>
                  </a:cubicBezTo>
                  <a:cubicBezTo>
                    <a:pt x="1756" y="1435"/>
                    <a:pt x="1680" y="1491"/>
                    <a:pt x="1605" y="1548"/>
                  </a:cubicBezTo>
                  <a:cubicBezTo>
                    <a:pt x="1510" y="1605"/>
                    <a:pt x="1435" y="1661"/>
                    <a:pt x="1340" y="1680"/>
                  </a:cubicBezTo>
                  <a:cubicBezTo>
                    <a:pt x="1246" y="1718"/>
                    <a:pt x="1152" y="1737"/>
                    <a:pt x="1057" y="1756"/>
                  </a:cubicBezTo>
                  <a:lnTo>
                    <a:pt x="774" y="1756"/>
                  </a:lnTo>
                  <a:cubicBezTo>
                    <a:pt x="680" y="1737"/>
                    <a:pt x="604" y="1718"/>
                    <a:pt x="529" y="1680"/>
                  </a:cubicBezTo>
                  <a:cubicBezTo>
                    <a:pt x="396" y="1642"/>
                    <a:pt x="264" y="1586"/>
                    <a:pt x="151" y="1510"/>
                  </a:cubicBezTo>
                  <a:lnTo>
                    <a:pt x="0" y="1435"/>
                  </a:lnTo>
                  <a:lnTo>
                    <a:pt x="113" y="1567"/>
                  </a:lnTo>
                  <a:cubicBezTo>
                    <a:pt x="189" y="1680"/>
                    <a:pt x="302" y="1794"/>
                    <a:pt x="434" y="1869"/>
                  </a:cubicBezTo>
                  <a:cubicBezTo>
                    <a:pt x="529" y="1926"/>
                    <a:pt x="623" y="1963"/>
                    <a:pt x="717" y="2001"/>
                  </a:cubicBezTo>
                  <a:cubicBezTo>
                    <a:pt x="831" y="2039"/>
                    <a:pt x="944" y="2058"/>
                    <a:pt x="1057" y="2058"/>
                  </a:cubicBezTo>
                  <a:cubicBezTo>
                    <a:pt x="1093" y="2063"/>
                    <a:pt x="1128" y="2065"/>
                    <a:pt x="1163" y="2065"/>
                  </a:cubicBezTo>
                  <a:cubicBezTo>
                    <a:pt x="1259" y="2065"/>
                    <a:pt x="1352" y="2048"/>
                    <a:pt x="1435" y="2020"/>
                  </a:cubicBezTo>
                  <a:cubicBezTo>
                    <a:pt x="1567" y="1982"/>
                    <a:pt x="1699" y="1907"/>
                    <a:pt x="1793" y="1831"/>
                  </a:cubicBezTo>
                  <a:cubicBezTo>
                    <a:pt x="1907" y="1756"/>
                    <a:pt x="2001" y="1661"/>
                    <a:pt x="2076" y="1548"/>
                  </a:cubicBezTo>
                  <a:cubicBezTo>
                    <a:pt x="2152" y="1435"/>
                    <a:pt x="2209" y="1303"/>
                    <a:pt x="2209" y="1152"/>
                  </a:cubicBezTo>
                  <a:cubicBezTo>
                    <a:pt x="2228" y="1038"/>
                    <a:pt x="2209" y="925"/>
                    <a:pt x="2190" y="812"/>
                  </a:cubicBezTo>
                  <a:cubicBezTo>
                    <a:pt x="2171" y="718"/>
                    <a:pt x="2133" y="623"/>
                    <a:pt x="2095" y="529"/>
                  </a:cubicBezTo>
                  <a:cubicBezTo>
                    <a:pt x="2020" y="340"/>
                    <a:pt x="1925" y="151"/>
                    <a:pt x="1793" y="0"/>
                  </a:cubicBezTo>
                  <a:close/>
                </a:path>
              </a:pathLst>
            </a:custGeom>
            <a:solidFill>
              <a:srgbClr val="DD92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43"/>
            <p:cNvSpPr/>
            <p:nvPr/>
          </p:nvSpPr>
          <p:spPr>
            <a:xfrm>
              <a:off x="8212100" y="2723716"/>
              <a:ext cx="97600" cy="63050"/>
            </a:xfrm>
            <a:custGeom>
              <a:avLst/>
              <a:gdLst/>
              <a:ahLst/>
              <a:cxnLst/>
              <a:rect l="l" t="t" r="r" b="b"/>
              <a:pathLst>
                <a:path w="3904" h="2522" extrusionOk="0">
                  <a:moveTo>
                    <a:pt x="1445" y="0"/>
                  </a:moveTo>
                  <a:cubicBezTo>
                    <a:pt x="1314" y="0"/>
                    <a:pt x="1197" y="30"/>
                    <a:pt x="1104" y="94"/>
                  </a:cubicBezTo>
                  <a:cubicBezTo>
                    <a:pt x="0" y="841"/>
                    <a:pt x="1522" y="2522"/>
                    <a:pt x="2578" y="2522"/>
                  </a:cubicBezTo>
                  <a:cubicBezTo>
                    <a:pt x="2804" y="2522"/>
                    <a:pt x="3008" y="2445"/>
                    <a:pt x="3162" y="2265"/>
                  </a:cubicBezTo>
                  <a:cubicBezTo>
                    <a:pt x="3903" y="1392"/>
                    <a:pt x="2343" y="0"/>
                    <a:pt x="1445" y="0"/>
                  </a:cubicBezTo>
                  <a:close/>
                </a:path>
              </a:pathLst>
            </a:custGeom>
            <a:solidFill>
              <a:srgbClr val="FFAB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43"/>
            <p:cNvSpPr/>
            <p:nvPr/>
          </p:nvSpPr>
          <p:spPr>
            <a:xfrm>
              <a:off x="8420100" y="2923941"/>
              <a:ext cx="82600" cy="55300"/>
            </a:xfrm>
            <a:custGeom>
              <a:avLst/>
              <a:gdLst/>
              <a:ahLst/>
              <a:cxnLst/>
              <a:rect l="l" t="t" r="r" b="b"/>
              <a:pathLst>
                <a:path w="3304" h="2212" extrusionOk="0">
                  <a:moveTo>
                    <a:pt x="1080" y="0"/>
                  </a:moveTo>
                  <a:cubicBezTo>
                    <a:pt x="912" y="0"/>
                    <a:pt x="769" y="45"/>
                    <a:pt x="674" y="146"/>
                  </a:cubicBezTo>
                  <a:cubicBezTo>
                    <a:pt x="1" y="864"/>
                    <a:pt x="1203" y="2212"/>
                    <a:pt x="2096" y="2212"/>
                  </a:cubicBezTo>
                  <a:cubicBezTo>
                    <a:pt x="2330" y="2212"/>
                    <a:pt x="2542" y="2120"/>
                    <a:pt x="2694" y="1901"/>
                  </a:cubicBezTo>
                  <a:cubicBezTo>
                    <a:pt x="3304" y="1041"/>
                    <a:pt x="1894" y="0"/>
                    <a:pt x="1080" y="0"/>
                  </a:cubicBezTo>
                  <a:close/>
                </a:path>
              </a:pathLst>
            </a:custGeom>
            <a:solidFill>
              <a:srgbClr val="FFAB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43"/>
            <p:cNvSpPr/>
            <p:nvPr/>
          </p:nvSpPr>
          <p:spPr>
            <a:xfrm>
              <a:off x="8322750" y="2750241"/>
              <a:ext cx="47200" cy="40025"/>
            </a:xfrm>
            <a:custGeom>
              <a:avLst/>
              <a:gdLst/>
              <a:ahLst/>
              <a:cxnLst/>
              <a:rect l="l" t="t" r="r" b="b"/>
              <a:pathLst>
                <a:path w="1888" h="1601" extrusionOk="0">
                  <a:moveTo>
                    <a:pt x="781" y="1"/>
                  </a:moveTo>
                  <a:cubicBezTo>
                    <a:pt x="737" y="1"/>
                    <a:pt x="689" y="5"/>
                    <a:pt x="642" y="15"/>
                  </a:cubicBezTo>
                  <a:cubicBezTo>
                    <a:pt x="567" y="15"/>
                    <a:pt x="491" y="34"/>
                    <a:pt x="416" y="53"/>
                  </a:cubicBezTo>
                  <a:cubicBezTo>
                    <a:pt x="302" y="90"/>
                    <a:pt x="208" y="128"/>
                    <a:pt x="114" y="204"/>
                  </a:cubicBezTo>
                  <a:cubicBezTo>
                    <a:pt x="38" y="241"/>
                    <a:pt x="0" y="260"/>
                    <a:pt x="0" y="260"/>
                  </a:cubicBezTo>
                  <a:lnTo>
                    <a:pt x="132" y="241"/>
                  </a:lnTo>
                  <a:lnTo>
                    <a:pt x="453" y="241"/>
                  </a:lnTo>
                  <a:cubicBezTo>
                    <a:pt x="510" y="241"/>
                    <a:pt x="567" y="260"/>
                    <a:pt x="642" y="260"/>
                  </a:cubicBezTo>
                  <a:cubicBezTo>
                    <a:pt x="718" y="279"/>
                    <a:pt x="774" y="279"/>
                    <a:pt x="850" y="317"/>
                  </a:cubicBezTo>
                  <a:cubicBezTo>
                    <a:pt x="925" y="336"/>
                    <a:pt x="982" y="355"/>
                    <a:pt x="1057" y="392"/>
                  </a:cubicBezTo>
                  <a:cubicBezTo>
                    <a:pt x="1114" y="411"/>
                    <a:pt x="1190" y="449"/>
                    <a:pt x="1246" y="506"/>
                  </a:cubicBezTo>
                  <a:cubicBezTo>
                    <a:pt x="1303" y="543"/>
                    <a:pt x="1378" y="581"/>
                    <a:pt x="1416" y="657"/>
                  </a:cubicBezTo>
                  <a:cubicBezTo>
                    <a:pt x="1435" y="713"/>
                    <a:pt x="1510" y="751"/>
                    <a:pt x="1529" y="827"/>
                  </a:cubicBezTo>
                  <a:cubicBezTo>
                    <a:pt x="1567" y="883"/>
                    <a:pt x="1586" y="940"/>
                    <a:pt x="1605" y="996"/>
                  </a:cubicBezTo>
                  <a:cubicBezTo>
                    <a:pt x="1624" y="1053"/>
                    <a:pt x="1643" y="1129"/>
                    <a:pt x="1643" y="1185"/>
                  </a:cubicBezTo>
                  <a:cubicBezTo>
                    <a:pt x="1643" y="1280"/>
                    <a:pt x="1643" y="1374"/>
                    <a:pt x="1624" y="1487"/>
                  </a:cubicBezTo>
                  <a:lnTo>
                    <a:pt x="1586" y="1601"/>
                  </a:lnTo>
                  <a:lnTo>
                    <a:pt x="1680" y="1506"/>
                  </a:lnTo>
                  <a:cubicBezTo>
                    <a:pt x="1756" y="1431"/>
                    <a:pt x="1812" y="1317"/>
                    <a:pt x="1850" y="1204"/>
                  </a:cubicBezTo>
                  <a:cubicBezTo>
                    <a:pt x="1888" y="1034"/>
                    <a:pt x="1869" y="864"/>
                    <a:pt x="1812" y="694"/>
                  </a:cubicBezTo>
                  <a:cubicBezTo>
                    <a:pt x="1775" y="600"/>
                    <a:pt x="1718" y="525"/>
                    <a:pt x="1661" y="430"/>
                  </a:cubicBezTo>
                  <a:cubicBezTo>
                    <a:pt x="1605" y="355"/>
                    <a:pt x="1529" y="298"/>
                    <a:pt x="1454" y="223"/>
                  </a:cubicBezTo>
                  <a:cubicBezTo>
                    <a:pt x="1359" y="166"/>
                    <a:pt x="1284" y="128"/>
                    <a:pt x="1190" y="90"/>
                  </a:cubicBezTo>
                  <a:cubicBezTo>
                    <a:pt x="1095" y="53"/>
                    <a:pt x="1001" y="34"/>
                    <a:pt x="906" y="15"/>
                  </a:cubicBezTo>
                  <a:cubicBezTo>
                    <a:pt x="869" y="5"/>
                    <a:pt x="826" y="1"/>
                    <a:pt x="78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43"/>
            <p:cNvSpPr/>
            <p:nvPr/>
          </p:nvSpPr>
          <p:spPr>
            <a:xfrm>
              <a:off x="8477050" y="2844991"/>
              <a:ext cx="38250" cy="34950"/>
            </a:xfrm>
            <a:custGeom>
              <a:avLst/>
              <a:gdLst/>
              <a:ahLst/>
              <a:cxnLst/>
              <a:rect l="l" t="t" r="r" b="b"/>
              <a:pathLst>
                <a:path w="1530" h="1398" extrusionOk="0">
                  <a:moveTo>
                    <a:pt x="511" y="0"/>
                  </a:moveTo>
                  <a:cubicBezTo>
                    <a:pt x="435" y="19"/>
                    <a:pt x="378" y="38"/>
                    <a:pt x="303" y="57"/>
                  </a:cubicBezTo>
                  <a:cubicBezTo>
                    <a:pt x="246" y="76"/>
                    <a:pt x="209" y="95"/>
                    <a:pt x="152" y="132"/>
                  </a:cubicBezTo>
                  <a:cubicBezTo>
                    <a:pt x="133" y="151"/>
                    <a:pt x="95" y="189"/>
                    <a:pt x="58" y="227"/>
                  </a:cubicBezTo>
                  <a:cubicBezTo>
                    <a:pt x="20" y="265"/>
                    <a:pt x="1" y="302"/>
                    <a:pt x="1" y="302"/>
                  </a:cubicBezTo>
                  <a:lnTo>
                    <a:pt x="95" y="265"/>
                  </a:lnTo>
                  <a:cubicBezTo>
                    <a:pt x="133" y="265"/>
                    <a:pt x="171" y="246"/>
                    <a:pt x="227" y="246"/>
                  </a:cubicBezTo>
                  <a:lnTo>
                    <a:pt x="511" y="246"/>
                  </a:lnTo>
                  <a:cubicBezTo>
                    <a:pt x="567" y="265"/>
                    <a:pt x="624" y="265"/>
                    <a:pt x="681" y="283"/>
                  </a:cubicBezTo>
                  <a:cubicBezTo>
                    <a:pt x="850" y="340"/>
                    <a:pt x="1001" y="434"/>
                    <a:pt x="1115" y="585"/>
                  </a:cubicBezTo>
                  <a:cubicBezTo>
                    <a:pt x="1152" y="623"/>
                    <a:pt x="1171" y="680"/>
                    <a:pt x="1209" y="718"/>
                  </a:cubicBezTo>
                  <a:cubicBezTo>
                    <a:pt x="1228" y="774"/>
                    <a:pt x="1266" y="831"/>
                    <a:pt x="1285" y="887"/>
                  </a:cubicBezTo>
                  <a:cubicBezTo>
                    <a:pt x="1285" y="925"/>
                    <a:pt x="1303" y="982"/>
                    <a:pt x="1322" y="1038"/>
                  </a:cubicBezTo>
                  <a:cubicBezTo>
                    <a:pt x="1322" y="1076"/>
                    <a:pt x="1341" y="1133"/>
                    <a:pt x="1341" y="1171"/>
                  </a:cubicBezTo>
                  <a:cubicBezTo>
                    <a:pt x="1341" y="1208"/>
                    <a:pt x="1341" y="1246"/>
                    <a:pt x="1341" y="1284"/>
                  </a:cubicBezTo>
                  <a:lnTo>
                    <a:pt x="1341" y="1397"/>
                  </a:lnTo>
                  <a:lnTo>
                    <a:pt x="1398" y="1322"/>
                  </a:lnTo>
                  <a:cubicBezTo>
                    <a:pt x="1436" y="1284"/>
                    <a:pt x="1454" y="1246"/>
                    <a:pt x="1473" y="1208"/>
                  </a:cubicBezTo>
                  <a:cubicBezTo>
                    <a:pt x="1492" y="1152"/>
                    <a:pt x="1511" y="1095"/>
                    <a:pt x="1511" y="1057"/>
                  </a:cubicBezTo>
                  <a:cubicBezTo>
                    <a:pt x="1530" y="982"/>
                    <a:pt x="1530" y="906"/>
                    <a:pt x="1530" y="850"/>
                  </a:cubicBezTo>
                  <a:cubicBezTo>
                    <a:pt x="1530" y="680"/>
                    <a:pt x="1473" y="529"/>
                    <a:pt x="1379" y="397"/>
                  </a:cubicBezTo>
                  <a:cubicBezTo>
                    <a:pt x="1247" y="170"/>
                    <a:pt x="1001" y="38"/>
                    <a:pt x="73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43"/>
            <p:cNvSpPr/>
            <p:nvPr/>
          </p:nvSpPr>
          <p:spPr>
            <a:xfrm>
              <a:off x="8335475" y="2660116"/>
              <a:ext cx="73175" cy="40950"/>
            </a:xfrm>
            <a:custGeom>
              <a:avLst/>
              <a:gdLst/>
              <a:ahLst/>
              <a:cxnLst/>
              <a:rect l="l" t="t" r="r" b="b"/>
              <a:pathLst>
                <a:path w="2927" h="1638" extrusionOk="0">
                  <a:moveTo>
                    <a:pt x="438" y="0"/>
                  </a:moveTo>
                  <a:cubicBezTo>
                    <a:pt x="397" y="0"/>
                    <a:pt x="360" y="5"/>
                    <a:pt x="322" y="14"/>
                  </a:cubicBezTo>
                  <a:lnTo>
                    <a:pt x="152" y="33"/>
                  </a:lnTo>
                  <a:lnTo>
                    <a:pt x="1" y="52"/>
                  </a:lnTo>
                  <a:lnTo>
                    <a:pt x="171" y="109"/>
                  </a:lnTo>
                  <a:lnTo>
                    <a:pt x="341" y="147"/>
                  </a:lnTo>
                  <a:cubicBezTo>
                    <a:pt x="397" y="147"/>
                    <a:pt x="473" y="165"/>
                    <a:pt x="548" y="203"/>
                  </a:cubicBezTo>
                  <a:cubicBezTo>
                    <a:pt x="605" y="222"/>
                    <a:pt x="699" y="260"/>
                    <a:pt x="775" y="279"/>
                  </a:cubicBezTo>
                  <a:cubicBezTo>
                    <a:pt x="869" y="279"/>
                    <a:pt x="945" y="335"/>
                    <a:pt x="1039" y="373"/>
                  </a:cubicBezTo>
                  <a:cubicBezTo>
                    <a:pt x="1134" y="411"/>
                    <a:pt x="1228" y="449"/>
                    <a:pt x="1322" y="486"/>
                  </a:cubicBezTo>
                  <a:lnTo>
                    <a:pt x="1587" y="619"/>
                  </a:lnTo>
                  <a:lnTo>
                    <a:pt x="1851" y="788"/>
                  </a:lnTo>
                  <a:cubicBezTo>
                    <a:pt x="1945" y="826"/>
                    <a:pt x="2021" y="883"/>
                    <a:pt x="2096" y="958"/>
                  </a:cubicBezTo>
                  <a:cubicBezTo>
                    <a:pt x="2172" y="1015"/>
                    <a:pt x="2266" y="1053"/>
                    <a:pt x="2323" y="1109"/>
                  </a:cubicBezTo>
                  <a:cubicBezTo>
                    <a:pt x="2398" y="1166"/>
                    <a:pt x="2455" y="1223"/>
                    <a:pt x="2530" y="1279"/>
                  </a:cubicBezTo>
                  <a:cubicBezTo>
                    <a:pt x="2587" y="1317"/>
                    <a:pt x="2644" y="1374"/>
                    <a:pt x="2681" y="1430"/>
                  </a:cubicBezTo>
                  <a:lnTo>
                    <a:pt x="2814" y="1543"/>
                  </a:lnTo>
                  <a:lnTo>
                    <a:pt x="2927" y="1638"/>
                  </a:lnTo>
                  <a:lnTo>
                    <a:pt x="2870" y="1487"/>
                  </a:lnTo>
                  <a:lnTo>
                    <a:pt x="2795" y="1336"/>
                  </a:lnTo>
                  <a:cubicBezTo>
                    <a:pt x="2757" y="1260"/>
                    <a:pt x="2719" y="1204"/>
                    <a:pt x="2681" y="1147"/>
                  </a:cubicBezTo>
                  <a:cubicBezTo>
                    <a:pt x="2625" y="1072"/>
                    <a:pt x="2568" y="996"/>
                    <a:pt x="2512" y="921"/>
                  </a:cubicBezTo>
                  <a:cubicBezTo>
                    <a:pt x="2436" y="845"/>
                    <a:pt x="2361" y="770"/>
                    <a:pt x="2285" y="713"/>
                  </a:cubicBezTo>
                  <a:cubicBezTo>
                    <a:pt x="2210" y="637"/>
                    <a:pt x="2134" y="562"/>
                    <a:pt x="2040" y="505"/>
                  </a:cubicBezTo>
                  <a:lnTo>
                    <a:pt x="1757" y="316"/>
                  </a:lnTo>
                  <a:lnTo>
                    <a:pt x="1436" y="184"/>
                  </a:lnTo>
                  <a:cubicBezTo>
                    <a:pt x="1341" y="147"/>
                    <a:pt x="1228" y="109"/>
                    <a:pt x="1134" y="90"/>
                  </a:cubicBezTo>
                  <a:cubicBezTo>
                    <a:pt x="1039" y="52"/>
                    <a:pt x="926" y="33"/>
                    <a:pt x="832" y="33"/>
                  </a:cubicBezTo>
                  <a:cubicBezTo>
                    <a:pt x="737" y="14"/>
                    <a:pt x="643" y="14"/>
                    <a:pt x="567" y="14"/>
                  </a:cubicBezTo>
                  <a:cubicBezTo>
                    <a:pt x="520" y="5"/>
                    <a:pt x="478" y="0"/>
                    <a:pt x="43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43"/>
            <p:cNvSpPr/>
            <p:nvPr/>
          </p:nvSpPr>
          <p:spPr>
            <a:xfrm>
              <a:off x="8526150" y="2765241"/>
              <a:ext cx="39175" cy="52875"/>
            </a:xfrm>
            <a:custGeom>
              <a:avLst/>
              <a:gdLst/>
              <a:ahLst/>
              <a:cxnLst/>
              <a:rect l="l" t="t" r="r" b="b"/>
              <a:pathLst>
                <a:path w="1567" h="2115" extrusionOk="0">
                  <a:moveTo>
                    <a:pt x="0" y="0"/>
                  </a:moveTo>
                  <a:lnTo>
                    <a:pt x="95" y="76"/>
                  </a:lnTo>
                  <a:cubicBezTo>
                    <a:pt x="151" y="132"/>
                    <a:pt x="246" y="170"/>
                    <a:pt x="321" y="264"/>
                  </a:cubicBezTo>
                  <a:cubicBezTo>
                    <a:pt x="378" y="321"/>
                    <a:pt x="434" y="359"/>
                    <a:pt x="491" y="396"/>
                  </a:cubicBezTo>
                  <a:cubicBezTo>
                    <a:pt x="548" y="453"/>
                    <a:pt x="585" y="510"/>
                    <a:pt x="642" y="566"/>
                  </a:cubicBezTo>
                  <a:cubicBezTo>
                    <a:pt x="699" y="623"/>
                    <a:pt x="736" y="680"/>
                    <a:pt x="793" y="736"/>
                  </a:cubicBezTo>
                  <a:lnTo>
                    <a:pt x="944" y="925"/>
                  </a:lnTo>
                  <a:lnTo>
                    <a:pt x="1076" y="1133"/>
                  </a:lnTo>
                  <a:cubicBezTo>
                    <a:pt x="1114" y="1189"/>
                    <a:pt x="1152" y="1265"/>
                    <a:pt x="1189" y="1340"/>
                  </a:cubicBezTo>
                  <a:cubicBezTo>
                    <a:pt x="1208" y="1397"/>
                    <a:pt x="1265" y="1472"/>
                    <a:pt x="1284" y="1529"/>
                  </a:cubicBezTo>
                  <a:cubicBezTo>
                    <a:pt x="1321" y="1586"/>
                    <a:pt x="1340" y="1661"/>
                    <a:pt x="1378" y="1718"/>
                  </a:cubicBezTo>
                  <a:cubicBezTo>
                    <a:pt x="1435" y="1831"/>
                    <a:pt x="1454" y="1926"/>
                    <a:pt x="1473" y="2001"/>
                  </a:cubicBezTo>
                  <a:lnTo>
                    <a:pt x="1529" y="2114"/>
                  </a:lnTo>
                  <a:lnTo>
                    <a:pt x="1548" y="2001"/>
                  </a:lnTo>
                  <a:cubicBezTo>
                    <a:pt x="1567" y="1888"/>
                    <a:pt x="1567" y="1774"/>
                    <a:pt x="1567" y="1661"/>
                  </a:cubicBezTo>
                  <a:cubicBezTo>
                    <a:pt x="1567" y="1605"/>
                    <a:pt x="1548" y="1529"/>
                    <a:pt x="1529" y="1454"/>
                  </a:cubicBezTo>
                  <a:cubicBezTo>
                    <a:pt x="1529" y="1359"/>
                    <a:pt x="1491" y="1284"/>
                    <a:pt x="1473" y="1208"/>
                  </a:cubicBezTo>
                  <a:cubicBezTo>
                    <a:pt x="1435" y="1133"/>
                    <a:pt x="1397" y="1057"/>
                    <a:pt x="1359" y="982"/>
                  </a:cubicBezTo>
                  <a:lnTo>
                    <a:pt x="1227" y="736"/>
                  </a:lnTo>
                  <a:lnTo>
                    <a:pt x="1038" y="529"/>
                  </a:lnTo>
                  <a:cubicBezTo>
                    <a:pt x="982" y="472"/>
                    <a:pt x="906" y="415"/>
                    <a:pt x="831" y="359"/>
                  </a:cubicBezTo>
                  <a:cubicBezTo>
                    <a:pt x="774" y="302"/>
                    <a:pt x="699" y="245"/>
                    <a:pt x="642" y="208"/>
                  </a:cubicBezTo>
                  <a:cubicBezTo>
                    <a:pt x="566" y="170"/>
                    <a:pt x="491" y="151"/>
                    <a:pt x="434" y="113"/>
                  </a:cubicBezTo>
                  <a:cubicBezTo>
                    <a:pt x="340" y="76"/>
                    <a:pt x="227" y="38"/>
                    <a:pt x="113" y="19"/>
                  </a:cubicBez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43"/>
            <p:cNvSpPr/>
            <p:nvPr/>
          </p:nvSpPr>
          <p:spPr>
            <a:xfrm>
              <a:off x="7621950" y="3998291"/>
              <a:ext cx="421925" cy="502800"/>
            </a:xfrm>
            <a:custGeom>
              <a:avLst/>
              <a:gdLst/>
              <a:ahLst/>
              <a:cxnLst/>
              <a:rect l="l" t="t" r="r" b="b"/>
              <a:pathLst>
                <a:path w="16877" h="20112" extrusionOk="0">
                  <a:moveTo>
                    <a:pt x="5464" y="0"/>
                  </a:moveTo>
                  <a:cubicBezTo>
                    <a:pt x="3381" y="0"/>
                    <a:pt x="1731" y="446"/>
                    <a:pt x="1322" y="1739"/>
                  </a:cubicBezTo>
                  <a:cubicBezTo>
                    <a:pt x="1" y="5892"/>
                    <a:pt x="1095" y="18917"/>
                    <a:pt x="1095" y="18917"/>
                  </a:cubicBezTo>
                  <a:cubicBezTo>
                    <a:pt x="2716" y="19858"/>
                    <a:pt x="5052" y="20112"/>
                    <a:pt x="7098" y="20112"/>
                  </a:cubicBezTo>
                  <a:cubicBezTo>
                    <a:pt x="9485" y="20112"/>
                    <a:pt x="11478" y="19767"/>
                    <a:pt x="11478" y="19767"/>
                  </a:cubicBezTo>
                  <a:cubicBezTo>
                    <a:pt x="14573" y="15765"/>
                    <a:pt x="16876" y="2211"/>
                    <a:pt x="16876" y="2211"/>
                  </a:cubicBezTo>
                  <a:cubicBezTo>
                    <a:pt x="16876" y="2211"/>
                    <a:pt x="10099" y="0"/>
                    <a:pt x="546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43"/>
            <p:cNvSpPr/>
            <p:nvPr/>
          </p:nvSpPr>
          <p:spPr>
            <a:xfrm>
              <a:off x="5817825" y="3988066"/>
              <a:ext cx="384625" cy="503450"/>
            </a:xfrm>
            <a:custGeom>
              <a:avLst/>
              <a:gdLst/>
              <a:ahLst/>
              <a:cxnLst/>
              <a:rect l="l" t="t" r="r" b="b"/>
              <a:pathLst>
                <a:path w="15385" h="20138" extrusionOk="0">
                  <a:moveTo>
                    <a:pt x="11633" y="0"/>
                  </a:moveTo>
                  <a:cubicBezTo>
                    <a:pt x="7313" y="0"/>
                    <a:pt x="0" y="2281"/>
                    <a:pt x="0" y="2281"/>
                  </a:cubicBezTo>
                  <a:cubicBezTo>
                    <a:pt x="0" y="2281"/>
                    <a:pt x="19" y="12852"/>
                    <a:pt x="4719" y="19232"/>
                  </a:cubicBezTo>
                  <a:cubicBezTo>
                    <a:pt x="4719" y="19232"/>
                    <a:pt x="7283" y="20137"/>
                    <a:pt x="10091" y="20137"/>
                  </a:cubicBezTo>
                  <a:cubicBezTo>
                    <a:pt x="11905" y="20137"/>
                    <a:pt x="13822" y="19759"/>
                    <a:pt x="15215" y="18515"/>
                  </a:cubicBezTo>
                  <a:cubicBezTo>
                    <a:pt x="15215" y="18515"/>
                    <a:pt x="15385" y="4640"/>
                    <a:pt x="14705" y="1280"/>
                  </a:cubicBezTo>
                  <a:cubicBezTo>
                    <a:pt x="14521" y="340"/>
                    <a:pt x="13300" y="0"/>
                    <a:pt x="1163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43"/>
            <p:cNvSpPr/>
            <p:nvPr/>
          </p:nvSpPr>
          <p:spPr>
            <a:xfrm>
              <a:off x="5873500" y="4140391"/>
              <a:ext cx="82150" cy="282225"/>
            </a:xfrm>
            <a:custGeom>
              <a:avLst/>
              <a:gdLst/>
              <a:ahLst/>
              <a:cxnLst/>
              <a:rect l="l" t="t" r="r" b="b"/>
              <a:pathLst>
                <a:path w="3286" h="11289" extrusionOk="0">
                  <a:moveTo>
                    <a:pt x="1" y="1"/>
                  </a:moveTo>
                  <a:lnTo>
                    <a:pt x="1" y="510"/>
                  </a:lnTo>
                  <a:lnTo>
                    <a:pt x="1" y="1114"/>
                  </a:lnTo>
                  <a:cubicBezTo>
                    <a:pt x="1" y="1341"/>
                    <a:pt x="20" y="1586"/>
                    <a:pt x="38" y="1870"/>
                  </a:cubicBezTo>
                  <a:cubicBezTo>
                    <a:pt x="76" y="2153"/>
                    <a:pt x="95" y="2455"/>
                    <a:pt x="133" y="2776"/>
                  </a:cubicBezTo>
                  <a:cubicBezTo>
                    <a:pt x="171" y="3078"/>
                    <a:pt x="227" y="3417"/>
                    <a:pt x="303" y="3757"/>
                  </a:cubicBezTo>
                  <a:cubicBezTo>
                    <a:pt x="359" y="4116"/>
                    <a:pt x="416" y="4456"/>
                    <a:pt x="510" y="4814"/>
                  </a:cubicBezTo>
                  <a:lnTo>
                    <a:pt x="793" y="5909"/>
                  </a:lnTo>
                  <a:lnTo>
                    <a:pt x="1133" y="6966"/>
                  </a:lnTo>
                  <a:cubicBezTo>
                    <a:pt x="1228" y="7306"/>
                    <a:pt x="1379" y="7646"/>
                    <a:pt x="1511" y="7967"/>
                  </a:cubicBezTo>
                  <a:cubicBezTo>
                    <a:pt x="1643" y="8288"/>
                    <a:pt x="1775" y="8608"/>
                    <a:pt x="1907" y="8892"/>
                  </a:cubicBezTo>
                  <a:cubicBezTo>
                    <a:pt x="2058" y="9175"/>
                    <a:pt x="2190" y="9458"/>
                    <a:pt x="2322" y="9703"/>
                  </a:cubicBezTo>
                  <a:cubicBezTo>
                    <a:pt x="2436" y="9930"/>
                    <a:pt x="2549" y="10156"/>
                    <a:pt x="2700" y="10364"/>
                  </a:cubicBezTo>
                  <a:lnTo>
                    <a:pt x="3002" y="10874"/>
                  </a:lnTo>
                  <a:lnTo>
                    <a:pt x="3285" y="11289"/>
                  </a:lnTo>
                  <a:lnTo>
                    <a:pt x="3285" y="11289"/>
                  </a:lnTo>
                  <a:lnTo>
                    <a:pt x="3134" y="10798"/>
                  </a:lnTo>
                  <a:lnTo>
                    <a:pt x="2945" y="10251"/>
                  </a:lnTo>
                  <a:cubicBezTo>
                    <a:pt x="2870" y="10043"/>
                    <a:pt x="2776" y="9798"/>
                    <a:pt x="2681" y="9552"/>
                  </a:cubicBezTo>
                  <a:cubicBezTo>
                    <a:pt x="2606" y="9288"/>
                    <a:pt x="2511" y="9005"/>
                    <a:pt x="2398" y="8703"/>
                  </a:cubicBezTo>
                  <a:cubicBezTo>
                    <a:pt x="2285" y="8401"/>
                    <a:pt x="2190" y="8099"/>
                    <a:pt x="2096" y="7759"/>
                  </a:cubicBezTo>
                  <a:cubicBezTo>
                    <a:pt x="1983" y="7438"/>
                    <a:pt x="1869" y="7098"/>
                    <a:pt x="1756" y="6759"/>
                  </a:cubicBezTo>
                  <a:lnTo>
                    <a:pt x="1435" y="5720"/>
                  </a:lnTo>
                  <a:lnTo>
                    <a:pt x="1152" y="4663"/>
                  </a:lnTo>
                  <a:cubicBezTo>
                    <a:pt x="1039" y="4323"/>
                    <a:pt x="944" y="3965"/>
                    <a:pt x="869" y="3644"/>
                  </a:cubicBezTo>
                  <a:cubicBezTo>
                    <a:pt x="812" y="3304"/>
                    <a:pt x="699" y="2983"/>
                    <a:pt x="642" y="2681"/>
                  </a:cubicBezTo>
                  <a:cubicBezTo>
                    <a:pt x="567" y="2379"/>
                    <a:pt x="510" y="2077"/>
                    <a:pt x="435" y="1813"/>
                  </a:cubicBezTo>
                  <a:cubicBezTo>
                    <a:pt x="359" y="1549"/>
                    <a:pt x="303" y="1303"/>
                    <a:pt x="265" y="1077"/>
                  </a:cubicBezTo>
                  <a:lnTo>
                    <a:pt x="133" y="510"/>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43"/>
            <p:cNvSpPr/>
            <p:nvPr/>
          </p:nvSpPr>
          <p:spPr>
            <a:xfrm>
              <a:off x="5919275" y="4136141"/>
              <a:ext cx="59500" cy="244950"/>
            </a:xfrm>
            <a:custGeom>
              <a:avLst/>
              <a:gdLst/>
              <a:ahLst/>
              <a:cxnLst/>
              <a:rect l="l" t="t" r="r" b="b"/>
              <a:pathLst>
                <a:path w="2380" h="9798" extrusionOk="0">
                  <a:moveTo>
                    <a:pt x="95" y="1"/>
                  </a:moveTo>
                  <a:cubicBezTo>
                    <a:pt x="95" y="1"/>
                    <a:pt x="57" y="171"/>
                    <a:pt x="57" y="416"/>
                  </a:cubicBezTo>
                  <a:lnTo>
                    <a:pt x="20" y="926"/>
                  </a:lnTo>
                  <a:cubicBezTo>
                    <a:pt x="1" y="1152"/>
                    <a:pt x="1" y="1360"/>
                    <a:pt x="1" y="1586"/>
                  </a:cubicBezTo>
                  <a:cubicBezTo>
                    <a:pt x="1" y="1832"/>
                    <a:pt x="1" y="2077"/>
                    <a:pt x="20" y="2360"/>
                  </a:cubicBezTo>
                  <a:cubicBezTo>
                    <a:pt x="20" y="2644"/>
                    <a:pt x="57" y="2927"/>
                    <a:pt x="95" y="3229"/>
                  </a:cubicBezTo>
                  <a:cubicBezTo>
                    <a:pt x="133" y="3531"/>
                    <a:pt x="152" y="3833"/>
                    <a:pt x="208" y="4135"/>
                  </a:cubicBezTo>
                  <a:lnTo>
                    <a:pt x="397" y="5079"/>
                  </a:lnTo>
                  <a:lnTo>
                    <a:pt x="642" y="6004"/>
                  </a:lnTo>
                  <a:cubicBezTo>
                    <a:pt x="718" y="6306"/>
                    <a:pt x="812" y="6608"/>
                    <a:pt x="926" y="6891"/>
                  </a:cubicBezTo>
                  <a:cubicBezTo>
                    <a:pt x="1039" y="7174"/>
                    <a:pt x="1133" y="7457"/>
                    <a:pt x="1247" y="7703"/>
                  </a:cubicBezTo>
                  <a:cubicBezTo>
                    <a:pt x="1360" y="7967"/>
                    <a:pt x="1473" y="8193"/>
                    <a:pt x="1567" y="8420"/>
                  </a:cubicBezTo>
                  <a:cubicBezTo>
                    <a:pt x="1662" y="8609"/>
                    <a:pt x="1775" y="8797"/>
                    <a:pt x="1888" y="8986"/>
                  </a:cubicBezTo>
                  <a:lnTo>
                    <a:pt x="2153" y="9420"/>
                  </a:lnTo>
                  <a:lnTo>
                    <a:pt x="2379" y="9798"/>
                  </a:lnTo>
                  <a:lnTo>
                    <a:pt x="2266" y="9364"/>
                  </a:lnTo>
                  <a:lnTo>
                    <a:pt x="2134" y="8892"/>
                  </a:lnTo>
                  <a:cubicBezTo>
                    <a:pt x="2077" y="8722"/>
                    <a:pt x="2002" y="8514"/>
                    <a:pt x="1945" y="8269"/>
                  </a:cubicBezTo>
                  <a:cubicBezTo>
                    <a:pt x="1888" y="8042"/>
                    <a:pt x="1813" y="7797"/>
                    <a:pt x="1737" y="7552"/>
                  </a:cubicBezTo>
                  <a:cubicBezTo>
                    <a:pt x="1662" y="7287"/>
                    <a:pt x="1605" y="7004"/>
                    <a:pt x="1511" y="6721"/>
                  </a:cubicBezTo>
                  <a:cubicBezTo>
                    <a:pt x="1435" y="6438"/>
                    <a:pt x="1360" y="6155"/>
                    <a:pt x="1284" y="5853"/>
                  </a:cubicBezTo>
                  <a:lnTo>
                    <a:pt x="1039" y="4947"/>
                  </a:lnTo>
                  <a:lnTo>
                    <a:pt x="850" y="4040"/>
                  </a:lnTo>
                  <a:cubicBezTo>
                    <a:pt x="775" y="3738"/>
                    <a:pt x="718" y="3436"/>
                    <a:pt x="661" y="3153"/>
                  </a:cubicBezTo>
                  <a:cubicBezTo>
                    <a:pt x="624" y="2870"/>
                    <a:pt x="548" y="2587"/>
                    <a:pt x="510" y="2323"/>
                  </a:cubicBezTo>
                  <a:cubicBezTo>
                    <a:pt x="454" y="2058"/>
                    <a:pt x="416" y="1794"/>
                    <a:pt x="378" y="1568"/>
                  </a:cubicBezTo>
                  <a:cubicBezTo>
                    <a:pt x="322" y="1341"/>
                    <a:pt x="284" y="1133"/>
                    <a:pt x="265" y="926"/>
                  </a:cubicBezTo>
                  <a:lnTo>
                    <a:pt x="171" y="435"/>
                  </a:lnTo>
                  <a:cubicBezTo>
                    <a:pt x="133" y="171"/>
                    <a:pt x="95" y="1"/>
                    <a:pt x="9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43"/>
            <p:cNvSpPr/>
            <p:nvPr/>
          </p:nvSpPr>
          <p:spPr>
            <a:xfrm>
              <a:off x="5986775" y="4205041"/>
              <a:ext cx="29275" cy="148225"/>
            </a:xfrm>
            <a:custGeom>
              <a:avLst/>
              <a:gdLst/>
              <a:ahLst/>
              <a:cxnLst/>
              <a:rect l="l" t="t" r="r" b="b"/>
              <a:pathLst>
                <a:path w="1171" h="5929" extrusionOk="0">
                  <a:moveTo>
                    <a:pt x="189" y="1"/>
                  </a:moveTo>
                  <a:cubicBezTo>
                    <a:pt x="132" y="322"/>
                    <a:pt x="76" y="624"/>
                    <a:pt x="57" y="945"/>
                  </a:cubicBezTo>
                  <a:cubicBezTo>
                    <a:pt x="38" y="1096"/>
                    <a:pt x="19" y="1247"/>
                    <a:pt x="19" y="1417"/>
                  </a:cubicBezTo>
                  <a:cubicBezTo>
                    <a:pt x="0" y="1586"/>
                    <a:pt x="0" y="1756"/>
                    <a:pt x="19" y="1926"/>
                  </a:cubicBezTo>
                  <a:lnTo>
                    <a:pt x="57" y="2474"/>
                  </a:lnTo>
                  <a:lnTo>
                    <a:pt x="113" y="3059"/>
                  </a:lnTo>
                  <a:lnTo>
                    <a:pt x="227" y="3606"/>
                  </a:lnTo>
                  <a:cubicBezTo>
                    <a:pt x="264" y="3795"/>
                    <a:pt x="321" y="3965"/>
                    <a:pt x="378" y="4135"/>
                  </a:cubicBezTo>
                  <a:cubicBezTo>
                    <a:pt x="415" y="4305"/>
                    <a:pt x="472" y="4475"/>
                    <a:pt x="529" y="4644"/>
                  </a:cubicBezTo>
                  <a:cubicBezTo>
                    <a:pt x="585" y="4796"/>
                    <a:pt x="642" y="4928"/>
                    <a:pt x="717" y="5060"/>
                  </a:cubicBezTo>
                  <a:cubicBezTo>
                    <a:pt x="831" y="5324"/>
                    <a:pt x="944" y="5532"/>
                    <a:pt x="1019" y="5683"/>
                  </a:cubicBezTo>
                  <a:lnTo>
                    <a:pt x="1170" y="5928"/>
                  </a:lnTo>
                  <a:lnTo>
                    <a:pt x="1170" y="5645"/>
                  </a:lnTo>
                  <a:cubicBezTo>
                    <a:pt x="1152" y="5494"/>
                    <a:pt x="1133" y="5249"/>
                    <a:pt x="1095" y="4965"/>
                  </a:cubicBezTo>
                  <a:cubicBezTo>
                    <a:pt x="1095" y="4833"/>
                    <a:pt x="1057" y="4682"/>
                    <a:pt x="1038" y="4512"/>
                  </a:cubicBezTo>
                  <a:cubicBezTo>
                    <a:pt x="1000" y="4361"/>
                    <a:pt x="1000" y="4191"/>
                    <a:pt x="982" y="4022"/>
                  </a:cubicBezTo>
                  <a:cubicBezTo>
                    <a:pt x="944" y="3852"/>
                    <a:pt x="925" y="3663"/>
                    <a:pt x="887" y="3493"/>
                  </a:cubicBezTo>
                  <a:lnTo>
                    <a:pt x="793" y="2946"/>
                  </a:lnTo>
                  <a:lnTo>
                    <a:pt x="717" y="2398"/>
                  </a:lnTo>
                  <a:lnTo>
                    <a:pt x="604" y="1870"/>
                  </a:lnTo>
                  <a:cubicBezTo>
                    <a:pt x="585" y="1700"/>
                    <a:pt x="529" y="1549"/>
                    <a:pt x="510" y="1379"/>
                  </a:cubicBezTo>
                  <a:cubicBezTo>
                    <a:pt x="491" y="1228"/>
                    <a:pt x="453" y="1077"/>
                    <a:pt x="434" y="945"/>
                  </a:cubicBezTo>
                  <a:cubicBezTo>
                    <a:pt x="378" y="624"/>
                    <a:pt x="283" y="303"/>
                    <a:pt x="18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43"/>
            <p:cNvSpPr/>
            <p:nvPr/>
          </p:nvSpPr>
          <p:spPr>
            <a:xfrm>
              <a:off x="6044325" y="4158341"/>
              <a:ext cx="41100" cy="255800"/>
            </a:xfrm>
            <a:custGeom>
              <a:avLst/>
              <a:gdLst/>
              <a:ahLst/>
              <a:cxnLst/>
              <a:rect l="l" t="t" r="r" b="b"/>
              <a:pathLst>
                <a:path w="1644" h="10232" extrusionOk="0">
                  <a:moveTo>
                    <a:pt x="114" y="0"/>
                  </a:moveTo>
                  <a:cubicBezTo>
                    <a:pt x="114" y="0"/>
                    <a:pt x="39" y="661"/>
                    <a:pt x="1" y="1623"/>
                  </a:cubicBezTo>
                  <a:cubicBezTo>
                    <a:pt x="1" y="1869"/>
                    <a:pt x="1" y="2152"/>
                    <a:pt x="1" y="2416"/>
                  </a:cubicBezTo>
                  <a:cubicBezTo>
                    <a:pt x="1" y="2699"/>
                    <a:pt x="39" y="3001"/>
                    <a:pt x="58" y="3303"/>
                  </a:cubicBezTo>
                  <a:lnTo>
                    <a:pt x="133" y="4247"/>
                  </a:lnTo>
                  <a:lnTo>
                    <a:pt x="246" y="5210"/>
                  </a:lnTo>
                  <a:lnTo>
                    <a:pt x="416" y="6173"/>
                  </a:lnTo>
                  <a:cubicBezTo>
                    <a:pt x="473" y="6494"/>
                    <a:pt x="548" y="6796"/>
                    <a:pt x="624" y="7098"/>
                  </a:cubicBezTo>
                  <a:cubicBezTo>
                    <a:pt x="681" y="7381"/>
                    <a:pt x="737" y="7683"/>
                    <a:pt x="832" y="7947"/>
                  </a:cubicBezTo>
                  <a:cubicBezTo>
                    <a:pt x="907" y="8230"/>
                    <a:pt x="983" y="8476"/>
                    <a:pt x="1058" y="8702"/>
                  </a:cubicBezTo>
                  <a:cubicBezTo>
                    <a:pt x="1209" y="9174"/>
                    <a:pt x="1360" y="9552"/>
                    <a:pt x="1473" y="9816"/>
                  </a:cubicBezTo>
                  <a:lnTo>
                    <a:pt x="1643" y="10231"/>
                  </a:lnTo>
                  <a:lnTo>
                    <a:pt x="1605" y="9778"/>
                  </a:lnTo>
                  <a:cubicBezTo>
                    <a:pt x="1568" y="9495"/>
                    <a:pt x="1530" y="9080"/>
                    <a:pt x="1454" y="8608"/>
                  </a:cubicBezTo>
                  <a:cubicBezTo>
                    <a:pt x="1417" y="8362"/>
                    <a:pt x="1379" y="8098"/>
                    <a:pt x="1341" y="7834"/>
                  </a:cubicBezTo>
                  <a:cubicBezTo>
                    <a:pt x="1285" y="7570"/>
                    <a:pt x="1247" y="7268"/>
                    <a:pt x="1209" y="6966"/>
                  </a:cubicBezTo>
                  <a:cubicBezTo>
                    <a:pt x="1171" y="6664"/>
                    <a:pt x="1134" y="6361"/>
                    <a:pt x="1077" y="6059"/>
                  </a:cubicBezTo>
                  <a:lnTo>
                    <a:pt x="907" y="5116"/>
                  </a:lnTo>
                  <a:lnTo>
                    <a:pt x="794" y="4172"/>
                  </a:lnTo>
                  <a:lnTo>
                    <a:pt x="643" y="3247"/>
                  </a:lnTo>
                  <a:cubicBezTo>
                    <a:pt x="605" y="2945"/>
                    <a:pt x="530" y="2662"/>
                    <a:pt x="511" y="2378"/>
                  </a:cubicBezTo>
                  <a:cubicBezTo>
                    <a:pt x="473" y="2114"/>
                    <a:pt x="435" y="1850"/>
                    <a:pt x="397" y="1605"/>
                  </a:cubicBezTo>
                  <a:cubicBezTo>
                    <a:pt x="265" y="642"/>
                    <a:pt x="114" y="0"/>
                    <a:pt x="11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43"/>
            <p:cNvSpPr/>
            <p:nvPr/>
          </p:nvSpPr>
          <p:spPr>
            <a:xfrm>
              <a:off x="6101450" y="4151716"/>
              <a:ext cx="40125" cy="251575"/>
            </a:xfrm>
            <a:custGeom>
              <a:avLst/>
              <a:gdLst/>
              <a:ahLst/>
              <a:cxnLst/>
              <a:rect l="l" t="t" r="r" b="b"/>
              <a:pathLst>
                <a:path w="1605" h="10063" extrusionOk="0">
                  <a:moveTo>
                    <a:pt x="245" y="1"/>
                  </a:moveTo>
                  <a:cubicBezTo>
                    <a:pt x="245" y="1"/>
                    <a:pt x="227" y="171"/>
                    <a:pt x="189" y="454"/>
                  </a:cubicBezTo>
                  <a:cubicBezTo>
                    <a:pt x="151" y="718"/>
                    <a:pt x="76" y="1133"/>
                    <a:pt x="57" y="1605"/>
                  </a:cubicBezTo>
                  <a:cubicBezTo>
                    <a:pt x="38" y="1851"/>
                    <a:pt x="38" y="2115"/>
                    <a:pt x="19" y="2379"/>
                  </a:cubicBezTo>
                  <a:cubicBezTo>
                    <a:pt x="0" y="2662"/>
                    <a:pt x="0" y="2964"/>
                    <a:pt x="19" y="3266"/>
                  </a:cubicBezTo>
                  <a:cubicBezTo>
                    <a:pt x="38" y="3568"/>
                    <a:pt x="38" y="3870"/>
                    <a:pt x="76" y="4191"/>
                  </a:cubicBezTo>
                  <a:lnTo>
                    <a:pt x="170" y="5154"/>
                  </a:lnTo>
                  <a:lnTo>
                    <a:pt x="321" y="6098"/>
                  </a:lnTo>
                  <a:cubicBezTo>
                    <a:pt x="359" y="6400"/>
                    <a:pt x="453" y="6702"/>
                    <a:pt x="510" y="7004"/>
                  </a:cubicBezTo>
                  <a:cubicBezTo>
                    <a:pt x="585" y="7287"/>
                    <a:pt x="661" y="7570"/>
                    <a:pt x="736" y="7835"/>
                  </a:cubicBezTo>
                  <a:cubicBezTo>
                    <a:pt x="812" y="8118"/>
                    <a:pt x="887" y="8344"/>
                    <a:pt x="982" y="8590"/>
                  </a:cubicBezTo>
                  <a:cubicBezTo>
                    <a:pt x="1095" y="8948"/>
                    <a:pt x="1246" y="9307"/>
                    <a:pt x="1416" y="9666"/>
                  </a:cubicBezTo>
                  <a:lnTo>
                    <a:pt x="1605" y="10062"/>
                  </a:lnTo>
                  <a:lnTo>
                    <a:pt x="1548" y="9628"/>
                  </a:lnTo>
                  <a:cubicBezTo>
                    <a:pt x="1510" y="9345"/>
                    <a:pt x="1435" y="8948"/>
                    <a:pt x="1359" y="8476"/>
                  </a:cubicBezTo>
                  <a:cubicBezTo>
                    <a:pt x="1340" y="8250"/>
                    <a:pt x="1284" y="7986"/>
                    <a:pt x="1246" y="7721"/>
                  </a:cubicBezTo>
                  <a:cubicBezTo>
                    <a:pt x="1189" y="7457"/>
                    <a:pt x="1152" y="7174"/>
                    <a:pt x="1114" y="6872"/>
                  </a:cubicBezTo>
                  <a:cubicBezTo>
                    <a:pt x="1057" y="6589"/>
                    <a:pt x="1019" y="6287"/>
                    <a:pt x="982" y="5985"/>
                  </a:cubicBezTo>
                  <a:lnTo>
                    <a:pt x="831" y="5041"/>
                  </a:lnTo>
                  <a:lnTo>
                    <a:pt x="717" y="4097"/>
                  </a:lnTo>
                  <a:cubicBezTo>
                    <a:pt x="680" y="3795"/>
                    <a:pt x="642" y="3493"/>
                    <a:pt x="604" y="3191"/>
                  </a:cubicBezTo>
                  <a:cubicBezTo>
                    <a:pt x="585" y="2908"/>
                    <a:pt x="529" y="2625"/>
                    <a:pt x="510" y="2341"/>
                  </a:cubicBezTo>
                  <a:cubicBezTo>
                    <a:pt x="491" y="2077"/>
                    <a:pt x="453" y="1813"/>
                    <a:pt x="434" y="1586"/>
                  </a:cubicBezTo>
                  <a:cubicBezTo>
                    <a:pt x="378" y="1114"/>
                    <a:pt x="340" y="718"/>
                    <a:pt x="302" y="435"/>
                  </a:cubicBezTo>
                  <a:cubicBezTo>
                    <a:pt x="283" y="152"/>
                    <a:pt x="245" y="1"/>
                    <a:pt x="24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43"/>
            <p:cNvSpPr/>
            <p:nvPr/>
          </p:nvSpPr>
          <p:spPr>
            <a:xfrm>
              <a:off x="7929650" y="4218266"/>
              <a:ext cx="47200" cy="146325"/>
            </a:xfrm>
            <a:custGeom>
              <a:avLst/>
              <a:gdLst/>
              <a:ahLst/>
              <a:cxnLst/>
              <a:rect l="l" t="t" r="r" b="b"/>
              <a:pathLst>
                <a:path w="1888" h="5853" extrusionOk="0">
                  <a:moveTo>
                    <a:pt x="1888" y="0"/>
                  </a:moveTo>
                  <a:cubicBezTo>
                    <a:pt x="1718" y="265"/>
                    <a:pt x="1548" y="548"/>
                    <a:pt x="1416" y="850"/>
                  </a:cubicBezTo>
                  <a:cubicBezTo>
                    <a:pt x="1340" y="982"/>
                    <a:pt x="1265" y="1133"/>
                    <a:pt x="1208" y="1265"/>
                  </a:cubicBezTo>
                  <a:cubicBezTo>
                    <a:pt x="1152" y="1416"/>
                    <a:pt x="1057" y="1567"/>
                    <a:pt x="1001" y="1737"/>
                  </a:cubicBezTo>
                  <a:lnTo>
                    <a:pt x="812" y="2266"/>
                  </a:lnTo>
                  <a:lnTo>
                    <a:pt x="623" y="2813"/>
                  </a:lnTo>
                  <a:lnTo>
                    <a:pt x="453" y="3360"/>
                  </a:lnTo>
                  <a:cubicBezTo>
                    <a:pt x="396" y="3530"/>
                    <a:pt x="359" y="3719"/>
                    <a:pt x="302" y="3889"/>
                  </a:cubicBezTo>
                  <a:cubicBezTo>
                    <a:pt x="264" y="4059"/>
                    <a:pt x="227" y="4229"/>
                    <a:pt x="189" y="4399"/>
                  </a:cubicBezTo>
                  <a:cubicBezTo>
                    <a:pt x="151" y="4569"/>
                    <a:pt x="132" y="4720"/>
                    <a:pt x="113" y="4871"/>
                  </a:cubicBezTo>
                  <a:cubicBezTo>
                    <a:pt x="57" y="5154"/>
                    <a:pt x="38" y="5399"/>
                    <a:pt x="19" y="5569"/>
                  </a:cubicBezTo>
                  <a:lnTo>
                    <a:pt x="0" y="5852"/>
                  </a:lnTo>
                  <a:lnTo>
                    <a:pt x="0" y="5852"/>
                  </a:lnTo>
                  <a:lnTo>
                    <a:pt x="151" y="5607"/>
                  </a:lnTo>
                  <a:cubicBezTo>
                    <a:pt x="245" y="5456"/>
                    <a:pt x="359" y="5248"/>
                    <a:pt x="491" y="4984"/>
                  </a:cubicBezTo>
                  <a:cubicBezTo>
                    <a:pt x="548" y="4852"/>
                    <a:pt x="623" y="4701"/>
                    <a:pt x="680" y="4569"/>
                  </a:cubicBezTo>
                  <a:cubicBezTo>
                    <a:pt x="755" y="4418"/>
                    <a:pt x="831" y="4267"/>
                    <a:pt x="887" y="4097"/>
                  </a:cubicBezTo>
                  <a:cubicBezTo>
                    <a:pt x="963" y="3927"/>
                    <a:pt x="1019" y="3757"/>
                    <a:pt x="1095" y="3568"/>
                  </a:cubicBezTo>
                  <a:lnTo>
                    <a:pt x="1265" y="3040"/>
                  </a:lnTo>
                  <a:lnTo>
                    <a:pt x="1435" y="2473"/>
                  </a:lnTo>
                  <a:lnTo>
                    <a:pt x="1586" y="1945"/>
                  </a:lnTo>
                  <a:cubicBezTo>
                    <a:pt x="1623" y="1775"/>
                    <a:pt x="1642" y="1605"/>
                    <a:pt x="1699" y="1435"/>
                  </a:cubicBezTo>
                  <a:cubicBezTo>
                    <a:pt x="1718" y="1265"/>
                    <a:pt x="1756" y="1114"/>
                    <a:pt x="1774" y="963"/>
                  </a:cubicBezTo>
                  <a:cubicBezTo>
                    <a:pt x="1831" y="642"/>
                    <a:pt x="1869" y="321"/>
                    <a:pt x="188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43"/>
            <p:cNvSpPr/>
            <p:nvPr/>
          </p:nvSpPr>
          <p:spPr>
            <a:xfrm>
              <a:off x="7865925" y="4140866"/>
              <a:ext cx="86400" cy="308650"/>
            </a:xfrm>
            <a:custGeom>
              <a:avLst/>
              <a:gdLst/>
              <a:ahLst/>
              <a:cxnLst/>
              <a:rect l="l" t="t" r="r" b="b"/>
              <a:pathLst>
                <a:path w="3456" h="12346" extrusionOk="0">
                  <a:moveTo>
                    <a:pt x="3417" y="1"/>
                  </a:moveTo>
                  <a:lnTo>
                    <a:pt x="3323" y="567"/>
                  </a:lnTo>
                  <a:lnTo>
                    <a:pt x="3210" y="1190"/>
                  </a:lnTo>
                  <a:lnTo>
                    <a:pt x="3134" y="1567"/>
                  </a:lnTo>
                  <a:lnTo>
                    <a:pt x="3059" y="2002"/>
                  </a:lnTo>
                  <a:cubicBezTo>
                    <a:pt x="3002" y="2285"/>
                    <a:pt x="2927" y="2587"/>
                    <a:pt x="2870" y="2945"/>
                  </a:cubicBezTo>
                  <a:cubicBezTo>
                    <a:pt x="2813" y="3285"/>
                    <a:pt x="2719" y="3625"/>
                    <a:pt x="2625" y="4002"/>
                  </a:cubicBezTo>
                  <a:cubicBezTo>
                    <a:pt x="2549" y="4361"/>
                    <a:pt x="2474" y="4739"/>
                    <a:pt x="2360" y="5116"/>
                  </a:cubicBezTo>
                  <a:lnTo>
                    <a:pt x="2058" y="6268"/>
                  </a:lnTo>
                  <a:lnTo>
                    <a:pt x="1719" y="7400"/>
                  </a:lnTo>
                  <a:cubicBezTo>
                    <a:pt x="1605" y="7778"/>
                    <a:pt x="1492" y="8155"/>
                    <a:pt x="1379" y="8495"/>
                  </a:cubicBezTo>
                  <a:cubicBezTo>
                    <a:pt x="1247" y="8854"/>
                    <a:pt x="1152" y="9212"/>
                    <a:pt x="1039" y="9533"/>
                  </a:cubicBezTo>
                  <a:cubicBezTo>
                    <a:pt x="907" y="9854"/>
                    <a:pt x="794" y="10156"/>
                    <a:pt x="699" y="10439"/>
                  </a:cubicBezTo>
                  <a:lnTo>
                    <a:pt x="567" y="10855"/>
                  </a:lnTo>
                  <a:lnTo>
                    <a:pt x="416" y="11213"/>
                  </a:lnTo>
                  <a:lnTo>
                    <a:pt x="190" y="11817"/>
                  </a:lnTo>
                  <a:lnTo>
                    <a:pt x="1" y="12346"/>
                  </a:lnTo>
                  <a:lnTo>
                    <a:pt x="322" y="11874"/>
                  </a:lnTo>
                  <a:lnTo>
                    <a:pt x="661" y="11327"/>
                  </a:lnTo>
                  <a:lnTo>
                    <a:pt x="869" y="10987"/>
                  </a:lnTo>
                  <a:cubicBezTo>
                    <a:pt x="926" y="10874"/>
                    <a:pt x="1001" y="10741"/>
                    <a:pt x="1077" y="10609"/>
                  </a:cubicBezTo>
                  <a:cubicBezTo>
                    <a:pt x="1209" y="10326"/>
                    <a:pt x="1341" y="10024"/>
                    <a:pt x="1511" y="9722"/>
                  </a:cubicBezTo>
                  <a:cubicBezTo>
                    <a:pt x="1681" y="9420"/>
                    <a:pt x="1794" y="9061"/>
                    <a:pt x="1945" y="8703"/>
                  </a:cubicBezTo>
                  <a:cubicBezTo>
                    <a:pt x="2096" y="8344"/>
                    <a:pt x="2247" y="7985"/>
                    <a:pt x="2360" y="7608"/>
                  </a:cubicBezTo>
                  <a:lnTo>
                    <a:pt x="2719" y="6438"/>
                  </a:lnTo>
                  <a:lnTo>
                    <a:pt x="3002" y="5267"/>
                  </a:lnTo>
                  <a:cubicBezTo>
                    <a:pt x="3097" y="4871"/>
                    <a:pt x="3153" y="4493"/>
                    <a:pt x="3210" y="4116"/>
                  </a:cubicBezTo>
                  <a:cubicBezTo>
                    <a:pt x="3266" y="3719"/>
                    <a:pt x="3323" y="3361"/>
                    <a:pt x="3361" y="3021"/>
                  </a:cubicBezTo>
                  <a:cubicBezTo>
                    <a:pt x="3399" y="2662"/>
                    <a:pt x="3417" y="2341"/>
                    <a:pt x="3436" y="2039"/>
                  </a:cubicBezTo>
                  <a:cubicBezTo>
                    <a:pt x="3436" y="1888"/>
                    <a:pt x="3455" y="1737"/>
                    <a:pt x="3455" y="1605"/>
                  </a:cubicBezTo>
                  <a:lnTo>
                    <a:pt x="3455" y="1209"/>
                  </a:lnTo>
                  <a:lnTo>
                    <a:pt x="3455" y="567"/>
                  </a:lnTo>
                  <a:lnTo>
                    <a:pt x="341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43"/>
            <p:cNvSpPr/>
            <p:nvPr/>
          </p:nvSpPr>
          <p:spPr>
            <a:xfrm>
              <a:off x="7855075" y="4207891"/>
              <a:ext cx="48150" cy="181225"/>
            </a:xfrm>
            <a:custGeom>
              <a:avLst/>
              <a:gdLst/>
              <a:ahLst/>
              <a:cxnLst/>
              <a:rect l="l" t="t" r="r" b="b"/>
              <a:pathLst>
                <a:path w="1926" h="7249" extrusionOk="0">
                  <a:moveTo>
                    <a:pt x="1907" y="0"/>
                  </a:moveTo>
                  <a:lnTo>
                    <a:pt x="1907" y="0"/>
                  </a:lnTo>
                  <a:cubicBezTo>
                    <a:pt x="1756" y="359"/>
                    <a:pt x="1605" y="736"/>
                    <a:pt x="1492" y="1114"/>
                  </a:cubicBezTo>
                  <a:cubicBezTo>
                    <a:pt x="1435" y="1265"/>
                    <a:pt x="1379" y="1454"/>
                    <a:pt x="1322" y="1642"/>
                  </a:cubicBezTo>
                  <a:cubicBezTo>
                    <a:pt x="1284" y="1850"/>
                    <a:pt x="1190" y="2039"/>
                    <a:pt x="1133" y="2246"/>
                  </a:cubicBezTo>
                  <a:lnTo>
                    <a:pt x="963" y="2907"/>
                  </a:lnTo>
                  <a:lnTo>
                    <a:pt x="775" y="3568"/>
                  </a:lnTo>
                  <a:lnTo>
                    <a:pt x="605" y="4247"/>
                  </a:lnTo>
                  <a:cubicBezTo>
                    <a:pt x="548" y="4474"/>
                    <a:pt x="491" y="4682"/>
                    <a:pt x="435" y="4908"/>
                  </a:cubicBezTo>
                  <a:cubicBezTo>
                    <a:pt x="397" y="5116"/>
                    <a:pt x="359" y="5323"/>
                    <a:pt x="303" y="5512"/>
                  </a:cubicBezTo>
                  <a:cubicBezTo>
                    <a:pt x="265" y="5720"/>
                    <a:pt x="227" y="5890"/>
                    <a:pt x="189" y="6078"/>
                  </a:cubicBezTo>
                  <a:cubicBezTo>
                    <a:pt x="114" y="6418"/>
                    <a:pt x="76" y="6720"/>
                    <a:pt x="38" y="6928"/>
                  </a:cubicBezTo>
                  <a:lnTo>
                    <a:pt x="1" y="7249"/>
                  </a:lnTo>
                  <a:lnTo>
                    <a:pt x="1" y="7249"/>
                  </a:lnTo>
                  <a:lnTo>
                    <a:pt x="170" y="6966"/>
                  </a:lnTo>
                  <a:cubicBezTo>
                    <a:pt x="284" y="6777"/>
                    <a:pt x="416" y="6531"/>
                    <a:pt x="567" y="6192"/>
                  </a:cubicBezTo>
                  <a:cubicBezTo>
                    <a:pt x="642" y="6041"/>
                    <a:pt x="718" y="5871"/>
                    <a:pt x="812" y="5682"/>
                  </a:cubicBezTo>
                  <a:cubicBezTo>
                    <a:pt x="888" y="5474"/>
                    <a:pt x="963" y="5286"/>
                    <a:pt x="1039" y="5078"/>
                  </a:cubicBezTo>
                  <a:cubicBezTo>
                    <a:pt x="1114" y="4870"/>
                    <a:pt x="1190" y="4663"/>
                    <a:pt x="1246" y="4436"/>
                  </a:cubicBezTo>
                  <a:lnTo>
                    <a:pt x="1454" y="3757"/>
                  </a:lnTo>
                  <a:lnTo>
                    <a:pt x="1605" y="3058"/>
                  </a:lnTo>
                  <a:lnTo>
                    <a:pt x="1737" y="2397"/>
                  </a:lnTo>
                  <a:cubicBezTo>
                    <a:pt x="1775" y="2171"/>
                    <a:pt x="1813" y="1963"/>
                    <a:pt x="1832" y="1756"/>
                  </a:cubicBezTo>
                  <a:cubicBezTo>
                    <a:pt x="1850" y="1548"/>
                    <a:pt x="1869" y="1359"/>
                    <a:pt x="1888" y="1189"/>
                  </a:cubicBezTo>
                  <a:cubicBezTo>
                    <a:pt x="1907" y="793"/>
                    <a:pt x="1926" y="396"/>
                    <a:pt x="190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43"/>
            <p:cNvSpPr/>
            <p:nvPr/>
          </p:nvSpPr>
          <p:spPr>
            <a:xfrm>
              <a:off x="7798450" y="4140391"/>
              <a:ext cx="52875" cy="292150"/>
            </a:xfrm>
            <a:custGeom>
              <a:avLst/>
              <a:gdLst/>
              <a:ahLst/>
              <a:cxnLst/>
              <a:rect l="l" t="t" r="r" b="b"/>
              <a:pathLst>
                <a:path w="2115" h="11686" extrusionOk="0">
                  <a:moveTo>
                    <a:pt x="1982" y="1"/>
                  </a:moveTo>
                  <a:lnTo>
                    <a:pt x="1907" y="510"/>
                  </a:lnTo>
                  <a:lnTo>
                    <a:pt x="1831" y="1096"/>
                  </a:lnTo>
                  <a:cubicBezTo>
                    <a:pt x="1813" y="1322"/>
                    <a:pt x="1775" y="1567"/>
                    <a:pt x="1737" y="1851"/>
                  </a:cubicBezTo>
                  <a:cubicBezTo>
                    <a:pt x="1699" y="2115"/>
                    <a:pt x="1643" y="2417"/>
                    <a:pt x="1624" y="2738"/>
                  </a:cubicBezTo>
                  <a:cubicBezTo>
                    <a:pt x="1586" y="3059"/>
                    <a:pt x="1511" y="3380"/>
                    <a:pt x="1473" y="3719"/>
                  </a:cubicBezTo>
                  <a:cubicBezTo>
                    <a:pt x="1416" y="4078"/>
                    <a:pt x="1378" y="4418"/>
                    <a:pt x="1303" y="4777"/>
                  </a:cubicBezTo>
                  <a:lnTo>
                    <a:pt x="1133" y="5871"/>
                  </a:lnTo>
                  <a:lnTo>
                    <a:pt x="925" y="6947"/>
                  </a:lnTo>
                  <a:cubicBezTo>
                    <a:pt x="869" y="7306"/>
                    <a:pt x="793" y="7665"/>
                    <a:pt x="737" y="8004"/>
                  </a:cubicBezTo>
                  <a:cubicBezTo>
                    <a:pt x="661" y="8325"/>
                    <a:pt x="604" y="8665"/>
                    <a:pt x="529" y="8967"/>
                  </a:cubicBezTo>
                  <a:cubicBezTo>
                    <a:pt x="472" y="9288"/>
                    <a:pt x="397" y="9571"/>
                    <a:pt x="359" y="9854"/>
                  </a:cubicBezTo>
                  <a:cubicBezTo>
                    <a:pt x="302" y="10119"/>
                    <a:pt x="246" y="10383"/>
                    <a:pt x="208" y="10591"/>
                  </a:cubicBezTo>
                  <a:lnTo>
                    <a:pt x="76" y="11176"/>
                  </a:lnTo>
                  <a:lnTo>
                    <a:pt x="0" y="11685"/>
                  </a:lnTo>
                  <a:lnTo>
                    <a:pt x="0" y="11685"/>
                  </a:lnTo>
                  <a:lnTo>
                    <a:pt x="208" y="11213"/>
                  </a:lnTo>
                  <a:lnTo>
                    <a:pt x="453" y="10666"/>
                  </a:lnTo>
                  <a:cubicBezTo>
                    <a:pt x="548" y="10477"/>
                    <a:pt x="642" y="10232"/>
                    <a:pt x="737" y="9968"/>
                  </a:cubicBezTo>
                  <a:cubicBezTo>
                    <a:pt x="831" y="9703"/>
                    <a:pt x="925" y="9420"/>
                    <a:pt x="1039" y="9099"/>
                  </a:cubicBezTo>
                  <a:cubicBezTo>
                    <a:pt x="1152" y="8797"/>
                    <a:pt x="1227" y="8476"/>
                    <a:pt x="1322" y="8137"/>
                  </a:cubicBezTo>
                  <a:cubicBezTo>
                    <a:pt x="1416" y="7778"/>
                    <a:pt x="1511" y="7438"/>
                    <a:pt x="1586" y="7079"/>
                  </a:cubicBezTo>
                  <a:lnTo>
                    <a:pt x="1794" y="5985"/>
                  </a:lnTo>
                  <a:lnTo>
                    <a:pt x="1945" y="4871"/>
                  </a:lnTo>
                  <a:cubicBezTo>
                    <a:pt x="2001" y="4493"/>
                    <a:pt x="2020" y="4135"/>
                    <a:pt x="2058" y="3795"/>
                  </a:cubicBezTo>
                  <a:cubicBezTo>
                    <a:pt x="2077" y="3436"/>
                    <a:pt x="2115" y="3096"/>
                    <a:pt x="2115" y="2776"/>
                  </a:cubicBezTo>
                  <a:cubicBezTo>
                    <a:pt x="2115" y="2455"/>
                    <a:pt x="2115" y="2153"/>
                    <a:pt x="2115" y="1870"/>
                  </a:cubicBezTo>
                  <a:cubicBezTo>
                    <a:pt x="2115" y="1586"/>
                    <a:pt x="2096" y="1341"/>
                    <a:pt x="2077" y="1096"/>
                  </a:cubicBezTo>
                  <a:lnTo>
                    <a:pt x="2039" y="510"/>
                  </a:lnTo>
                  <a:lnTo>
                    <a:pt x="198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43"/>
            <p:cNvSpPr/>
            <p:nvPr/>
          </p:nvSpPr>
          <p:spPr>
            <a:xfrm>
              <a:off x="7757850" y="4194191"/>
              <a:ext cx="28350" cy="215225"/>
            </a:xfrm>
            <a:custGeom>
              <a:avLst/>
              <a:gdLst/>
              <a:ahLst/>
              <a:cxnLst/>
              <a:rect l="l" t="t" r="r" b="b"/>
              <a:pathLst>
                <a:path w="1134" h="8609" extrusionOk="0">
                  <a:moveTo>
                    <a:pt x="1077" y="1"/>
                  </a:moveTo>
                  <a:cubicBezTo>
                    <a:pt x="1077" y="1"/>
                    <a:pt x="907" y="529"/>
                    <a:pt x="737" y="1341"/>
                  </a:cubicBezTo>
                  <a:cubicBezTo>
                    <a:pt x="699" y="1549"/>
                    <a:pt x="643" y="1756"/>
                    <a:pt x="605" y="1983"/>
                  </a:cubicBezTo>
                  <a:cubicBezTo>
                    <a:pt x="548" y="2209"/>
                    <a:pt x="492" y="2455"/>
                    <a:pt x="473" y="2700"/>
                  </a:cubicBezTo>
                  <a:lnTo>
                    <a:pt x="341" y="3474"/>
                  </a:lnTo>
                  <a:lnTo>
                    <a:pt x="228" y="4286"/>
                  </a:lnTo>
                  <a:lnTo>
                    <a:pt x="133" y="5078"/>
                  </a:lnTo>
                  <a:cubicBezTo>
                    <a:pt x="114" y="5343"/>
                    <a:pt x="95" y="5588"/>
                    <a:pt x="77" y="5852"/>
                  </a:cubicBezTo>
                  <a:cubicBezTo>
                    <a:pt x="58" y="6117"/>
                    <a:pt x="58" y="6362"/>
                    <a:pt x="39" y="6589"/>
                  </a:cubicBezTo>
                  <a:cubicBezTo>
                    <a:pt x="20" y="6815"/>
                    <a:pt x="20" y="7042"/>
                    <a:pt x="20" y="7249"/>
                  </a:cubicBezTo>
                  <a:cubicBezTo>
                    <a:pt x="1" y="7646"/>
                    <a:pt x="20" y="8004"/>
                    <a:pt x="20" y="8231"/>
                  </a:cubicBezTo>
                  <a:lnTo>
                    <a:pt x="58" y="8608"/>
                  </a:lnTo>
                  <a:lnTo>
                    <a:pt x="171" y="8250"/>
                  </a:lnTo>
                  <a:cubicBezTo>
                    <a:pt x="228" y="8023"/>
                    <a:pt x="322" y="7702"/>
                    <a:pt x="416" y="7287"/>
                  </a:cubicBezTo>
                  <a:cubicBezTo>
                    <a:pt x="454" y="7098"/>
                    <a:pt x="492" y="6891"/>
                    <a:pt x="548" y="6645"/>
                  </a:cubicBezTo>
                  <a:cubicBezTo>
                    <a:pt x="605" y="6419"/>
                    <a:pt x="624" y="6173"/>
                    <a:pt x="681" y="5909"/>
                  </a:cubicBezTo>
                  <a:cubicBezTo>
                    <a:pt x="718" y="5664"/>
                    <a:pt x="756" y="5399"/>
                    <a:pt x="794" y="5135"/>
                  </a:cubicBezTo>
                  <a:lnTo>
                    <a:pt x="907" y="4342"/>
                  </a:lnTo>
                  <a:lnTo>
                    <a:pt x="983" y="3549"/>
                  </a:lnTo>
                  <a:lnTo>
                    <a:pt x="1039" y="2757"/>
                  </a:lnTo>
                  <a:cubicBezTo>
                    <a:pt x="1077" y="2511"/>
                    <a:pt x="1077" y="2266"/>
                    <a:pt x="1096" y="2039"/>
                  </a:cubicBezTo>
                  <a:cubicBezTo>
                    <a:pt x="1115" y="1794"/>
                    <a:pt x="1115" y="1567"/>
                    <a:pt x="1115" y="1379"/>
                  </a:cubicBezTo>
                  <a:cubicBezTo>
                    <a:pt x="1134" y="548"/>
                    <a:pt x="1077" y="1"/>
                    <a:pt x="10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43"/>
            <p:cNvSpPr/>
            <p:nvPr/>
          </p:nvSpPr>
          <p:spPr>
            <a:xfrm>
              <a:off x="7701700" y="4157866"/>
              <a:ext cx="23150" cy="294025"/>
            </a:xfrm>
            <a:custGeom>
              <a:avLst/>
              <a:gdLst/>
              <a:ahLst/>
              <a:cxnLst/>
              <a:rect l="l" t="t" r="r" b="b"/>
              <a:pathLst>
                <a:path w="926" h="11761" extrusionOk="0">
                  <a:moveTo>
                    <a:pt x="850" y="0"/>
                  </a:moveTo>
                  <a:cubicBezTo>
                    <a:pt x="850" y="0"/>
                    <a:pt x="699" y="717"/>
                    <a:pt x="529" y="1812"/>
                  </a:cubicBezTo>
                  <a:cubicBezTo>
                    <a:pt x="491" y="2095"/>
                    <a:pt x="454" y="2397"/>
                    <a:pt x="416" y="2700"/>
                  </a:cubicBezTo>
                  <a:cubicBezTo>
                    <a:pt x="378" y="3020"/>
                    <a:pt x="340" y="3360"/>
                    <a:pt x="303" y="3700"/>
                  </a:cubicBezTo>
                  <a:lnTo>
                    <a:pt x="208" y="4757"/>
                  </a:lnTo>
                  <a:lnTo>
                    <a:pt x="114" y="5852"/>
                  </a:lnTo>
                  <a:lnTo>
                    <a:pt x="57" y="6966"/>
                  </a:lnTo>
                  <a:cubicBezTo>
                    <a:pt x="38" y="7305"/>
                    <a:pt x="38" y="7683"/>
                    <a:pt x="20" y="8023"/>
                  </a:cubicBezTo>
                  <a:cubicBezTo>
                    <a:pt x="1" y="8363"/>
                    <a:pt x="1" y="8702"/>
                    <a:pt x="1" y="9023"/>
                  </a:cubicBezTo>
                  <a:lnTo>
                    <a:pt x="1" y="9910"/>
                  </a:lnTo>
                  <a:cubicBezTo>
                    <a:pt x="1" y="10477"/>
                    <a:pt x="20" y="10930"/>
                    <a:pt x="38" y="11251"/>
                  </a:cubicBezTo>
                  <a:lnTo>
                    <a:pt x="76" y="11760"/>
                  </a:lnTo>
                  <a:lnTo>
                    <a:pt x="189" y="11270"/>
                  </a:lnTo>
                  <a:cubicBezTo>
                    <a:pt x="246" y="10949"/>
                    <a:pt x="322" y="10496"/>
                    <a:pt x="397" y="9948"/>
                  </a:cubicBezTo>
                  <a:cubicBezTo>
                    <a:pt x="435" y="9665"/>
                    <a:pt x="473" y="9363"/>
                    <a:pt x="510" y="9061"/>
                  </a:cubicBezTo>
                  <a:cubicBezTo>
                    <a:pt x="567" y="8740"/>
                    <a:pt x="605" y="8419"/>
                    <a:pt x="624" y="8061"/>
                  </a:cubicBezTo>
                  <a:cubicBezTo>
                    <a:pt x="661" y="7702"/>
                    <a:pt x="699" y="7362"/>
                    <a:pt x="737" y="7003"/>
                  </a:cubicBezTo>
                  <a:lnTo>
                    <a:pt x="812" y="5909"/>
                  </a:lnTo>
                  <a:lnTo>
                    <a:pt x="869" y="4795"/>
                  </a:lnTo>
                  <a:lnTo>
                    <a:pt x="907" y="3738"/>
                  </a:lnTo>
                  <a:cubicBezTo>
                    <a:pt x="926" y="3398"/>
                    <a:pt x="926" y="3058"/>
                    <a:pt x="926" y="2737"/>
                  </a:cubicBezTo>
                  <a:lnTo>
                    <a:pt x="926" y="1850"/>
                  </a:lnTo>
                  <a:cubicBezTo>
                    <a:pt x="926" y="736"/>
                    <a:pt x="850" y="0"/>
                    <a:pt x="85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43"/>
            <p:cNvSpPr/>
            <p:nvPr/>
          </p:nvSpPr>
          <p:spPr>
            <a:xfrm>
              <a:off x="5573375" y="2354666"/>
              <a:ext cx="151500" cy="533750"/>
            </a:xfrm>
            <a:custGeom>
              <a:avLst/>
              <a:gdLst/>
              <a:ahLst/>
              <a:cxnLst/>
              <a:rect l="l" t="t" r="r" b="b"/>
              <a:pathLst>
                <a:path w="6060" h="21350" fill="none" extrusionOk="0">
                  <a:moveTo>
                    <a:pt x="3757" y="0"/>
                  </a:moveTo>
                  <a:lnTo>
                    <a:pt x="0" y="3266"/>
                  </a:lnTo>
                  <a:cubicBezTo>
                    <a:pt x="0" y="3266"/>
                    <a:pt x="548" y="13837"/>
                    <a:pt x="1963" y="17650"/>
                  </a:cubicBezTo>
                  <a:lnTo>
                    <a:pt x="6060" y="21350"/>
                  </a:lnTo>
                </a:path>
              </a:pathLst>
            </a:custGeom>
            <a:noFill/>
            <a:ln w="17925" cap="flat" cmpd="sng">
              <a:solidFill>
                <a:schemeClr val="accent6"/>
              </a:solidFill>
              <a:prstDash val="solid"/>
              <a:miter lim="1887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43"/>
            <p:cNvSpPr/>
            <p:nvPr/>
          </p:nvSpPr>
          <p:spPr>
            <a:xfrm>
              <a:off x="5459625" y="2420716"/>
              <a:ext cx="125100" cy="183725"/>
            </a:xfrm>
            <a:custGeom>
              <a:avLst/>
              <a:gdLst/>
              <a:ahLst/>
              <a:cxnLst/>
              <a:rect l="l" t="t" r="r" b="b"/>
              <a:pathLst>
                <a:path w="5004" h="7349" extrusionOk="0">
                  <a:moveTo>
                    <a:pt x="1602" y="0"/>
                  </a:moveTo>
                  <a:cubicBezTo>
                    <a:pt x="1146" y="0"/>
                    <a:pt x="772" y="91"/>
                    <a:pt x="605" y="341"/>
                  </a:cubicBezTo>
                  <a:cubicBezTo>
                    <a:pt x="1" y="1266"/>
                    <a:pt x="208" y="6702"/>
                    <a:pt x="1058" y="7193"/>
                  </a:cubicBezTo>
                  <a:cubicBezTo>
                    <a:pt x="1252" y="7305"/>
                    <a:pt x="1562" y="7348"/>
                    <a:pt x="1926" y="7348"/>
                  </a:cubicBezTo>
                  <a:cubicBezTo>
                    <a:pt x="3158" y="7348"/>
                    <a:pt x="5003" y="6853"/>
                    <a:pt x="5003" y="6853"/>
                  </a:cubicBezTo>
                  <a:lnTo>
                    <a:pt x="4550" y="624"/>
                  </a:lnTo>
                  <a:cubicBezTo>
                    <a:pt x="4550" y="624"/>
                    <a:pt x="2798" y="0"/>
                    <a:pt x="160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43"/>
            <p:cNvSpPr/>
            <p:nvPr/>
          </p:nvSpPr>
          <p:spPr>
            <a:xfrm>
              <a:off x="5479925" y="2625291"/>
              <a:ext cx="135475" cy="167600"/>
            </a:xfrm>
            <a:custGeom>
              <a:avLst/>
              <a:gdLst/>
              <a:ahLst/>
              <a:cxnLst/>
              <a:rect l="l" t="t" r="r" b="b"/>
              <a:pathLst>
                <a:path w="5419" h="6704" extrusionOk="0">
                  <a:moveTo>
                    <a:pt x="3313" y="0"/>
                  </a:moveTo>
                  <a:cubicBezTo>
                    <a:pt x="2048" y="0"/>
                    <a:pt x="139" y="118"/>
                    <a:pt x="76" y="822"/>
                  </a:cubicBezTo>
                  <a:cubicBezTo>
                    <a:pt x="1" y="1879"/>
                    <a:pt x="642" y="6429"/>
                    <a:pt x="1379" y="6693"/>
                  </a:cubicBezTo>
                  <a:cubicBezTo>
                    <a:pt x="1397" y="6700"/>
                    <a:pt x="1430" y="6703"/>
                    <a:pt x="1474" y="6703"/>
                  </a:cubicBezTo>
                  <a:cubicBezTo>
                    <a:pt x="2133" y="6703"/>
                    <a:pt x="5418" y="5957"/>
                    <a:pt x="5418" y="5957"/>
                  </a:cubicBezTo>
                  <a:lnTo>
                    <a:pt x="4418" y="29"/>
                  </a:lnTo>
                  <a:cubicBezTo>
                    <a:pt x="4418" y="29"/>
                    <a:pt x="3946" y="0"/>
                    <a:pt x="331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43"/>
            <p:cNvSpPr/>
            <p:nvPr/>
          </p:nvSpPr>
          <p:spPr>
            <a:xfrm>
              <a:off x="7892825" y="2321641"/>
              <a:ext cx="184550" cy="528550"/>
            </a:xfrm>
            <a:custGeom>
              <a:avLst/>
              <a:gdLst/>
              <a:ahLst/>
              <a:cxnLst/>
              <a:rect l="l" t="t" r="r" b="b"/>
              <a:pathLst>
                <a:path w="7382" h="21142" fill="none" extrusionOk="0">
                  <a:moveTo>
                    <a:pt x="3889" y="0"/>
                  </a:moveTo>
                  <a:lnTo>
                    <a:pt x="7381" y="3549"/>
                  </a:lnTo>
                  <a:cubicBezTo>
                    <a:pt x="7381" y="3549"/>
                    <a:pt x="6060" y="14044"/>
                    <a:pt x="4361" y="17763"/>
                  </a:cubicBezTo>
                  <a:lnTo>
                    <a:pt x="1" y="21142"/>
                  </a:lnTo>
                </a:path>
              </a:pathLst>
            </a:custGeom>
            <a:noFill/>
            <a:ln w="17925" cap="flat" cmpd="sng">
              <a:solidFill>
                <a:schemeClr val="accent6"/>
              </a:solidFill>
              <a:prstDash val="solid"/>
              <a:miter lim="1887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43"/>
            <p:cNvSpPr/>
            <p:nvPr/>
          </p:nvSpPr>
          <p:spPr>
            <a:xfrm>
              <a:off x="8054700" y="2399991"/>
              <a:ext cx="135000" cy="183350"/>
            </a:xfrm>
            <a:custGeom>
              <a:avLst/>
              <a:gdLst/>
              <a:ahLst/>
              <a:cxnLst/>
              <a:rect l="l" t="t" r="r" b="b"/>
              <a:pathLst>
                <a:path w="5400" h="7334" extrusionOk="0">
                  <a:moveTo>
                    <a:pt x="3571" y="1"/>
                  </a:moveTo>
                  <a:cubicBezTo>
                    <a:pt x="2405" y="1"/>
                    <a:pt x="906" y="415"/>
                    <a:pt x="906" y="415"/>
                  </a:cubicBezTo>
                  <a:lnTo>
                    <a:pt x="0" y="6606"/>
                  </a:lnTo>
                  <a:cubicBezTo>
                    <a:pt x="0" y="6606"/>
                    <a:pt x="2092" y="7334"/>
                    <a:pt x="3301" y="7334"/>
                  </a:cubicBezTo>
                  <a:cubicBezTo>
                    <a:pt x="3549" y="7334"/>
                    <a:pt x="3760" y="7303"/>
                    <a:pt x="3908" y="7229"/>
                  </a:cubicBezTo>
                  <a:cubicBezTo>
                    <a:pt x="4795" y="6795"/>
                    <a:pt x="5399" y="1396"/>
                    <a:pt x="4852" y="434"/>
                  </a:cubicBezTo>
                  <a:cubicBezTo>
                    <a:pt x="4673" y="109"/>
                    <a:pt x="4165" y="1"/>
                    <a:pt x="357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43"/>
            <p:cNvSpPr/>
            <p:nvPr/>
          </p:nvSpPr>
          <p:spPr>
            <a:xfrm>
              <a:off x="8010800" y="2598166"/>
              <a:ext cx="142550" cy="171950"/>
            </a:xfrm>
            <a:custGeom>
              <a:avLst/>
              <a:gdLst/>
              <a:ahLst/>
              <a:cxnLst/>
              <a:rect l="l" t="t" r="r" b="b"/>
              <a:pathLst>
                <a:path w="5702" h="6878" extrusionOk="0">
                  <a:moveTo>
                    <a:pt x="1417" y="1"/>
                  </a:moveTo>
                  <a:lnTo>
                    <a:pt x="1" y="5834"/>
                  </a:lnTo>
                  <a:cubicBezTo>
                    <a:pt x="1" y="5834"/>
                    <a:pt x="3358" y="6877"/>
                    <a:pt x="3894" y="6877"/>
                  </a:cubicBezTo>
                  <a:cubicBezTo>
                    <a:pt x="3917" y="6877"/>
                    <a:pt x="3934" y="6876"/>
                    <a:pt x="3946" y="6872"/>
                  </a:cubicBezTo>
                  <a:cubicBezTo>
                    <a:pt x="4720" y="6664"/>
                    <a:pt x="5702" y="2172"/>
                    <a:pt x="5683" y="1114"/>
                  </a:cubicBezTo>
                  <a:cubicBezTo>
                    <a:pt x="5664" y="57"/>
                    <a:pt x="1417" y="1"/>
                    <a:pt x="141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43"/>
            <p:cNvSpPr/>
            <p:nvPr/>
          </p:nvSpPr>
          <p:spPr>
            <a:xfrm>
              <a:off x="5641050" y="2092491"/>
              <a:ext cx="2385350" cy="1281075"/>
            </a:xfrm>
            <a:custGeom>
              <a:avLst/>
              <a:gdLst/>
              <a:ahLst/>
              <a:cxnLst/>
              <a:rect l="l" t="t" r="r" b="b"/>
              <a:pathLst>
                <a:path w="95414" h="51243" extrusionOk="0">
                  <a:moveTo>
                    <a:pt x="49923" y="1"/>
                  </a:moveTo>
                  <a:cubicBezTo>
                    <a:pt x="24628" y="1"/>
                    <a:pt x="0" y="4675"/>
                    <a:pt x="11" y="9185"/>
                  </a:cubicBezTo>
                  <a:cubicBezTo>
                    <a:pt x="11" y="16792"/>
                    <a:pt x="5127" y="51242"/>
                    <a:pt x="5127" y="51242"/>
                  </a:cubicBezTo>
                  <a:lnTo>
                    <a:pt x="89147" y="51091"/>
                  </a:lnTo>
                  <a:cubicBezTo>
                    <a:pt x="90997" y="41200"/>
                    <a:pt x="95414" y="8298"/>
                    <a:pt x="95414" y="8298"/>
                  </a:cubicBezTo>
                  <a:cubicBezTo>
                    <a:pt x="85207" y="2234"/>
                    <a:pt x="67406" y="1"/>
                    <a:pt x="499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43"/>
            <p:cNvSpPr/>
            <p:nvPr/>
          </p:nvSpPr>
          <p:spPr>
            <a:xfrm>
              <a:off x="5681900" y="2067041"/>
              <a:ext cx="2274200" cy="841875"/>
            </a:xfrm>
            <a:custGeom>
              <a:avLst/>
              <a:gdLst/>
              <a:ahLst/>
              <a:cxnLst/>
              <a:rect l="l" t="t" r="r" b="b"/>
              <a:pathLst>
                <a:path w="90968" h="33675" extrusionOk="0">
                  <a:moveTo>
                    <a:pt x="42658" y="0"/>
                  </a:moveTo>
                  <a:cubicBezTo>
                    <a:pt x="30477" y="0"/>
                    <a:pt x="10544" y="3278"/>
                    <a:pt x="4739" y="9523"/>
                  </a:cubicBezTo>
                  <a:cubicBezTo>
                    <a:pt x="1" y="14601"/>
                    <a:pt x="3417" y="27079"/>
                    <a:pt x="5022" y="32043"/>
                  </a:cubicBezTo>
                  <a:cubicBezTo>
                    <a:pt x="5358" y="33035"/>
                    <a:pt x="6276" y="33674"/>
                    <a:pt x="7272" y="33674"/>
                  </a:cubicBezTo>
                  <a:cubicBezTo>
                    <a:pt x="7452" y="33674"/>
                    <a:pt x="7634" y="33653"/>
                    <a:pt x="7816" y="33610"/>
                  </a:cubicBezTo>
                  <a:cubicBezTo>
                    <a:pt x="12967" y="32394"/>
                    <a:pt x="27580" y="29494"/>
                    <a:pt x="49767" y="29494"/>
                  </a:cubicBezTo>
                  <a:cubicBezTo>
                    <a:pt x="59616" y="29494"/>
                    <a:pt x="70956" y="30065"/>
                    <a:pt x="83624" y="31609"/>
                  </a:cubicBezTo>
                  <a:cubicBezTo>
                    <a:pt x="83787" y="31628"/>
                    <a:pt x="83948" y="31638"/>
                    <a:pt x="84108" y="31638"/>
                  </a:cubicBezTo>
                  <a:cubicBezTo>
                    <a:pt x="85993" y="31638"/>
                    <a:pt x="87664" y="30337"/>
                    <a:pt x="88117" y="28476"/>
                  </a:cubicBezTo>
                  <a:cubicBezTo>
                    <a:pt x="89476" y="22775"/>
                    <a:pt x="90967" y="11770"/>
                    <a:pt x="83983" y="7126"/>
                  </a:cubicBezTo>
                  <a:cubicBezTo>
                    <a:pt x="74356" y="689"/>
                    <a:pt x="55800" y="217"/>
                    <a:pt x="43757" y="9"/>
                  </a:cubicBezTo>
                  <a:cubicBezTo>
                    <a:pt x="43398" y="3"/>
                    <a:pt x="43032" y="0"/>
                    <a:pt x="426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43"/>
            <p:cNvSpPr/>
            <p:nvPr/>
          </p:nvSpPr>
          <p:spPr>
            <a:xfrm>
              <a:off x="5840475" y="2189916"/>
              <a:ext cx="873525" cy="611000"/>
            </a:xfrm>
            <a:custGeom>
              <a:avLst/>
              <a:gdLst/>
              <a:ahLst/>
              <a:cxnLst/>
              <a:rect l="l" t="t" r="r" b="b"/>
              <a:pathLst>
                <a:path w="34941" h="24440" extrusionOk="0">
                  <a:moveTo>
                    <a:pt x="32273" y="1"/>
                  </a:moveTo>
                  <a:cubicBezTo>
                    <a:pt x="32250" y="1"/>
                    <a:pt x="32227" y="1"/>
                    <a:pt x="32204" y="2"/>
                  </a:cubicBezTo>
                  <a:cubicBezTo>
                    <a:pt x="21444" y="606"/>
                    <a:pt x="5248" y="3325"/>
                    <a:pt x="2530" y="7232"/>
                  </a:cubicBezTo>
                  <a:cubicBezTo>
                    <a:pt x="0" y="10875"/>
                    <a:pt x="2020" y="20049"/>
                    <a:pt x="2870" y="23428"/>
                  </a:cubicBezTo>
                  <a:cubicBezTo>
                    <a:pt x="3017" y="24033"/>
                    <a:pt x="3574" y="24440"/>
                    <a:pt x="4187" y="24440"/>
                  </a:cubicBezTo>
                  <a:cubicBezTo>
                    <a:pt x="4282" y="24440"/>
                    <a:pt x="4378" y="24430"/>
                    <a:pt x="4474" y="24410"/>
                  </a:cubicBezTo>
                  <a:cubicBezTo>
                    <a:pt x="14649" y="22126"/>
                    <a:pt x="24615" y="21125"/>
                    <a:pt x="33582" y="20823"/>
                  </a:cubicBezTo>
                  <a:cubicBezTo>
                    <a:pt x="34356" y="20805"/>
                    <a:pt x="34941" y="20144"/>
                    <a:pt x="34884" y="19370"/>
                  </a:cubicBezTo>
                  <a:lnTo>
                    <a:pt x="33620" y="1267"/>
                  </a:lnTo>
                  <a:cubicBezTo>
                    <a:pt x="33565" y="554"/>
                    <a:pt x="32979" y="1"/>
                    <a:pt x="322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43"/>
            <p:cNvSpPr/>
            <p:nvPr/>
          </p:nvSpPr>
          <p:spPr>
            <a:xfrm>
              <a:off x="6871625" y="2187591"/>
              <a:ext cx="908925" cy="574325"/>
            </a:xfrm>
            <a:custGeom>
              <a:avLst/>
              <a:gdLst/>
              <a:ahLst/>
              <a:cxnLst/>
              <a:rect l="l" t="t" r="r" b="b"/>
              <a:pathLst>
                <a:path w="36357" h="22973" extrusionOk="0">
                  <a:moveTo>
                    <a:pt x="1364" y="1"/>
                  </a:moveTo>
                  <a:cubicBezTo>
                    <a:pt x="605" y="1"/>
                    <a:pt x="0" y="654"/>
                    <a:pt x="56" y="1417"/>
                  </a:cubicBezTo>
                  <a:cubicBezTo>
                    <a:pt x="321" y="6042"/>
                    <a:pt x="906" y="15631"/>
                    <a:pt x="1132" y="19350"/>
                  </a:cubicBezTo>
                  <a:cubicBezTo>
                    <a:pt x="1170" y="20067"/>
                    <a:pt x="1755" y="20614"/>
                    <a:pt x="2473" y="20614"/>
                  </a:cubicBezTo>
                  <a:cubicBezTo>
                    <a:pt x="3072" y="20608"/>
                    <a:pt x="3665" y="20606"/>
                    <a:pt x="4253" y="20606"/>
                  </a:cubicBezTo>
                  <a:cubicBezTo>
                    <a:pt x="18613" y="20606"/>
                    <a:pt x="29538" y="22320"/>
                    <a:pt x="33128" y="22955"/>
                  </a:cubicBezTo>
                  <a:cubicBezTo>
                    <a:pt x="33200" y="22967"/>
                    <a:pt x="33272" y="22972"/>
                    <a:pt x="33343" y="22972"/>
                  </a:cubicBezTo>
                  <a:cubicBezTo>
                    <a:pt x="33961" y="22972"/>
                    <a:pt x="34522" y="22543"/>
                    <a:pt x="34657" y="21917"/>
                  </a:cubicBezTo>
                  <a:cubicBezTo>
                    <a:pt x="35261" y="19085"/>
                    <a:pt x="36356" y="12233"/>
                    <a:pt x="34110" y="8288"/>
                  </a:cubicBezTo>
                  <a:cubicBezTo>
                    <a:pt x="31222" y="3210"/>
                    <a:pt x="11250" y="95"/>
                    <a:pt x="1415" y="1"/>
                  </a:cubicBezTo>
                  <a:lnTo>
                    <a:pt x="1397" y="1"/>
                  </a:lnTo>
                  <a:cubicBezTo>
                    <a:pt x="1386" y="1"/>
                    <a:pt x="1375" y="1"/>
                    <a:pt x="1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43"/>
            <p:cNvSpPr/>
            <p:nvPr/>
          </p:nvSpPr>
          <p:spPr>
            <a:xfrm>
              <a:off x="6463875" y="2472516"/>
              <a:ext cx="257675" cy="320100"/>
            </a:xfrm>
            <a:custGeom>
              <a:avLst/>
              <a:gdLst/>
              <a:ahLst/>
              <a:cxnLst/>
              <a:rect l="l" t="t" r="r" b="b"/>
              <a:pathLst>
                <a:path w="10307" h="12804" extrusionOk="0">
                  <a:moveTo>
                    <a:pt x="4600" y="1"/>
                  </a:moveTo>
                  <a:cubicBezTo>
                    <a:pt x="4548" y="1"/>
                    <a:pt x="4494" y="8"/>
                    <a:pt x="4436" y="24"/>
                  </a:cubicBezTo>
                  <a:cubicBezTo>
                    <a:pt x="3285" y="345"/>
                    <a:pt x="4078" y="3271"/>
                    <a:pt x="4078" y="3271"/>
                  </a:cubicBezTo>
                  <a:cubicBezTo>
                    <a:pt x="4078" y="3271"/>
                    <a:pt x="3521" y="3078"/>
                    <a:pt x="3019" y="3078"/>
                  </a:cubicBezTo>
                  <a:cubicBezTo>
                    <a:pt x="2605" y="3078"/>
                    <a:pt x="2228" y="3209"/>
                    <a:pt x="2228" y="3686"/>
                  </a:cubicBezTo>
                  <a:cubicBezTo>
                    <a:pt x="2228" y="4744"/>
                    <a:pt x="4248" y="4857"/>
                    <a:pt x="4248" y="4857"/>
                  </a:cubicBezTo>
                  <a:cubicBezTo>
                    <a:pt x="4059" y="7858"/>
                    <a:pt x="0" y="10237"/>
                    <a:pt x="0" y="10237"/>
                  </a:cubicBezTo>
                  <a:lnTo>
                    <a:pt x="1850" y="12804"/>
                  </a:lnTo>
                  <a:cubicBezTo>
                    <a:pt x="6324" y="11199"/>
                    <a:pt x="7249" y="5612"/>
                    <a:pt x="7249" y="5612"/>
                  </a:cubicBezTo>
                  <a:cubicBezTo>
                    <a:pt x="8382" y="5159"/>
                    <a:pt x="10307" y="1988"/>
                    <a:pt x="9590" y="1799"/>
                  </a:cubicBezTo>
                  <a:cubicBezTo>
                    <a:pt x="9551" y="1790"/>
                    <a:pt x="9510" y="1786"/>
                    <a:pt x="9467" y="1786"/>
                  </a:cubicBezTo>
                  <a:cubicBezTo>
                    <a:pt x="8693" y="1786"/>
                    <a:pt x="7287" y="3158"/>
                    <a:pt x="7287" y="3158"/>
                  </a:cubicBezTo>
                  <a:cubicBezTo>
                    <a:pt x="7287" y="3158"/>
                    <a:pt x="8646" y="459"/>
                    <a:pt x="7664" y="251"/>
                  </a:cubicBezTo>
                  <a:cubicBezTo>
                    <a:pt x="7622" y="242"/>
                    <a:pt x="7580" y="238"/>
                    <a:pt x="7538" y="238"/>
                  </a:cubicBezTo>
                  <a:cubicBezTo>
                    <a:pt x="6599" y="238"/>
                    <a:pt x="5681" y="2374"/>
                    <a:pt x="5644" y="2573"/>
                  </a:cubicBezTo>
                  <a:cubicBezTo>
                    <a:pt x="5643" y="2578"/>
                    <a:pt x="5642" y="2581"/>
                    <a:pt x="5641" y="2581"/>
                  </a:cubicBezTo>
                  <a:cubicBezTo>
                    <a:pt x="5606" y="2581"/>
                    <a:pt x="5558" y="1"/>
                    <a:pt x="4600" y="1"/>
                  </a:cubicBezTo>
                  <a:close/>
                </a:path>
              </a:pathLst>
            </a:custGeom>
            <a:solidFill>
              <a:srgbClr val="B74B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43"/>
            <p:cNvSpPr/>
            <p:nvPr/>
          </p:nvSpPr>
          <p:spPr>
            <a:xfrm>
              <a:off x="5850375" y="2597691"/>
              <a:ext cx="290250" cy="264775"/>
            </a:xfrm>
            <a:custGeom>
              <a:avLst/>
              <a:gdLst/>
              <a:ahLst/>
              <a:cxnLst/>
              <a:rect l="l" t="t" r="r" b="b"/>
              <a:pathLst>
                <a:path w="11610" h="10591" extrusionOk="0">
                  <a:moveTo>
                    <a:pt x="4117" y="0"/>
                  </a:moveTo>
                  <a:cubicBezTo>
                    <a:pt x="4110" y="0"/>
                    <a:pt x="4104" y="0"/>
                    <a:pt x="4097" y="1"/>
                  </a:cubicBezTo>
                  <a:cubicBezTo>
                    <a:pt x="3342" y="57"/>
                    <a:pt x="3776" y="2493"/>
                    <a:pt x="3984" y="3134"/>
                  </a:cubicBezTo>
                  <a:cubicBezTo>
                    <a:pt x="3984" y="3134"/>
                    <a:pt x="2671" y="989"/>
                    <a:pt x="1785" y="989"/>
                  </a:cubicBezTo>
                  <a:cubicBezTo>
                    <a:pt x="1709" y="989"/>
                    <a:pt x="1636" y="1005"/>
                    <a:pt x="1567" y="1039"/>
                  </a:cubicBezTo>
                  <a:cubicBezTo>
                    <a:pt x="718" y="1473"/>
                    <a:pt x="2776" y="4437"/>
                    <a:pt x="2776" y="4437"/>
                  </a:cubicBezTo>
                  <a:cubicBezTo>
                    <a:pt x="2776" y="4437"/>
                    <a:pt x="1664" y="3736"/>
                    <a:pt x="949" y="3736"/>
                  </a:cubicBezTo>
                  <a:cubicBezTo>
                    <a:pt x="770" y="3736"/>
                    <a:pt x="616" y="3780"/>
                    <a:pt x="510" y="3889"/>
                  </a:cubicBezTo>
                  <a:cubicBezTo>
                    <a:pt x="1" y="4437"/>
                    <a:pt x="2700" y="6532"/>
                    <a:pt x="4021" y="6532"/>
                  </a:cubicBezTo>
                  <a:cubicBezTo>
                    <a:pt x="4021" y="6532"/>
                    <a:pt x="6853" y="10572"/>
                    <a:pt x="10779" y="10591"/>
                  </a:cubicBezTo>
                  <a:lnTo>
                    <a:pt x="11610" y="7589"/>
                  </a:lnTo>
                  <a:cubicBezTo>
                    <a:pt x="11553" y="7533"/>
                    <a:pt x="8892" y="7929"/>
                    <a:pt x="6947" y="5003"/>
                  </a:cubicBezTo>
                  <a:cubicBezTo>
                    <a:pt x="6947" y="5003"/>
                    <a:pt x="8363" y="3342"/>
                    <a:pt x="8099" y="2511"/>
                  </a:cubicBezTo>
                  <a:cubicBezTo>
                    <a:pt x="8042" y="2334"/>
                    <a:pt x="7926" y="2264"/>
                    <a:pt x="7777" y="2264"/>
                  </a:cubicBezTo>
                  <a:cubicBezTo>
                    <a:pt x="7229" y="2264"/>
                    <a:pt x="6249" y="3210"/>
                    <a:pt x="6249" y="3210"/>
                  </a:cubicBezTo>
                  <a:cubicBezTo>
                    <a:pt x="6249" y="3210"/>
                    <a:pt x="4894" y="0"/>
                    <a:pt x="4117" y="0"/>
                  </a:cubicBezTo>
                  <a:close/>
                </a:path>
              </a:pathLst>
            </a:custGeom>
            <a:solidFill>
              <a:srgbClr val="B74B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43"/>
            <p:cNvSpPr/>
            <p:nvPr/>
          </p:nvSpPr>
          <p:spPr>
            <a:xfrm>
              <a:off x="5951375" y="2714841"/>
              <a:ext cx="32100" cy="18800"/>
            </a:xfrm>
            <a:custGeom>
              <a:avLst/>
              <a:gdLst/>
              <a:ahLst/>
              <a:cxnLst/>
              <a:rect l="l" t="t" r="r" b="b"/>
              <a:pathLst>
                <a:path w="1284" h="752" extrusionOk="0">
                  <a:moveTo>
                    <a:pt x="557" y="1"/>
                  </a:moveTo>
                  <a:cubicBezTo>
                    <a:pt x="529" y="1"/>
                    <a:pt x="501" y="6"/>
                    <a:pt x="472" y="15"/>
                  </a:cubicBezTo>
                  <a:cubicBezTo>
                    <a:pt x="416" y="15"/>
                    <a:pt x="378" y="15"/>
                    <a:pt x="321" y="34"/>
                  </a:cubicBezTo>
                  <a:cubicBezTo>
                    <a:pt x="283" y="53"/>
                    <a:pt x="246" y="72"/>
                    <a:pt x="208" y="91"/>
                  </a:cubicBezTo>
                  <a:cubicBezTo>
                    <a:pt x="132" y="110"/>
                    <a:pt x="95" y="147"/>
                    <a:pt x="38" y="204"/>
                  </a:cubicBezTo>
                  <a:cubicBezTo>
                    <a:pt x="19" y="223"/>
                    <a:pt x="0" y="242"/>
                    <a:pt x="0" y="261"/>
                  </a:cubicBezTo>
                  <a:lnTo>
                    <a:pt x="76" y="279"/>
                  </a:lnTo>
                  <a:cubicBezTo>
                    <a:pt x="104" y="270"/>
                    <a:pt x="132" y="265"/>
                    <a:pt x="161" y="265"/>
                  </a:cubicBezTo>
                  <a:cubicBezTo>
                    <a:pt x="189" y="265"/>
                    <a:pt x="217" y="270"/>
                    <a:pt x="246" y="279"/>
                  </a:cubicBezTo>
                  <a:lnTo>
                    <a:pt x="359" y="279"/>
                  </a:lnTo>
                  <a:cubicBezTo>
                    <a:pt x="378" y="298"/>
                    <a:pt x="416" y="298"/>
                    <a:pt x="453" y="317"/>
                  </a:cubicBezTo>
                  <a:cubicBezTo>
                    <a:pt x="491" y="317"/>
                    <a:pt x="529" y="317"/>
                    <a:pt x="567" y="336"/>
                  </a:cubicBezTo>
                  <a:lnTo>
                    <a:pt x="680" y="374"/>
                  </a:lnTo>
                  <a:lnTo>
                    <a:pt x="793" y="430"/>
                  </a:lnTo>
                  <a:cubicBezTo>
                    <a:pt x="831" y="449"/>
                    <a:pt x="869" y="468"/>
                    <a:pt x="887" y="487"/>
                  </a:cubicBezTo>
                  <a:cubicBezTo>
                    <a:pt x="925" y="506"/>
                    <a:pt x="963" y="525"/>
                    <a:pt x="1001" y="544"/>
                  </a:cubicBezTo>
                  <a:cubicBezTo>
                    <a:pt x="1020" y="563"/>
                    <a:pt x="1057" y="581"/>
                    <a:pt x="1076" y="600"/>
                  </a:cubicBezTo>
                  <a:cubicBezTo>
                    <a:pt x="1152" y="638"/>
                    <a:pt x="1171" y="676"/>
                    <a:pt x="1227" y="714"/>
                  </a:cubicBezTo>
                  <a:lnTo>
                    <a:pt x="1284" y="751"/>
                  </a:lnTo>
                  <a:lnTo>
                    <a:pt x="1284" y="676"/>
                  </a:lnTo>
                  <a:cubicBezTo>
                    <a:pt x="1284" y="619"/>
                    <a:pt x="1265" y="544"/>
                    <a:pt x="1246" y="487"/>
                  </a:cubicBezTo>
                  <a:cubicBezTo>
                    <a:pt x="1227" y="449"/>
                    <a:pt x="1208" y="393"/>
                    <a:pt x="1190" y="355"/>
                  </a:cubicBezTo>
                  <a:cubicBezTo>
                    <a:pt x="1152" y="317"/>
                    <a:pt x="1133" y="279"/>
                    <a:pt x="1095" y="242"/>
                  </a:cubicBezTo>
                  <a:cubicBezTo>
                    <a:pt x="1057" y="204"/>
                    <a:pt x="1001" y="166"/>
                    <a:pt x="963" y="128"/>
                  </a:cubicBezTo>
                  <a:lnTo>
                    <a:pt x="812" y="53"/>
                  </a:lnTo>
                  <a:lnTo>
                    <a:pt x="642" y="15"/>
                  </a:lnTo>
                  <a:cubicBezTo>
                    <a:pt x="614" y="6"/>
                    <a:pt x="585" y="1"/>
                    <a:pt x="557" y="1"/>
                  </a:cubicBezTo>
                  <a:close/>
                </a:path>
              </a:pathLst>
            </a:custGeom>
            <a:solidFill>
              <a:srgbClr val="7A2A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43"/>
            <p:cNvSpPr/>
            <p:nvPr/>
          </p:nvSpPr>
          <p:spPr>
            <a:xfrm>
              <a:off x="6596475" y="2573641"/>
              <a:ext cx="32600" cy="30700"/>
            </a:xfrm>
            <a:custGeom>
              <a:avLst/>
              <a:gdLst/>
              <a:ahLst/>
              <a:cxnLst/>
              <a:rect l="l" t="t" r="r" b="b"/>
              <a:pathLst>
                <a:path w="1304" h="1228" extrusionOk="0">
                  <a:moveTo>
                    <a:pt x="831" y="0"/>
                  </a:moveTo>
                  <a:cubicBezTo>
                    <a:pt x="775" y="0"/>
                    <a:pt x="718" y="19"/>
                    <a:pt x="661" y="38"/>
                  </a:cubicBezTo>
                  <a:cubicBezTo>
                    <a:pt x="586" y="57"/>
                    <a:pt x="529" y="76"/>
                    <a:pt x="473" y="113"/>
                  </a:cubicBezTo>
                  <a:lnTo>
                    <a:pt x="303" y="227"/>
                  </a:lnTo>
                  <a:lnTo>
                    <a:pt x="171" y="397"/>
                  </a:lnTo>
                  <a:cubicBezTo>
                    <a:pt x="133" y="434"/>
                    <a:pt x="95" y="510"/>
                    <a:pt x="76" y="566"/>
                  </a:cubicBezTo>
                  <a:cubicBezTo>
                    <a:pt x="38" y="623"/>
                    <a:pt x="20" y="680"/>
                    <a:pt x="20" y="736"/>
                  </a:cubicBezTo>
                  <a:cubicBezTo>
                    <a:pt x="1" y="793"/>
                    <a:pt x="1" y="850"/>
                    <a:pt x="1" y="906"/>
                  </a:cubicBezTo>
                  <a:cubicBezTo>
                    <a:pt x="1" y="982"/>
                    <a:pt x="20" y="1057"/>
                    <a:pt x="38" y="1133"/>
                  </a:cubicBezTo>
                  <a:lnTo>
                    <a:pt x="76" y="1227"/>
                  </a:lnTo>
                  <a:lnTo>
                    <a:pt x="114" y="1133"/>
                  </a:lnTo>
                  <a:cubicBezTo>
                    <a:pt x="133" y="1076"/>
                    <a:pt x="171" y="1001"/>
                    <a:pt x="208" y="944"/>
                  </a:cubicBezTo>
                  <a:cubicBezTo>
                    <a:pt x="227" y="906"/>
                    <a:pt x="246" y="868"/>
                    <a:pt x="265" y="831"/>
                  </a:cubicBezTo>
                  <a:cubicBezTo>
                    <a:pt x="284" y="793"/>
                    <a:pt x="322" y="755"/>
                    <a:pt x="340" y="717"/>
                  </a:cubicBezTo>
                  <a:cubicBezTo>
                    <a:pt x="359" y="661"/>
                    <a:pt x="397" y="623"/>
                    <a:pt x="435" y="604"/>
                  </a:cubicBezTo>
                  <a:lnTo>
                    <a:pt x="529" y="491"/>
                  </a:lnTo>
                  <a:lnTo>
                    <a:pt x="642" y="397"/>
                  </a:lnTo>
                  <a:cubicBezTo>
                    <a:pt x="680" y="359"/>
                    <a:pt x="718" y="321"/>
                    <a:pt x="775" y="302"/>
                  </a:cubicBezTo>
                  <a:cubicBezTo>
                    <a:pt x="812" y="283"/>
                    <a:pt x="850" y="246"/>
                    <a:pt x="888" y="246"/>
                  </a:cubicBezTo>
                  <a:cubicBezTo>
                    <a:pt x="944" y="227"/>
                    <a:pt x="982" y="208"/>
                    <a:pt x="1020" y="189"/>
                  </a:cubicBezTo>
                  <a:cubicBezTo>
                    <a:pt x="1077" y="151"/>
                    <a:pt x="1152" y="132"/>
                    <a:pt x="1228" y="113"/>
                  </a:cubicBezTo>
                  <a:lnTo>
                    <a:pt x="1303" y="76"/>
                  </a:lnTo>
                  <a:cubicBezTo>
                    <a:pt x="1284" y="76"/>
                    <a:pt x="1246" y="57"/>
                    <a:pt x="1228" y="57"/>
                  </a:cubicBezTo>
                  <a:cubicBezTo>
                    <a:pt x="1152" y="19"/>
                    <a:pt x="1077" y="0"/>
                    <a:pt x="1001" y="0"/>
                  </a:cubicBezTo>
                  <a:close/>
                </a:path>
              </a:pathLst>
            </a:custGeom>
            <a:solidFill>
              <a:srgbClr val="7A2A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43"/>
            <p:cNvSpPr/>
            <p:nvPr/>
          </p:nvSpPr>
          <p:spPr>
            <a:xfrm>
              <a:off x="6111825" y="2712841"/>
              <a:ext cx="416250" cy="307600"/>
            </a:xfrm>
            <a:custGeom>
              <a:avLst/>
              <a:gdLst/>
              <a:ahLst/>
              <a:cxnLst/>
              <a:rect l="l" t="t" r="r" b="b"/>
              <a:pathLst>
                <a:path w="16650" h="12304" extrusionOk="0">
                  <a:moveTo>
                    <a:pt x="14139" y="1"/>
                  </a:moveTo>
                  <a:cubicBezTo>
                    <a:pt x="14139" y="1"/>
                    <a:pt x="8948" y="1700"/>
                    <a:pt x="8457" y="1737"/>
                  </a:cubicBezTo>
                  <a:cubicBezTo>
                    <a:pt x="7966" y="1794"/>
                    <a:pt x="5022" y="1907"/>
                    <a:pt x="5022" y="1907"/>
                  </a:cubicBezTo>
                  <a:cubicBezTo>
                    <a:pt x="3818" y="2403"/>
                    <a:pt x="2532" y="2666"/>
                    <a:pt x="1226" y="2666"/>
                  </a:cubicBezTo>
                  <a:cubicBezTo>
                    <a:pt x="1138" y="2666"/>
                    <a:pt x="1051" y="2665"/>
                    <a:pt x="963" y="2662"/>
                  </a:cubicBezTo>
                  <a:cubicBezTo>
                    <a:pt x="963" y="2662"/>
                    <a:pt x="114" y="5551"/>
                    <a:pt x="0" y="6211"/>
                  </a:cubicBezTo>
                  <a:cubicBezTo>
                    <a:pt x="0" y="6211"/>
                    <a:pt x="668" y="6264"/>
                    <a:pt x="1547" y="6264"/>
                  </a:cubicBezTo>
                  <a:cubicBezTo>
                    <a:pt x="2562" y="6264"/>
                    <a:pt x="3859" y="6194"/>
                    <a:pt x="4738" y="5890"/>
                  </a:cubicBezTo>
                  <a:cubicBezTo>
                    <a:pt x="4738" y="5890"/>
                    <a:pt x="4984" y="11818"/>
                    <a:pt x="5135" y="12214"/>
                  </a:cubicBezTo>
                  <a:cubicBezTo>
                    <a:pt x="5158" y="12276"/>
                    <a:pt x="5404" y="12304"/>
                    <a:pt x="5805" y="12304"/>
                  </a:cubicBezTo>
                  <a:cubicBezTo>
                    <a:pt x="7963" y="12304"/>
                    <a:pt x="14611" y="11495"/>
                    <a:pt x="15121" y="10874"/>
                  </a:cubicBezTo>
                  <a:cubicBezTo>
                    <a:pt x="15706" y="10119"/>
                    <a:pt x="12421" y="4965"/>
                    <a:pt x="12421" y="4965"/>
                  </a:cubicBezTo>
                  <a:cubicBezTo>
                    <a:pt x="12421" y="4965"/>
                    <a:pt x="16215" y="3323"/>
                    <a:pt x="16423" y="3229"/>
                  </a:cubicBezTo>
                  <a:cubicBezTo>
                    <a:pt x="16650" y="3134"/>
                    <a:pt x="14516" y="227"/>
                    <a:pt x="1413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43"/>
            <p:cNvSpPr/>
            <p:nvPr/>
          </p:nvSpPr>
          <p:spPr>
            <a:xfrm>
              <a:off x="6231225" y="2740216"/>
              <a:ext cx="264750" cy="281650"/>
            </a:xfrm>
            <a:custGeom>
              <a:avLst/>
              <a:gdLst/>
              <a:ahLst/>
              <a:cxnLst/>
              <a:rect l="l" t="t" r="r" b="b"/>
              <a:pathLst>
                <a:path w="10590" h="11266" extrusionOk="0">
                  <a:moveTo>
                    <a:pt x="5455" y="1"/>
                  </a:moveTo>
                  <a:lnTo>
                    <a:pt x="4927" y="246"/>
                  </a:lnTo>
                  <a:cubicBezTo>
                    <a:pt x="5021" y="1152"/>
                    <a:pt x="5323" y="3304"/>
                    <a:pt x="3455" y="3380"/>
                  </a:cubicBezTo>
                  <a:cubicBezTo>
                    <a:pt x="3430" y="3381"/>
                    <a:pt x="3406" y="3381"/>
                    <a:pt x="3382" y="3381"/>
                  </a:cubicBezTo>
                  <a:cubicBezTo>
                    <a:pt x="1582" y="3381"/>
                    <a:pt x="755" y="624"/>
                    <a:pt x="755" y="624"/>
                  </a:cubicBezTo>
                  <a:lnTo>
                    <a:pt x="472" y="831"/>
                  </a:lnTo>
                  <a:cubicBezTo>
                    <a:pt x="2586" y="5380"/>
                    <a:pt x="0" y="6211"/>
                    <a:pt x="0" y="6211"/>
                  </a:cubicBezTo>
                  <a:lnTo>
                    <a:pt x="113" y="11100"/>
                  </a:lnTo>
                  <a:cubicBezTo>
                    <a:pt x="668" y="11216"/>
                    <a:pt x="1300" y="11265"/>
                    <a:pt x="1972" y="11265"/>
                  </a:cubicBezTo>
                  <a:cubicBezTo>
                    <a:pt x="5670" y="11265"/>
                    <a:pt x="10590" y="9779"/>
                    <a:pt x="10590" y="9779"/>
                  </a:cubicBezTo>
                  <a:cubicBezTo>
                    <a:pt x="10533" y="7702"/>
                    <a:pt x="8042" y="4550"/>
                    <a:pt x="8042" y="4550"/>
                  </a:cubicBezTo>
                  <a:cubicBezTo>
                    <a:pt x="8001" y="4556"/>
                    <a:pt x="7960" y="4559"/>
                    <a:pt x="7920" y="4559"/>
                  </a:cubicBezTo>
                  <a:cubicBezTo>
                    <a:pt x="6353" y="4559"/>
                    <a:pt x="5455" y="1"/>
                    <a:pt x="5455" y="1"/>
                  </a:cubicBezTo>
                  <a:close/>
                </a:path>
              </a:pathLst>
            </a:custGeom>
            <a:solidFill>
              <a:srgbClr val="8728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43"/>
            <p:cNvSpPr/>
            <p:nvPr/>
          </p:nvSpPr>
          <p:spPr>
            <a:xfrm>
              <a:off x="6207625" y="2766366"/>
              <a:ext cx="55700" cy="150375"/>
            </a:xfrm>
            <a:custGeom>
              <a:avLst/>
              <a:gdLst/>
              <a:ahLst/>
              <a:cxnLst/>
              <a:rect l="l" t="t" r="r" b="b"/>
              <a:pathLst>
                <a:path w="2228" h="6015" extrusionOk="0">
                  <a:moveTo>
                    <a:pt x="1288" y="1"/>
                  </a:moveTo>
                  <a:cubicBezTo>
                    <a:pt x="760" y="1"/>
                    <a:pt x="0" y="163"/>
                    <a:pt x="0" y="163"/>
                  </a:cubicBezTo>
                  <a:cubicBezTo>
                    <a:pt x="95" y="2541"/>
                    <a:pt x="1001" y="6014"/>
                    <a:pt x="1001" y="6014"/>
                  </a:cubicBezTo>
                  <a:cubicBezTo>
                    <a:pt x="2228" y="3334"/>
                    <a:pt x="1605" y="31"/>
                    <a:pt x="1605" y="31"/>
                  </a:cubicBezTo>
                  <a:cubicBezTo>
                    <a:pt x="1520" y="9"/>
                    <a:pt x="1410" y="1"/>
                    <a:pt x="128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43"/>
            <p:cNvSpPr/>
            <p:nvPr/>
          </p:nvSpPr>
          <p:spPr>
            <a:xfrm>
              <a:off x="6378450" y="2726991"/>
              <a:ext cx="73175" cy="153400"/>
            </a:xfrm>
            <a:custGeom>
              <a:avLst/>
              <a:gdLst/>
              <a:ahLst/>
              <a:cxnLst/>
              <a:rect l="l" t="t" r="r" b="b"/>
              <a:pathLst>
                <a:path w="2927" h="6136" extrusionOk="0">
                  <a:moveTo>
                    <a:pt x="1123" y="0"/>
                  </a:moveTo>
                  <a:cubicBezTo>
                    <a:pt x="946" y="0"/>
                    <a:pt x="325" y="28"/>
                    <a:pt x="20" y="397"/>
                  </a:cubicBezTo>
                  <a:cubicBezTo>
                    <a:pt x="1" y="416"/>
                    <a:pt x="1303" y="4324"/>
                    <a:pt x="2927" y="6136"/>
                  </a:cubicBezTo>
                  <a:cubicBezTo>
                    <a:pt x="2927" y="6136"/>
                    <a:pt x="2096" y="1115"/>
                    <a:pt x="1171" y="1"/>
                  </a:cubicBezTo>
                  <a:cubicBezTo>
                    <a:pt x="1171" y="1"/>
                    <a:pt x="1154" y="0"/>
                    <a:pt x="1123" y="0"/>
                  </a:cubicBezTo>
                  <a:close/>
                </a:path>
              </a:pathLst>
            </a:custGeom>
            <a:solidFill>
              <a:srgbClr val="FFAF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43"/>
            <p:cNvSpPr/>
            <p:nvPr/>
          </p:nvSpPr>
          <p:spPr>
            <a:xfrm>
              <a:off x="6255275" y="2745891"/>
              <a:ext cx="92050" cy="43950"/>
            </a:xfrm>
            <a:custGeom>
              <a:avLst/>
              <a:gdLst/>
              <a:ahLst/>
              <a:cxnLst/>
              <a:rect l="l" t="t" r="r" b="b"/>
              <a:pathLst>
                <a:path w="3682" h="1758" extrusionOk="0">
                  <a:moveTo>
                    <a:pt x="3682" y="0"/>
                  </a:moveTo>
                  <a:lnTo>
                    <a:pt x="1" y="736"/>
                  </a:lnTo>
                  <a:cubicBezTo>
                    <a:pt x="1" y="736"/>
                    <a:pt x="843" y="1757"/>
                    <a:pt x="1898" y="1757"/>
                  </a:cubicBezTo>
                  <a:cubicBezTo>
                    <a:pt x="1982" y="1757"/>
                    <a:pt x="2067" y="1751"/>
                    <a:pt x="2153" y="1737"/>
                  </a:cubicBezTo>
                  <a:cubicBezTo>
                    <a:pt x="3323" y="1529"/>
                    <a:pt x="3682" y="0"/>
                    <a:pt x="3682" y="0"/>
                  </a:cubicBezTo>
                  <a:close/>
                </a:path>
              </a:pathLst>
            </a:custGeom>
            <a:solidFill>
              <a:srgbClr val="7A28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43"/>
            <p:cNvSpPr/>
            <p:nvPr/>
          </p:nvSpPr>
          <p:spPr>
            <a:xfrm>
              <a:off x="5947600" y="2236016"/>
              <a:ext cx="559700" cy="404650"/>
            </a:xfrm>
            <a:custGeom>
              <a:avLst/>
              <a:gdLst/>
              <a:ahLst/>
              <a:cxnLst/>
              <a:rect l="l" t="t" r="r" b="b"/>
              <a:pathLst>
                <a:path w="22388" h="16186" extrusionOk="0">
                  <a:moveTo>
                    <a:pt x="11227" y="1"/>
                  </a:moveTo>
                  <a:cubicBezTo>
                    <a:pt x="10549" y="1"/>
                    <a:pt x="9919" y="335"/>
                    <a:pt x="9722" y="1141"/>
                  </a:cubicBezTo>
                  <a:cubicBezTo>
                    <a:pt x="9393" y="842"/>
                    <a:pt x="8933" y="671"/>
                    <a:pt x="8489" y="671"/>
                  </a:cubicBezTo>
                  <a:cubicBezTo>
                    <a:pt x="7839" y="671"/>
                    <a:pt x="7221" y="1039"/>
                    <a:pt x="7098" y="1915"/>
                  </a:cubicBezTo>
                  <a:cubicBezTo>
                    <a:pt x="6948" y="1769"/>
                    <a:pt x="6725" y="1701"/>
                    <a:pt x="6471" y="1701"/>
                  </a:cubicBezTo>
                  <a:cubicBezTo>
                    <a:pt x="5542" y="1701"/>
                    <a:pt x="4187" y="2603"/>
                    <a:pt x="4380" y="3878"/>
                  </a:cubicBezTo>
                  <a:cubicBezTo>
                    <a:pt x="4244" y="3839"/>
                    <a:pt x="4102" y="3821"/>
                    <a:pt x="3959" y="3821"/>
                  </a:cubicBezTo>
                  <a:cubicBezTo>
                    <a:pt x="2852" y="3821"/>
                    <a:pt x="1666" y="4925"/>
                    <a:pt x="2435" y="6162"/>
                  </a:cubicBezTo>
                  <a:cubicBezTo>
                    <a:pt x="2402" y="6159"/>
                    <a:pt x="2368" y="6157"/>
                    <a:pt x="2334" y="6157"/>
                  </a:cubicBezTo>
                  <a:cubicBezTo>
                    <a:pt x="1200" y="6157"/>
                    <a:pt x="148" y="7968"/>
                    <a:pt x="1303" y="9031"/>
                  </a:cubicBezTo>
                  <a:cubicBezTo>
                    <a:pt x="0" y="10655"/>
                    <a:pt x="1624" y="11410"/>
                    <a:pt x="1624" y="11410"/>
                  </a:cubicBezTo>
                  <a:cubicBezTo>
                    <a:pt x="604" y="13052"/>
                    <a:pt x="1963" y="13788"/>
                    <a:pt x="1963" y="13788"/>
                  </a:cubicBezTo>
                  <a:cubicBezTo>
                    <a:pt x="1303" y="15261"/>
                    <a:pt x="2926" y="16186"/>
                    <a:pt x="2926" y="16186"/>
                  </a:cubicBezTo>
                  <a:lnTo>
                    <a:pt x="8702" y="15751"/>
                  </a:lnTo>
                  <a:cubicBezTo>
                    <a:pt x="8702" y="15751"/>
                    <a:pt x="20878" y="10844"/>
                    <a:pt x="21614" y="10126"/>
                  </a:cubicBezTo>
                  <a:cubicBezTo>
                    <a:pt x="22350" y="9390"/>
                    <a:pt x="22388" y="8069"/>
                    <a:pt x="21199" y="7974"/>
                  </a:cubicBezTo>
                  <a:cubicBezTo>
                    <a:pt x="21657" y="7358"/>
                    <a:pt x="21490" y="5836"/>
                    <a:pt x="20253" y="5836"/>
                  </a:cubicBezTo>
                  <a:cubicBezTo>
                    <a:pt x="20164" y="5836"/>
                    <a:pt x="20071" y="5844"/>
                    <a:pt x="19972" y="5860"/>
                  </a:cubicBezTo>
                  <a:cubicBezTo>
                    <a:pt x="20445" y="5142"/>
                    <a:pt x="20241" y="3522"/>
                    <a:pt x="18897" y="3522"/>
                  </a:cubicBezTo>
                  <a:cubicBezTo>
                    <a:pt x="18687" y="3522"/>
                    <a:pt x="18447" y="3562"/>
                    <a:pt x="18178" y="3652"/>
                  </a:cubicBezTo>
                  <a:cubicBezTo>
                    <a:pt x="18512" y="2758"/>
                    <a:pt x="17557" y="1513"/>
                    <a:pt x="16514" y="1513"/>
                  </a:cubicBezTo>
                  <a:cubicBezTo>
                    <a:pt x="16256" y="1513"/>
                    <a:pt x="15994" y="1588"/>
                    <a:pt x="15743" y="1764"/>
                  </a:cubicBezTo>
                  <a:cubicBezTo>
                    <a:pt x="15808" y="1220"/>
                    <a:pt x="14957" y="551"/>
                    <a:pt x="14143" y="551"/>
                  </a:cubicBezTo>
                  <a:cubicBezTo>
                    <a:pt x="13770" y="551"/>
                    <a:pt x="13405" y="691"/>
                    <a:pt x="13138" y="1047"/>
                  </a:cubicBezTo>
                  <a:cubicBezTo>
                    <a:pt x="12791" y="411"/>
                    <a:pt x="11980" y="1"/>
                    <a:pt x="1122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43"/>
            <p:cNvSpPr/>
            <p:nvPr/>
          </p:nvSpPr>
          <p:spPr>
            <a:xfrm>
              <a:off x="6436500" y="2475466"/>
              <a:ext cx="85875" cy="92300"/>
            </a:xfrm>
            <a:custGeom>
              <a:avLst/>
              <a:gdLst/>
              <a:ahLst/>
              <a:cxnLst/>
              <a:rect l="l" t="t" r="r" b="b"/>
              <a:pathLst>
                <a:path w="3435" h="3692" extrusionOk="0">
                  <a:moveTo>
                    <a:pt x="1964" y="0"/>
                  </a:moveTo>
                  <a:cubicBezTo>
                    <a:pt x="605" y="0"/>
                    <a:pt x="605" y="1341"/>
                    <a:pt x="605" y="1341"/>
                  </a:cubicBezTo>
                  <a:cubicBezTo>
                    <a:pt x="605" y="1341"/>
                    <a:pt x="0" y="3455"/>
                    <a:pt x="1718" y="3682"/>
                  </a:cubicBezTo>
                  <a:cubicBezTo>
                    <a:pt x="1767" y="3688"/>
                    <a:pt x="1815" y="3691"/>
                    <a:pt x="1861" y="3691"/>
                  </a:cubicBezTo>
                  <a:cubicBezTo>
                    <a:pt x="3435" y="3691"/>
                    <a:pt x="3396" y="37"/>
                    <a:pt x="2020" y="1"/>
                  </a:cubicBezTo>
                  <a:cubicBezTo>
                    <a:pt x="2001" y="0"/>
                    <a:pt x="1982" y="0"/>
                    <a:pt x="1964" y="0"/>
                  </a:cubicBezTo>
                  <a:close/>
                </a:path>
              </a:pathLst>
            </a:custGeom>
            <a:solidFill>
              <a:srgbClr val="9E32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43"/>
            <p:cNvSpPr/>
            <p:nvPr/>
          </p:nvSpPr>
          <p:spPr>
            <a:xfrm>
              <a:off x="6466225" y="2496041"/>
              <a:ext cx="40150" cy="22875"/>
            </a:xfrm>
            <a:custGeom>
              <a:avLst/>
              <a:gdLst/>
              <a:ahLst/>
              <a:cxnLst/>
              <a:rect l="l" t="t" r="r" b="b"/>
              <a:pathLst>
                <a:path w="1606" h="915" extrusionOk="0">
                  <a:moveTo>
                    <a:pt x="810" y="1"/>
                  </a:moveTo>
                  <a:cubicBezTo>
                    <a:pt x="636" y="1"/>
                    <a:pt x="462" y="64"/>
                    <a:pt x="322" y="178"/>
                  </a:cubicBezTo>
                  <a:cubicBezTo>
                    <a:pt x="265" y="235"/>
                    <a:pt x="208" y="292"/>
                    <a:pt x="171" y="348"/>
                  </a:cubicBezTo>
                  <a:cubicBezTo>
                    <a:pt x="38" y="499"/>
                    <a:pt x="1" y="707"/>
                    <a:pt x="38" y="914"/>
                  </a:cubicBezTo>
                  <a:lnTo>
                    <a:pt x="95" y="801"/>
                  </a:lnTo>
                  <a:cubicBezTo>
                    <a:pt x="114" y="782"/>
                    <a:pt x="133" y="745"/>
                    <a:pt x="152" y="726"/>
                  </a:cubicBezTo>
                  <a:cubicBezTo>
                    <a:pt x="171" y="669"/>
                    <a:pt x="208" y="650"/>
                    <a:pt x="246" y="612"/>
                  </a:cubicBezTo>
                  <a:cubicBezTo>
                    <a:pt x="265" y="575"/>
                    <a:pt x="303" y="537"/>
                    <a:pt x="359" y="518"/>
                  </a:cubicBezTo>
                  <a:cubicBezTo>
                    <a:pt x="397" y="480"/>
                    <a:pt x="435" y="443"/>
                    <a:pt x="491" y="424"/>
                  </a:cubicBezTo>
                  <a:cubicBezTo>
                    <a:pt x="548" y="405"/>
                    <a:pt x="586" y="386"/>
                    <a:pt x="642" y="367"/>
                  </a:cubicBezTo>
                  <a:cubicBezTo>
                    <a:pt x="699" y="348"/>
                    <a:pt x="756" y="339"/>
                    <a:pt x="812" y="339"/>
                  </a:cubicBezTo>
                  <a:cubicBezTo>
                    <a:pt x="869" y="339"/>
                    <a:pt x="926" y="348"/>
                    <a:pt x="982" y="367"/>
                  </a:cubicBezTo>
                  <a:cubicBezTo>
                    <a:pt x="1020" y="386"/>
                    <a:pt x="1077" y="386"/>
                    <a:pt x="1133" y="424"/>
                  </a:cubicBezTo>
                  <a:cubicBezTo>
                    <a:pt x="1171" y="443"/>
                    <a:pt x="1228" y="461"/>
                    <a:pt x="1265" y="499"/>
                  </a:cubicBezTo>
                  <a:cubicBezTo>
                    <a:pt x="1322" y="518"/>
                    <a:pt x="1360" y="556"/>
                    <a:pt x="1398" y="594"/>
                  </a:cubicBezTo>
                  <a:cubicBezTo>
                    <a:pt x="1435" y="612"/>
                    <a:pt x="1454" y="650"/>
                    <a:pt x="1492" y="688"/>
                  </a:cubicBezTo>
                  <a:cubicBezTo>
                    <a:pt x="1511" y="707"/>
                    <a:pt x="1530" y="745"/>
                    <a:pt x="1549" y="782"/>
                  </a:cubicBezTo>
                  <a:lnTo>
                    <a:pt x="1605" y="858"/>
                  </a:lnTo>
                  <a:lnTo>
                    <a:pt x="1605" y="763"/>
                  </a:lnTo>
                  <a:cubicBezTo>
                    <a:pt x="1605" y="707"/>
                    <a:pt x="1605" y="669"/>
                    <a:pt x="1605" y="631"/>
                  </a:cubicBezTo>
                  <a:cubicBezTo>
                    <a:pt x="1605" y="575"/>
                    <a:pt x="1586" y="518"/>
                    <a:pt x="1549" y="480"/>
                  </a:cubicBezTo>
                  <a:cubicBezTo>
                    <a:pt x="1530" y="405"/>
                    <a:pt x="1492" y="348"/>
                    <a:pt x="1454" y="310"/>
                  </a:cubicBezTo>
                  <a:cubicBezTo>
                    <a:pt x="1341" y="178"/>
                    <a:pt x="1209" y="84"/>
                    <a:pt x="1058" y="46"/>
                  </a:cubicBezTo>
                  <a:cubicBezTo>
                    <a:pt x="978" y="15"/>
                    <a:pt x="894" y="1"/>
                    <a:pt x="810" y="1"/>
                  </a:cubicBezTo>
                  <a:close/>
                </a:path>
              </a:pathLst>
            </a:custGeom>
            <a:solidFill>
              <a:srgbClr val="7A2A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43"/>
            <p:cNvSpPr/>
            <p:nvPr/>
          </p:nvSpPr>
          <p:spPr>
            <a:xfrm>
              <a:off x="5987700" y="2383441"/>
              <a:ext cx="528575" cy="387675"/>
            </a:xfrm>
            <a:custGeom>
              <a:avLst/>
              <a:gdLst/>
              <a:ahLst/>
              <a:cxnLst/>
              <a:rect l="l" t="t" r="r" b="b"/>
              <a:pathLst>
                <a:path w="21143" h="15507" extrusionOk="0">
                  <a:moveTo>
                    <a:pt x="13252" y="1"/>
                  </a:moveTo>
                  <a:cubicBezTo>
                    <a:pt x="13252" y="1"/>
                    <a:pt x="12555" y="874"/>
                    <a:pt x="11801" y="874"/>
                  </a:cubicBezTo>
                  <a:cubicBezTo>
                    <a:pt x="11480" y="874"/>
                    <a:pt x="11148" y="716"/>
                    <a:pt x="10855" y="265"/>
                  </a:cubicBezTo>
                  <a:cubicBezTo>
                    <a:pt x="10855" y="265"/>
                    <a:pt x="10190" y="1133"/>
                    <a:pt x="9386" y="1133"/>
                  </a:cubicBezTo>
                  <a:cubicBezTo>
                    <a:pt x="9123" y="1133"/>
                    <a:pt x="8845" y="1040"/>
                    <a:pt x="8571" y="794"/>
                  </a:cubicBezTo>
                  <a:cubicBezTo>
                    <a:pt x="8571" y="794"/>
                    <a:pt x="8108" y="2197"/>
                    <a:pt x="7049" y="2197"/>
                  </a:cubicBezTo>
                  <a:cubicBezTo>
                    <a:pt x="6880" y="2197"/>
                    <a:pt x="6695" y="2161"/>
                    <a:pt x="6494" y="2077"/>
                  </a:cubicBezTo>
                  <a:lnTo>
                    <a:pt x="6494" y="2077"/>
                  </a:lnTo>
                  <a:cubicBezTo>
                    <a:pt x="6494" y="2077"/>
                    <a:pt x="6601" y="3497"/>
                    <a:pt x="5454" y="3497"/>
                  </a:cubicBezTo>
                  <a:cubicBezTo>
                    <a:pt x="5418" y="3497"/>
                    <a:pt x="5381" y="3496"/>
                    <a:pt x="5343" y="3493"/>
                  </a:cubicBezTo>
                  <a:lnTo>
                    <a:pt x="5343" y="3493"/>
                  </a:lnTo>
                  <a:cubicBezTo>
                    <a:pt x="5343" y="3493"/>
                    <a:pt x="5569" y="5173"/>
                    <a:pt x="4135" y="5324"/>
                  </a:cubicBezTo>
                  <a:cubicBezTo>
                    <a:pt x="4135" y="5324"/>
                    <a:pt x="5040" y="6268"/>
                    <a:pt x="4079" y="6947"/>
                  </a:cubicBezTo>
                  <a:lnTo>
                    <a:pt x="4079" y="6947"/>
                  </a:lnTo>
                  <a:cubicBezTo>
                    <a:pt x="4079" y="6947"/>
                    <a:pt x="4078" y="6947"/>
                    <a:pt x="4078" y="6947"/>
                  </a:cubicBezTo>
                  <a:lnTo>
                    <a:pt x="4078" y="6947"/>
                  </a:lnTo>
                  <a:cubicBezTo>
                    <a:pt x="4078" y="6947"/>
                    <a:pt x="4078" y="6947"/>
                    <a:pt x="4078" y="6947"/>
                  </a:cubicBezTo>
                  <a:cubicBezTo>
                    <a:pt x="4078" y="6947"/>
                    <a:pt x="4079" y="6947"/>
                    <a:pt x="4079" y="6947"/>
                  </a:cubicBezTo>
                  <a:lnTo>
                    <a:pt x="4079" y="6947"/>
                  </a:lnTo>
                  <a:cubicBezTo>
                    <a:pt x="4106" y="6964"/>
                    <a:pt x="5115" y="8933"/>
                    <a:pt x="3644" y="9213"/>
                  </a:cubicBezTo>
                  <a:cubicBezTo>
                    <a:pt x="3224" y="8750"/>
                    <a:pt x="2637" y="8496"/>
                    <a:pt x="2038" y="8496"/>
                  </a:cubicBezTo>
                  <a:cubicBezTo>
                    <a:pt x="1830" y="8496"/>
                    <a:pt x="1621" y="8527"/>
                    <a:pt x="1417" y="8590"/>
                  </a:cubicBezTo>
                  <a:cubicBezTo>
                    <a:pt x="1" y="8986"/>
                    <a:pt x="171" y="10779"/>
                    <a:pt x="1152" y="11893"/>
                  </a:cubicBezTo>
                  <a:cubicBezTo>
                    <a:pt x="1565" y="12371"/>
                    <a:pt x="2152" y="12546"/>
                    <a:pt x="2702" y="12546"/>
                  </a:cubicBezTo>
                  <a:cubicBezTo>
                    <a:pt x="3435" y="12546"/>
                    <a:pt x="4102" y="12235"/>
                    <a:pt x="4210" y="11912"/>
                  </a:cubicBezTo>
                  <a:cubicBezTo>
                    <a:pt x="4210" y="11912"/>
                    <a:pt x="6131" y="15506"/>
                    <a:pt x="10855" y="15506"/>
                  </a:cubicBezTo>
                  <a:cubicBezTo>
                    <a:pt x="11808" y="15506"/>
                    <a:pt x="12875" y="15360"/>
                    <a:pt x="14064" y="15008"/>
                  </a:cubicBezTo>
                  <a:cubicBezTo>
                    <a:pt x="21143" y="12912"/>
                    <a:pt x="20557" y="8325"/>
                    <a:pt x="19897" y="6721"/>
                  </a:cubicBezTo>
                  <a:cubicBezTo>
                    <a:pt x="19255" y="5135"/>
                    <a:pt x="18103" y="4059"/>
                    <a:pt x="17783" y="2455"/>
                  </a:cubicBezTo>
                  <a:cubicBezTo>
                    <a:pt x="17783" y="2455"/>
                    <a:pt x="17628" y="2504"/>
                    <a:pt x="17429" y="2504"/>
                  </a:cubicBezTo>
                  <a:cubicBezTo>
                    <a:pt x="17075" y="2504"/>
                    <a:pt x="16580" y="2349"/>
                    <a:pt x="16556" y="1492"/>
                  </a:cubicBezTo>
                  <a:cubicBezTo>
                    <a:pt x="16556" y="1492"/>
                    <a:pt x="16381" y="1550"/>
                    <a:pt x="16156" y="1550"/>
                  </a:cubicBezTo>
                  <a:cubicBezTo>
                    <a:pt x="15807" y="1550"/>
                    <a:pt x="15334" y="1411"/>
                    <a:pt x="15196" y="699"/>
                  </a:cubicBezTo>
                  <a:cubicBezTo>
                    <a:pt x="15196" y="699"/>
                    <a:pt x="14795" y="939"/>
                    <a:pt x="14342" y="939"/>
                  </a:cubicBezTo>
                  <a:cubicBezTo>
                    <a:pt x="13934" y="939"/>
                    <a:pt x="13485" y="744"/>
                    <a:pt x="13252" y="1"/>
                  </a:cubicBezTo>
                  <a:close/>
                </a:path>
              </a:pathLst>
            </a:custGeom>
            <a:solidFill>
              <a:srgbClr val="B74B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43"/>
            <p:cNvSpPr/>
            <p:nvPr/>
          </p:nvSpPr>
          <p:spPr>
            <a:xfrm>
              <a:off x="6138250" y="2485391"/>
              <a:ext cx="145850" cy="147725"/>
            </a:xfrm>
            <a:custGeom>
              <a:avLst/>
              <a:gdLst/>
              <a:ahLst/>
              <a:cxnLst/>
              <a:rect l="l" t="t" r="r" b="b"/>
              <a:pathLst>
                <a:path w="5834" h="5909" fill="none" extrusionOk="0">
                  <a:moveTo>
                    <a:pt x="3153" y="132"/>
                  </a:moveTo>
                  <a:cubicBezTo>
                    <a:pt x="4682" y="264"/>
                    <a:pt x="5833" y="1624"/>
                    <a:pt x="5701" y="3171"/>
                  </a:cubicBezTo>
                  <a:cubicBezTo>
                    <a:pt x="5569" y="4738"/>
                    <a:pt x="4210" y="5909"/>
                    <a:pt x="2681" y="5776"/>
                  </a:cubicBezTo>
                  <a:cubicBezTo>
                    <a:pt x="1152" y="5644"/>
                    <a:pt x="0" y="4285"/>
                    <a:pt x="133" y="2718"/>
                  </a:cubicBezTo>
                  <a:cubicBezTo>
                    <a:pt x="265" y="1171"/>
                    <a:pt x="1605" y="0"/>
                    <a:pt x="3153" y="132"/>
                  </a:cubicBezTo>
                  <a:close/>
                </a:path>
              </a:pathLst>
            </a:custGeom>
            <a:solidFill>
              <a:schemeClr val="lt1"/>
            </a:solidFill>
            <a:ln w="11800" cap="flat" cmpd="sng">
              <a:solidFill>
                <a:schemeClr val="lt1"/>
              </a:solidFill>
              <a:prstDash val="solid"/>
              <a:miter lim="1887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43"/>
            <p:cNvSpPr/>
            <p:nvPr/>
          </p:nvSpPr>
          <p:spPr>
            <a:xfrm>
              <a:off x="6315225" y="2443866"/>
              <a:ext cx="140650" cy="154325"/>
            </a:xfrm>
            <a:custGeom>
              <a:avLst/>
              <a:gdLst/>
              <a:ahLst/>
              <a:cxnLst/>
              <a:rect l="l" t="t" r="r" b="b"/>
              <a:pathLst>
                <a:path w="5626" h="6173" fill="none" extrusionOk="0">
                  <a:moveTo>
                    <a:pt x="5248" y="2454"/>
                  </a:moveTo>
                  <a:cubicBezTo>
                    <a:pt x="5625" y="3964"/>
                    <a:pt x="4870" y="5474"/>
                    <a:pt x="3530" y="5833"/>
                  </a:cubicBezTo>
                  <a:cubicBezTo>
                    <a:pt x="2190" y="6173"/>
                    <a:pt x="793" y="5229"/>
                    <a:pt x="397" y="3719"/>
                  </a:cubicBezTo>
                  <a:cubicBezTo>
                    <a:pt x="0" y="2209"/>
                    <a:pt x="774" y="698"/>
                    <a:pt x="2095" y="340"/>
                  </a:cubicBezTo>
                  <a:cubicBezTo>
                    <a:pt x="3436" y="0"/>
                    <a:pt x="4851" y="944"/>
                    <a:pt x="5248" y="2454"/>
                  </a:cubicBezTo>
                  <a:close/>
                </a:path>
              </a:pathLst>
            </a:custGeom>
            <a:solidFill>
              <a:schemeClr val="lt1"/>
            </a:solidFill>
            <a:ln w="11800" cap="flat" cmpd="sng">
              <a:solidFill>
                <a:schemeClr val="lt1"/>
              </a:solidFill>
              <a:prstDash val="solid"/>
              <a:miter lim="1887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43"/>
            <p:cNvSpPr/>
            <p:nvPr/>
          </p:nvSpPr>
          <p:spPr>
            <a:xfrm>
              <a:off x="6276050" y="2518766"/>
              <a:ext cx="48150" cy="26100"/>
            </a:xfrm>
            <a:custGeom>
              <a:avLst/>
              <a:gdLst/>
              <a:ahLst/>
              <a:cxnLst/>
              <a:rect l="l" t="t" r="r" b="b"/>
              <a:pathLst>
                <a:path w="1926" h="1044" extrusionOk="0">
                  <a:moveTo>
                    <a:pt x="1305" y="1"/>
                  </a:moveTo>
                  <a:cubicBezTo>
                    <a:pt x="257" y="1"/>
                    <a:pt x="0" y="572"/>
                    <a:pt x="0" y="572"/>
                  </a:cubicBezTo>
                  <a:lnTo>
                    <a:pt x="151" y="1044"/>
                  </a:lnTo>
                  <a:cubicBezTo>
                    <a:pt x="759" y="600"/>
                    <a:pt x="1209" y="491"/>
                    <a:pt x="1504" y="491"/>
                  </a:cubicBezTo>
                  <a:cubicBezTo>
                    <a:pt x="1786" y="491"/>
                    <a:pt x="1926" y="591"/>
                    <a:pt x="1926" y="591"/>
                  </a:cubicBezTo>
                  <a:lnTo>
                    <a:pt x="1831" y="43"/>
                  </a:lnTo>
                  <a:cubicBezTo>
                    <a:pt x="1637" y="14"/>
                    <a:pt x="1462" y="1"/>
                    <a:pt x="13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43"/>
            <p:cNvSpPr/>
            <p:nvPr/>
          </p:nvSpPr>
          <p:spPr>
            <a:xfrm>
              <a:off x="6042925" y="2565141"/>
              <a:ext cx="99600" cy="36825"/>
            </a:xfrm>
            <a:custGeom>
              <a:avLst/>
              <a:gdLst/>
              <a:ahLst/>
              <a:cxnLst/>
              <a:rect l="l" t="t" r="r" b="b"/>
              <a:pathLst>
                <a:path w="3984" h="1473" extrusionOk="0">
                  <a:moveTo>
                    <a:pt x="3908" y="0"/>
                  </a:moveTo>
                  <a:cubicBezTo>
                    <a:pt x="3908" y="0"/>
                    <a:pt x="718" y="661"/>
                    <a:pt x="0" y="1246"/>
                  </a:cubicBezTo>
                  <a:cubicBezTo>
                    <a:pt x="283" y="1284"/>
                    <a:pt x="567" y="1359"/>
                    <a:pt x="850" y="1473"/>
                  </a:cubicBezTo>
                  <a:lnTo>
                    <a:pt x="3983" y="737"/>
                  </a:lnTo>
                  <a:lnTo>
                    <a:pt x="390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43"/>
            <p:cNvSpPr/>
            <p:nvPr/>
          </p:nvSpPr>
          <p:spPr>
            <a:xfrm>
              <a:off x="6439800" y="2479591"/>
              <a:ext cx="30700" cy="28000"/>
            </a:xfrm>
            <a:custGeom>
              <a:avLst/>
              <a:gdLst/>
              <a:ahLst/>
              <a:cxnLst/>
              <a:rect l="l" t="t" r="r" b="b"/>
              <a:pathLst>
                <a:path w="1228" h="1120" extrusionOk="0">
                  <a:moveTo>
                    <a:pt x="1060" y="0"/>
                  </a:moveTo>
                  <a:cubicBezTo>
                    <a:pt x="844" y="0"/>
                    <a:pt x="1" y="364"/>
                    <a:pt x="1" y="364"/>
                  </a:cubicBezTo>
                  <a:cubicBezTo>
                    <a:pt x="114" y="591"/>
                    <a:pt x="208" y="855"/>
                    <a:pt x="265" y="1119"/>
                  </a:cubicBezTo>
                  <a:cubicBezTo>
                    <a:pt x="1228" y="515"/>
                    <a:pt x="1095" y="6"/>
                    <a:pt x="1095" y="6"/>
                  </a:cubicBezTo>
                  <a:cubicBezTo>
                    <a:pt x="1087" y="2"/>
                    <a:pt x="1075" y="0"/>
                    <a:pt x="10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43"/>
            <p:cNvSpPr/>
            <p:nvPr/>
          </p:nvSpPr>
          <p:spPr>
            <a:xfrm>
              <a:off x="6190150" y="2552991"/>
              <a:ext cx="31175" cy="35025"/>
            </a:xfrm>
            <a:custGeom>
              <a:avLst/>
              <a:gdLst/>
              <a:ahLst/>
              <a:cxnLst/>
              <a:rect l="l" t="t" r="r" b="b"/>
              <a:pathLst>
                <a:path w="1247" h="1401" extrusionOk="0">
                  <a:moveTo>
                    <a:pt x="564" y="1"/>
                  </a:moveTo>
                  <a:cubicBezTo>
                    <a:pt x="528" y="1"/>
                    <a:pt x="491" y="5"/>
                    <a:pt x="454" y="14"/>
                  </a:cubicBezTo>
                  <a:cubicBezTo>
                    <a:pt x="171" y="90"/>
                    <a:pt x="1" y="449"/>
                    <a:pt x="95" y="826"/>
                  </a:cubicBezTo>
                  <a:cubicBezTo>
                    <a:pt x="181" y="1167"/>
                    <a:pt x="451" y="1401"/>
                    <a:pt x="711" y="1401"/>
                  </a:cubicBezTo>
                  <a:cubicBezTo>
                    <a:pt x="739" y="1401"/>
                    <a:pt x="766" y="1398"/>
                    <a:pt x="794" y="1392"/>
                  </a:cubicBezTo>
                  <a:cubicBezTo>
                    <a:pt x="1096" y="1317"/>
                    <a:pt x="1247" y="939"/>
                    <a:pt x="1152" y="562"/>
                  </a:cubicBezTo>
                  <a:cubicBezTo>
                    <a:pt x="1069" y="230"/>
                    <a:pt x="827" y="1"/>
                    <a:pt x="56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43"/>
            <p:cNvSpPr/>
            <p:nvPr/>
          </p:nvSpPr>
          <p:spPr>
            <a:xfrm>
              <a:off x="6349675" y="2516791"/>
              <a:ext cx="31150" cy="35025"/>
            </a:xfrm>
            <a:custGeom>
              <a:avLst/>
              <a:gdLst/>
              <a:ahLst/>
              <a:cxnLst/>
              <a:rect l="l" t="t" r="r" b="b"/>
              <a:pathLst>
                <a:path w="1246" h="1401" extrusionOk="0">
                  <a:moveTo>
                    <a:pt x="540" y="1"/>
                  </a:moveTo>
                  <a:cubicBezTo>
                    <a:pt x="511" y="1"/>
                    <a:pt x="482" y="3"/>
                    <a:pt x="453" y="9"/>
                  </a:cubicBezTo>
                  <a:cubicBezTo>
                    <a:pt x="170" y="84"/>
                    <a:pt x="0" y="462"/>
                    <a:pt x="95" y="840"/>
                  </a:cubicBezTo>
                  <a:cubicBezTo>
                    <a:pt x="177" y="1171"/>
                    <a:pt x="420" y="1401"/>
                    <a:pt x="683" y="1401"/>
                  </a:cubicBezTo>
                  <a:cubicBezTo>
                    <a:pt x="719" y="1401"/>
                    <a:pt x="756" y="1396"/>
                    <a:pt x="793" y="1387"/>
                  </a:cubicBezTo>
                  <a:cubicBezTo>
                    <a:pt x="1095" y="1330"/>
                    <a:pt x="1246" y="953"/>
                    <a:pt x="1152" y="575"/>
                  </a:cubicBezTo>
                  <a:cubicBezTo>
                    <a:pt x="1066" y="234"/>
                    <a:pt x="811" y="1"/>
                    <a:pt x="54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43"/>
            <p:cNvSpPr/>
            <p:nvPr/>
          </p:nvSpPr>
          <p:spPr>
            <a:xfrm>
              <a:off x="6328425" y="2575691"/>
              <a:ext cx="43925" cy="41675"/>
            </a:xfrm>
            <a:custGeom>
              <a:avLst/>
              <a:gdLst/>
              <a:ahLst/>
              <a:cxnLst/>
              <a:rect l="l" t="t" r="r" b="b"/>
              <a:pathLst>
                <a:path w="1757" h="1667" extrusionOk="0">
                  <a:moveTo>
                    <a:pt x="742" y="0"/>
                  </a:moveTo>
                  <a:cubicBezTo>
                    <a:pt x="482" y="0"/>
                    <a:pt x="218" y="83"/>
                    <a:pt x="1" y="201"/>
                  </a:cubicBezTo>
                  <a:lnTo>
                    <a:pt x="926" y="1655"/>
                  </a:lnTo>
                  <a:cubicBezTo>
                    <a:pt x="968" y="1663"/>
                    <a:pt x="1010" y="1667"/>
                    <a:pt x="1051" y="1667"/>
                  </a:cubicBezTo>
                  <a:cubicBezTo>
                    <a:pt x="1303" y="1667"/>
                    <a:pt x="1524" y="1521"/>
                    <a:pt x="1605" y="1277"/>
                  </a:cubicBezTo>
                  <a:cubicBezTo>
                    <a:pt x="1756" y="919"/>
                    <a:pt x="1681" y="503"/>
                    <a:pt x="1398" y="239"/>
                  </a:cubicBezTo>
                  <a:cubicBezTo>
                    <a:pt x="1209" y="68"/>
                    <a:pt x="977" y="0"/>
                    <a:pt x="742" y="0"/>
                  </a:cubicBezTo>
                  <a:close/>
                </a:path>
              </a:pathLst>
            </a:custGeom>
            <a:solidFill>
              <a:srgbClr val="B74B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43"/>
            <p:cNvSpPr/>
            <p:nvPr/>
          </p:nvSpPr>
          <p:spPr>
            <a:xfrm>
              <a:off x="6328425" y="2572691"/>
              <a:ext cx="46275" cy="45925"/>
            </a:xfrm>
            <a:custGeom>
              <a:avLst/>
              <a:gdLst/>
              <a:ahLst/>
              <a:cxnLst/>
              <a:rect l="l" t="t" r="r" b="b"/>
              <a:pathLst>
                <a:path w="1851" h="1837" extrusionOk="0">
                  <a:moveTo>
                    <a:pt x="775" y="0"/>
                  </a:moveTo>
                  <a:cubicBezTo>
                    <a:pt x="661" y="0"/>
                    <a:pt x="567" y="19"/>
                    <a:pt x="491" y="57"/>
                  </a:cubicBezTo>
                  <a:cubicBezTo>
                    <a:pt x="359" y="95"/>
                    <a:pt x="227" y="151"/>
                    <a:pt x="114" y="246"/>
                  </a:cubicBezTo>
                  <a:cubicBezTo>
                    <a:pt x="38" y="302"/>
                    <a:pt x="1" y="321"/>
                    <a:pt x="1" y="321"/>
                  </a:cubicBezTo>
                  <a:lnTo>
                    <a:pt x="152" y="321"/>
                  </a:lnTo>
                  <a:cubicBezTo>
                    <a:pt x="284" y="302"/>
                    <a:pt x="397" y="284"/>
                    <a:pt x="529" y="265"/>
                  </a:cubicBezTo>
                  <a:lnTo>
                    <a:pt x="775" y="265"/>
                  </a:lnTo>
                  <a:cubicBezTo>
                    <a:pt x="812" y="265"/>
                    <a:pt x="850" y="284"/>
                    <a:pt x="888" y="284"/>
                  </a:cubicBezTo>
                  <a:lnTo>
                    <a:pt x="1020" y="321"/>
                  </a:lnTo>
                  <a:cubicBezTo>
                    <a:pt x="1096" y="359"/>
                    <a:pt x="1171" y="397"/>
                    <a:pt x="1228" y="453"/>
                  </a:cubicBezTo>
                  <a:cubicBezTo>
                    <a:pt x="1265" y="472"/>
                    <a:pt x="1303" y="510"/>
                    <a:pt x="1322" y="548"/>
                  </a:cubicBezTo>
                  <a:cubicBezTo>
                    <a:pt x="1360" y="567"/>
                    <a:pt x="1379" y="604"/>
                    <a:pt x="1398" y="642"/>
                  </a:cubicBezTo>
                  <a:cubicBezTo>
                    <a:pt x="1454" y="718"/>
                    <a:pt x="1473" y="793"/>
                    <a:pt x="1511" y="888"/>
                  </a:cubicBezTo>
                  <a:cubicBezTo>
                    <a:pt x="1530" y="963"/>
                    <a:pt x="1530" y="1057"/>
                    <a:pt x="1530" y="1133"/>
                  </a:cubicBezTo>
                  <a:cubicBezTo>
                    <a:pt x="1530" y="1227"/>
                    <a:pt x="1511" y="1303"/>
                    <a:pt x="1473" y="1378"/>
                  </a:cubicBezTo>
                  <a:cubicBezTo>
                    <a:pt x="1454" y="1454"/>
                    <a:pt x="1416" y="1511"/>
                    <a:pt x="1360" y="1567"/>
                  </a:cubicBezTo>
                  <a:cubicBezTo>
                    <a:pt x="1303" y="1662"/>
                    <a:pt x="1190" y="1718"/>
                    <a:pt x="1077" y="1756"/>
                  </a:cubicBezTo>
                  <a:cubicBezTo>
                    <a:pt x="1039" y="1775"/>
                    <a:pt x="982" y="1775"/>
                    <a:pt x="945" y="1775"/>
                  </a:cubicBezTo>
                  <a:cubicBezTo>
                    <a:pt x="982" y="1794"/>
                    <a:pt x="1039" y="1813"/>
                    <a:pt x="1077" y="1831"/>
                  </a:cubicBezTo>
                  <a:cubicBezTo>
                    <a:pt x="1102" y="1835"/>
                    <a:pt x="1127" y="1836"/>
                    <a:pt x="1152" y="1836"/>
                  </a:cubicBezTo>
                  <a:cubicBezTo>
                    <a:pt x="1278" y="1836"/>
                    <a:pt x="1401" y="1797"/>
                    <a:pt x="1511" y="1718"/>
                  </a:cubicBezTo>
                  <a:cubicBezTo>
                    <a:pt x="1586" y="1662"/>
                    <a:pt x="1662" y="1586"/>
                    <a:pt x="1718" y="1492"/>
                  </a:cubicBezTo>
                  <a:cubicBezTo>
                    <a:pt x="1775" y="1397"/>
                    <a:pt x="1813" y="1284"/>
                    <a:pt x="1832" y="1171"/>
                  </a:cubicBezTo>
                  <a:cubicBezTo>
                    <a:pt x="1851" y="1057"/>
                    <a:pt x="1851" y="925"/>
                    <a:pt x="1832" y="812"/>
                  </a:cubicBezTo>
                  <a:cubicBezTo>
                    <a:pt x="1794" y="680"/>
                    <a:pt x="1756" y="567"/>
                    <a:pt x="1700" y="453"/>
                  </a:cubicBezTo>
                  <a:cubicBezTo>
                    <a:pt x="1662" y="397"/>
                    <a:pt x="1624" y="359"/>
                    <a:pt x="1567" y="302"/>
                  </a:cubicBezTo>
                  <a:cubicBezTo>
                    <a:pt x="1530" y="265"/>
                    <a:pt x="1492" y="208"/>
                    <a:pt x="1435" y="170"/>
                  </a:cubicBezTo>
                  <a:cubicBezTo>
                    <a:pt x="1322" y="114"/>
                    <a:pt x="1209" y="57"/>
                    <a:pt x="1096" y="19"/>
                  </a:cubicBezTo>
                  <a:lnTo>
                    <a:pt x="926" y="0"/>
                  </a:lnTo>
                  <a:close/>
                </a:path>
              </a:pathLst>
            </a:custGeom>
            <a:solidFill>
              <a:srgbClr val="7A2A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43"/>
            <p:cNvSpPr/>
            <p:nvPr/>
          </p:nvSpPr>
          <p:spPr>
            <a:xfrm>
              <a:off x="6238775" y="2621291"/>
              <a:ext cx="176975" cy="103450"/>
            </a:xfrm>
            <a:custGeom>
              <a:avLst/>
              <a:gdLst/>
              <a:ahLst/>
              <a:cxnLst/>
              <a:rect l="l" t="t" r="r" b="b"/>
              <a:pathLst>
                <a:path w="7079" h="4138" extrusionOk="0">
                  <a:moveTo>
                    <a:pt x="7079" y="1"/>
                  </a:moveTo>
                  <a:cubicBezTo>
                    <a:pt x="6267" y="246"/>
                    <a:pt x="0" y="1567"/>
                    <a:pt x="0" y="1567"/>
                  </a:cubicBezTo>
                  <a:cubicBezTo>
                    <a:pt x="473" y="2480"/>
                    <a:pt x="2168" y="4137"/>
                    <a:pt x="3995" y="4137"/>
                  </a:cubicBezTo>
                  <a:cubicBezTo>
                    <a:pt x="4285" y="4137"/>
                    <a:pt x="4578" y="4096"/>
                    <a:pt x="4870" y="4003"/>
                  </a:cubicBezTo>
                  <a:cubicBezTo>
                    <a:pt x="7022" y="3342"/>
                    <a:pt x="7079" y="1"/>
                    <a:pt x="707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43"/>
            <p:cNvSpPr/>
            <p:nvPr/>
          </p:nvSpPr>
          <p:spPr>
            <a:xfrm>
              <a:off x="6266600" y="2687916"/>
              <a:ext cx="98675" cy="37200"/>
            </a:xfrm>
            <a:custGeom>
              <a:avLst/>
              <a:gdLst/>
              <a:ahLst/>
              <a:cxnLst/>
              <a:rect l="l" t="t" r="r" b="b"/>
              <a:pathLst>
                <a:path w="3947" h="1488" extrusionOk="0">
                  <a:moveTo>
                    <a:pt x="1525" y="0"/>
                  </a:moveTo>
                  <a:cubicBezTo>
                    <a:pt x="985" y="0"/>
                    <a:pt x="453" y="108"/>
                    <a:pt x="1" y="243"/>
                  </a:cubicBezTo>
                  <a:cubicBezTo>
                    <a:pt x="778" y="900"/>
                    <a:pt x="1816" y="1487"/>
                    <a:pt x="2908" y="1487"/>
                  </a:cubicBezTo>
                  <a:cubicBezTo>
                    <a:pt x="3195" y="1487"/>
                    <a:pt x="3486" y="1447"/>
                    <a:pt x="3776" y="1356"/>
                  </a:cubicBezTo>
                  <a:cubicBezTo>
                    <a:pt x="3833" y="1338"/>
                    <a:pt x="3889" y="1319"/>
                    <a:pt x="3946" y="1281"/>
                  </a:cubicBezTo>
                  <a:cubicBezTo>
                    <a:pt x="3344" y="301"/>
                    <a:pt x="2424" y="0"/>
                    <a:pt x="152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43"/>
            <p:cNvSpPr/>
            <p:nvPr/>
          </p:nvSpPr>
          <p:spPr>
            <a:xfrm>
              <a:off x="6128800" y="2640591"/>
              <a:ext cx="73150" cy="51500"/>
            </a:xfrm>
            <a:custGeom>
              <a:avLst/>
              <a:gdLst/>
              <a:ahLst/>
              <a:cxnLst/>
              <a:rect l="l" t="t" r="r" b="b"/>
              <a:pathLst>
                <a:path w="2926" h="2060" extrusionOk="0">
                  <a:moveTo>
                    <a:pt x="1855" y="0"/>
                  </a:moveTo>
                  <a:cubicBezTo>
                    <a:pt x="1034" y="0"/>
                    <a:pt x="0" y="673"/>
                    <a:pt x="133" y="1362"/>
                  </a:cubicBezTo>
                  <a:cubicBezTo>
                    <a:pt x="221" y="1826"/>
                    <a:pt x="753" y="2059"/>
                    <a:pt x="1320" y="2059"/>
                  </a:cubicBezTo>
                  <a:cubicBezTo>
                    <a:pt x="2091" y="2059"/>
                    <a:pt x="2925" y="1628"/>
                    <a:pt x="2795" y="758"/>
                  </a:cubicBezTo>
                  <a:cubicBezTo>
                    <a:pt x="2713" y="214"/>
                    <a:pt x="2318" y="0"/>
                    <a:pt x="1855" y="0"/>
                  </a:cubicBezTo>
                  <a:close/>
                </a:path>
              </a:pathLst>
            </a:custGeom>
            <a:solidFill>
              <a:srgbClr val="D65F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43"/>
            <p:cNvSpPr/>
            <p:nvPr/>
          </p:nvSpPr>
          <p:spPr>
            <a:xfrm>
              <a:off x="6436100" y="2574316"/>
              <a:ext cx="53200" cy="35100"/>
            </a:xfrm>
            <a:custGeom>
              <a:avLst/>
              <a:gdLst/>
              <a:ahLst/>
              <a:cxnLst/>
              <a:rect l="l" t="t" r="r" b="b"/>
              <a:pathLst>
                <a:path w="2128" h="1404" extrusionOk="0">
                  <a:moveTo>
                    <a:pt x="1261" y="1"/>
                  </a:moveTo>
                  <a:cubicBezTo>
                    <a:pt x="674" y="1"/>
                    <a:pt x="0" y="452"/>
                    <a:pt x="262" y="1106"/>
                  </a:cubicBezTo>
                  <a:cubicBezTo>
                    <a:pt x="341" y="1300"/>
                    <a:pt x="641" y="1403"/>
                    <a:pt x="972" y="1403"/>
                  </a:cubicBezTo>
                  <a:cubicBezTo>
                    <a:pt x="1510" y="1403"/>
                    <a:pt x="2127" y="1129"/>
                    <a:pt x="1998" y="521"/>
                  </a:cubicBezTo>
                  <a:cubicBezTo>
                    <a:pt x="1922" y="157"/>
                    <a:pt x="1606" y="1"/>
                    <a:pt x="1261" y="1"/>
                  </a:cubicBezTo>
                  <a:close/>
                </a:path>
              </a:pathLst>
            </a:custGeom>
            <a:solidFill>
              <a:srgbClr val="D65F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43"/>
            <p:cNvSpPr/>
            <p:nvPr/>
          </p:nvSpPr>
          <p:spPr>
            <a:xfrm>
              <a:off x="6138725" y="2448841"/>
              <a:ext cx="56175" cy="37500"/>
            </a:xfrm>
            <a:custGeom>
              <a:avLst/>
              <a:gdLst/>
              <a:ahLst/>
              <a:cxnLst/>
              <a:rect l="l" t="t" r="r" b="b"/>
              <a:pathLst>
                <a:path w="2247" h="1500" extrusionOk="0">
                  <a:moveTo>
                    <a:pt x="1862" y="1"/>
                  </a:moveTo>
                  <a:cubicBezTo>
                    <a:pt x="1832" y="1"/>
                    <a:pt x="1802" y="3"/>
                    <a:pt x="1775" y="9"/>
                  </a:cubicBezTo>
                  <a:cubicBezTo>
                    <a:pt x="1699" y="9"/>
                    <a:pt x="1624" y="28"/>
                    <a:pt x="1548" y="28"/>
                  </a:cubicBezTo>
                  <a:cubicBezTo>
                    <a:pt x="1454" y="28"/>
                    <a:pt x="1378" y="46"/>
                    <a:pt x="1303" y="84"/>
                  </a:cubicBezTo>
                  <a:cubicBezTo>
                    <a:pt x="1227" y="103"/>
                    <a:pt x="1133" y="141"/>
                    <a:pt x="1057" y="179"/>
                  </a:cubicBezTo>
                  <a:lnTo>
                    <a:pt x="812" y="311"/>
                  </a:lnTo>
                  <a:lnTo>
                    <a:pt x="604" y="481"/>
                  </a:lnTo>
                  <a:cubicBezTo>
                    <a:pt x="529" y="537"/>
                    <a:pt x="453" y="594"/>
                    <a:pt x="397" y="669"/>
                  </a:cubicBezTo>
                  <a:cubicBezTo>
                    <a:pt x="340" y="726"/>
                    <a:pt x="283" y="783"/>
                    <a:pt x="246" y="858"/>
                  </a:cubicBezTo>
                  <a:cubicBezTo>
                    <a:pt x="208" y="934"/>
                    <a:pt x="170" y="1009"/>
                    <a:pt x="132" y="1066"/>
                  </a:cubicBezTo>
                  <a:cubicBezTo>
                    <a:pt x="95" y="1160"/>
                    <a:pt x="57" y="1273"/>
                    <a:pt x="38" y="1387"/>
                  </a:cubicBezTo>
                  <a:lnTo>
                    <a:pt x="0" y="1500"/>
                  </a:lnTo>
                  <a:lnTo>
                    <a:pt x="0" y="1500"/>
                  </a:lnTo>
                  <a:lnTo>
                    <a:pt x="95" y="1406"/>
                  </a:lnTo>
                  <a:cubicBezTo>
                    <a:pt x="151" y="1349"/>
                    <a:pt x="208" y="1255"/>
                    <a:pt x="302" y="1179"/>
                  </a:cubicBezTo>
                  <a:cubicBezTo>
                    <a:pt x="359" y="1122"/>
                    <a:pt x="397" y="1085"/>
                    <a:pt x="453" y="1028"/>
                  </a:cubicBezTo>
                  <a:cubicBezTo>
                    <a:pt x="491" y="971"/>
                    <a:pt x="567" y="934"/>
                    <a:pt x="623" y="877"/>
                  </a:cubicBezTo>
                  <a:cubicBezTo>
                    <a:pt x="680" y="820"/>
                    <a:pt x="736" y="783"/>
                    <a:pt x="812" y="726"/>
                  </a:cubicBezTo>
                  <a:lnTo>
                    <a:pt x="1001" y="594"/>
                  </a:lnTo>
                  <a:lnTo>
                    <a:pt x="1208" y="462"/>
                  </a:lnTo>
                  <a:cubicBezTo>
                    <a:pt x="1284" y="424"/>
                    <a:pt x="1359" y="386"/>
                    <a:pt x="1435" y="348"/>
                  </a:cubicBezTo>
                  <a:cubicBezTo>
                    <a:pt x="1492" y="330"/>
                    <a:pt x="1567" y="292"/>
                    <a:pt x="1624" y="273"/>
                  </a:cubicBezTo>
                  <a:cubicBezTo>
                    <a:pt x="1699" y="235"/>
                    <a:pt x="1756" y="216"/>
                    <a:pt x="1812" y="197"/>
                  </a:cubicBezTo>
                  <a:cubicBezTo>
                    <a:pt x="1945" y="141"/>
                    <a:pt x="2039" y="122"/>
                    <a:pt x="2114" y="103"/>
                  </a:cubicBezTo>
                  <a:lnTo>
                    <a:pt x="2247" y="65"/>
                  </a:lnTo>
                  <a:lnTo>
                    <a:pt x="2096" y="28"/>
                  </a:lnTo>
                  <a:cubicBezTo>
                    <a:pt x="2016" y="14"/>
                    <a:pt x="1935" y="1"/>
                    <a:pt x="1862" y="1"/>
                  </a:cubicBezTo>
                  <a:close/>
                </a:path>
              </a:pathLst>
            </a:custGeom>
            <a:solidFill>
              <a:srgbClr val="4F1D12"/>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43"/>
            <p:cNvSpPr/>
            <p:nvPr/>
          </p:nvSpPr>
          <p:spPr>
            <a:xfrm>
              <a:off x="6315225" y="2414116"/>
              <a:ext cx="59950" cy="9475"/>
            </a:xfrm>
            <a:custGeom>
              <a:avLst/>
              <a:gdLst/>
              <a:ahLst/>
              <a:cxnLst/>
              <a:rect l="l" t="t" r="r" b="b"/>
              <a:pathLst>
                <a:path w="2398" h="379" extrusionOk="0">
                  <a:moveTo>
                    <a:pt x="1171" y="1"/>
                  </a:moveTo>
                  <a:lnTo>
                    <a:pt x="944" y="20"/>
                  </a:lnTo>
                  <a:lnTo>
                    <a:pt x="717" y="57"/>
                  </a:lnTo>
                  <a:cubicBezTo>
                    <a:pt x="642" y="76"/>
                    <a:pt x="585" y="95"/>
                    <a:pt x="510" y="114"/>
                  </a:cubicBezTo>
                  <a:cubicBezTo>
                    <a:pt x="453" y="152"/>
                    <a:pt x="397" y="171"/>
                    <a:pt x="340" y="190"/>
                  </a:cubicBezTo>
                  <a:cubicBezTo>
                    <a:pt x="208" y="246"/>
                    <a:pt x="95" y="303"/>
                    <a:pt x="0" y="378"/>
                  </a:cubicBezTo>
                  <a:cubicBezTo>
                    <a:pt x="132" y="378"/>
                    <a:pt x="264" y="378"/>
                    <a:pt x="397" y="359"/>
                  </a:cubicBezTo>
                  <a:cubicBezTo>
                    <a:pt x="453" y="341"/>
                    <a:pt x="510" y="341"/>
                    <a:pt x="566" y="341"/>
                  </a:cubicBezTo>
                  <a:lnTo>
                    <a:pt x="982" y="341"/>
                  </a:lnTo>
                  <a:lnTo>
                    <a:pt x="1189" y="322"/>
                  </a:lnTo>
                  <a:lnTo>
                    <a:pt x="2284" y="322"/>
                  </a:lnTo>
                  <a:lnTo>
                    <a:pt x="2397" y="303"/>
                  </a:lnTo>
                  <a:lnTo>
                    <a:pt x="2303" y="246"/>
                  </a:lnTo>
                  <a:cubicBezTo>
                    <a:pt x="2209" y="208"/>
                    <a:pt x="2133" y="171"/>
                    <a:pt x="2039" y="133"/>
                  </a:cubicBezTo>
                  <a:cubicBezTo>
                    <a:pt x="1982" y="114"/>
                    <a:pt x="1926" y="95"/>
                    <a:pt x="1850" y="57"/>
                  </a:cubicBezTo>
                  <a:cubicBezTo>
                    <a:pt x="1793" y="39"/>
                    <a:pt x="1718" y="39"/>
                    <a:pt x="1642" y="39"/>
                  </a:cubicBezTo>
                  <a:cubicBezTo>
                    <a:pt x="1567" y="20"/>
                    <a:pt x="1491" y="1"/>
                    <a:pt x="1416" y="1"/>
                  </a:cubicBezTo>
                  <a:close/>
                </a:path>
              </a:pathLst>
            </a:custGeom>
            <a:solidFill>
              <a:srgbClr val="4F1D12"/>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43"/>
            <p:cNvSpPr/>
            <p:nvPr/>
          </p:nvSpPr>
          <p:spPr>
            <a:xfrm>
              <a:off x="6362875" y="2509916"/>
              <a:ext cx="8525" cy="12300"/>
            </a:xfrm>
            <a:custGeom>
              <a:avLst/>
              <a:gdLst/>
              <a:ahLst/>
              <a:cxnLst/>
              <a:rect l="l" t="t" r="r" b="b"/>
              <a:pathLst>
                <a:path w="341" h="492" extrusionOk="0">
                  <a:moveTo>
                    <a:pt x="227" y="1"/>
                  </a:moveTo>
                  <a:lnTo>
                    <a:pt x="189" y="20"/>
                  </a:lnTo>
                  <a:cubicBezTo>
                    <a:pt x="171" y="39"/>
                    <a:pt x="133" y="57"/>
                    <a:pt x="114" y="76"/>
                  </a:cubicBezTo>
                  <a:cubicBezTo>
                    <a:pt x="114" y="76"/>
                    <a:pt x="95" y="95"/>
                    <a:pt x="95" y="95"/>
                  </a:cubicBezTo>
                  <a:cubicBezTo>
                    <a:pt x="76" y="114"/>
                    <a:pt x="57" y="114"/>
                    <a:pt x="57" y="133"/>
                  </a:cubicBezTo>
                  <a:cubicBezTo>
                    <a:pt x="38" y="133"/>
                    <a:pt x="38" y="152"/>
                    <a:pt x="38" y="171"/>
                  </a:cubicBezTo>
                  <a:lnTo>
                    <a:pt x="20" y="190"/>
                  </a:lnTo>
                  <a:lnTo>
                    <a:pt x="1" y="227"/>
                  </a:lnTo>
                  <a:lnTo>
                    <a:pt x="1" y="265"/>
                  </a:lnTo>
                  <a:lnTo>
                    <a:pt x="1" y="322"/>
                  </a:lnTo>
                  <a:cubicBezTo>
                    <a:pt x="1" y="322"/>
                    <a:pt x="1" y="341"/>
                    <a:pt x="1" y="359"/>
                  </a:cubicBezTo>
                  <a:cubicBezTo>
                    <a:pt x="1" y="397"/>
                    <a:pt x="1" y="435"/>
                    <a:pt x="20" y="492"/>
                  </a:cubicBezTo>
                  <a:lnTo>
                    <a:pt x="133" y="492"/>
                  </a:lnTo>
                  <a:cubicBezTo>
                    <a:pt x="152" y="473"/>
                    <a:pt x="171" y="473"/>
                    <a:pt x="189" y="473"/>
                  </a:cubicBezTo>
                  <a:cubicBezTo>
                    <a:pt x="208" y="454"/>
                    <a:pt x="227" y="454"/>
                    <a:pt x="246" y="435"/>
                  </a:cubicBezTo>
                  <a:lnTo>
                    <a:pt x="284" y="397"/>
                  </a:lnTo>
                  <a:lnTo>
                    <a:pt x="322" y="341"/>
                  </a:lnTo>
                  <a:lnTo>
                    <a:pt x="340" y="284"/>
                  </a:lnTo>
                  <a:cubicBezTo>
                    <a:pt x="340" y="265"/>
                    <a:pt x="340" y="227"/>
                    <a:pt x="340" y="208"/>
                  </a:cubicBezTo>
                  <a:cubicBezTo>
                    <a:pt x="340" y="190"/>
                    <a:pt x="340" y="171"/>
                    <a:pt x="340" y="152"/>
                  </a:cubicBezTo>
                  <a:cubicBezTo>
                    <a:pt x="340" y="133"/>
                    <a:pt x="322" y="114"/>
                    <a:pt x="322" y="95"/>
                  </a:cubicBezTo>
                  <a:cubicBezTo>
                    <a:pt x="303" y="76"/>
                    <a:pt x="284" y="39"/>
                    <a:pt x="265" y="20"/>
                  </a:cubicBezTo>
                  <a:lnTo>
                    <a:pt x="2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43"/>
            <p:cNvSpPr/>
            <p:nvPr/>
          </p:nvSpPr>
          <p:spPr>
            <a:xfrm>
              <a:off x="6372325" y="2519366"/>
              <a:ext cx="10400" cy="9450"/>
            </a:xfrm>
            <a:custGeom>
              <a:avLst/>
              <a:gdLst/>
              <a:ahLst/>
              <a:cxnLst/>
              <a:rect l="l" t="t" r="r" b="b"/>
              <a:pathLst>
                <a:path w="416" h="378" extrusionOk="0">
                  <a:moveTo>
                    <a:pt x="246" y="0"/>
                  </a:moveTo>
                  <a:lnTo>
                    <a:pt x="208" y="19"/>
                  </a:lnTo>
                  <a:cubicBezTo>
                    <a:pt x="189" y="19"/>
                    <a:pt x="170" y="19"/>
                    <a:pt x="151" y="38"/>
                  </a:cubicBezTo>
                  <a:cubicBezTo>
                    <a:pt x="151" y="38"/>
                    <a:pt x="132" y="38"/>
                    <a:pt x="132" y="57"/>
                  </a:cubicBezTo>
                  <a:lnTo>
                    <a:pt x="95" y="76"/>
                  </a:lnTo>
                  <a:lnTo>
                    <a:pt x="76" y="114"/>
                  </a:lnTo>
                  <a:lnTo>
                    <a:pt x="57" y="132"/>
                  </a:lnTo>
                  <a:cubicBezTo>
                    <a:pt x="38" y="151"/>
                    <a:pt x="38" y="189"/>
                    <a:pt x="38" y="189"/>
                  </a:cubicBezTo>
                  <a:cubicBezTo>
                    <a:pt x="38" y="189"/>
                    <a:pt x="38" y="208"/>
                    <a:pt x="19" y="227"/>
                  </a:cubicBezTo>
                  <a:cubicBezTo>
                    <a:pt x="19" y="265"/>
                    <a:pt x="19" y="302"/>
                    <a:pt x="0" y="340"/>
                  </a:cubicBezTo>
                  <a:cubicBezTo>
                    <a:pt x="38" y="359"/>
                    <a:pt x="76" y="378"/>
                    <a:pt x="132" y="378"/>
                  </a:cubicBezTo>
                  <a:lnTo>
                    <a:pt x="227" y="378"/>
                  </a:lnTo>
                  <a:lnTo>
                    <a:pt x="283" y="359"/>
                  </a:lnTo>
                  <a:lnTo>
                    <a:pt x="340" y="321"/>
                  </a:lnTo>
                  <a:lnTo>
                    <a:pt x="378" y="283"/>
                  </a:lnTo>
                  <a:cubicBezTo>
                    <a:pt x="378" y="265"/>
                    <a:pt x="397" y="246"/>
                    <a:pt x="397" y="227"/>
                  </a:cubicBezTo>
                  <a:cubicBezTo>
                    <a:pt x="397" y="208"/>
                    <a:pt x="416" y="189"/>
                    <a:pt x="416" y="170"/>
                  </a:cubicBezTo>
                  <a:cubicBezTo>
                    <a:pt x="416" y="151"/>
                    <a:pt x="416" y="132"/>
                    <a:pt x="416" y="114"/>
                  </a:cubicBezTo>
                  <a:cubicBezTo>
                    <a:pt x="416" y="95"/>
                    <a:pt x="397" y="57"/>
                    <a:pt x="378" y="38"/>
                  </a:cubicBezTo>
                  <a:lnTo>
                    <a:pt x="35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43"/>
            <p:cNvSpPr/>
            <p:nvPr/>
          </p:nvSpPr>
          <p:spPr>
            <a:xfrm>
              <a:off x="6204325" y="2542491"/>
              <a:ext cx="10400" cy="14650"/>
            </a:xfrm>
            <a:custGeom>
              <a:avLst/>
              <a:gdLst/>
              <a:ahLst/>
              <a:cxnLst/>
              <a:rect l="l" t="t" r="r" b="b"/>
              <a:pathLst>
                <a:path w="416" h="586" extrusionOk="0">
                  <a:moveTo>
                    <a:pt x="340" y="0"/>
                  </a:moveTo>
                  <a:lnTo>
                    <a:pt x="302" y="19"/>
                  </a:lnTo>
                  <a:cubicBezTo>
                    <a:pt x="264" y="38"/>
                    <a:pt x="227" y="57"/>
                    <a:pt x="208" y="76"/>
                  </a:cubicBezTo>
                  <a:cubicBezTo>
                    <a:pt x="189" y="76"/>
                    <a:pt x="189" y="95"/>
                    <a:pt x="170" y="114"/>
                  </a:cubicBezTo>
                  <a:cubicBezTo>
                    <a:pt x="151" y="114"/>
                    <a:pt x="151" y="132"/>
                    <a:pt x="132" y="151"/>
                  </a:cubicBezTo>
                  <a:cubicBezTo>
                    <a:pt x="113" y="151"/>
                    <a:pt x="113" y="170"/>
                    <a:pt x="95" y="189"/>
                  </a:cubicBezTo>
                  <a:lnTo>
                    <a:pt x="76" y="246"/>
                  </a:lnTo>
                  <a:lnTo>
                    <a:pt x="38" y="283"/>
                  </a:lnTo>
                  <a:lnTo>
                    <a:pt x="19" y="340"/>
                  </a:lnTo>
                  <a:cubicBezTo>
                    <a:pt x="19" y="359"/>
                    <a:pt x="19" y="378"/>
                    <a:pt x="19" y="397"/>
                  </a:cubicBezTo>
                  <a:cubicBezTo>
                    <a:pt x="0" y="416"/>
                    <a:pt x="0" y="416"/>
                    <a:pt x="0" y="434"/>
                  </a:cubicBezTo>
                  <a:cubicBezTo>
                    <a:pt x="0" y="491"/>
                    <a:pt x="0" y="529"/>
                    <a:pt x="0" y="585"/>
                  </a:cubicBezTo>
                  <a:lnTo>
                    <a:pt x="151" y="585"/>
                  </a:lnTo>
                  <a:cubicBezTo>
                    <a:pt x="170" y="567"/>
                    <a:pt x="189" y="567"/>
                    <a:pt x="208" y="567"/>
                  </a:cubicBezTo>
                  <a:cubicBezTo>
                    <a:pt x="227" y="548"/>
                    <a:pt x="246" y="529"/>
                    <a:pt x="264" y="510"/>
                  </a:cubicBezTo>
                  <a:lnTo>
                    <a:pt x="321" y="472"/>
                  </a:lnTo>
                  <a:lnTo>
                    <a:pt x="378" y="416"/>
                  </a:lnTo>
                  <a:lnTo>
                    <a:pt x="397" y="340"/>
                  </a:lnTo>
                  <a:cubicBezTo>
                    <a:pt x="397" y="321"/>
                    <a:pt x="415" y="283"/>
                    <a:pt x="415" y="265"/>
                  </a:cubicBezTo>
                  <a:cubicBezTo>
                    <a:pt x="415" y="246"/>
                    <a:pt x="415" y="227"/>
                    <a:pt x="415" y="189"/>
                  </a:cubicBezTo>
                  <a:cubicBezTo>
                    <a:pt x="415" y="170"/>
                    <a:pt x="415" y="151"/>
                    <a:pt x="397" y="132"/>
                  </a:cubicBezTo>
                  <a:cubicBezTo>
                    <a:pt x="397" y="95"/>
                    <a:pt x="378" y="57"/>
                    <a:pt x="359" y="38"/>
                  </a:cubicBezTo>
                  <a:lnTo>
                    <a:pt x="34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43"/>
            <p:cNvSpPr/>
            <p:nvPr/>
          </p:nvSpPr>
          <p:spPr>
            <a:xfrm>
              <a:off x="6212800" y="2555216"/>
              <a:ext cx="11350" cy="9475"/>
            </a:xfrm>
            <a:custGeom>
              <a:avLst/>
              <a:gdLst/>
              <a:ahLst/>
              <a:cxnLst/>
              <a:rect l="l" t="t" r="r" b="b"/>
              <a:pathLst>
                <a:path w="454" h="379" extrusionOk="0">
                  <a:moveTo>
                    <a:pt x="227" y="1"/>
                  </a:moveTo>
                  <a:cubicBezTo>
                    <a:pt x="209" y="1"/>
                    <a:pt x="190" y="20"/>
                    <a:pt x="190" y="20"/>
                  </a:cubicBezTo>
                  <a:lnTo>
                    <a:pt x="152" y="39"/>
                  </a:lnTo>
                  <a:lnTo>
                    <a:pt x="133" y="76"/>
                  </a:lnTo>
                  <a:lnTo>
                    <a:pt x="95" y="95"/>
                  </a:lnTo>
                  <a:cubicBezTo>
                    <a:pt x="95" y="114"/>
                    <a:pt x="76" y="133"/>
                    <a:pt x="76" y="133"/>
                  </a:cubicBezTo>
                  <a:cubicBezTo>
                    <a:pt x="58" y="152"/>
                    <a:pt x="58" y="171"/>
                    <a:pt x="58" y="171"/>
                  </a:cubicBezTo>
                  <a:cubicBezTo>
                    <a:pt x="39" y="209"/>
                    <a:pt x="20" y="246"/>
                    <a:pt x="1" y="303"/>
                  </a:cubicBezTo>
                  <a:cubicBezTo>
                    <a:pt x="39" y="322"/>
                    <a:pt x="76" y="360"/>
                    <a:pt x="114" y="378"/>
                  </a:cubicBezTo>
                  <a:lnTo>
                    <a:pt x="227" y="378"/>
                  </a:lnTo>
                  <a:lnTo>
                    <a:pt x="284" y="360"/>
                  </a:lnTo>
                  <a:lnTo>
                    <a:pt x="341" y="341"/>
                  </a:lnTo>
                  <a:lnTo>
                    <a:pt x="397" y="303"/>
                  </a:lnTo>
                  <a:cubicBezTo>
                    <a:pt x="397" y="284"/>
                    <a:pt x="416" y="265"/>
                    <a:pt x="435" y="246"/>
                  </a:cubicBezTo>
                  <a:cubicBezTo>
                    <a:pt x="435" y="227"/>
                    <a:pt x="454" y="209"/>
                    <a:pt x="454" y="190"/>
                  </a:cubicBezTo>
                  <a:cubicBezTo>
                    <a:pt x="454" y="171"/>
                    <a:pt x="454" y="152"/>
                    <a:pt x="454" y="133"/>
                  </a:cubicBezTo>
                  <a:cubicBezTo>
                    <a:pt x="454" y="114"/>
                    <a:pt x="454" y="76"/>
                    <a:pt x="454" y="39"/>
                  </a:cubicBezTo>
                  <a:lnTo>
                    <a:pt x="4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43"/>
            <p:cNvSpPr/>
            <p:nvPr/>
          </p:nvSpPr>
          <p:spPr>
            <a:xfrm>
              <a:off x="6010825" y="2610816"/>
              <a:ext cx="69875" cy="65550"/>
            </a:xfrm>
            <a:custGeom>
              <a:avLst/>
              <a:gdLst/>
              <a:ahLst/>
              <a:cxnLst/>
              <a:rect l="l" t="t" r="r" b="b"/>
              <a:pathLst>
                <a:path w="2795" h="2622" extrusionOk="0">
                  <a:moveTo>
                    <a:pt x="1203" y="1"/>
                  </a:moveTo>
                  <a:cubicBezTo>
                    <a:pt x="1019" y="1"/>
                    <a:pt x="826" y="54"/>
                    <a:pt x="661" y="137"/>
                  </a:cubicBezTo>
                  <a:cubicBezTo>
                    <a:pt x="246" y="344"/>
                    <a:pt x="1" y="816"/>
                    <a:pt x="114" y="1288"/>
                  </a:cubicBezTo>
                  <a:lnTo>
                    <a:pt x="152" y="1401"/>
                  </a:lnTo>
                  <a:lnTo>
                    <a:pt x="190" y="1496"/>
                  </a:lnTo>
                  <a:lnTo>
                    <a:pt x="227" y="1552"/>
                  </a:lnTo>
                  <a:lnTo>
                    <a:pt x="208" y="1477"/>
                  </a:lnTo>
                  <a:lnTo>
                    <a:pt x="171" y="1401"/>
                  </a:lnTo>
                  <a:lnTo>
                    <a:pt x="171" y="1269"/>
                  </a:lnTo>
                  <a:cubicBezTo>
                    <a:pt x="171" y="1024"/>
                    <a:pt x="246" y="797"/>
                    <a:pt x="416" y="608"/>
                  </a:cubicBezTo>
                  <a:cubicBezTo>
                    <a:pt x="510" y="514"/>
                    <a:pt x="624" y="420"/>
                    <a:pt x="756" y="382"/>
                  </a:cubicBezTo>
                  <a:cubicBezTo>
                    <a:pt x="883" y="339"/>
                    <a:pt x="1011" y="318"/>
                    <a:pt x="1138" y="318"/>
                  </a:cubicBezTo>
                  <a:cubicBezTo>
                    <a:pt x="1181" y="318"/>
                    <a:pt x="1223" y="321"/>
                    <a:pt x="1265" y="325"/>
                  </a:cubicBezTo>
                  <a:cubicBezTo>
                    <a:pt x="1435" y="344"/>
                    <a:pt x="1605" y="401"/>
                    <a:pt x="1756" y="495"/>
                  </a:cubicBezTo>
                  <a:cubicBezTo>
                    <a:pt x="1907" y="590"/>
                    <a:pt x="2039" y="722"/>
                    <a:pt x="2153" y="873"/>
                  </a:cubicBezTo>
                  <a:cubicBezTo>
                    <a:pt x="2209" y="948"/>
                    <a:pt x="2247" y="1043"/>
                    <a:pt x="2304" y="1118"/>
                  </a:cubicBezTo>
                  <a:lnTo>
                    <a:pt x="2323" y="1175"/>
                  </a:lnTo>
                  <a:lnTo>
                    <a:pt x="2228" y="1194"/>
                  </a:lnTo>
                  <a:lnTo>
                    <a:pt x="2058" y="1213"/>
                  </a:lnTo>
                  <a:lnTo>
                    <a:pt x="1907" y="1288"/>
                  </a:lnTo>
                  <a:cubicBezTo>
                    <a:pt x="1700" y="1364"/>
                    <a:pt x="1530" y="1515"/>
                    <a:pt x="1416" y="1703"/>
                  </a:cubicBezTo>
                  <a:cubicBezTo>
                    <a:pt x="1360" y="1798"/>
                    <a:pt x="1322" y="1892"/>
                    <a:pt x="1303" y="2005"/>
                  </a:cubicBezTo>
                  <a:cubicBezTo>
                    <a:pt x="1303" y="2100"/>
                    <a:pt x="1322" y="2194"/>
                    <a:pt x="1360" y="2288"/>
                  </a:cubicBezTo>
                  <a:cubicBezTo>
                    <a:pt x="1454" y="2439"/>
                    <a:pt x="1586" y="2553"/>
                    <a:pt x="1756" y="2591"/>
                  </a:cubicBezTo>
                  <a:cubicBezTo>
                    <a:pt x="1823" y="2613"/>
                    <a:pt x="1889" y="2622"/>
                    <a:pt x="1955" y="2622"/>
                  </a:cubicBezTo>
                  <a:cubicBezTo>
                    <a:pt x="2002" y="2622"/>
                    <a:pt x="2049" y="2617"/>
                    <a:pt x="2096" y="2609"/>
                  </a:cubicBezTo>
                  <a:cubicBezTo>
                    <a:pt x="2172" y="2591"/>
                    <a:pt x="2247" y="2572"/>
                    <a:pt x="2323" y="2553"/>
                  </a:cubicBezTo>
                  <a:lnTo>
                    <a:pt x="2379" y="2534"/>
                  </a:lnTo>
                  <a:lnTo>
                    <a:pt x="2096" y="2534"/>
                  </a:lnTo>
                  <a:cubicBezTo>
                    <a:pt x="2002" y="2515"/>
                    <a:pt x="1888" y="2496"/>
                    <a:pt x="1794" y="2458"/>
                  </a:cubicBezTo>
                  <a:cubicBezTo>
                    <a:pt x="1700" y="2402"/>
                    <a:pt x="1605" y="2307"/>
                    <a:pt x="1567" y="2194"/>
                  </a:cubicBezTo>
                  <a:cubicBezTo>
                    <a:pt x="1530" y="2062"/>
                    <a:pt x="1549" y="1930"/>
                    <a:pt x="1643" y="1835"/>
                  </a:cubicBezTo>
                  <a:cubicBezTo>
                    <a:pt x="1737" y="1703"/>
                    <a:pt x="1888" y="1609"/>
                    <a:pt x="2039" y="1552"/>
                  </a:cubicBezTo>
                  <a:lnTo>
                    <a:pt x="2153" y="1515"/>
                  </a:lnTo>
                  <a:lnTo>
                    <a:pt x="2285" y="1496"/>
                  </a:lnTo>
                  <a:lnTo>
                    <a:pt x="2757" y="1496"/>
                  </a:lnTo>
                  <a:cubicBezTo>
                    <a:pt x="2769" y="1496"/>
                    <a:pt x="2782" y="1504"/>
                    <a:pt x="2789" y="1504"/>
                  </a:cubicBezTo>
                  <a:cubicBezTo>
                    <a:pt x="2792" y="1504"/>
                    <a:pt x="2794" y="1502"/>
                    <a:pt x="2794" y="1496"/>
                  </a:cubicBezTo>
                  <a:lnTo>
                    <a:pt x="2700" y="1213"/>
                  </a:lnTo>
                  <a:cubicBezTo>
                    <a:pt x="2681" y="1156"/>
                    <a:pt x="2662" y="1099"/>
                    <a:pt x="2643" y="1062"/>
                  </a:cubicBezTo>
                  <a:lnTo>
                    <a:pt x="2606" y="967"/>
                  </a:lnTo>
                  <a:cubicBezTo>
                    <a:pt x="2568" y="854"/>
                    <a:pt x="2511" y="759"/>
                    <a:pt x="2436" y="665"/>
                  </a:cubicBezTo>
                  <a:cubicBezTo>
                    <a:pt x="2304" y="476"/>
                    <a:pt x="2134" y="306"/>
                    <a:pt x="1926" y="193"/>
                  </a:cubicBezTo>
                  <a:cubicBezTo>
                    <a:pt x="1737" y="80"/>
                    <a:pt x="1511" y="23"/>
                    <a:pt x="1284" y="4"/>
                  </a:cubicBezTo>
                  <a:cubicBezTo>
                    <a:pt x="1258" y="2"/>
                    <a:pt x="1230" y="1"/>
                    <a:pt x="1203" y="1"/>
                  </a:cubicBezTo>
                  <a:close/>
                </a:path>
              </a:pathLst>
            </a:custGeom>
            <a:solidFill>
              <a:srgbClr val="7A2A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43"/>
            <p:cNvSpPr/>
            <p:nvPr/>
          </p:nvSpPr>
          <p:spPr>
            <a:xfrm>
              <a:off x="6985800" y="2701041"/>
              <a:ext cx="617500" cy="140500"/>
            </a:xfrm>
            <a:custGeom>
              <a:avLst/>
              <a:gdLst/>
              <a:ahLst/>
              <a:cxnLst/>
              <a:rect l="l" t="t" r="r" b="b"/>
              <a:pathLst>
                <a:path w="24700" h="5620" extrusionOk="0">
                  <a:moveTo>
                    <a:pt x="10059" y="0"/>
                  </a:moveTo>
                  <a:cubicBezTo>
                    <a:pt x="9716" y="0"/>
                    <a:pt x="9470" y="28"/>
                    <a:pt x="9383" y="95"/>
                  </a:cubicBezTo>
                  <a:cubicBezTo>
                    <a:pt x="9275" y="174"/>
                    <a:pt x="8932" y="198"/>
                    <a:pt x="8454" y="198"/>
                  </a:cubicBezTo>
                  <a:cubicBezTo>
                    <a:pt x="7689" y="198"/>
                    <a:pt x="6580" y="136"/>
                    <a:pt x="5543" y="136"/>
                  </a:cubicBezTo>
                  <a:cubicBezTo>
                    <a:pt x="4275" y="136"/>
                    <a:pt x="3116" y="229"/>
                    <a:pt x="2832" y="643"/>
                  </a:cubicBezTo>
                  <a:cubicBezTo>
                    <a:pt x="2191" y="1586"/>
                    <a:pt x="1" y="5060"/>
                    <a:pt x="1" y="5060"/>
                  </a:cubicBezTo>
                  <a:cubicBezTo>
                    <a:pt x="1" y="5060"/>
                    <a:pt x="8757" y="5619"/>
                    <a:pt x="15744" y="5619"/>
                  </a:cubicBezTo>
                  <a:cubicBezTo>
                    <a:pt x="20659" y="5619"/>
                    <a:pt x="24700" y="5342"/>
                    <a:pt x="24201" y="4399"/>
                  </a:cubicBezTo>
                  <a:cubicBezTo>
                    <a:pt x="22974" y="2134"/>
                    <a:pt x="15310" y="586"/>
                    <a:pt x="15310" y="586"/>
                  </a:cubicBezTo>
                  <a:cubicBezTo>
                    <a:pt x="15310" y="586"/>
                    <a:pt x="11642" y="0"/>
                    <a:pt x="100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43"/>
            <p:cNvSpPr/>
            <p:nvPr/>
          </p:nvSpPr>
          <p:spPr>
            <a:xfrm>
              <a:off x="7161350" y="2248291"/>
              <a:ext cx="467225" cy="118300"/>
            </a:xfrm>
            <a:custGeom>
              <a:avLst/>
              <a:gdLst/>
              <a:ahLst/>
              <a:cxnLst/>
              <a:rect l="l" t="t" r="r" b="b"/>
              <a:pathLst>
                <a:path w="18689" h="4732" extrusionOk="0">
                  <a:moveTo>
                    <a:pt x="482" y="0"/>
                  </a:moveTo>
                  <a:cubicBezTo>
                    <a:pt x="225" y="0"/>
                    <a:pt x="81" y="9"/>
                    <a:pt x="76" y="27"/>
                  </a:cubicBezTo>
                  <a:cubicBezTo>
                    <a:pt x="1" y="235"/>
                    <a:pt x="303" y="2254"/>
                    <a:pt x="303" y="2254"/>
                  </a:cubicBezTo>
                  <a:cubicBezTo>
                    <a:pt x="720" y="2100"/>
                    <a:pt x="1554" y="2022"/>
                    <a:pt x="2658" y="2022"/>
                  </a:cubicBezTo>
                  <a:cubicBezTo>
                    <a:pt x="6400" y="2022"/>
                    <a:pt x="13233" y="2911"/>
                    <a:pt x="17363" y="4698"/>
                  </a:cubicBezTo>
                  <a:lnTo>
                    <a:pt x="17363" y="4698"/>
                  </a:lnTo>
                  <a:cubicBezTo>
                    <a:pt x="17428" y="4335"/>
                    <a:pt x="18689" y="1122"/>
                    <a:pt x="18689" y="1122"/>
                  </a:cubicBezTo>
                  <a:cubicBezTo>
                    <a:pt x="17897" y="898"/>
                    <a:pt x="3133" y="0"/>
                    <a:pt x="482" y="0"/>
                  </a:cubicBezTo>
                  <a:close/>
                  <a:moveTo>
                    <a:pt x="17363" y="4698"/>
                  </a:moveTo>
                  <a:cubicBezTo>
                    <a:pt x="17359" y="4720"/>
                    <a:pt x="17359" y="4731"/>
                    <a:pt x="17364" y="4731"/>
                  </a:cubicBezTo>
                  <a:cubicBezTo>
                    <a:pt x="17368" y="4731"/>
                    <a:pt x="17376" y="4724"/>
                    <a:pt x="17386" y="4708"/>
                  </a:cubicBezTo>
                  <a:cubicBezTo>
                    <a:pt x="17378" y="4705"/>
                    <a:pt x="17371" y="4702"/>
                    <a:pt x="17363" y="4698"/>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43"/>
            <p:cNvSpPr/>
            <p:nvPr/>
          </p:nvSpPr>
          <p:spPr>
            <a:xfrm>
              <a:off x="7075725" y="2103741"/>
              <a:ext cx="621750" cy="178375"/>
            </a:xfrm>
            <a:custGeom>
              <a:avLst/>
              <a:gdLst/>
              <a:ahLst/>
              <a:cxnLst/>
              <a:rect l="l" t="t" r="r" b="b"/>
              <a:pathLst>
                <a:path w="24870" h="7135" extrusionOk="0">
                  <a:moveTo>
                    <a:pt x="9402" y="0"/>
                  </a:moveTo>
                  <a:cubicBezTo>
                    <a:pt x="4382" y="0"/>
                    <a:pt x="1" y="1634"/>
                    <a:pt x="104" y="3657"/>
                  </a:cubicBezTo>
                  <a:cubicBezTo>
                    <a:pt x="154" y="4820"/>
                    <a:pt x="1256" y="6071"/>
                    <a:pt x="3656" y="6071"/>
                  </a:cubicBezTo>
                  <a:cubicBezTo>
                    <a:pt x="3983" y="6071"/>
                    <a:pt x="4334" y="6048"/>
                    <a:pt x="4710" y="5998"/>
                  </a:cubicBezTo>
                  <a:cubicBezTo>
                    <a:pt x="5073" y="5947"/>
                    <a:pt x="5574" y="5925"/>
                    <a:pt x="6178" y="5925"/>
                  </a:cubicBezTo>
                  <a:cubicBezTo>
                    <a:pt x="10634" y="5925"/>
                    <a:pt x="20665" y="7134"/>
                    <a:pt x="21942" y="7134"/>
                  </a:cubicBezTo>
                  <a:cubicBezTo>
                    <a:pt x="21984" y="7134"/>
                    <a:pt x="22016" y="7133"/>
                    <a:pt x="22038" y="7130"/>
                  </a:cubicBezTo>
                  <a:cubicBezTo>
                    <a:pt x="22850" y="7055"/>
                    <a:pt x="24870" y="4790"/>
                    <a:pt x="24436" y="3355"/>
                  </a:cubicBezTo>
                  <a:cubicBezTo>
                    <a:pt x="24020" y="1939"/>
                    <a:pt x="16583" y="429"/>
                    <a:pt x="10939" y="52"/>
                  </a:cubicBezTo>
                  <a:cubicBezTo>
                    <a:pt x="10423" y="17"/>
                    <a:pt x="9909" y="0"/>
                    <a:pt x="94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43"/>
            <p:cNvSpPr/>
            <p:nvPr/>
          </p:nvSpPr>
          <p:spPr>
            <a:xfrm>
              <a:off x="7042900" y="2333191"/>
              <a:ext cx="614000" cy="356425"/>
            </a:xfrm>
            <a:custGeom>
              <a:avLst/>
              <a:gdLst/>
              <a:ahLst/>
              <a:cxnLst/>
              <a:rect l="l" t="t" r="r" b="b"/>
              <a:pathLst>
                <a:path w="24560" h="14257" extrusionOk="0">
                  <a:moveTo>
                    <a:pt x="11107" y="1"/>
                  </a:moveTo>
                  <a:cubicBezTo>
                    <a:pt x="7912" y="1"/>
                    <a:pt x="4914" y="202"/>
                    <a:pt x="3550" y="652"/>
                  </a:cubicBezTo>
                  <a:cubicBezTo>
                    <a:pt x="3550" y="652"/>
                    <a:pt x="1190" y="2955"/>
                    <a:pt x="1152" y="4993"/>
                  </a:cubicBezTo>
                  <a:cubicBezTo>
                    <a:pt x="1115" y="7032"/>
                    <a:pt x="1681" y="7164"/>
                    <a:pt x="1681" y="7164"/>
                  </a:cubicBezTo>
                  <a:cubicBezTo>
                    <a:pt x="1681" y="7164"/>
                    <a:pt x="1" y="8486"/>
                    <a:pt x="209" y="9259"/>
                  </a:cubicBezTo>
                  <a:cubicBezTo>
                    <a:pt x="355" y="9858"/>
                    <a:pt x="1020" y="9926"/>
                    <a:pt x="1314" y="9926"/>
                  </a:cubicBezTo>
                  <a:cubicBezTo>
                    <a:pt x="1400" y="9926"/>
                    <a:pt x="1454" y="9920"/>
                    <a:pt x="1454" y="9920"/>
                  </a:cubicBezTo>
                  <a:lnTo>
                    <a:pt x="1454" y="9920"/>
                  </a:lnTo>
                  <a:cubicBezTo>
                    <a:pt x="1454" y="9920"/>
                    <a:pt x="1115" y="11252"/>
                    <a:pt x="2338" y="11252"/>
                  </a:cubicBezTo>
                  <a:cubicBezTo>
                    <a:pt x="2556" y="11252"/>
                    <a:pt x="2824" y="11210"/>
                    <a:pt x="3153" y="11109"/>
                  </a:cubicBezTo>
                  <a:cubicBezTo>
                    <a:pt x="3372" y="11043"/>
                    <a:pt x="3713" y="11013"/>
                    <a:pt x="4148" y="11013"/>
                  </a:cubicBezTo>
                  <a:cubicBezTo>
                    <a:pt x="8025" y="11013"/>
                    <a:pt x="19425" y="13393"/>
                    <a:pt x="19425" y="13393"/>
                  </a:cubicBezTo>
                  <a:cubicBezTo>
                    <a:pt x="19425" y="13393"/>
                    <a:pt x="20222" y="14257"/>
                    <a:pt x="20946" y="14257"/>
                  </a:cubicBezTo>
                  <a:cubicBezTo>
                    <a:pt x="21086" y="14257"/>
                    <a:pt x="21222" y="14225"/>
                    <a:pt x="21350" y="14149"/>
                  </a:cubicBezTo>
                  <a:cubicBezTo>
                    <a:pt x="22162" y="13658"/>
                    <a:pt x="21898" y="12658"/>
                    <a:pt x="21898" y="12657"/>
                  </a:cubicBezTo>
                  <a:lnTo>
                    <a:pt x="21898" y="12657"/>
                  </a:lnTo>
                  <a:cubicBezTo>
                    <a:pt x="21898" y="12658"/>
                    <a:pt x="22503" y="13532"/>
                    <a:pt x="22987" y="13532"/>
                  </a:cubicBezTo>
                  <a:cubicBezTo>
                    <a:pt x="23076" y="13532"/>
                    <a:pt x="23162" y="13502"/>
                    <a:pt x="23238" y="13431"/>
                  </a:cubicBezTo>
                  <a:cubicBezTo>
                    <a:pt x="23748" y="12978"/>
                    <a:pt x="22200" y="9108"/>
                    <a:pt x="22200" y="9108"/>
                  </a:cubicBezTo>
                  <a:cubicBezTo>
                    <a:pt x="22200" y="9108"/>
                    <a:pt x="23351" y="7428"/>
                    <a:pt x="23616" y="6749"/>
                  </a:cubicBezTo>
                  <a:cubicBezTo>
                    <a:pt x="23861" y="6088"/>
                    <a:pt x="23181" y="4805"/>
                    <a:pt x="22898" y="4389"/>
                  </a:cubicBezTo>
                  <a:lnTo>
                    <a:pt x="22898" y="4389"/>
                  </a:lnTo>
                  <a:cubicBezTo>
                    <a:pt x="22898" y="4389"/>
                    <a:pt x="23322" y="4492"/>
                    <a:pt x="23711" y="4492"/>
                  </a:cubicBezTo>
                  <a:cubicBezTo>
                    <a:pt x="23946" y="4492"/>
                    <a:pt x="24169" y="4454"/>
                    <a:pt x="24276" y="4333"/>
                  </a:cubicBezTo>
                  <a:cubicBezTo>
                    <a:pt x="24559" y="4012"/>
                    <a:pt x="23767" y="2294"/>
                    <a:pt x="21822" y="1105"/>
                  </a:cubicBezTo>
                  <a:cubicBezTo>
                    <a:pt x="20677" y="415"/>
                    <a:pt x="15690" y="1"/>
                    <a:pt x="1110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43"/>
            <p:cNvSpPr/>
            <p:nvPr/>
          </p:nvSpPr>
          <p:spPr>
            <a:xfrm>
              <a:off x="6963675" y="2362691"/>
              <a:ext cx="758825" cy="383975"/>
            </a:xfrm>
            <a:custGeom>
              <a:avLst/>
              <a:gdLst/>
              <a:ahLst/>
              <a:cxnLst/>
              <a:rect l="l" t="t" r="r" b="b"/>
              <a:pathLst>
                <a:path w="30353" h="15359" extrusionOk="0">
                  <a:moveTo>
                    <a:pt x="17686" y="246"/>
                  </a:moveTo>
                  <a:cubicBezTo>
                    <a:pt x="17686" y="246"/>
                    <a:pt x="17686" y="246"/>
                    <a:pt x="17686" y="246"/>
                  </a:cubicBezTo>
                  <a:lnTo>
                    <a:pt x="17686" y="246"/>
                  </a:lnTo>
                  <a:cubicBezTo>
                    <a:pt x="17686" y="246"/>
                    <a:pt x="17686" y="246"/>
                    <a:pt x="17686" y="246"/>
                  </a:cubicBezTo>
                  <a:close/>
                  <a:moveTo>
                    <a:pt x="9550" y="0"/>
                  </a:moveTo>
                  <a:cubicBezTo>
                    <a:pt x="9550" y="0"/>
                    <a:pt x="9109" y="2871"/>
                    <a:pt x="8243" y="2871"/>
                  </a:cubicBezTo>
                  <a:cubicBezTo>
                    <a:pt x="8232" y="2871"/>
                    <a:pt x="8221" y="2870"/>
                    <a:pt x="8210" y="2870"/>
                  </a:cubicBezTo>
                  <a:cubicBezTo>
                    <a:pt x="7323" y="2794"/>
                    <a:pt x="7210" y="2096"/>
                    <a:pt x="7210" y="2096"/>
                  </a:cubicBezTo>
                  <a:cubicBezTo>
                    <a:pt x="7210" y="2096"/>
                    <a:pt x="7005" y="5637"/>
                    <a:pt x="5998" y="5637"/>
                  </a:cubicBezTo>
                  <a:cubicBezTo>
                    <a:pt x="5945" y="5637"/>
                    <a:pt x="5889" y="5628"/>
                    <a:pt x="5832" y="5607"/>
                  </a:cubicBezTo>
                  <a:cubicBezTo>
                    <a:pt x="4661" y="5172"/>
                    <a:pt x="5718" y="2643"/>
                    <a:pt x="5718" y="2643"/>
                  </a:cubicBezTo>
                  <a:cubicBezTo>
                    <a:pt x="5718" y="2643"/>
                    <a:pt x="5699" y="1416"/>
                    <a:pt x="4189" y="1171"/>
                  </a:cubicBezTo>
                  <a:cubicBezTo>
                    <a:pt x="4151" y="1164"/>
                    <a:pt x="4112" y="1161"/>
                    <a:pt x="4072" y="1161"/>
                  </a:cubicBezTo>
                  <a:cubicBezTo>
                    <a:pt x="2542" y="1161"/>
                    <a:pt x="0" y="5651"/>
                    <a:pt x="5133" y="6645"/>
                  </a:cubicBezTo>
                  <a:cubicBezTo>
                    <a:pt x="5133" y="6645"/>
                    <a:pt x="3642" y="12912"/>
                    <a:pt x="13250" y="14969"/>
                  </a:cubicBezTo>
                  <a:cubicBezTo>
                    <a:pt x="14499" y="15239"/>
                    <a:pt x="15620" y="15358"/>
                    <a:pt x="16625" y="15358"/>
                  </a:cubicBezTo>
                  <a:cubicBezTo>
                    <a:pt x="23349" y="15358"/>
                    <a:pt x="24878" y="10040"/>
                    <a:pt x="24878" y="9137"/>
                  </a:cubicBezTo>
                  <a:cubicBezTo>
                    <a:pt x="24878" y="9137"/>
                    <a:pt x="25973" y="9908"/>
                    <a:pt x="27145" y="9908"/>
                  </a:cubicBezTo>
                  <a:cubicBezTo>
                    <a:pt x="28014" y="9908"/>
                    <a:pt x="28926" y="9483"/>
                    <a:pt x="29465" y="8004"/>
                  </a:cubicBezTo>
                  <a:cubicBezTo>
                    <a:pt x="30352" y="5580"/>
                    <a:pt x="29112" y="4355"/>
                    <a:pt x="27614" y="4355"/>
                  </a:cubicBezTo>
                  <a:cubicBezTo>
                    <a:pt x="26977" y="4355"/>
                    <a:pt x="26294" y="4577"/>
                    <a:pt x="25709" y="5021"/>
                  </a:cubicBezTo>
                  <a:cubicBezTo>
                    <a:pt x="25709" y="5021"/>
                    <a:pt x="25520" y="7853"/>
                    <a:pt x="24708" y="7928"/>
                  </a:cubicBezTo>
                  <a:cubicBezTo>
                    <a:pt x="24694" y="7929"/>
                    <a:pt x="24679" y="7930"/>
                    <a:pt x="24665" y="7930"/>
                  </a:cubicBezTo>
                  <a:cubicBezTo>
                    <a:pt x="23855" y="7930"/>
                    <a:pt x="22739" y="6398"/>
                    <a:pt x="24500" y="4210"/>
                  </a:cubicBezTo>
                  <a:cubicBezTo>
                    <a:pt x="24500" y="4210"/>
                    <a:pt x="21990" y="3417"/>
                    <a:pt x="22820" y="1473"/>
                  </a:cubicBezTo>
                  <a:lnTo>
                    <a:pt x="22820" y="1473"/>
                  </a:lnTo>
                  <a:cubicBezTo>
                    <a:pt x="22820" y="1473"/>
                    <a:pt x="21703" y="2474"/>
                    <a:pt x="20402" y="2474"/>
                  </a:cubicBezTo>
                  <a:cubicBezTo>
                    <a:pt x="19478" y="2474"/>
                    <a:pt x="18462" y="1970"/>
                    <a:pt x="17686" y="246"/>
                  </a:cubicBezTo>
                  <a:lnTo>
                    <a:pt x="17686" y="246"/>
                  </a:lnTo>
                  <a:cubicBezTo>
                    <a:pt x="17677" y="251"/>
                    <a:pt x="15401" y="800"/>
                    <a:pt x="13122" y="800"/>
                  </a:cubicBezTo>
                  <a:cubicBezTo>
                    <a:pt x="11777" y="800"/>
                    <a:pt x="10431" y="608"/>
                    <a:pt x="9550" y="0"/>
                  </a:cubicBezTo>
                  <a:close/>
                </a:path>
              </a:pathLst>
            </a:custGeom>
            <a:solidFill>
              <a:srgbClr val="FFE4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43"/>
            <p:cNvSpPr/>
            <p:nvPr/>
          </p:nvSpPr>
          <p:spPr>
            <a:xfrm>
              <a:off x="7043375" y="2286366"/>
              <a:ext cx="576725" cy="105450"/>
            </a:xfrm>
            <a:custGeom>
              <a:avLst/>
              <a:gdLst/>
              <a:ahLst/>
              <a:cxnLst/>
              <a:rect l="l" t="t" r="r" b="b"/>
              <a:pathLst>
                <a:path w="23069" h="4218" extrusionOk="0">
                  <a:moveTo>
                    <a:pt x="8446" y="0"/>
                  </a:moveTo>
                  <a:cubicBezTo>
                    <a:pt x="2980" y="0"/>
                    <a:pt x="227" y="1844"/>
                    <a:pt x="133" y="2411"/>
                  </a:cubicBezTo>
                  <a:cubicBezTo>
                    <a:pt x="1" y="3148"/>
                    <a:pt x="3191" y="4110"/>
                    <a:pt x="10138" y="4205"/>
                  </a:cubicBezTo>
                  <a:cubicBezTo>
                    <a:pt x="10799" y="4214"/>
                    <a:pt x="11445" y="4218"/>
                    <a:pt x="12071" y="4218"/>
                  </a:cubicBezTo>
                  <a:cubicBezTo>
                    <a:pt x="18020" y="4218"/>
                    <a:pt x="22260" y="3840"/>
                    <a:pt x="22653" y="3601"/>
                  </a:cubicBezTo>
                  <a:cubicBezTo>
                    <a:pt x="23068" y="3318"/>
                    <a:pt x="19821" y="1260"/>
                    <a:pt x="12006" y="241"/>
                  </a:cubicBezTo>
                  <a:cubicBezTo>
                    <a:pt x="10713" y="72"/>
                    <a:pt x="9526" y="0"/>
                    <a:pt x="844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43"/>
            <p:cNvSpPr/>
            <p:nvPr/>
          </p:nvSpPr>
          <p:spPr>
            <a:xfrm>
              <a:off x="7288300" y="2597366"/>
              <a:ext cx="96750" cy="90500"/>
            </a:xfrm>
            <a:custGeom>
              <a:avLst/>
              <a:gdLst/>
              <a:ahLst/>
              <a:cxnLst/>
              <a:rect l="l" t="t" r="r" b="b"/>
              <a:pathLst>
                <a:path w="3870" h="3620" extrusionOk="0">
                  <a:moveTo>
                    <a:pt x="3012" y="0"/>
                  </a:moveTo>
                  <a:cubicBezTo>
                    <a:pt x="1942" y="0"/>
                    <a:pt x="206" y="383"/>
                    <a:pt x="1" y="1090"/>
                  </a:cubicBezTo>
                  <a:cubicBezTo>
                    <a:pt x="1" y="1090"/>
                    <a:pt x="1500" y="3619"/>
                    <a:pt x="2183" y="3619"/>
                  </a:cubicBezTo>
                  <a:cubicBezTo>
                    <a:pt x="2185" y="3619"/>
                    <a:pt x="2188" y="3619"/>
                    <a:pt x="2190" y="3619"/>
                  </a:cubicBezTo>
                  <a:cubicBezTo>
                    <a:pt x="2870" y="3582"/>
                    <a:pt x="3814" y="807"/>
                    <a:pt x="3852" y="259"/>
                  </a:cubicBezTo>
                  <a:cubicBezTo>
                    <a:pt x="3870" y="84"/>
                    <a:pt x="3514" y="0"/>
                    <a:pt x="301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43"/>
            <p:cNvSpPr/>
            <p:nvPr/>
          </p:nvSpPr>
          <p:spPr>
            <a:xfrm>
              <a:off x="7172675" y="2529966"/>
              <a:ext cx="299700" cy="120025"/>
            </a:xfrm>
            <a:custGeom>
              <a:avLst/>
              <a:gdLst/>
              <a:ahLst/>
              <a:cxnLst/>
              <a:rect l="l" t="t" r="r" b="b"/>
              <a:pathLst>
                <a:path w="11988" h="4801" extrusionOk="0">
                  <a:moveTo>
                    <a:pt x="6737" y="1"/>
                  </a:moveTo>
                  <a:cubicBezTo>
                    <a:pt x="4777" y="1"/>
                    <a:pt x="4494" y="331"/>
                    <a:pt x="4494" y="331"/>
                  </a:cubicBezTo>
                  <a:cubicBezTo>
                    <a:pt x="4494" y="331"/>
                    <a:pt x="2266" y="501"/>
                    <a:pt x="1134" y="1388"/>
                  </a:cubicBezTo>
                  <a:cubicBezTo>
                    <a:pt x="1" y="2276"/>
                    <a:pt x="322" y="3578"/>
                    <a:pt x="945" y="3710"/>
                  </a:cubicBezTo>
                  <a:cubicBezTo>
                    <a:pt x="994" y="3721"/>
                    <a:pt x="1048" y="3726"/>
                    <a:pt x="1105" y="3726"/>
                  </a:cubicBezTo>
                  <a:cubicBezTo>
                    <a:pt x="1782" y="3726"/>
                    <a:pt x="2983" y="3069"/>
                    <a:pt x="2983" y="3069"/>
                  </a:cubicBezTo>
                  <a:cubicBezTo>
                    <a:pt x="2983" y="3069"/>
                    <a:pt x="3245" y="4776"/>
                    <a:pt x="4404" y="4776"/>
                  </a:cubicBezTo>
                  <a:cubicBezTo>
                    <a:pt x="4451" y="4776"/>
                    <a:pt x="4500" y="4773"/>
                    <a:pt x="4550" y="4767"/>
                  </a:cubicBezTo>
                  <a:cubicBezTo>
                    <a:pt x="5834" y="4616"/>
                    <a:pt x="6344" y="3257"/>
                    <a:pt x="6344" y="3257"/>
                  </a:cubicBezTo>
                  <a:cubicBezTo>
                    <a:pt x="6344" y="3257"/>
                    <a:pt x="7768" y="4801"/>
                    <a:pt x="8624" y="4801"/>
                  </a:cubicBezTo>
                  <a:cubicBezTo>
                    <a:pt x="8671" y="4801"/>
                    <a:pt x="8716" y="4796"/>
                    <a:pt x="8760" y="4786"/>
                  </a:cubicBezTo>
                  <a:cubicBezTo>
                    <a:pt x="9590" y="4616"/>
                    <a:pt x="9439" y="2842"/>
                    <a:pt x="9439" y="2842"/>
                  </a:cubicBezTo>
                  <a:lnTo>
                    <a:pt x="9439" y="2842"/>
                  </a:lnTo>
                  <a:cubicBezTo>
                    <a:pt x="9439" y="2842"/>
                    <a:pt x="10316" y="3226"/>
                    <a:pt x="10966" y="3226"/>
                  </a:cubicBezTo>
                  <a:cubicBezTo>
                    <a:pt x="11216" y="3226"/>
                    <a:pt x="11433" y="3169"/>
                    <a:pt x="11553" y="3012"/>
                  </a:cubicBezTo>
                  <a:cubicBezTo>
                    <a:pt x="11988" y="2446"/>
                    <a:pt x="9836" y="105"/>
                    <a:pt x="7344" y="10"/>
                  </a:cubicBezTo>
                  <a:cubicBezTo>
                    <a:pt x="7126" y="4"/>
                    <a:pt x="6924" y="1"/>
                    <a:pt x="673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43"/>
            <p:cNvSpPr/>
            <p:nvPr/>
          </p:nvSpPr>
          <p:spPr>
            <a:xfrm>
              <a:off x="7226475" y="2472166"/>
              <a:ext cx="158600" cy="101700"/>
            </a:xfrm>
            <a:custGeom>
              <a:avLst/>
              <a:gdLst/>
              <a:ahLst/>
              <a:cxnLst/>
              <a:rect l="l" t="t" r="r" b="b"/>
              <a:pathLst>
                <a:path w="6344" h="4068" extrusionOk="0">
                  <a:moveTo>
                    <a:pt x="3720" y="1"/>
                  </a:moveTo>
                  <a:cubicBezTo>
                    <a:pt x="3720" y="1"/>
                    <a:pt x="1" y="1077"/>
                    <a:pt x="1549" y="3021"/>
                  </a:cubicBezTo>
                  <a:cubicBezTo>
                    <a:pt x="2137" y="3759"/>
                    <a:pt x="2918" y="4068"/>
                    <a:pt x="3681" y="4068"/>
                  </a:cubicBezTo>
                  <a:cubicBezTo>
                    <a:pt x="4926" y="4068"/>
                    <a:pt x="6121" y="3246"/>
                    <a:pt x="6343" y="2134"/>
                  </a:cubicBezTo>
                  <a:lnTo>
                    <a:pt x="3720" y="1"/>
                  </a:lnTo>
                  <a:close/>
                </a:path>
              </a:pathLst>
            </a:custGeom>
            <a:solidFill>
              <a:srgbClr val="FFE4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43"/>
            <p:cNvSpPr/>
            <p:nvPr/>
          </p:nvSpPr>
          <p:spPr>
            <a:xfrm>
              <a:off x="7251500" y="2472166"/>
              <a:ext cx="133575" cy="105750"/>
            </a:xfrm>
            <a:custGeom>
              <a:avLst/>
              <a:gdLst/>
              <a:ahLst/>
              <a:cxnLst/>
              <a:rect l="l" t="t" r="r" b="b"/>
              <a:pathLst>
                <a:path w="5343" h="4230" extrusionOk="0">
                  <a:moveTo>
                    <a:pt x="2719" y="1"/>
                  </a:moveTo>
                  <a:cubicBezTo>
                    <a:pt x="2719" y="1"/>
                    <a:pt x="2549" y="20"/>
                    <a:pt x="2284" y="152"/>
                  </a:cubicBezTo>
                  <a:cubicBezTo>
                    <a:pt x="1907" y="265"/>
                    <a:pt x="1529" y="416"/>
                    <a:pt x="1171" y="624"/>
                  </a:cubicBezTo>
                  <a:cubicBezTo>
                    <a:pt x="944" y="756"/>
                    <a:pt x="718" y="907"/>
                    <a:pt x="510" y="1096"/>
                  </a:cubicBezTo>
                  <a:cubicBezTo>
                    <a:pt x="284" y="1322"/>
                    <a:pt x="114" y="1624"/>
                    <a:pt x="38" y="1945"/>
                  </a:cubicBezTo>
                  <a:cubicBezTo>
                    <a:pt x="0" y="2285"/>
                    <a:pt x="76" y="2662"/>
                    <a:pt x="284" y="2945"/>
                  </a:cubicBezTo>
                  <a:cubicBezTo>
                    <a:pt x="321" y="3021"/>
                    <a:pt x="378" y="3096"/>
                    <a:pt x="435" y="3153"/>
                  </a:cubicBezTo>
                  <a:lnTo>
                    <a:pt x="604" y="3361"/>
                  </a:lnTo>
                  <a:cubicBezTo>
                    <a:pt x="718" y="3493"/>
                    <a:pt x="850" y="3606"/>
                    <a:pt x="982" y="3700"/>
                  </a:cubicBezTo>
                  <a:lnTo>
                    <a:pt x="1095" y="3776"/>
                  </a:lnTo>
                  <a:lnTo>
                    <a:pt x="1208" y="3852"/>
                  </a:lnTo>
                  <a:lnTo>
                    <a:pt x="1454" y="3965"/>
                  </a:lnTo>
                  <a:cubicBezTo>
                    <a:pt x="1511" y="4021"/>
                    <a:pt x="1605" y="4040"/>
                    <a:pt x="1680" y="4078"/>
                  </a:cubicBezTo>
                  <a:cubicBezTo>
                    <a:pt x="1756" y="4097"/>
                    <a:pt x="1831" y="4135"/>
                    <a:pt x="1926" y="4154"/>
                  </a:cubicBezTo>
                  <a:cubicBezTo>
                    <a:pt x="2077" y="4191"/>
                    <a:pt x="2247" y="4229"/>
                    <a:pt x="2417" y="4229"/>
                  </a:cubicBezTo>
                  <a:lnTo>
                    <a:pt x="2662" y="4229"/>
                  </a:lnTo>
                  <a:lnTo>
                    <a:pt x="2907" y="4210"/>
                  </a:lnTo>
                  <a:cubicBezTo>
                    <a:pt x="3058" y="4210"/>
                    <a:pt x="3228" y="4172"/>
                    <a:pt x="3379" y="4135"/>
                  </a:cubicBezTo>
                  <a:cubicBezTo>
                    <a:pt x="3530" y="4097"/>
                    <a:pt x="3662" y="4040"/>
                    <a:pt x="3813" y="3984"/>
                  </a:cubicBezTo>
                  <a:cubicBezTo>
                    <a:pt x="4059" y="3870"/>
                    <a:pt x="4304" y="3738"/>
                    <a:pt x="4512" y="3549"/>
                  </a:cubicBezTo>
                  <a:cubicBezTo>
                    <a:pt x="4833" y="3304"/>
                    <a:pt x="5078" y="2964"/>
                    <a:pt x="5229" y="2568"/>
                  </a:cubicBezTo>
                  <a:cubicBezTo>
                    <a:pt x="5267" y="2474"/>
                    <a:pt x="5286" y="2360"/>
                    <a:pt x="5305" y="2247"/>
                  </a:cubicBezTo>
                  <a:lnTo>
                    <a:pt x="5342" y="2134"/>
                  </a:lnTo>
                  <a:lnTo>
                    <a:pt x="5286" y="2247"/>
                  </a:lnTo>
                  <a:cubicBezTo>
                    <a:pt x="5248" y="2360"/>
                    <a:pt x="5210" y="2455"/>
                    <a:pt x="5154" y="2549"/>
                  </a:cubicBezTo>
                  <a:cubicBezTo>
                    <a:pt x="4965" y="2889"/>
                    <a:pt x="4701" y="3172"/>
                    <a:pt x="4380" y="3398"/>
                  </a:cubicBezTo>
                  <a:cubicBezTo>
                    <a:pt x="4172" y="3531"/>
                    <a:pt x="3946" y="3663"/>
                    <a:pt x="3700" y="3738"/>
                  </a:cubicBezTo>
                  <a:cubicBezTo>
                    <a:pt x="3568" y="3776"/>
                    <a:pt x="3436" y="3814"/>
                    <a:pt x="3304" y="3852"/>
                  </a:cubicBezTo>
                  <a:cubicBezTo>
                    <a:pt x="3172" y="3889"/>
                    <a:pt x="3021" y="3908"/>
                    <a:pt x="2889" y="3908"/>
                  </a:cubicBezTo>
                  <a:lnTo>
                    <a:pt x="2662" y="3908"/>
                  </a:lnTo>
                  <a:cubicBezTo>
                    <a:pt x="2586" y="3908"/>
                    <a:pt x="2511" y="3889"/>
                    <a:pt x="2435" y="3889"/>
                  </a:cubicBezTo>
                  <a:cubicBezTo>
                    <a:pt x="2284" y="3870"/>
                    <a:pt x="2133" y="3852"/>
                    <a:pt x="2001" y="3814"/>
                  </a:cubicBezTo>
                  <a:cubicBezTo>
                    <a:pt x="1926" y="3795"/>
                    <a:pt x="1850" y="3776"/>
                    <a:pt x="1775" y="3738"/>
                  </a:cubicBezTo>
                  <a:cubicBezTo>
                    <a:pt x="1718" y="3700"/>
                    <a:pt x="1624" y="3682"/>
                    <a:pt x="1567" y="3644"/>
                  </a:cubicBezTo>
                  <a:lnTo>
                    <a:pt x="1378" y="3531"/>
                  </a:lnTo>
                  <a:lnTo>
                    <a:pt x="1265" y="3474"/>
                  </a:lnTo>
                  <a:lnTo>
                    <a:pt x="1190" y="3398"/>
                  </a:lnTo>
                  <a:cubicBezTo>
                    <a:pt x="1057" y="3323"/>
                    <a:pt x="944" y="3210"/>
                    <a:pt x="831" y="3096"/>
                  </a:cubicBezTo>
                  <a:lnTo>
                    <a:pt x="680" y="2927"/>
                  </a:lnTo>
                  <a:cubicBezTo>
                    <a:pt x="642" y="2870"/>
                    <a:pt x="586" y="2813"/>
                    <a:pt x="548" y="2757"/>
                  </a:cubicBezTo>
                  <a:cubicBezTo>
                    <a:pt x="378" y="2530"/>
                    <a:pt x="302" y="2247"/>
                    <a:pt x="321" y="1964"/>
                  </a:cubicBezTo>
                  <a:cubicBezTo>
                    <a:pt x="378" y="1700"/>
                    <a:pt x="491" y="1454"/>
                    <a:pt x="680" y="1247"/>
                  </a:cubicBezTo>
                  <a:cubicBezTo>
                    <a:pt x="869" y="1058"/>
                    <a:pt x="1057" y="888"/>
                    <a:pt x="1265" y="756"/>
                  </a:cubicBezTo>
                  <a:cubicBezTo>
                    <a:pt x="1586" y="529"/>
                    <a:pt x="1945" y="340"/>
                    <a:pt x="2303" y="171"/>
                  </a:cubicBezTo>
                  <a:cubicBezTo>
                    <a:pt x="2568" y="57"/>
                    <a:pt x="2719" y="1"/>
                    <a:pt x="2719" y="1"/>
                  </a:cubicBezTo>
                  <a:close/>
                </a:path>
              </a:pathLst>
            </a:custGeom>
            <a:solidFill>
              <a:srgbClr val="DD92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43"/>
            <p:cNvSpPr/>
            <p:nvPr/>
          </p:nvSpPr>
          <p:spPr>
            <a:xfrm>
              <a:off x="7207600" y="2445716"/>
              <a:ext cx="31175" cy="36950"/>
            </a:xfrm>
            <a:custGeom>
              <a:avLst/>
              <a:gdLst/>
              <a:ahLst/>
              <a:cxnLst/>
              <a:rect l="l" t="t" r="r" b="b"/>
              <a:pathLst>
                <a:path w="1247" h="1478" extrusionOk="0">
                  <a:moveTo>
                    <a:pt x="652" y="1"/>
                  </a:moveTo>
                  <a:cubicBezTo>
                    <a:pt x="342" y="1"/>
                    <a:pt x="57" y="297"/>
                    <a:pt x="39" y="700"/>
                  </a:cubicBezTo>
                  <a:cubicBezTo>
                    <a:pt x="1" y="1096"/>
                    <a:pt x="227" y="1455"/>
                    <a:pt x="567" y="1474"/>
                  </a:cubicBezTo>
                  <a:cubicBezTo>
                    <a:pt x="585" y="1476"/>
                    <a:pt x="603" y="1477"/>
                    <a:pt x="621" y="1477"/>
                  </a:cubicBezTo>
                  <a:cubicBezTo>
                    <a:pt x="919" y="1477"/>
                    <a:pt x="1173" y="1186"/>
                    <a:pt x="1209" y="794"/>
                  </a:cubicBezTo>
                  <a:cubicBezTo>
                    <a:pt x="1247" y="379"/>
                    <a:pt x="1001" y="39"/>
                    <a:pt x="680" y="2"/>
                  </a:cubicBezTo>
                  <a:cubicBezTo>
                    <a:pt x="671" y="1"/>
                    <a:pt x="661" y="1"/>
                    <a:pt x="65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43"/>
            <p:cNvSpPr/>
            <p:nvPr/>
          </p:nvSpPr>
          <p:spPr>
            <a:xfrm>
              <a:off x="7417600" y="2463116"/>
              <a:ext cx="31175" cy="36950"/>
            </a:xfrm>
            <a:custGeom>
              <a:avLst/>
              <a:gdLst/>
              <a:ahLst/>
              <a:cxnLst/>
              <a:rect l="l" t="t" r="r" b="b"/>
              <a:pathLst>
                <a:path w="1247" h="1478" extrusionOk="0">
                  <a:moveTo>
                    <a:pt x="629" y="1"/>
                  </a:moveTo>
                  <a:cubicBezTo>
                    <a:pt x="330" y="1"/>
                    <a:pt x="74" y="308"/>
                    <a:pt x="39" y="684"/>
                  </a:cubicBezTo>
                  <a:cubicBezTo>
                    <a:pt x="1" y="1099"/>
                    <a:pt x="246" y="1458"/>
                    <a:pt x="567" y="1476"/>
                  </a:cubicBezTo>
                  <a:cubicBezTo>
                    <a:pt x="577" y="1477"/>
                    <a:pt x="586" y="1477"/>
                    <a:pt x="596" y="1477"/>
                  </a:cubicBezTo>
                  <a:cubicBezTo>
                    <a:pt x="906" y="1477"/>
                    <a:pt x="1191" y="1181"/>
                    <a:pt x="1209" y="797"/>
                  </a:cubicBezTo>
                  <a:cubicBezTo>
                    <a:pt x="1247" y="382"/>
                    <a:pt x="1020" y="23"/>
                    <a:pt x="681" y="4"/>
                  </a:cubicBezTo>
                  <a:cubicBezTo>
                    <a:pt x="663" y="2"/>
                    <a:pt x="646" y="1"/>
                    <a:pt x="62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43"/>
            <p:cNvSpPr/>
            <p:nvPr/>
          </p:nvSpPr>
          <p:spPr>
            <a:xfrm>
              <a:off x="7184475" y="2397416"/>
              <a:ext cx="60450" cy="21450"/>
            </a:xfrm>
            <a:custGeom>
              <a:avLst/>
              <a:gdLst/>
              <a:ahLst/>
              <a:cxnLst/>
              <a:rect l="l" t="t" r="r" b="b"/>
              <a:pathLst>
                <a:path w="2418" h="858" extrusionOk="0">
                  <a:moveTo>
                    <a:pt x="1489" y="1"/>
                  </a:moveTo>
                  <a:cubicBezTo>
                    <a:pt x="1466" y="1"/>
                    <a:pt x="1442" y="3"/>
                    <a:pt x="1417" y="8"/>
                  </a:cubicBezTo>
                  <a:lnTo>
                    <a:pt x="1133" y="8"/>
                  </a:lnTo>
                  <a:lnTo>
                    <a:pt x="869" y="65"/>
                  </a:lnTo>
                  <a:cubicBezTo>
                    <a:pt x="775" y="84"/>
                    <a:pt x="699" y="121"/>
                    <a:pt x="624" y="178"/>
                  </a:cubicBezTo>
                  <a:cubicBezTo>
                    <a:pt x="548" y="197"/>
                    <a:pt x="473" y="254"/>
                    <a:pt x="397" y="310"/>
                  </a:cubicBezTo>
                  <a:cubicBezTo>
                    <a:pt x="341" y="348"/>
                    <a:pt x="284" y="405"/>
                    <a:pt x="246" y="461"/>
                  </a:cubicBezTo>
                  <a:cubicBezTo>
                    <a:pt x="152" y="537"/>
                    <a:pt x="95" y="631"/>
                    <a:pt x="58" y="744"/>
                  </a:cubicBezTo>
                  <a:cubicBezTo>
                    <a:pt x="39" y="782"/>
                    <a:pt x="20" y="820"/>
                    <a:pt x="1" y="858"/>
                  </a:cubicBezTo>
                  <a:lnTo>
                    <a:pt x="114" y="858"/>
                  </a:lnTo>
                  <a:cubicBezTo>
                    <a:pt x="209" y="839"/>
                    <a:pt x="303" y="801"/>
                    <a:pt x="416" y="801"/>
                  </a:cubicBezTo>
                  <a:cubicBezTo>
                    <a:pt x="473" y="782"/>
                    <a:pt x="548" y="782"/>
                    <a:pt x="605" y="763"/>
                  </a:cubicBezTo>
                  <a:cubicBezTo>
                    <a:pt x="633" y="754"/>
                    <a:pt x="666" y="754"/>
                    <a:pt x="699" y="754"/>
                  </a:cubicBezTo>
                  <a:cubicBezTo>
                    <a:pt x="732" y="754"/>
                    <a:pt x="765" y="754"/>
                    <a:pt x="794" y="744"/>
                  </a:cubicBezTo>
                  <a:cubicBezTo>
                    <a:pt x="869" y="725"/>
                    <a:pt x="926" y="707"/>
                    <a:pt x="1001" y="707"/>
                  </a:cubicBezTo>
                  <a:lnTo>
                    <a:pt x="1209" y="688"/>
                  </a:lnTo>
                  <a:lnTo>
                    <a:pt x="1417" y="669"/>
                  </a:lnTo>
                  <a:cubicBezTo>
                    <a:pt x="1473" y="650"/>
                    <a:pt x="1549" y="650"/>
                    <a:pt x="1605" y="650"/>
                  </a:cubicBezTo>
                  <a:cubicBezTo>
                    <a:pt x="1681" y="650"/>
                    <a:pt x="1738" y="631"/>
                    <a:pt x="1813" y="631"/>
                  </a:cubicBezTo>
                  <a:cubicBezTo>
                    <a:pt x="1870" y="631"/>
                    <a:pt x="1926" y="631"/>
                    <a:pt x="1983" y="612"/>
                  </a:cubicBezTo>
                  <a:cubicBezTo>
                    <a:pt x="2049" y="603"/>
                    <a:pt x="2106" y="603"/>
                    <a:pt x="2155" y="603"/>
                  </a:cubicBezTo>
                  <a:cubicBezTo>
                    <a:pt x="2205" y="603"/>
                    <a:pt x="2247" y="603"/>
                    <a:pt x="2285" y="593"/>
                  </a:cubicBezTo>
                  <a:lnTo>
                    <a:pt x="2417" y="574"/>
                  </a:lnTo>
                  <a:lnTo>
                    <a:pt x="2360" y="461"/>
                  </a:lnTo>
                  <a:cubicBezTo>
                    <a:pt x="2285" y="367"/>
                    <a:pt x="2209" y="291"/>
                    <a:pt x="2115" y="235"/>
                  </a:cubicBezTo>
                  <a:cubicBezTo>
                    <a:pt x="2058" y="178"/>
                    <a:pt x="1983" y="140"/>
                    <a:pt x="1926" y="121"/>
                  </a:cubicBezTo>
                  <a:cubicBezTo>
                    <a:pt x="1851" y="84"/>
                    <a:pt x="1756" y="46"/>
                    <a:pt x="1681" y="46"/>
                  </a:cubicBezTo>
                  <a:cubicBezTo>
                    <a:pt x="1612" y="18"/>
                    <a:pt x="1553" y="1"/>
                    <a:pt x="1489" y="1"/>
                  </a:cubicBezTo>
                  <a:close/>
                </a:path>
              </a:pathLst>
            </a:custGeom>
            <a:solidFill>
              <a:srgbClr val="995A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43"/>
            <p:cNvSpPr/>
            <p:nvPr/>
          </p:nvSpPr>
          <p:spPr>
            <a:xfrm>
              <a:off x="7417150" y="2410816"/>
              <a:ext cx="55700" cy="29750"/>
            </a:xfrm>
            <a:custGeom>
              <a:avLst/>
              <a:gdLst/>
              <a:ahLst/>
              <a:cxnLst/>
              <a:rect l="l" t="t" r="r" b="b"/>
              <a:pathLst>
                <a:path w="2228" h="1190" extrusionOk="0">
                  <a:moveTo>
                    <a:pt x="831" y="1"/>
                  </a:moveTo>
                  <a:cubicBezTo>
                    <a:pt x="736" y="1"/>
                    <a:pt x="661" y="20"/>
                    <a:pt x="566" y="38"/>
                  </a:cubicBezTo>
                  <a:cubicBezTo>
                    <a:pt x="491" y="57"/>
                    <a:pt x="434" y="76"/>
                    <a:pt x="359" y="114"/>
                  </a:cubicBezTo>
                  <a:cubicBezTo>
                    <a:pt x="302" y="133"/>
                    <a:pt x="245" y="171"/>
                    <a:pt x="189" y="208"/>
                  </a:cubicBezTo>
                  <a:cubicBezTo>
                    <a:pt x="151" y="227"/>
                    <a:pt x="113" y="265"/>
                    <a:pt x="76" y="303"/>
                  </a:cubicBezTo>
                  <a:cubicBezTo>
                    <a:pt x="38" y="340"/>
                    <a:pt x="19" y="359"/>
                    <a:pt x="0" y="397"/>
                  </a:cubicBezTo>
                  <a:lnTo>
                    <a:pt x="113" y="416"/>
                  </a:lnTo>
                  <a:lnTo>
                    <a:pt x="245" y="454"/>
                  </a:lnTo>
                  <a:cubicBezTo>
                    <a:pt x="283" y="454"/>
                    <a:pt x="340" y="473"/>
                    <a:pt x="396" y="491"/>
                  </a:cubicBezTo>
                  <a:cubicBezTo>
                    <a:pt x="453" y="510"/>
                    <a:pt x="510" y="510"/>
                    <a:pt x="566" y="529"/>
                  </a:cubicBezTo>
                  <a:cubicBezTo>
                    <a:pt x="623" y="529"/>
                    <a:pt x="699" y="586"/>
                    <a:pt x="755" y="586"/>
                  </a:cubicBezTo>
                  <a:cubicBezTo>
                    <a:pt x="812" y="605"/>
                    <a:pt x="887" y="624"/>
                    <a:pt x="944" y="643"/>
                  </a:cubicBezTo>
                  <a:lnTo>
                    <a:pt x="1133" y="718"/>
                  </a:lnTo>
                  <a:lnTo>
                    <a:pt x="1321" y="794"/>
                  </a:lnTo>
                  <a:cubicBezTo>
                    <a:pt x="1378" y="812"/>
                    <a:pt x="1435" y="831"/>
                    <a:pt x="1491" y="869"/>
                  </a:cubicBezTo>
                  <a:cubicBezTo>
                    <a:pt x="1548" y="888"/>
                    <a:pt x="1623" y="907"/>
                    <a:pt x="1661" y="926"/>
                  </a:cubicBezTo>
                  <a:cubicBezTo>
                    <a:pt x="1718" y="963"/>
                    <a:pt x="1774" y="982"/>
                    <a:pt x="1831" y="1001"/>
                  </a:cubicBezTo>
                  <a:cubicBezTo>
                    <a:pt x="1888" y="1020"/>
                    <a:pt x="1925" y="1039"/>
                    <a:pt x="1982" y="1077"/>
                  </a:cubicBezTo>
                  <a:lnTo>
                    <a:pt x="2095" y="1133"/>
                  </a:lnTo>
                  <a:lnTo>
                    <a:pt x="2228" y="1190"/>
                  </a:lnTo>
                  <a:lnTo>
                    <a:pt x="2228" y="1058"/>
                  </a:lnTo>
                  <a:cubicBezTo>
                    <a:pt x="2209" y="1001"/>
                    <a:pt x="2209" y="963"/>
                    <a:pt x="2190" y="907"/>
                  </a:cubicBezTo>
                  <a:cubicBezTo>
                    <a:pt x="2190" y="850"/>
                    <a:pt x="2171" y="775"/>
                    <a:pt x="2133" y="718"/>
                  </a:cubicBezTo>
                  <a:cubicBezTo>
                    <a:pt x="2095" y="661"/>
                    <a:pt x="2058" y="586"/>
                    <a:pt x="2020" y="529"/>
                  </a:cubicBezTo>
                  <a:cubicBezTo>
                    <a:pt x="1963" y="454"/>
                    <a:pt x="1907" y="397"/>
                    <a:pt x="1831" y="340"/>
                  </a:cubicBezTo>
                  <a:cubicBezTo>
                    <a:pt x="1774" y="284"/>
                    <a:pt x="1699" y="227"/>
                    <a:pt x="1623" y="189"/>
                  </a:cubicBezTo>
                  <a:lnTo>
                    <a:pt x="1359" y="57"/>
                  </a:lnTo>
                  <a:lnTo>
                    <a:pt x="1095" y="1"/>
                  </a:lnTo>
                  <a:close/>
                </a:path>
              </a:pathLst>
            </a:custGeom>
            <a:solidFill>
              <a:srgbClr val="995A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43"/>
            <p:cNvSpPr/>
            <p:nvPr/>
          </p:nvSpPr>
          <p:spPr>
            <a:xfrm>
              <a:off x="7600250" y="2496891"/>
              <a:ext cx="86850" cy="78650"/>
            </a:xfrm>
            <a:custGeom>
              <a:avLst/>
              <a:gdLst/>
              <a:ahLst/>
              <a:cxnLst/>
              <a:rect l="l" t="t" r="r" b="b"/>
              <a:pathLst>
                <a:path w="3474" h="3146" extrusionOk="0">
                  <a:moveTo>
                    <a:pt x="1860" y="0"/>
                  </a:moveTo>
                  <a:cubicBezTo>
                    <a:pt x="1662" y="0"/>
                    <a:pt x="1465" y="34"/>
                    <a:pt x="1284" y="107"/>
                  </a:cubicBezTo>
                  <a:cubicBezTo>
                    <a:pt x="982" y="220"/>
                    <a:pt x="718" y="427"/>
                    <a:pt x="510" y="673"/>
                  </a:cubicBezTo>
                  <a:cubicBezTo>
                    <a:pt x="415" y="786"/>
                    <a:pt x="321" y="918"/>
                    <a:pt x="264" y="1069"/>
                  </a:cubicBezTo>
                  <a:cubicBezTo>
                    <a:pt x="227" y="1145"/>
                    <a:pt x="189" y="1201"/>
                    <a:pt x="170" y="1277"/>
                  </a:cubicBezTo>
                  <a:cubicBezTo>
                    <a:pt x="113" y="1409"/>
                    <a:pt x="95" y="1541"/>
                    <a:pt x="57" y="1673"/>
                  </a:cubicBezTo>
                  <a:lnTo>
                    <a:pt x="0" y="1900"/>
                  </a:lnTo>
                  <a:cubicBezTo>
                    <a:pt x="113" y="1862"/>
                    <a:pt x="246" y="1824"/>
                    <a:pt x="340" y="1787"/>
                  </a:cubicBezTo>
                  <a:lnTo>
                    <a:pt x="510" y="1749"/>
                  </a:lnTo>
                  <a:lnTo>
                    <a:pt x="585" y="1730"/>
                  </a:lnTo>
                  <a:lnTo>
                    <a:pt x="623" y="1730"/>
                  </a:lnTo>
                  <a:cubicBezTo>
                    <a:pt x="718" y="1711"/>
                    <a:pt x="831" y="1711"/>
                    <a:pt x="925" y="1711"/>
                  </a:cubicBezTo>
                  <a:cubicBezTo>
                    <a:pt x="1152" y="1730"/>
                    <a:pt x="1378" y="1824"/>
                    <a:pt x="1529" y="1994"/>
                  </a:cubicBezTo>
                  <a:cubicBezTo>
                    <a:pt x="1661" y="2145"/>
                    <a:pt x="1718" y="2334"/>
                    <a:pt x="1699" y="2542"/>
                  </a:cubicBezTo>
                  <a:cubicBezTo>
                    <a:pt x="1680" y="2711"/>
                    <a:pt x="1567" y="2863"/>
                    <a:pt x="1416" y="2957"/>
                  </a:cubicBezTo>
                  <a:cubicBezTo>
                    <a:pt x="1284" y="3014"/>
                    <a:pt x="1133" y="3051"/>
                    <a:pt x="1001" y="3070"/>
                  </a:cubicBezTo>
                  <a:cubicBezTo>
                    <a:pt x="906" y="3089"/>
                    <a:pt x="793" y="3089"/>
                    <a:pt x="699" y="3089"/>
                  </a:cubicBezTo>
                  <a:lnTo>
                    <a:pt x="604" y="3089"/>
                  </a:lnTo>
                  <a:lnTo>
                    <a:pt x="699" y="3108"/>
                  </a:lnTo>
                  <a:cubicBezTo>
                    <a:pt x="793" y="3127"/>
                    <a:pt x="887" y="3127"/>
                    <a:pt x="1001" y="3146"/>
                  </a:cubicBezTo>
                  <a:cubicBezTo>
                    <a:pt x="1152" y="3146"/>
                    <a:pt x="1322" y="3127"/>
                    <a:pt x="1473" y="3070"/>
                  </a:cubicBezTo>
                  <a:cubicBezTo>
                    <a:pt x="1680" y="2995"/>
                    <a:pt x="1850" y="2806"/>
                    <a:pt x="1907" y="2579"/>
                  </a:cubicBezTo>
                  <a:cubicBezTo>
                    <a:pt x="1944" y="2315"/>
                    <a:pt x="1888" y="2032"/>
                    <a:pt x="1718" y="1824"/>
                  </a:cubicBezTo>
                  <a:cubicBezTo>
                    <a:pt x="1529" y="1579"/>
                    <a:pt x="1265" y="1428"/>
                    <a:pt x="944" y="1409"/>
                  </a:cubicBezTo>
                  <a:cubicBezTo>
                    <a:pt x="887" y="1400"/>
                    <a:pt x="826" y="1395"/>
                    <a:pt x="762" y="1395"/>
                  </a:cubicBezTo>
                  <a:cubicBezTo>
                    <a:pt x="699" y="1395"/>
                    <a:pt x="633" y="1400"/>
                    <a:pt x="567" y="1409"/>
                  </a:cubicBezTo>
                  <a:lnTo>
                    <a:pt x="472" y="1409"/>
                  </a:lnTo>
                  <a:lnTo>
                    <a:pt x="472" y="1390"/>
                  </a:lnTo>
                  <a:cubicBezTo>
                    <a:pt x="491" y="1315"/>
                    <a:pt x="529" y="1258"/>
                    <a:pt x="548" y="1201"/>
                  </a:cubicBezTo>
                  <a:cubicBezTo>
                    <a:pt x="623" y="1088"/>
                    <a:pt x="680" y="975"/>
                    <a:pt x="774" y="862"/>
                  </a:cubicBezTo>
                  <a:cubicBezTo>
                    <a:pt x="925" y="654"/>
                    <a:pt x="1152" y="503"/>
                    <a:pt x="1397" y="390"/>
                  </a:cubicBezTo>
                  <a:cubicBezTo>
                    <a:pt x="1552" y="325"/>
                    <a:pt x="1724" y="296"/>
                    <a:pt x="1896" y="296"/>
                  </a:cubicBezTo>
                  <a:cubicBezTo>
                    <a:pt x="1976" y="296"/>
                    <a:pt x="2056" y="302"/>
                    <a:pt x="2133" y="314"/>
                  </a:cubicBezTo>
                  <a:cubicBezTo>
                    <a:pt x="2379" y="333"/>
                    <a:pt x="2605" y="427"/>
                    <a:pt x="2794" y="578"/>
                  </a:cubicBezTo>
                  <a:cubicBezTo>
                    <a:pt x="2964" y="692"/>
                    <a:pt x="3096" y="880"/>
                    <a:pt x="3190" y="1069"/>
                  </a:cubicBezTo>
                  <a:cubicBezTo>
                    <a:pt x="3304" y="1390"/>
                    <a:pt x="3304" y="1749"/>
                    <a:pt x="3190" y="2051"/>
                  </a:cubicBezTo>
                  <a:lnTo>
                    <a:pt x="3115" y="2202"/>
                  </a:lnTo>
                  <a:lnTo>
                    <a:pt x="3039" y="2315"/>
                  </a:lnTo>
                  <a:lnTo>
                    <a:pt x="2983" y="2391"/>
                  </a:lnTo>
                  <a:lnTo>
                    <a:pt x="3077" y="2334"/>
                  </a:lnTo>
                  <a:lnTo>
                    <a:pt x="3171" y="2240"/>
                  </a:lnTo>
                  <a:lnTo>
                    <a:pt x="3266" y="2107"/>
                  </a:lnTo>
                  <a:cubicBezTo>
                    <a:pt x="3436" y="1768"/>
                    <a:pt x="3474" y="1390"/>
                    <a:pt x="3379" y="1031"/>
                  </a:cubicBezTo>
                  <a:cubicBezTo>
                    <a:pt x="3304" y="786"/>
                    <a:pt x="3153" y="560"/>
                    <a:pt x="2964" y="390"/>
                  </a:cubicBezTo>
                  <a:cubicBezTo>
                    <a:pt x="2737" y="201"/>
                    <a:pt x="2473" y="69"/>
                    <a:pt x="2190" y="31"/>
                  </a:cubicBezTo>
                  <a:cubicBezTo>
                    <a:pt x="2081" y="11"/>
                    <a:pt x="1971" y="0"/>
                    <a:pt x="1860" y="0"/>
                  </a:cubicBezTo>
                  <a:close/>
                </a:path>
              </a:pathLst>
            </a:custGeom>
            <a:solidFill>
              <a:srgbClr val="D88E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43"/>
            <p:cNvSpPr/>
            <p:nvPr/>
          </p:nvSpPr>
          <p:spPr>
            <a:xfrm>
              <a:off x="7030650" y="2416016"/>
              <a:ext cx="60425" cy="88750"/>
            </a:xfrm>
            <a:custGeom>
              <a:avLst/>
              <a:gdLst/>
              <a:ahLst/>
              <a:cxnLst/>
              <a:rect l="l" t="t" r="r" b="b"/>
              <a:pathLst>
                <a:path w="2417" h="3550" extrusionOk="0">
                  <a:moveTo>
                    <a:pt x="1001" y="0"/>
                  </a:moveTo>
                  <a:cubicBezTo>
                    <a:pt x="868" y="19"/>
                    <a:pt x="755" y="76"/>
                    <a:pt x="642" y="132"/>
                  </a:cubicBezTo>
                  <a:cubicBezTo>
                    <a:pt x="434" y="246"/>
                    <a:pt x="283" y="416"/>
                    <a:pt x="189" y="623"/>
                  </a:cubicBezTo>
                  <a:cubicBezTo>
                    <a:pt x="38" y="906"/>
                    <a:pt x="0" y="1246"/>
                    <a:pt x="57" y="1567"/>
                  </a:cubicBezTo>
                  <a:cubicBezTo>
                    <a:pt x="57" y="1643"/>
                    <a:pt x="76" y="1737"/>
                    <a:pt x="95" y="1812"/>
                  </a:cubicBezTo>
                  <a:lnTo>
                    <a:pt x="132" y="1907"/>
                  </a:lnTo>
                  <a:lnTo>
                    <a:pt x="132" y="1812"/>
                  </a:lnTo>
                  <a:cubicBezTo>
                    <a:pt x="132" y="1737"/>
                    <a:pt x="132" y="1643"/>
                    <a:pt x="132" y="1567"/>
                  </a:cubicBezTo>
                  <a:cubicBezTo>
                    <a:pt x="132" y="1265"/>
                    <a:pt x="227" y="982"/>
                    <a:pt x="378" y="737"/>
                  </a:cubicBezTo>
                  <a:cubicBezTo>
                    <a:pt x="472" y="567"/>
                    <a:pt x="623" y="453"/>
                    <a:pt x="774" y="378"/>
                  </a:cubicBezTo>
                  <a:cubicBezTo>
                    <a:pt x="884" y="323"/>
                    <a:pt x="994" y="294"/>
                    <a:pt x="1104" y="294"/>
                  </a:cubicBezTo>
                  <a:cubicBezTo>
                    <a:pt x="1183" y="294"/>
                    <a:pt x="1262" y="309"/>
                    <a:pt x="1340" y="340"/>
                  </a:cubicBezTo>
                  <a:cubicBezTo>
                    <a:pt x="1548" y="416"/>
                    <a:pt x="1718" y="548"/>
                    <a:pt x="1831" y="718"/>
                  </a:cubicBezTo>
                  <a:cubicBezTo>
                    <a:pt x="1963" y="906"/>
                    <a:pt x="2039" y="1114"/>
                    <a:pt x="2058" y="1341"/>
                  </a:cubicBezTo>
                  <a:cubicBezTo>
                    <a:pt x="2095" y="1586"/>
                    <a:pt x="2095" y="1812"/>
                    <a:pt x="2058" y="2058"/>
                  </a:cubicBezTo>
                  <a:lnTo>
                    <a:pt x="2058" y="2096"/>
                  </a:lnTo>
                  <a:lnTo>
                    <a:pt x="2058" y="2115"/>
                  </a:lnTo>
                  <a:lnTo>
                    <a:pt x="2039" y="2096"/>
                  </a:lnTo>
                  <a:cubicBezTo>
                    <a:pt x="1982" y="2058"/>
                    <a:pt x="1926" y="2020"/>
                    <a:pt x="1850" y="2001"/>
                  </a:cubicBezTo>
                  <a:cubicBezTo>
                    <a:pt x="1784" y="1982"/>
                    <a:pt x="1713" y="1973"/>
                    <a:pt x="1642" y="1973"/>
                  </a:cubicBezTo>
                  <a:cubicBezTo>
                    <a:pt x="1572" y="1973"/>
                    <a:pt x="1501" y="1982"/>
                    <a:pt x="1435" y="2001"/>
                  </a:cubicBezTo>
                  <a:cubicBezTo>
                    <a:pt x="1208" y="2077"/>
                    <a:pt x="1019" y="2284"/>
                    <a:pt x="963" y="2530"/>
                  </a:cubicBezTo>
                  <a:cubicBezTo>
                    <a:pt x="906" y="2719"/>
                    <a:pt x="944" y="2907"/>
                    <a:pt x="1019" y="3077"/>
                  </a:cubicBezTo>
                  <a:cubicBezTo>
                    <a:pt x="1095" y="3209"/>
                    <a:pt x="1189" y="3323"/>
                    <a:pt x="1303" y="3398"/>
                  </a:cubicBezTo>
                  <a:cubicBezTo>
                    <a:pt x="1378" y="3455"/>
                    <a:pt x="1454" y="3493"/>
                    <a:pt x="1529" y="3530"/>
                  </a:cubicBezTo>
                  <a:lnTo>
                    <a:pt x="1624" y="3549"/>
                  </a:lnTo>
                  <a:lnTo>
                    <a:pt x="1548" y="3511"/>
                  </a:lnTo>
                  <a:cubicBezTo>
                    <a:pt x="1472" y="3474"/>
                    <a:pt x="1416" y="3417"/>
                    <a:pt x="1359" y="3342"/>
                  </a:cubicBezTo>
                  <a:cubicBezTo>
                    <a:pt x="1265" y="3266"/>
                    <a:pt x="1189" y="3153"/>
                    <a:pt x="1152" y="3039"/>
                  </a:cubicBezTo>
                  <a:cubicBezTo>
                    <a:pt x="1095" y="2888"/>
                    <a:pt x="1095" y="2737"/>
                    <a:pt x="1152" y="2586"/>
                  </a:cubicBezTo>
                  <a:cubicBezTo>
                    <a:pt x="1208" y="2417"/>
                    <a:pt x="1340" y="2303"/>
                    <a:pt x="1510" y="2247"/>
                  </a:cubicBezTo>
                  <a:cubicBezTo>
                    <a:pt x="1586" y="2247"/>
                    <a:pt x="1661" y="2247"/>
                    <a:pt x="1737" y="2266"/>
                  </a:cubicBezTo>
                  <a:cubicBezTo>
                    <a:pt x="1775" y="2284"/>
                    <a:pt x="1812" y="2303"/>
                    <a:pt x="1850" y="2341"/>
                  </a:cubicBezTo>
                  <a:cubicBezTo>
                    <a:pt x="1869" y="2360"/>
                    <a:pt x="1888" y="2379"/>
                    <a:pt x="1907" y="2398"/>
                  </a:cubicBezTo>
                  <a:cubicBezTo>
                    <a:pt x="1926" y="2398"/>
                    <a:pt x="1944" y="2398"/>
                    <a:pt x="1944" y="2435"/>
                  </a:cubicBezTo>
                  <a:lnTo>
                    <a:pt x="1982" y="2586"/>
                  </a:lnTo>
                  <a:lnTo>
                    <a:pt x="2152" y="3190"/>
                  </a:lnTo>
                  <a:lnTo>
                    <a:pt x="2171" y="3323"/>
                  </a:lnTo>
                  <a:lnTo>
                    <a:pt x="2228" y="3021"/>
                  </a:lnTo>
                  <a:lnTo>
                    <a:pt x="2228" y="2983"/>
                  </a:lnTo>
                  <a:lnTo>
                    <a:pt x="2228" y="2964"/>
                  </a:lnTo>
                  <a:lnTo>
                    <a:pt x="2246" y="2888"/>
                  </a:lnTo>
                  <a:lnTo>
                    <a:pt x="2265" y="2737"/>
                  </a:lnTo>
                  <a:lnTo>
                    <a:pt x="2322" y="2398"/>
                  </a:lnTo>
                  <a:lnTo>
                    <a:pt x="2360" y="2209"/>
                  </a:lnTo>
                  <a:lnTo>
                    <a:pt x="2379" y="2077"/>
                  </a:lnTo>
                  <a:cubicBezTo>
                    <a:pt x="2416" y="1812"/>
                    <a:pt x="2416" y="1548"/>
                    <a:pt x="2379" y="1284"/>
                  </a:cubicBezTo>
                  <a:cubicBezTo>
                    <a:pt x="2341" y="1001"/>
                    <a:pt x="2228" y="737"/>
                    <a:pt x="2077" y="510"/>
                  </a:cubicBezTo>
                  <a:cubicBezTo>
                    <a:pt x="1907" y="283"/>
                    <a:pt x="1661" y="132"/>
                    <a:pt x="1397" y="38"/>
                  </a:cubicBezTo>
                  <a:cubicBezTo>
                    <a:pt x="1340" y="19"/>
                    <a:pt x="1265" y="19"/>
                    <a:pt x="1208" y="0"/>
                  </a:cubicBezTo>
                  <a:close/>
                </a:path>
              </a:pathLst>
            </a:custGeom>
            <a:solidFill>
              <a:srgbClr val="D88E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43"/>
            <p:cNvSpPr/>
            <p:nvPr/>
          </p:nvSpPr>
          <p:spPr>
            <a:xfrm>
              <a:off x="6886700" y="2530091"/>
              <a:ext cx="185975" cy="182325"/>
            </a:xfrm>
            <a:custGeom>
              <a:avLst/>
              <a:gdLst/>
              <a:ahLst/>
              <a:cxnLst/>
              <a:rect l="l" t="t" r="r" b="b"/>
              <a:pathLst>
                <a:path w="7439" h="7293" extrusionOk="0">
                  <a:moveTo>
                    <a:pt x="2931" y="1"/>
                  </a:moveTo>
                  <a:cubicBezTo>
                    <a:pt x="2058" y="1"/>
                    <a:pt x="805" y="96"/>
                    <a:pt x="1" y="572"/>
                  </a:cubicBezTo>
                  <a:cubicBezTo>
                    <a:pt x="1" y="572"/>
                    <a:pt x="227" y="4630"/>
                    <a:pt x="2474" y="7292"/>
                  </a:cubicBezTo>
                  <a:cubicBezTo>
                    <a:pt x="2474" y="7292"/>
                    <a:pt x="2533" y="7293"/>
                    <a:pt x="2639" y="7293"/>
                  </a:cubicBezTo>
                  <a:cubicBezTo>
                    <a:pt x="3414" y="7293"/>
                    <a:pt x="6691" y="7249"/>
                    <a:pt x="7438" y="6518"/>
                  </a:cubicBezTo>
                  <a:cubicBezTo>
                    <a:pt x="7438" y="6518"/>
                    <a:pt x="4550" y="3196"/>
                    <a:pt x="3927" y="43"/>
                  </a:cubicBezTo>
                  <a:cubicBezTo>
                    <a:pt x="3927" y="43"/>
                    <a:pt x="3513" y="1"/>
                    <a:pt x="29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43"/>
            <p:cNvSpPr/>
            <p:nvPr/>
          </p:nvSpPr>
          <p:spPr>
            <a:xfrm>
              <a:off x="6897100" y="2572691"/>
              <a:ext cx="84025" cy="20775"/>
            </a:xfrm>
            <a:custGeom>
              <a:avLst/>
              <a:gdLst/>
              <a:ahLst/>
              <a:cxnLst/>
              <a:rect l="l" t="t" r="r" b="b"/>
              <a:pathLst>
                <a:path w="3361" h="831" extrusionOk="0">
                  <a:moveTo>
                    <a:pt x="3360" y="0"/>
                  </a:moveTo>
                  <a:lnTo>
                    <a:pt x="3209" y="38"/>
                  </a:lnTo>
                  <a:cubicBezTo>
                    <a:pt x="3115" y="57"/>
                    <a:pt x="2983" y="114"/>
                    <a:pt x="2832" y="170"/>
                  </a:cubicBezTo>
                  <a:cubicBezTo>
                    <a:pt x="2756" y="189"/>
                    <a:pt x="2681" y="208"/>
                    <a:pt x="2586" y="246"/>
                  </a:cubicBezTo>
                  <a:cubicBezTo>
                    <a:pt x="2492" y="265"/>
                    <a:pt x="2416" y="302"/>
                    <a:pt x="2303" y="321"/>
                  </a:cubicBezTo>
                  <a:cubicBezTo>
                    <a:pt x="2209" y="340"/>
                    <a:pt x="2114" y="378"/>
                    <a:pt x="2020" y="397"/>
                  </a:cubicBezTo>
                  <a:cubicBezTo>
                    <a:pt x="1925" y="416"/>
                    <a:pt x="1812" y="435"/>
                    <a:pt x="1718" y="453"/>
                  </a:cubicBezTo>
                  <a:cubicBezTo>
                    <a:pt x="1605" y="472"/>
                    <a:pt x="1510" y="472"/>
                    <a:pt x="1397" y="491"/>
                  </a:cubicBezTo>
                  <a:cubicBezTo>
                    <a:pt x="1303" y="510"/>
                    <a:pt x="1208" y="510"/>
                    <a:pt x="1095" y="510"/>
                  </a:cubicBezTo>
                  <a:cubicBezTo>
                    <a:pt x="1000" y="510"/>
                    <a:pt x="906" y="529"/>
                    <a:pt x="812" y="529"/>
                  </a:cubicBezTo>
                  <a:lnTo>
                    <a:pt x="0" y="529"/>
                  </a:lnTo>
                  <a:lnTo>
                    <a:pt x="151" y="604"/>
                  </a:lnTo>
                  <a:cubicBezTo>
                    <a:pt x="264" y="661"/>
                    <a:pt x="396" y="699"/>
                    <a:pt x="529" y="737"/>
                  </a:cubicBezTo>
                  <a:cubicBezTo>
                    <a:pt x="623" y="737"/>
                    <a:pt x="698" y="774"/>
                    <a:pt x="793" y="793"/>
                  </a:cubicBezTo>
                  <a:cubicBezTo>
                    <a:pt x="887" y="793"/>
                    <a:pt x="1000" y="831"/>
                    <a:pt x="1095" y="831"/>
                  </a:cubicBezTo>
                  <a:lnTo>
                    <a:pt x="1435" y="831"/>
                  </a:lnTo>
                  <a:cubicBezTo>
                    <a:pt x="1548" y="812"/>
                    <a:pt x="1661" y="812"/>
                    <a:pt x="1774" y="793"/>
                  </a:cubicBezTo>
                  <a:cubicBezTo>
                    <a:pt x="1888" y="774"/>
                    <a:pt x="2001" y="755"/>
                    <a:pt x="2095" y="718"/>
                  </a:cubicBezTo>
                  <a:cubicBezTo>
                    <a:pt x="2209" y="680"/>
                    <a:pt x="2303" y="642"/>
                    <a:pt x="2416" y="604"/>
                  </a:cubicBezTo>
                  <a:cubicBezTo>
                    <a:pt x="2511" y="586"/>
                    <a:pt x="2605" y="529"/>
                    <a:pt x="2681" y="472"/>
                  </a:cubicBezTo>
                  <a:cubicBezTo>
                    <a:pt x="2775" y="435"/>
                    <a:pt x="2850" y="397"/>
                    <a:pt x="2926" y="340"/>
                  </a:cubicBezTo>
                  <a:cubicBezTo>
                    <a:pt x="3039" y="265"/>
                    <a:pt x="3134" y="189"/>
                    <a:pt x="3247" y="95"/>
                  </a:cubicBezTo>
                  <a:lnTo>
                    <a:pt x="336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43"/>
            <p:cNvSpPr/>
            <p:nvPr/>
          </p:nvSpPr>
          <p:spPr>
            <a:xfrm>
              <a:off x="6812150" y="2344266"/>
              <a:ext cx="240225" cy="204600"/>
            </a:xfrm>
            <a:custGeom>
              <a:avLst/>
              <a:gdLst/>
              <a:ahLst/>
              <a:cxnLst/>
              <a:rect l="l" t="t" r="r" b="b"/>
              <a:pathLst>
                <a:path w="9609" h="8184" extrusionOk="0">
                  <a:moveTo>
                    <a:pt x="3578" y="0"/>
                  </a:moveTo>
                  <a:cubicBezTo>
                    <a:pt x="3569" y="0"/>
                    <a:pt x="3559" y="1"/>
                    <a:pt x="3549" y="1"/>
                  </a:cubicBezTo>
                  <a:cubicBezTo>
                    <a:pt x="2265" y="58"/>
                    <a:pt x="3266" y="3569"/>
                    <a:pt x="3266" y="3569"/>
                  </a:cubicBezTo>
                  <a:cubicBezTo>
                    <a:pt x="3266" y="3569"/>
                    <a:pt x="1849" y="1485"/>
                    <a:pt x="989" y="1485"/>
                  </a:cubicBezTo>
                  <a:cubicBezTo>
                    <a:pt x="934" y="1485"/>
                    <a:pt x="881" y="1493"/>
                    <a:pt x="831" y="1511"/>
                  </a:cubicBezTo>
                  <a:cubicBezTo>
                    <a:pt x="0" y="1794"/>
                    <a:pt x="2567" y="7797"/>
                    <a:pt x="3436" y="8118"/>
                  </a:cubicBezTo>
                  <a:cubicBezTo>
                    <a:pt x="3557" y="8164"/>
                    <a:pt x="3715" y="8184"/>
                    <a:pt x="3896" y="8184"/>
                  </a:cubicBezTo>
                  <a:cubicBezTo>
                    <a:pt x="4981" y="8184"/>
                    <a:pt x="6909" y="7476"/>
                    <a:pt x="6909" y="7476"/>
                  </a:cubicBezTo>
                  <a:cubicBezTo>
                    <a:pt x="6909" y="7476"/>
                    <a:pt x="9608" y="6023"/>
                    <a:pt x="9495" y="4966"/>
                  </a:cubicBezTo>
                  <a:cubicBezTo>
                    <a:pt x="9460" y="4639"/>
                    <a:pt x="9182" y="4527"/>
                    <a:pt x="8817" y="4527"/>
                  </a:cubicBezTo>
                  <a:cubicBezTo>
                    <a:pt x="8028" y="4527"/>
                    <a:pt x="6834" y="5051"/>
                    <a:pt x="6815" y="5060"/>
                  </a:cubicBezTo>
                  <a:lnTo>
                    <a:pt x="6815" y="5060"/>
                  </a:lnTo>
                  <a:cubicBezTo>
                    <a:pt x="6842" y="4983"/>
                    <a:pt x="8022" y="1012"/>
                    <a:pt x="7003" y="586"/>
                  </a:cubicBezTo>
                  <a:cubicBezTo>
                    <a:pt x="6941" y="559"/>
                    <a:pt x="6880" y="546"/>
                    <a:pt x="6820" y="546"/>
                  </a:cubicBezTo>
                  <a:cubicBezTo>
                    <a:pt x="5888" y="546"/>
                    <a:pt x="5172" y="3625"/>
                    <a:pt x="5172" y="3625"/>
                  </a:cubicBezTo>
                  <a:cubicBezTo>
                    <a:pt x="5172" y="3625"/>
                    <a:pt x="4838" y="0"/>
                    <a:pt x="3578" y="0"/>
                  </a:cubicBezTo>
                  <a:close/>
                </a:path>
              </a:pathLst>
            </a:custGeom>
            <a:solidFill>
              <a:srgbClr val="FFE4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43"/>
            <p:cNvSpPr/>
            <p:nvPr/>
          </p:nvSpPr>
          <p:spPr>
            <a:xfrm>
              <a:off x="6907000" y="2478416"/>
              <a:ext cx="40600" cy="40975"/>
            </a:xfrm>
            <a:custGeom>
              <a:avLst/>
              <a:gdLst/>
              <a:ahLst/>
              <a:cxnLst/>
              <a:rect l="l" t="t" r="r" b="b"/>
              <a:pathLst>
                <a:path w="1624" h="1639" extrusionOk="0">
                  <a:moveTo>
                    <a:pt x="208" y="1"/>
                  </a:moveTo>
                  <a:cubicBezTo>
                    <a:pt x="137" y="1"/>
                    <a:pt x="67" y="5"/>
                    <a:pt x="0" y="15"/>
                  </a:cubicBezTo>
                  <a:lnTo>
                    <a:pt x="359" y="204"/>
                  </a:lnTo>
                  <a:lnTo>
                    <a:pt x="510" y="279"/>
                  </a:lnTo>
                  <a:cubicBezTo>
                    <a:pt x="567" y="317"/>
                    <a:pt x="623" y="355"/>
                    <a:pt x="680" y="374"/>
                  </a:cubicBezTo>
                  <a:cubicBezTo>
                    <a:pt x="737" y="411"/>
                    <a:pt x="793" y="449"/>
                    <a:pt x="850" y="506"/>
                  </a:cubicBezTo>
                  <a:cubicBezTo>
                    <a:pt x="907" y="543"/>
                    <a:pt x="963" y="581"/>
                    <a:pt x="1001" y="638"/>
                  </a:cubicBezTo>
                  <a:cubicBezTo>
                    <a:pt x="1058" y="676"/>
                    <a:pt x="1095" y="732"/>
                    <a:pt x="1133" y="789"/>
                  </a:cubicBezTo>
                  <a:cubicBezTo>
                    <a:pt x="1190" y="827"/>
                    <a:pt x="1227" y="883"/>
                    <a:pt x="1246" y="940"/>
                  </a:cubicBezTo>
                  <a:lnTo>
                    <a:pt x="1341" y="1110"/>
                  </a:lnTo>
                  <a:cubicBezTo>
                    <a:pt x="1360" y="1166"/>
                    <a:pt x="1397" y="1204"/>
                    <a:pt x="1416" y="1261"/>
                  </a:cubicBezTo>
                  <a:cubicBezTo>
                    <a:pt x="1454" y="1374"/>
                    <a:pt x="1492" y="1468"/>
                    <a:pt x="1511" y="1525"/>
                  </a:cubicBezTo>
                  <a:lnTo>
                    <a:pt x="1548" y="1638"/>
                  </a:lnTo>
                  <a:lnTo>
                    <a:pt x="1586" y="1525"/>
                  </a:lnTo>
                  <a:cubicBezTo>
                    <a:pt x="1605" y="1431"/>
                    <a:pt x="1624" y="1336"/>
                    <a:pt x="1624" y="1223"/>
                  </a:cubicBezTo>
                  <a:cubicBezTo>
                    <a:pt x="1624" y="1072"/>
                    <a:pt x="1586" y="940"/>
                    <a:pt x="1529" y="808"/>
                  </a:cubicBezTo>
                  <a:cubicBezTo>
                    <a:pt x="1492" y="713"/>
                    <a:pt x="1454" y="657"/>
                    <a:pt x="1416" y="581"/>
                  </a:cubicBezTo>
                  <a:cubicBezTo>
                    <a:pt x="1360" y="506"/>
                    <a:pt x="1303" y="449"/>
                    <a:pt x="1246" y="374"/>
                  </a:cubicBezTo>
                  <a:cubicBezTo>
                    <a:pt x="1171" y="317"/>
                    <a:pt x="1114" y="279"/>
                    <a:pt x="1039" y="223"/>
                  </a:cubicBezTo>
                  <a:cubicBezTo>
                    <a:pt x="963" y="185"/>
                    <a:pt x="888" y="147"/>
                    <a:pt x="831" y="109"/>
                  </a:cubicBezTo>
                  <a:cubicBezTo>
                    <a:pt x="756" y="90"/>
                    <a:pt x="680" y="72"/>
                    <a:pt x="604" y="53"/>
                  </a:cubicBezTo>
                  <a:cubicBezTo>
                    <a:pt x="548" y="34"/>
                    <a:pt x="472" y="15"/>
                    <a:pt x="416" y="15"/>
                  </a:cubicBezTo>
                  <a:cubicBezTo>
                    <a:pt x="350" y="5"/>
                    <a:pt x="279" y="1"/>
                    <a:pt x="208" y="1"/>
                  </a:cubicBezTo>
                  <a:close/>
                </a:path>
              </a:pathLst>
            </a:custGeom>
            <a:solidFill>
              <a:srgbClr val="D88E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43"/>
            <p:cNvSpPr/>
            <p:nvPr/>
          </p:nvSpPr>
          <p:spPr>
            <a:xfrm>
              <a:off x="7088225" y="2307991"/>
              <a:ext cx="383100" cy="73325"/>
            </a:xfrm>
            <a:custGeom>
              <a:avLst/>
              <a:gdLst/>
              <a:ahLst/>
              <a:cxnLst/>
              <a:rect l="l" t="t" r="r" b="b"/>
              <a:pathLst>
                <a:path w="15324" h="2933" extrusionOk="0">
                  <a:moveTo>
                    <a:pt x="5645" y="1"/>
                  </a:moveTo>
                  <a:cubicBezTo>
                    <a:pt x="2702" y="1"/>
                    <a:pt x="181" y="456"/>
                    <a:pt x="113" y="1188"/>
                  </a:cubicBezTo>
                  <a:cubicBezTo>
                    <a:pt x="0" y="2132"/>
                    <a:pt x="2473" y="2547"/>
                    <a:pt x="6267" y="2849"/>
                  </a:cubicBezTo>
                  <a:cubicBezTo>
                    <a:pt x="6990" y="2906"/>
                    <a:pt x="7766" y="2932"/>
                    <a:pt x="8547" y="2932"/>
                  </a:cubicBezTo>
                  <a:cubicBezTo>
                    <a:pt x="11889" y="2932"/>
                    <a:pt x="15324" y="2456"/>
                    <a:pt x="15064" y="1905"/>
                  </a:cubicBezTo>
                  <a:cubicBezTo>
                    <a:pt x="14743" y="1226"/>
                    <a:pt x="9986" y="112"/>
                    <a:pt x="6626" y="17"/>
                  </a:cubicBezTo>
                  <a:cubicBezTo>
                    <a:pt x="6296" y="6"/>
                    <a:pt x="5968" y="1"/>
                    <a:pt x="564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43"/>
            <p:cNvSpPr/>
            <p:nvPr/>
          </p:nvSpPr>
          <p:spPr>
            <a:xfrm>
              <a:off x="5675775" y="2067041"/>
              <a:ext cx="2304850" cy="845300"/>
            </a:xfrm>
            <a:custGeom>
              <a:avLst/>
              <a:gdLst/>
              <a:ahLst/>
              <a:cxnLst/>
              <a:rect l="l" t="t" r="r" b="b"/>
              <a:pathLst>
                <a:path w="92194" h="33812" extrusionOk="0">
                  <a:moveTo>
                    <a:pt x="46328" y="2765"/>
                  </a:moveTo>
                  <a:cubicBezTo>
                    <a:pt x="46339" y="2765"/>
                    <a:pt x="46350" y="2765"/>
                    <a:pt x="46361" y="2765"/>
                  </a:cubicBezTo>
                  <a:lnTo>
                    <a:pt x="46380" y="2765"/>
                  </a:lnTo>
                  <a:cubicBezTo>
                    <a:pt x="57970" y="2879"/>
                    <a:pt x="81510" y="6541"/>
                    <a:pt x="84907" y="12525"/>
                  </a:cubicBezTo>
                  <a:cubicBezTo>
                    <a:pt x="87550" y="17187"/>
                    <a:pt x="86267" y="25266"/>
                    <a:pt x="85568" y="28589"/>
                  </a:cubicBezTo>
                  <a:cubicBezTo>
                    <a:pt x="85417" y="29326"/>
                    <a:pt x="84760" y="29841"/>
                    <a:pt x="84020" y="29841"/>
                  </a:cubicBezTo>
                  <a:cubicBezTo>
                    <a:pt x="83927" y="29841"/>
                    <a:pt x="83832" y="29833"/>
                    <a:pt x="83737" y="29816"/>
                  </a:cubicBezTo>
                  <a:cubicBezTo>
                    <a:pt x="79523" y="29071"/>
                    <a:pt x="66604" y="27050"/>
                    <a:pt x="49639" y="27050"/>
                  </a:cubicBezTo>
                  <a:cubicBezTo>
                    <a:pt x="48974" y="27050"/>
                    <a:pt x="48303" y="27053"/>
                    <a:pt x="47626" y="27060"/>
                  </a:cubicBezTo>
                  <a:cubicBezTo>
                    <a:pt x="46777" y="27060"/>
                    <a:pt x="46078" y="26418"/>
                    <a:pt x="46022" y="25568"/>
                  </a:cubicBezTo>
                  <a:cubicBezTo>
                    <a:pt x="45776" y="21189"/>
                    <a:pt x="45078" y="9882"/>
                    <a:pt x="44776" y="4427"/>
                  </a:cubicBezTo>
                  <a:cubicBezTo>
                    <a:pt x="44720" y="3531"/>
                    <a:pt x="45419" y="2765"/>
                    <a:pt x="46328" y="2765"/>
                  </a:cubicBezTo>
                  <a:close/>
                  <a:moveTo>
                    <a:pt x="41147" y="2896"/>
                  </a:moveTo>
                  <a:cubicBezTo>
                    <a:pt x="41966" y="2896"/>
                    <a:pt x="42663" y="3526"/>
                    <a:pt x="42718" y="4370"/>
                  </a:cubicBezTo>
                  <a:lnTo>
                    <a:pt x="44209" y="25474"/>
                  </a:lnTo>
                  <a:cubicBezTo>
                    <a:pt x="44266" y="26361"/>
                    <a:pt x="43586" y="27135"/>
                    <a:pt x="42699" y="27154"/>
                  </a:cubicBezTo>
                  <a:cubicBezTo>
                    <a:pt x="32242" y="27494"/>
                    <a:pt x="20614" y="28683"/>
                    <a:pt x="8759" y="31326"/>
                  </a:cubicBezTo>
                  <a:cubicBezTo>
                    <a:pt x="8642" y="31352"/>
                    <a:pt x="8526" y="31365"/>
                    <a:pt x="8411" y="31365"/>
                  </a:cubicBezTo>
                  <a:cubicBezTo>
                    <a:pt x="7707" y="31365"/>
                    <a:pt x="7069" y="30888"/>
                    <a:pt x="6890" y="30174"/>
                  </a:cubicBezTo>
                  <a:cubicBezTo>
                    <a:pt x="5890" y="26248"/>
                    <a:pt x="3549" y="15564"/>
                    <a:pt x="6494" y="11317"/>
                  </a:cubicBezTo>
                  <a:cubicBezTo>
                    <a:pt x="9665" y="6767"/>
                    <a:pt x="28542" y="3596"/>
                    <a:pt x="41076" y="2898"/>
                  </a:cubicBezTo>
                  <a:cubicBezTo>
                    <a:pt x="41100" y="2897"/>
                    <a:pt x="41123" y="2896"/>
                    <a:pt x="41147" y="2896"/>
                  </a:cubicBezTo>
                  <a:close/>
                  <a:moveTo>
                    <a:pt x="42903" y="0"/>
                  </a:moveTo>
                  <a:cubicBezTo>
                    <a:pt x="30722" y="0"/>
                    <a:pt x="10789" y="3278"/>
                    <a:pt x="4984" y="9523"/>
                  </a:cubicBezTo>
                  <a:cubicBezTo>
                    <a:pt x="0" y="14865"/>
                    <a:pt x="4021" y="28362"/>
                    <a:pt x="5512" y="32742"/>
                  </a:cubicBezTo>
                  <a:cubicBezTo>
                    <a:pt x="5733" y="33389"/>
                    <a:pt x="6337" y="33811"/>
                    <a:pt x="6992" y="33811"/>
                  </a:cubicBezTo>
                  <a:cubicBezTo>
                    <a:pt x="7120" y="33811"/>
                    <a:pt x="7251" y="33795"/>
                    <a:pt x="7381" y="33761"/>
                  </a:cubicBezTo>
                  <a:cubicBezTo>
                    <a:pt x="11803" y="32678"/>
                    <a:pt x="26746" y="29486"/>
                    <a:pt x="50036" y="29486"/>
                  </a:cubicBezTo>
                  <a:cubicBezTo>
                    <a:pt x="60447" y="29486"/>
                    <a:pt x="72525" y="30124"/>
                    <a:pt x="86078" y="31873"/>
                  </a:cubicBezTo>
                  <a:cubicBezTo>
                    <a:pt x="86155" y="31885"/>
                    <a:pt x="86231" y="31890"/>
                    <a:pt x="86306" y="31890"/>
                  </a:cubicBezTo>
                  <a:cubicBezTo>
                    <a:pt x="86989" y="31890"/>
                    <a:pt x="87591" y="31440"/>
                    <a:pt x="87796" y="30760"/>
                  </a:cubicBezTo>
                  <a:cubicBezTo>
                    <a:pt x="89060" y="26475"/>
                    <a:pt x="92194" y="12732"/>
                    <a:pt x="84228" y="7126"/>
                  </a:cubicBezTo>
                  <a:cubicBezTo>
                    <a:pt x="74771" y="444"/>
                    <a:pt x="56045" y="217"/>
                    <a:pt x="44002" y="9"/>
                  </a:cubicBezTo>
                  <a:cubicBezTo>
                    <a:pt x="43643" y="3"/>
                    <a:pt x="43277" y="0"/>
                    <a:pt x="429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43"/>
            <p:cNvSpPr/>
            <p:nvPr/>
          </p:nvSpPr>
          <p:spPr>
            <a:xfrm>
              <a:off x="5571625" y="1600816"/>
              <a:ext cx="2539725" cy="766150"/>
            </a:xfrm>
            <a:custGeom>
              <a:avLst/>
              <a:gdLst/>
              <a:ahLst/>
              <a:cxnLst/>
              <a:rect l="l" t="t" r="r" b="b"/>
              <a:pathLst>
                <a:path w="101589" h="30646" extrusionOk="0">
                  <a:moveTo>
                    <a:pt x="51103" y="0"/>
                  </a:moveTo>
                  <a:cubicBezTo>
                    <a:pt x="13672" y="0"/>
                    <a:pt x="1" y="24410"/>
                    <a:pt x="599" y="27455"/>
                  </a:cubicBezTo>
                  <a:cubicBezTo>
                    <a:pt x="1203" y="30551"/>
                    <a:pt x="2845" y="30645"/>
                    <a:pt x="2845" y="30645"/>
                  </a:cubicBezTo>
                  <a:cubicBezTo>
                    <a:pt x="2845" y="30645"/>
                    <a:pt x="19362" y="21339"/>
                    <a:pt x="48054" y="19980"/>
                  </a:cubicBezTo>
                  <a:cubicBezTo>
                    <a:pt x="49105" y="19930"/>
                    <a:pt x="50168" y="19906"/>
                    <a:pt x="51240" y="19906"/>
                  </a:cubicBezTo>
                  <a:cubicBezTo>
                    <a:pt x="72830" y="19906"/>
                    <a:pt x="97964" y="29569"/>
                    <a:pt x="97964" y="29569"/>
                  </a:cubicBezTo>
                  <a:cubicBezTo>
                    <a:pt x="97964" y="29569"/>
                    <a:pt x="97968" y="29569"/>
                    <a:pt x="97974" y="29569"/>
                  </a:cubicBezTo>
                  <a:cubicBezTo>
                    <a:pt x="98132" y="29569"/>
                    <a:pt x="100200" y="29517"/>
                    <a:pt x="100890" y="26794"/>
                  </a:cubicBezTo>
                  <a:cubicBezTo>
                    <a:pt x="101589" y="23963"/>
                    <a:pt x="90621" y="537"/>
                    <a:pt x="52302" y="8"/>
                  </a:cubicBezTo>
                  <a:cubicBezTo>
                    <a:pt x="51899" y="3"/>
                    <a:pt x="51500" y="0"/>
                    <a:pt x="511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43"/>
            <p:cNvSpPr/>
            <p:nvPr/>
          </p:nvSpPr>
          <p:spPr>
            <a:xfrm>
              <a:off x="5625750" y="1592841"/>
              <a:ext cx="2437475" cy="592900"/>
            </a:xfrm>
            <a:custGeom>
              <a:avLst/>
              <a:gdLst/>
              <a:ahLst/>
              <a:cxnLst/>
              <a:rect l="l" t="t" r="r" b="b"/>
              <a:pathLst>
                <a:path w="97499" h="23716" extrusionOk="0">
                  <a:moveTo>
                    <a:pt x="46954" y="0"/>
                  </a:moveTo>
                  <a:cubicBezTo>
                    <a:pt x="44044" y="0"/>
                    <a:pt x="41147" y="178"/>
                    <a:pt x="38263" y="535"/>
                  </a:cubicBezTo>
                  <a:cubicBezTo>
                    <a:pt x="34866" y="969"/>
                    <a:pt x="31505" y="1686"/>
                    <a:pt x="28240" y="2687"/>
                  </a:cubicBezTo>
                  <a:cubicBezTo>
                    <a:pt x="25163" y="3631"/>
                    <a:pt x="22199" y="4839"/>
                    <a:pt x="19349" y="6311"/>
                  </a:cubicBezTo>
                  <a:cubicBezTo>
                    <a:pt x="16782" y="7614"/>
                    <a:pt x="14347" y="9124"/>
                    <a:pt x="12044" y="10842"/>
                  </a:cubicBezTo>
                  <a:cubicBezTo>
                    <a:pt x="8589" y="13390"/>
                    <a:pt x="5475" y="16372"/>
                    <a:pt x="2775" y="19733"/>
                  </a:cubicBezTo>
                  <a:cubicBezTo>
                    <a:pt x="1813" y="20941"/>
                    <a:pt x="1114" y="21941"/>
                    <a:pt x="661" y="22640"/>
                  </a:cubicBezTo>
                  <a:cubicBezTo>
                    <a:pt x="208" y="23338"/>
                    <a:pt x="0" y="23716"/>
                    <a:pt x="0" y="23716"/>
                  </a:cubicBezTo>
                  <a:cubicBezTo>
                    <a:pt x="0" y="23716"/>
                    <a:pt x="246" y="23357"/>
                    <a:pt x="718" y="22677"/>
                  </a:cubicBezTo>
                  <a:cubicBezTo>
                    <a:pt x="1190" y="21998"/>
                    <a:pt x="1907" y="21016"/>
                    <a:pt x="2889" y="19827"/>
                  </a:cubicBezTo>
                  <a:cubicBezTo>
                    <a:pt x="5645" y="16561"/>
                    <a:pt x="8797" y="13654"/>
                    <a:pt x="12251" y="11163"/>
                  </a:cubicBezTo>
                  <a:cubicBezTo>
                    <a:pt x="14573" y="9520"/>
                    <a:pt x="17008" y="8048"/>
                    <a:pt x="19557" y="6764"/>
                  </a:cubicBezTo>
                  <a:cubicBezTo>
                    <a:pt x="22407" y="5349"/>
                    <a:pt x="25352" y="4178"/>
                    <a:pt x="28391" y="3272"/>
                  </a:cubicBezTo>
                  <a:cubicBezTo>
                    <a:pt x="31638" y="2309"/>
                    <a:pt x="34979" y="1611"/>
                    <a:pt x="38339" y="1215"/>
                  </a:cubicBezTo>
                  <a:cubicBezTo>
                    <a:pt x="41188" y="874"/>
                    <a:pt x="44062" y="698"/>
                    <a:pt x="46941" y="698"/>
                  </a:cubicBezTo>
                  <a:cubicBezTo>
                    <a:pt x="47572" y="698"/>
                    <a:pt x="48203" y="707"/>
                    <a:pt x="48834" y="724"/>
                  </a:cubicBezTo>
                  <a:cubicBezTo>
                    <a:pt x="52345" y="780"/>
                    <a:pt x="55837" y="1007"/>
                    <a:pt x="59330" y="1422"/>
                  </a:cubicBezTo>
                  <a:cubicBezTo>
                    <a:pt x="62690" y="1819"/>
                    <a:pt x="66031" y="2423"/>
                    <a:pt x="69334" y="3253"/>
                  </a:cubicBezTo>
                  <a:cubicBezTo>
                    <a:pt x="72411" y="4008"/>
                    <a:pt x="75431" y="5028"/>
                    <a:pt x="78338" y="6273"/>
                  </a:cubicBezTo>
                  <a:cubicBezTo>
                    <a:pt x="80962" y="7387"/>
                    <a:pt x="83473" y="8727"/>
                    <a:pt x="85851" y="10275"/>
                  </a:cubicBezTo>
                  <a:cubicBezTo>
                    <a:pt x="87852" y="11597"/>
                    <a:pt x="89740" y="13107"/>
                    <a:pt x="91477" y="14787"/>
                  </a:cubicBezTo>
                  <a:cubicBezTo>
                    <a:pt x="92798" y="16070"/>
                    <a:pt x="94025" y="17467"/>
                    <a:pt x="95120" y="18977"/>
                  </a:cubicBezTo>
                  <a:cubicBezTo>
                    <a:pt x="95837" y="19940"/>
                    <a:pt x="96479" y="20941"/>
                    <a:pt x="97045" y="21998"/>
                  </a:cubicBezTo>
                  <a:cubicBezTo>
                    <a:pt x="97253" y="22356"/>
                    <a:pt x="97385" y="22640"/>
                    <a:pt x="97498" y="22828"/>
                  </a:cubicBezTo>
                  <a:cubicBezTo>
                    <a:pt x="97404" y="22640"/>
                    <a:pt x="97272" y="22338"/>
                    <a:pt x="97083" y="21979"/>
                  </a:cubicBezTo>
                  <a:cubicBezTo>
                    <a:pt x="96535" y="20903"/>
                    <a:pt x="95913" y="19884"/>
                    <a:pt x="95233" y="18883"/>
                  </a:cubicBezTo>
                  <a:cubicBezTo>
                    <a:pt x="94176" y="17354"/>
                    <a:pt x="92968" y="15919"/>
                    <a:pt x="91665" y="14598"/>
                  </a:cubicBezTo>
                  <a:cubicBezTo>
                    <a:pt x="89948" y="12861"/>
                    <a:pt x="88079" y="11314"/>
                    <a:pt x="86078" y="9954"/>
                  </a:cubicBezTo>
                  <a:cubicBezTo>
                    <a:pt x="83699" y="8312"/>
                    <a:pt x="81189" y="6915"/>
                    <a:pt x="78565" y="5764"/>
                  </a:cubicBezTo>
                  <a:cubicBezTo>
                    <a:pt x="75639" y="4461"/>
                    <a:pt x="72600" y="3404"/>
                    <a:pt x="69485" y="2611"/>
                  </a:cubicBezTo>
                  <a:cubicBezTo>
                    <a:pt x="66182" y="1762"/>
                    <a:pt x="62803" y="1139"/>
                    <a:pt x="59405" y="724"/>
                  </a:cubicBezTo>
                  <a:cubicBezTo>
                    <a:pt x="55913" y="308"/>
                    <a:pt x="52383" y="82"/>
                    <a:pt x="48853" y="25"/>
                  </a:cubicBezTo>
                  <a:cubicBezTo>
                    <a:pt x="48219" y="8"/>
                    <a:pt x="47586" y="0"/>
                    <a:pt x="4695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43"/>
            <p:cNvSpPr/>
            <p:nvPr/>
          </p:nvSpPr>
          <p:spPr>
            <a:xfrm>
              <a:off x="5629525" y="1673841"/>
              <a:ext cx="2424225" cy="602600"/>
            </a:xfrm>
            <a:custGeom>
              <a:avLst/>
              <a:gdLst/>
              <a:ahLst/>
              <a:cxnLst/>
              <a:rect l="l" t="t" r="r" b="b"/>
              <a:pathLst>
                <a:path w="96969" h="24104" extrusionOk="0">
                  <a:moveTo>
                    <a:pt x="46771" y="1"/>
                  </a:moveTo>
                  <a:cubicBezTo>
                    <a:pt x="46267" y="1"/>
                    <a:pt x="45759" y="5"/>
                    <a:pt x="45248" y="13"/>
                  </a:cubicBezTo>
                  <a:cubicBezTo>
                    <a:pt x="15762" y="504"/>
                    <a:pt x="0" y="23005"/>
                    <a:pt x="1964" y="23968"/>
                  </a:cubicBezTo>
                  <a:cubicBezTo>
                    <a:pt x="2153" y="24060"/>
                    <a:pt x="2427" y="24103"/>
                    <a:pt x="2775" y="24103"/>
                  </a:cubicBezTo>
                  <a:cubicBezTo>
                    <a:pt x="5758" y="24103"/>
                    <a:pt x="14122" y="20946"/>
                    <a:pt x="19972" y="18984"/>
                  </a:cubicBezTo>
                  <a:cubicBezTo>
                    <a:pt x="25179" y="17229"/>
                    <a:pt x="32187" y="15223"/>
                    <a:pt x="46163" y="15223"/>
                  </a:cubicBezTo>
                  <a:cubicBezTo>
                    <a:pt x="49769" y="15223"/>
                    <a:pt x="53839" y="15356"/>
                    <a:pt x="58461" y="15662"/>
                  </a:cubicBezTo>
                  <a:cubicBezTo>
                    <a:pt x="77576" y="16928"/>
                    <a:pt x="89973" y="23552"/>
                    <a:pt x="94139" y="23552"/>
                  </a:cubicBezTo>
                  <a:cubicBezTo>
                    <a:pt x="94881" y="23552"/>
                    <a:pt x="95362" y="23342"/>
                    <a:pt x="95573" y="22854"/>
                  </a:cubicBezTo>
                  <a:cubicBezTo>
                    <a:pt x="96968" y="19654"/>
                    <a:pt x="81545" y="1"/>
                    <a:pt x="467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43"/>
            <p:cNvSpPr/>
            <p:nvPr/>
          </p:nvSpPr>
          <p:spPr>
            <a:xfrm>
              <a:off x="6246325" y="1718341"/>
              <a:ext cx="1226525" cy="343950"/>
            </a:xfrm>
            <a:custGeom>
              <a:avLst/>
              <a:gdLst/>
              <a:ahLst/>
              <a:cxnLst/>
              <a:rect l="l" t="t" r="r" b="b"/>
              <a:pathLst>
                <a:path w="49061" h="13758" extrusionOk="0">
                  <a:moveTo>
                    <a:pt x="24045" y="1"/>
                  </a:moveTo>
                  <a:cubicBezTo>
                    <a:pt x="13119" y="1"/>
                    <a:pt x="2499" y="3605"/>
                    <a:pt x="1473" y="4217"/>
                  </a:cubicBezTo>
                  <a:cubicBezTo>
                    <a:pt x="0" y="5104"/>
                    <a:pt x="2454" y="12221"/>
                    <a:pt x="3738" y="12957"/>
                  </a:cubicBezTo>
                  <a:cubicBezTo>
                    <a:pt x="3937" y="13069"/>
                    <a:pt x="4329" y="13117"/>
                    <a:pt x="4884" y="13117"/>
                  </a:cubicBezTo>
                  <a:cubicBezTo>
                    <a:pt x="7839" y="13117"/>
                    <a:pt x="15415" y="11779"/>
                    <a:pt x="23078" y="11779"/>
                  </a:cubicBezTo>
                  <a:cubicBezTo>
                    <a:pt x="23414" y="11779"/>
                    <a:pt x="23751" y="11781"/>
                    <a:pt x="24087" y="11787"/>
                  </a:cubicBezTo>
                  <a:cubicBezTo>
                    <a:pt x="31236" y="11896"/>
                    <a:pt x="42995" y="13758"/>
                    <a:pt x="44888" y="13758"/>
                  </a:cubicBezTo>
                  <a:cubicBezTo>
                    <a:pt x="44959" y="13758"/>
                    <a:pt x="45016" y="13755"/>
                    <a:pt x="45059" y="13750"/>
                  </a:cubicBezTo>
                  <a:cubicBezTo>
                    <a:pt x="46248" y="13580"/>
                    <a:pt x="49061" y="5878"/>
                    <a:pt x="48494" y="4821"/>
                  </a:cubicBezTo>
                  <a:cubicBezTo>
                    <a:pt x="47947" y="3745"/>
                    <a:pt x="37074" y="423"/>
                    <a:pt x="25616" y="26"/>
                  </a:cubicBezTo>
                  <a:cubicBezTo>
                    <a:pt x="25092" y="9"/>
                    <a:pt x="24568" y="1"/>
                    <a:pt x="2404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43"/>
            <p:cNvSpPr/>
            <p:nvPr/>
          </p:nvSpPr>
          <p:spPr>
            <a:xfrm>
              <a:off x="5728625" y="1863591"/>
              <a:ext cx="580475" cy="370100"/>
            </a:xfrm>
            <a:custGeom>
              <a:avLst/>
              <a:gdLst/>
              <a:ahLst/>
              <a:cxnLst/>
              <a:rect l="l" t="t" r="r" b="b"/>
              <a:pathLst>
                <a:path w="23219" h="14804" extrusionOk="0">
                  <a:moveTo>
                    <a:pt x="18671" y="1"/>
                  </a:moveTo>
                  <a:cubicBezTo>
                    <a:pt x="16813" y="1"/>
                    <a:pt x="13778" y="1263"/>
                    <a:pt x="9911" y="3787"/>
                  </a:cubicBezTo>
                  <a:cubicBezTo>
                    <a:pt x="3983" y="7676"/>
                    <a:pt x="1" y="13018"/>
                    <a:pt x="472" y="14433"/>
                  </a:cubicBezTo>
                  <a:cubicBezTo>
                    <a:pt x="561" y="14690"/>
                    <a:pt x="938" y="14803"/>
                    <a:pt x="1531" y="14803"/>
                  </a:cubicBezTo>
                  <a:cubicBezTo>
                    <a:pt x="5480" y="14803"/>
                    <a:pt x="19026" y="9784"/>
                    <a:pt x="21274" y="8487"/>
                  </a:cubicBezTo>
                  <a:cubicBezTo>
                    <a:pt x="23219" y="7392"/>
                    <a:pt x="21199" y="597"/>
                    <a:pt x="19500" y="106"/>
                  </a:cubicBezTo>
                  <a:cubicBezTo>
                    <a:pt x="19257" y="36"/>
                    <a:pt x="18980" y="1"/>
                    <a:pt x="1867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43"/>
            <p:cNvSpPr/>
            <p:nvPr/>
          </p:nvSpPr>
          <p:spPr>
            <a:xfrm>
              <a:off x="5998100" y="1932041"/>
              <a:ext cx="193975" cy="186075"/>
            </a:xfrm>
            <a:custGeom>
              <a:avLst/>
              <a:gdLst/>
              <a:ahLst/>
              <a:cxnLst/>
              <a:rect l="l" t="t" r="r" b="b"/>
              <a:pathLst>
                <a:path w="7759" h="7443" extrusionOk="0">
                  <a:moveTo>
                    <a:pt x="3908" y="0"/>
                  </a:moveTo>
                  <a:cubicBezTo>
                    <a:pt x="1971" y="0"/>
                    <a:pt x="332" y="1465"/>
                    <a:pt x="170" y="3427"/>
                  </a:cubicBezTo>
                  <a:cubicBezTo>
                    <a:pt x="0" y="5466"/>
                    <a:pt x="1529" y="7259"/>
                    <a:pt x="3568" y="7429"/>
                  </a:cubicBezTo>
                  <a:cubicBezTo>
                    <a:pt x="3674" y="7438"/>
                    <a:pt x="3779" y="7442"/>
                    <a:pt x="3883" y="7442"/>
                  </a:cubicBezTo>
                  <a:cubicBezTo>
                    <a:pt x="5806" y="7442"/>
                    <a:pt x="7427" y="5983"/>
                    <a:pt x="7588" y="4031"/>
                  </a:cubicBezTo>
                  <a:cubicBezTo>
                    <a:pt x="7758" y="1974"/>
                    <a:pt x="6229" y="181"/>
                    <a:pt x="4191" y="11"/>
                  </a:cubicBezTo>
                  <a:cubicBezTo>
                    <a:pt x="4096" y="4"/>
                    <a:pt x="4001" y="0"/>
                    <a:pt x="39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43"/>
            <p:cNvSpPr/>
            <p:nvPr/>
          </p:nvSpPr>
          <p:spPr>
            <a:xfrm>
              <a:off x="6008950" y="1952366"/>
              <a:ext cx="125550" cy="120350"/>
            </a:xfrm>
            <a:custGeom>
              <a:avLst/>
              <a:gdLst/>
              <a:ahLst/>
              <a:cxnLst/>
              <a:rect l="l" t="t" r="r" b="b"/>
              <a:pathLst>
                <a:path w="5022" h="4814" extrusionOk="0">
                  <a:moveTo>
                    <a:pt x="2508" y="1"/>
                  </a:moveTo>
                  <a:cubicBezTo>
                    <a:pt x="1260" y="1"/>
                    <a:pt x="221" y="948"/>
                    <a:pt x="113" y="2218"/>
                  </a:cubicBezTo>
                  <a:cubicBezTo>
                    <a:pt x="0" y="3539"/>
                    <a:pt x="982" y="4710"/>
                    <a:pt x="2322" y="4804"/>
                  </a:cubicBezTo>
                  <a:cubicBezTo>
                    <a:pt x="2392" y="4810"/>
                    <a:pt x="2461" y="4813"/>
                    <a:pt x="2529" y="4813"/>
                  </a:cubicBezTo>
                  <a:cubicBezTo>
                    <a:pt x="3764" y="4813"/>
                    <a:pt x="4819" y="3865"/>
                    <a:pt x="4908" y="2596"/>
                  </a:cubicBezTo>
                  <a:cubicBezTo>
                    <a:pt x="5021" y="1274"/>
                    <a:pt x="4040" y="104"/>
                    <a:pt x="2718" y="9"/>
                  </a:cubicBezTo>
                  <a:cubicBezTo>
                    <a:pt x="2648" y="3"/>
                    <a:pt x="2578" y="1"/>
                    <a:pt x="25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43"/>
            <p:cNvSpPr/>
            <p:nvPr/>
          </p:nvSpPr>
          <p:spPr>
            <a:xfrm>
              <a:off x="5832925" y="2043416"/>
              <a:ext cx="152925" cy="147300"/>
            </a:xfrm>
            <a:custGeom>
              <a:avLst/>
              <a:gdLst/>
              <a:ahLst/>
              <a:cxnLst/>
              <a:rect l="l" t="t" r="r" b="b"/>
              <a:pathLst>
                <a:path w="6117" h="5892" extrusionOk="0">
                  <a:moveTo>
                    <a:pt x="3061" y="1"/>
                  </a:moveTo>
                  <a:cubicBezTo>
                    <a:pt x="1541" y="1"/>
                    <a:pt x="258" y="1168"/>
                    <a:pt x="132" y="2710"/>
                  </a:cubicBezTo>
                  <a:cubicBezTo>
                    <a:pt x="0" y="4315"/>
                    <a:pt x="1189" y="5749"/>
                    <a:pt x="2813" y="5881"/>
                  </a:cubicBezTo>
                  <a:cubicBezTo>
                    <a:pt x="2894" y="5888"/>
                    <a:pt x="2975" y="5891"/>
                    <a:pt x="3055" y="5891"/>
                  </a:cubicBezTo>
                  <a:cubicBezTo>
                    <a:pt x="4575" y="5891"/>
                    <a:pt x="5859" y="4724"/>
                    <a:pt x="5984" y="3182"/>
                  </a:cubicBezTo>
                  <a:cubicBezTo>
                    <a:pt x="6116" y="1559"/>
                    <a:pt x="4908" y="143"/>
                    <a:pt x="3304" y="11"/>
                  </a:cubicBezTo>
                  <a:cubicBezTo>
                    <a:pt x="3222" y="4"/>
                    <a:pt x="3141" y="1"/>
                    <a:pt x="306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43"/>
            <p:cNvSpPr/>
            <p:nvPr/>
          </p:nvSpPr>
          <p:spPr>
            <a:xfrm>
              <a:off x="5843775" y="2049166"/>
              <a:ext cx="115175" cy="110375"/>
            </a:xfrm>
            <a:custGeom>
              <a:avLst/>
              <a:gdLst/>
              <a:ahLst/>
              <a:cxnLst/>
              <a:rect l="l" t="t" r="r" b="b"/>
              <a:pathLst>
                <a:path w="4607" h="4415" extrusionOk="0">
                  <a:moveTo>
                    <a:pt x="2301" y="0"/>
                  </a:moveTo>
                  <a:cubicBezTo>
                    <a:pt x="1166" y="0"/>
                    <a:pt x="203" y="877"/>
                    <a:pt x="95" y="2027"/>
                  </a:cubicBezTo>
                  <a:cubicBezTo>
                    <a:pt x="0" y="3254"/>
                    <a:pt x="906" y="4311"/>
                    <a:pt x="2115" y="4405"/>
                  </a:cubicBezTo>
                  <a:cubicBezTo>
                    <a:pt x="2184" y="4412"/>
                    <a:pt x="2253" y="4415"/>
                    <a:pt x="2321" y="4415"/>
                  </a:cubicBezTo>
                  <a:cubicBezTo>
                    <a:pt x="3458" y="4415"/>
                    <a:pt x="4404" y="3543"/>
                    <a:pt x="4493" y="2386"/>
                  </a:cubicBezTo>
                  <a:cubicBezTo>
                    <a:pt x="4606" y="1178"/>
                    <a:pt x="3700" y="120"/>
                    <a:pt x="2473" y="7"/>
                  </a:cubicBezTo>
                  <a:cubicBezTo>
                    <a:pt x="2415" y="3"/>
                    <a:pt x="2358" y="0"/>
                    <a:pt x="23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43"/>
            <p:cNvSpPr/>
            <p:nvPr/>
          </p:nvSpPr>
          <p:spPr>
            <a:xfrm>
              <a:off x="7429400" y="1839491"/>
              <a:ext cx="572725" cy="372750"/>
            </a:xfrm>
            <a:custGeom>
              <a:avLst/>
              <a:gdLst/>
              <a:ahLst/>
              <a:cxnLst/>
              <a:rect l="l" t="t" r="r" b="b"/>
              <a:pathLst>
                <a:path w="22909" h="14910" extrusionOk="0">
                  <a:moveTo>
                    <a:pt x="3764" y="0"/>
                  </a:moveTo>
                  <a:cubicBezTo>
                    <a:pt x="3696" y="0"/>
                    <a:pt x="3643" y="11"/>
                    <a:pt x="3606" y="32"/>
                  </a:cubicBezTo>
                  <a:cubicBezTo>
                    <a:pt x="2323" y="730"/>
                    <a:pt x="1" y="8904"/>
                    <a:pt x="1643" y="9640"/>
                  </a:cubicBezTo>
                  <a:cubicBezTo>
                    <a:pt x="3707" y="10585"/>
                    <a:pt x="15567" y="14910"/>
                    <a:pt x="19905" y="14910"/>
                  </a:cubicBezTo>
                  <a:cubicBezTo>
                    <a:pt x="20765" y="14910"/>
                    <a:pt x="21329" y="14740"/>
                    <a:pt x="21464" y="14340"/>
                  </a:cubicBezTo>
                  <a:cubicBezTo>
                    <a:pt x="22908" y="9988"/>
                    <a:pt x="5890" y="0"/>
                    <a:pt x="376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43"/>
            <p:cNvSpPr/>
            <p:nvPr/>
          </p:nvSpPr>
          <p:spPr>
            <a:xfrm>
              <a:off x="7515300" y="1916466"/>
              <a:ext cx="193975" cy="186075"/>
            </a:xfrm>
            <a:custGeom>
              <a:avLst/>
              <a:gdLst/>
              <a:ahLst/>
              <a:cxnLst/>
              <a:rect l="l" t="t" r="r" b="b"/>
              <a:pathLst>
                <a:path w="7759" h="7443" extrusionOk="0">
                  <a:moveTo>
                    <a:pt x="3891" y="0"/>
                  </a:moveTo>
                  <a:cubicBezTo>
                    <a:pt x="1971" y="0"/>
                    <a:pt x="332" y="1465"/>
                    <a:pt x="170" y="3427"/>
                  </a:cubicBezTo>
                  <a:cubicBezTo>
                    <a:pt x="0" y="5466"/>
                    <a:pt x="1529" y="7278"/>
                    <a:pt x="3568" y="7429"/>
                  </a:cubicBezTo>
                  <a:cubicBezTo>
                    <a:pt x="3674" y="7438"/>
                    <a:pt x="3779" y="7442"/>
                    <a:pt x="3883" y="7442"/>
                  </a:cubicBezTo>
                  <a:cubicBezTo>
                    <a:pt x="5806" y="7442"/>
                    <a:pt x="7428" y="5983"/>
                    <a:pt x="7589" y="4032"/>
                  </a:cubicBezTo>
                  <a:cubicBezTo>
                    <a:pt x="7759" y="1993"/>
                    <a:pt x="6230" y="181"/>
                    <a:pt x="4172" y="11"/>
                  </a:cubicBezTo>
                  <a:cubicBezTo>
                    <a:pt x="4078" y="4"/>
                    <a:pt x="3984" y="0"/>
                    <a:pt x="38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43"/>
            <p:cNvSpPr/>
            <p:nvPr/>
          </p:nvSpPr>
          <p:spPr>
            <a:xfrm>
              <a:off x="7537000" y="1916516"/>
              <a:ext cx="130750" cy="125500"/>
            </a:xfrm>
            <a:custGeom>
              <a:avLst/>
              <a:gdLst/>
              <a:ahLst/>
              <a:cxnLst/>
              <a:rect l="l" t="t" r="r" b="b"/>
              <a:pathLst>
                <a:path w="5230" h="5020" extrusionOk="0">
                  <a:moveTo>
                    <a:pt x="2605" y="0"/>
                  </a:moveTo>
                  <a:cubicBezTo>
                    <a:pt x="1315" y="0"/>
                    <a:pt x="221" y="986"/>
                    <a:pt x="114" y="2312"/>
                  </a:cubicBezTo>
                  <a:cubicBezTo>
                    <a:pt x="1" y="3690"/>
                    <a:pt x="1020" y="4898"/>
                    <a:pt x="2398" y="5011"/>
                  </a:cubicBezTo>
                  <a:cubicBezTo>
                    <a:pt x="2468" y="5017"/>
                    <a:pt x="2537" y="5020"/>
                    <a:pt x="2606" y="5020"/>
                  </a:cubicBezTo>
                  <a:cubicBezTo>
                    <a:pt x="3913" y="5020"/>
                    <a:pt x="5009" y="4017"/>
                    <a:pt x="5116" y="2708"/>
                  </a:cubicBezTo>
                  <a:cubicBezTo>
                    <a:pt x="5230" y="1330"/>
                    <a:pt x="4191" y="122"/>
                    <a:pt x="2813" y="9"/>
                  </a:cubicBezTo>
                  <a:cubicBezTo>
                    <a:pt x="2743" y="3"/>
                    <a:pt x="2674" y="0"/>
                    <a:pt x="26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43"/>
            <p:cNvSpPr/>
            <p:nvPr/>
          </p:nvSpPr>
          <p:spPr>
            <a:xfrm>
              <a:off x="7717275" y="2024541"/>
              <a:ext cx="152925" cy="147300"/>
            </a:xfrm>
            <a:custGeom>
              <a:avLst/>
              <a:gdLst/>
              <a:ahLst/>
              <a:cxnLst/>
              <a:rect l="l" t="t" r="r" b="b"/>
              <a:pathLst>
                <a:path w="6117" h="5892" extrusionOk="0">
                  <a:moveTo>
                    <a:pt x="3061" y="1"/>
                  </a:moveTo>
                  <a:cubicBezTo>
                    <a:pt x="1542" y="1"/>
                    <a:pt x="258" y="1168"/>
                    <a:pt x="133" y="2710"/>
                  </a:cubicBezTo>
                  <a:cubicBezTo>
                    <a:pt x="1" y="4333"/>
                    <a:pt x="1209" y="5749"/>
                    <a:pt x="2813" y="5881"/>
                  </a:cubicBezTo>
                  <a:cubicBezTo>
                    <a:pt x="2895" y="5888"/>
                    <a:pt x="2976" y="5891"/>
                    <a:pt x="3056" y="5891"/>
                  </a:cubicBezTo>
                  <a:cubicBezTo>
                    <a:pt x="4575" y="5891"/>
                    <a:pt x="5859" y="4724"/>
                    <a:pt x="5984" y="3182"/>
                  </a:cubicBezTo>
                  <a:cubicBezTo>
                    <a:pt x="6117" y="1577"/>
                    <a:pt x="4927" y="162"/>
                    <a:pt x="3304" y="11"/>
                  </a:cubicBezTo>
                  <a:cubicBezTo>
                    <a:pt x="3223" y="4"/>
                    <a:pt x="3142" y="1"/>
                    <a:pt x="306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43"/>
            <p:cNvSpPr/>
            <p:nvPr/>
          </p:nvSpPr>
          <p:spPr>
            <a:xfrm>
              <a:off x="7733800" y="2026091"/>
              <a:ext cx="97225" cy="93700"/>
            </a:xfrm>
            <a:custGeom>
              <a:avLst/>
              <a:gdLst/>
              <a:ahLst/>
              <a:cxnLst/>
              <a:rect l="l" t="t" r="r" b="b"/>
              <a:pathLst>
                <a:path w="3889" h="3748" extrusionOk="0">
                  <a:moveTo>
                    <a:pt x="1955" y="0"/>
                  </a:moveTo>
                  <a:cubicBezTo>
                    <a:pt x="994" y="0"/>
                    <a:pt x="166" y="733"/>
                    <a:pt x="76" y="1723"/>
                  </a:cubicBezTo>
                  <a:cubicBezTo>
                    <a:pt x="0" y="2742"/>
                    <a:pt x="755" y="3648"/>
                    <a:pt x="1794" y="3743"/>
                  </a:cubicBezTo>
                  <a:cubicBezTo>
                    <a:pt x="1840" y="3746"/>
                    <a:pt x="1885" y="3748"/>
                    <a:pt x="1931" y="3748"/>
                  </a:cubicBezTo>
                  <a:cubicBezTo>
                    <a:pt x="2893" y="3748"/>
                    <a:pt x="3723" y="2998"/>
                    <a:pt x="3813" y="2025"/>
                  </a:cubicBezTo>
                  <a:cubicBezTo>
                    <a:pt x="3889" y="987"/>
                    <a:pt x="3115" y="100"/>
                    <a:pt x="2096" y="5"/>
                  </a:cubicBezTo>
                  <a:cubicBezTo>
                    <a:pt x="2049" y="2"/>
                    <a:pt x="2002" y="0"/>
                    <a:pt x="195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43"/>
            <p:cNvSpPr/>
            <p:nvPr/>
          </p:nvSpPr>
          <p:spPr>
            <a:xfrm>
              <a:off x="5841875" y="2695666"/>
              <a:ext cx="2093125" cy="693575"/>
            </a:xfrm>
            <a:custGeom>
              <a:avLst/>
              <a:gdLst/>
              <a:ahLst/>
              <a:cxnLst/>
              <a:rect l="l" t="t" r="r" b="b"/>
              <a:pathLst>
                <a:path w="83725" h="27743" extrusionOk="0">
                  <a:moveTo>
                    <a:pt x="40499" y="0"/>
                  </a:moveTo>
                  <a:cubicBezTo>
                    <a:pt x="39646" y="0"/>
                    <a:pt x="38775" y="9"/>
                    <a:pt x="37886" y="27"/>
                  </a:cubicBezTo>
                  <a:cubicBezTo>
                    <a:pt x="5947" y="669"/>
                    <a:pt x="1" y="23887"/>
                    <a:pt x="1" y="23887"/>
                  </a:cubicBezTo>
                  <a:cubicBezTo>
                    <a:pt x="1" y="23887"/>
                    <a:pt x="33064" y="27742"/>
                    <a:pt x="57253" y="27742"/>
                  </a:cubicBezTo>
                  <a:cubicBezTo>
                    <a:pt x="72178" y="27742"/>
                    <a:pt x="83724" y="26274"/>
                    <a:pt x="82039" y="21528"/>
                  </a:cubicBezTo>
                  <a:cubicBezTo>
                    <a:pt x="77753" y="9458"/>
                    <a:pt x="68349" y="0"/>
                    <a:pt x="4049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43"/>
            <p:cNvSpPr/>
            <p:nvPr/>
          </p:nvSpPr>
          <p:spPr>
            <a:xfrm>
              <a:off x="5587525" y="2671416"/>
              <a:ext cx="2657850" cy="1168175"/>
            </a:xfrm>
            <a:custGeom>
              <a:avLst/>
              <a:gdLst/>
              <a:ahLst/>
              <a:cxnLst/>
              <a:rect l="l" t="t" r="r" b="b"/>
              <a:pathLst>
                <a:path w="106314" h="46727" extrusionOk="0">
                  <a:moveTo>
                    <a:pt x="53889" y="1"/>
                  </a:moveTo>
                  <a:cubicBezTo>
                    <a:pt x="44744" y="1"/>
                    <a:pt x="35712" y="1602"/>
                    <a:pt x="30071" y="3489"/>
                  </a:cubicBezTo>
                  <a:cubicBezTo>
                    <a:pt x="19557" y="7000"/>
                    <a:pt x="19802" y="22063"/>
                    <a:pt x="19802" y="22063"/>
                  </a:cubicBezTo>
                  <a:cubicBezTo>
                    <a:pt x="19638" y="22036"/>
                    <a:pt x="19164" y="22011"/>
                    <a:pt x="18473" y="22011"/>
                  </a:cubicBezTo>
                  <a:cubicBezTo>
                    <a:pt x="14961" y="22011"/>
                    <a:pt x="5837" y="22653"/>
                    <a:pt x="3172" y="26802"/>
                  </a:cubicBezTo>
                  <a:cubicBezTo>
                    <a:pt x="0" y="31766"/>
                    <a:pt x="4965" y="46056"/>
                    <a:pt x="4965" y="46056"/>
                  </a:cubicBezTo>
                  <a:cubicBezTo>
                    <a:pt x="4965" y="46056"/>
                    <a:pt x="34049" y="46727"/>
                    <a:pt x="60539" y="46727"/>
                  </a:cubicBezTo>
                  <a:cubicBezTo>
                    <a:pt x="82315" y="46727"/>
                    <a:pt x="102337" y="46273"/>
                    <a:pt x="103010" y="44621"/>
                  </a:cubicBezTo>
                  <a:cubicBezTo>
                    <a:pt x="104501" y="40959"/>
                    <a:pt x="106314" y="28312"/>
                    <a:pt x="101972" y="23139"/>
                  </a:cubicBezTo>
                  <a:cubicBezTo>
                    <a:pt x="99348" y="20016"/>
                    <a:pt x="92801" y="19394"/>
                    <a:pt x="88002" y="19394"/>
                  </a:cubicBezTo>
                  <a:cubicBezTo>
                    <a:pt x="84826" y="19394"/>
                    <a:pt x="82416" y="19666"/>
                    <a:pt x="82416" y="19666"/>
                  </a:cubicBezTo>
                  <a:cubicBezTo>
                    <a:pt x="82416" y="19666"/>
                    <a:pt x="81849" y="7661"/>
                    <a:pt x="75450" y="4282"/>
                  </a:cubicBezTo>
                  <a:cubicBezTo>
                    <a:pt x="69525" y="1159"/>
                    <a:pt x="61666" y="1"/>
                    <a:pt x="5388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43"/>
            <p:cNvSpPr/>
            <p:nvPr/>
          </p:nvSpPr>
          <p:spPr>
            <a:xfrm>
              <a:off x="6146750" y="2656216"/>
              <a:ext cx="1458225" cy="296400"/>
            </a:xfrm>
            <a:custGeom>
              <a:avLst/>
              <a:gdLst/>
              <a:ahLst/>
              <a:cxnLst/>
              <a:rect l="l" t="t" r="r" b="b"/>
              <a:pathLst>
                <a:path w="58329" h="11856" extrusionOk="0">
                  <a:moveTo>
                    <a:pt x="32525" y="1"/>
                  </a:moveTo>
                  <a:cubicBezTo>
                    <a:pt x="31486" y="19"/>
                    <a:pt x="30448" y="38"/>
                    <a:pt x="29410" y="95"/>
                  </a:cubicBezTo>
                  <a:cubicBezTo>
                    <a:pt x="28353" y="152"/>
                    <a:pt x="27315" y="227"/>
                    <a:pt x="26295" y="340"/>
                  </a:cubicBezTo>
                  <a:cubicBezTo>
                    <a:pt x="25257" y="435"/>
                    <a:pt x="24238" y="548"/>
                    <a:pt x="23218" y="680"/>
                  </a:cubicBezTo>
                  <a:cubicBezTo>
                    <a:pt x="21180" y="944"/>
                    <a:pt x="19198" y="1265"/>
                    <a:pt x="17272" y="1624"/>
                  </a:cubicBezTo>
                  <a:cubicBezTo>
                    <a:pt x="15347" y="1983"/>
                    <a:pt x="13516" y="2398"/>
                    <a:pt x="11779" y="2851"/>
                  </a:cubicBezTo>
                  <a:cubicBezTo>
                    <a:pt x="11345" y="2945"/>
                    <a:pt x="10911" y="3059"/>
                    <a:pt x="10496" y="3191"/>
                  </a:cubicBezTo>
                  <a:cubicBezTo>
                    <a:pt x="10080" y="3304"/>
                    <a:pt x="9665" y="3417"/>
                    <a:pt x="9269" y="3549"/>
                  </a:cubicBezTo>
                  <a:cubicBezTo>
                    <a:pt x="8872" y="3682"/>
                    <a:pt x="8476" y="3795"/>
                    <a:pt x="8079" y="3946"/>
                  </a:cubicBezTo>
                  <a:lnTo>
                    <a:pt x="7513" y="4153"/>
                  </a:lnTo>
                  <a:cubicBezTo>
                    <a:pt x="7324" y="4210"/>
                    <a:pt x="7154" y="4304"/>
                    <a:pt x="6966" y="4380"/>
                  </a:cubicBezTo>
                  <a:cubicBezTo>
                    <a:pt x="5644" y="4965"/>
                    <a:pt x="4455" y="5777"/>
                    <a:pt x="3417" y="6777"/>
                  </a:cubicBezTo>
                  <a:cubicBezTo>
                    <a:pt x="2643" y="7551"/>
                    <a:pt x="1926" y="8401"/>
                    <a:pt x="1340" y="9326"/>
                  </a:cubicBezTo>
                  <a:cubicBezTo>
                    <a:pt x="944" y="9911"/>
                    <a:pt x="604" y="10534"/>
                    <a:pt x="302" y="11176"/>
                  </a:cubicBezTo>
                  <a:cubicBezTo>
                    <a:pt x="95" y="11610"/>
                    <a:pt x="0" y="11855"/>
                    <a:pt x="0" y="11855"/>
                  </a:cubicBezTo>
                  <a:cubicBezTo>
                    <a:pt x="0" y="11855"/>
                    <a:pt x="113" y="11610"/>
                    <a:pt x="321" y="11176"/>
                  </a:cubicBezTo>
                  <a:cubicBezTo>
                    <a:pt x="642" y="10553"/>
                    <a:pt x="1020" y="9967"/>
                    <a:pt x="1435" y="9401"/>
                  </a:cubicBezTo>
                  <a:cubicBezTo>
                    <a:pt x="2058" y="8514"/>
                    <a:pt x="2775" y="7702"/>
                    <a:pt x="3587" y="6966"/>
                  </a:cubicBezTo>
                  <a:cubicBezTo>
                    <a:pt x="4625" y="6022"/>
                    <a:pt x="5814" y="5267"/>
                    <a:pt x="7117" y="4739"/>
                  </a:cubicBezTo>
                  <a:cubicBezTo>
                    <a:pt x="7287" y="4663"/>
                    <a:pt x="7456" y="4588"/>
                    <a:pt x="7645" y="4531"/>
                  </a:cubicBezTo>
                  <a:lnTo>
                    <a:pt x="8212" y="4342"/>
                  </a:lnTo>
                  <a:cubicBezTo>
                    <a:pt x="8589" y="4229"/>
                    <a:pt x="9004" y="4097"/>
                    <a:pt x="9401" y="3984"/>
                  </a:cubicBezTo>
                  <a:cubicBezTo>
                    <a:pt x="9797" y="3870"/>
                    <a:pt x="10212" y="3757"/>
                    <a:pt x="10628" y="3644"/>
                  </a:cubicBezTo>
                  <a:cubicBezTo>
                    <a:pt x="11043" y="3531"/>
                    <a:pt x="11458" y="3436"/>
                    <a:pt x="11892" y="3323"/>
                  </a:cubicBezTo>
                  <a:cubicBezTo>
                    <a:pt x="13629" y="2926"/>
                    <a:pt x="15479" y="2549"/>
                    <a:pt x="17386" y="2209"/>
                  </a:cubicBezTo>
                  <a:cubicBezTo>
                    <a:pt x="19292" y="1869"/>
                    <a:pt x="21274" y="1586"/>
                    <a:pt x="23294" y="1341"/>
                  </a:cubicBezTo>
                  <a:cubicBezTo>
                    <a:pt x="24313" y="1209"/>
                    <a:pt x="25333" y="1095"/>
                    <a:pt x="26371" y="1020"/>
                  </a:cubicBezTo>
                  <a:cubicBezTo>
                    <a:pt x="27390" y="944"/>
                    <a:pt x="28428" y="869"/>
                    <a:pt x="29467" y="793"/>
                  </a:cubicBezTo>
                  <a:cubicBezTo>
                    <a:pt x="30486" y="737"/>
                    <a:pt x="31524" y="718"/>
                    <a:pt x="32544" y="680"/>
                  </a:cubicBezTo>
                  <a:lnTo>
                    <a:pt x="34091" y="680"/>
                  </a:lnTo>
                  <a:cubicBezTo>
                    <a:pt x="34601" y="680"/>
                    <a:pt x="35111" y="718"/>
                    <a:pt x="35620" y="737"/>
                  </a:cubicBezTo>
                  <a:cubicBezTo>
                    <a:pt x="37602" y="812"/>
                    <a:pt x="39584" y="1001"/>
                    <a:pt x="41548" y="1322"/>
                  </a:cubicBezTo>
                  <a:cubicBezTo>
                    <a:pt x="43379" y="1643"/>
                    <a:pt x="45191" y="2058"/>
                    <a:pt x="46965" y="2587"/>
                  </a:cubicBezTo>
                  <a:cubicBezTo>
                    <a:pt x="48570" y="3059"/>
                    <a:pt x="50137" y="3625"/>
                    <a:pt x="51666" y="4304"/>
                  </a:cubicBezTo>
                  <a:cubicBezTo>
                    <a:pt x="52364" y="4606"/>
                    <a:pt x="53044" y="4946"/>
                    <a:pt x="53648" y="5267"/>
                  </a:cubicBezTo>
                  <a:cubicBezTo>
                    <a:pt x="54233" y="5588"/>
                    <a:pt x="54742" y="6003"/>
                    <a:pt x="55177" y="6494"/>
                  </a:cubicBezTo>
                  <a:cubicBezTo>
                    <a:pt x="55384" y="6740"/>
                    <a:pt x="55573" y="6966"/>
                    <a:pt x="55762" y="7211"/>
                  </a:cubicBezTo>
                  <a:lnTo>
                    <a:pt x="56271" y="7891"/>
                  </a:lnTo>
                  <a:cubicBezTo>
                    <a:pt x="56555" y="8344"/>
                    <a:pt x="56838" y="8759"/>
                    <a:pt x="57064" y="9156"/>
                  </a:cubicBezTo>
                  <a:lnTo>
                    <a:pt x="57385" y="9703"/>
                  </a:lnTo>
                  <a:lnTo>
                    <a:pt x="57631" y="10213"/>
                  </a:lnTo>
                  <a:lnTo>
                    <a:pt x="57857" y="10647"/>
                  </a:lnTo>
                  <a:lnTo>
                    <a:pt x="58027" y="11025"/>
                  </a:lnTo>
                  <a:lnTo>
                    <a:pt x="58329" y="11704"/>
                  </a:lnTo>
                  <a:lnTo>
                    <a:pt x="58065" y="11006"/>
                  </a:lnTo>
                  <a:lnTo>
                    <a:pt x="57914" y="10609"/>
                  </a:lnTo>
                  <a:lnTo>
                    <a:pt x="57706" y="10175"/>
                  </a:lnTo>
                  <a:lnTo>
                    <a:pt x="57480" y="9647"/>
                  </a:lnTo>
                  <a:lnTo>
                    <a:pt x="57177" y="9080"/>
                  </a:lnTo>
                  <a:cubicBezTo>
                    <a:pt x="56989" y="8665"/>
                    <a:pt x="56706" y="8231"/>
                    <a:pt x="56441" y="7759"/>
                  </a:cubicBezTo>
                  <a:lnTo>
                    <a:pt x="55969" y="7060"/>
                  </a:lnTo>
                  <a:cubicBezTo>
                    <a:pt x="55781" y="6815"/>
                    <a:pt x="55592" y="6570"/>
                    <a:pt x="55403" y="6324"/>
                  </a:cubicBezTo>
                  <a:cubicBezTo>
                    <a:pt x="55290" y="6192"/>
                    <a:pt x="55177" y="6079"/>
                    <a:pt x="55063" y="5966"/>
                  </a:cubicBezTo>
                  <a:lnTo>
                    <a:pt x="54893" y="5777"/>
                  </a:lnTo>
                  <a:cubicBezTo>
                    <a:pt x="54837" y="5720"/>
                    <a:pt x="54761" y="5664"/>
                    <a:pt x="54705" y="5607"/>
                  </a:cubicBezTo>
                  <a:cubicBezTo>
                    <a:pt x="54422" y="5362"/>
                    <a:pt x="54138" y="5154"/>
                    <a:pt x="53836" y="4984"/>
                  </a:cubicBezTo>
                  <a:cubicBezTo>
                    <a:pt x="53213" y="4625"/>
                    <a:pt x="52553" y="4267"/>
                    <a:pt x="51835" y="3927"/>
                  </a:cubicBezTo>
                  <a:cubicBezTo>
                    <a:pt x="50306" y="3210"/>
                    <a:pt x="48740" y="2587"/>
                    <a:pt x="47116" y="2096"/>
                  </a:cubicBezTo>
                  <a:cubicBezTo>
                    <a:pt x="45323" y="1511"/>
                    <a:pt x="43492" y="1039"/>
                    <a:pt x="41623" y="699"/>
                  </a:cubicBezTo>
                  <a:cubicBezTo>
                    <a:pt x="39641" y="359"/>
                    <a:pt x="37640" y="133"/>
                    <a:pt x="35620" y="38"/>
                  </a:cubicBezTo>
                  <a:cubicBezTo>
                    <a:pt x="35111" y="19"/>
                    <a:pt x="34601" y="1"/>
                    <a:pt x="3407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43"/>
            <p:cNvSpPr/>
            <p:nvPr/>
          </p:nvSpPr>
          <p:spPr>
            <a:xfrm>
              <a:off x="5672475" y="2775966"/>
              <a:ext cx="2530900" cy="1080825"/>
            </a:xfrm>
            <a:custGeom>
              <a:avLst/>
              <a:gdLst/>
              <a:ahLst/>
              <a:cxnLst/>
              <a:rect l="l" t="t" r="r" b="b"/>
              <a:pathLst>
                <a:path w="101236" h="43233" extrusionOk="0">
                  <a:moveTo>
                    <a:pt x="48250" y="0"/>
                  </a:moveTo>
                  <a:cubicBezTo>
                    <a:pt x="39342" y="0"/>
                    <a:pt x="30377" y="1342"/>
                    <a:pt x="27805" y="3818"/>
                  </a:cubicBezTo>
                  <a:cubicBezTo>
                    <a:pt x="22709" y="8726"/>
                    <a:pt x="22728" y="22280"/>
                    <a:pt x="22728" y="22280"/>
                  </a:cubicBezTo>
                  <a:cubicBezTo>
                    <a:pt x="22728" y="22280"/>
                    <a:pt x="19457" y="21924"/>
                    <a:pt x="15539" y="21924"/>
                  </a:cubicBezTo>
                  <a:cubicBezTo>
                    <a:pt x="10475" y="21924"/>
                    <a:pt x="4329" y="22518"/>
                    <a:pt x="2775" y="25243"/>
                  </a:cubicBezTo>
                  <a:cubicBezTo>
                    <a:pt x="0" y="30057"/>
                    <a:pt x="3983" y="40647"/>
                    <a:pt x="3983" y="40647"/>
                  </a:cubicBezTo>
                  <a:lnTo>
                    <a:pt x="97120" y="43233"/>
                  </a:lnTo>
                  <a:cubicBezTo>
                    <a:pt x="97120" y="43233"/>
                    <a:pt x="101236" y="31246"/>
                    <a:pt x="96724" y="24469"/>
                  </a:cubicBezTo>
                  <a:cubicBezTo>
                    <a:pt x="94632" y="21336"/>
                    <a:pt x="89581" y="20495"/>
                    <a:pt x="84764" y="20495"/>
                  </a:cubicBezTo>
                  <a:cubicBezTo>
                    <a:pt x="79195" y="20495"/>
                    <a:pt x="73940" y="21619"/>
                    <a:pt x="73940" y="21619"/>
                  </a:cubicBezTo>
                  <a:cubicBezTo>
                    <a:pt x="73940" y="21619"/>
                    <a:pt x="73317" y="9708"/>
                    <a:pt x="68220" y="4083"/>
                  </a:cubicBezTo>
                  <a:cubicBezTo>
                    <a:pt x="65695" y="1295"/>
                    <a:pt x="57000" y="0"/>
                    <a:pt x="482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43"/>
            <p:cNvSpPr/>
            <p:nvPr/>
          </p:nvSpPr>
          <p:spPr>
            <a:xfrm>
              <a:off x="6335025" y="2862916"/>
              <a:ext cx="1034475" cy="699975"/>
            </a:xfrm>
            <a:custGeom>
              <a:avLst/>
              <a:gdLst/>
              <a:ahLst/>
              <a:cxnLst/>
              <a:rect l="l" t="t" r="r" b="b"/>
              <a:pathLst>
                <a:path w="41379" h="27999" extrusionOk="0">
                  <a:moveTo>
                    <a:pt x="21369" y="0"/>
                  </a:moveTo>
                  <a:cubicBezTo>
                    <a:pt x="12222" y="0"/>
                    <a:pt x="2729" y="725"/>
                    <a:pt x="1908" y="1907"/>
                  </a:cubicBezTo>
                  <a:cubicBezTo>
                    <a:pt x="360" y="4116"/>
                    <a:pt x="1" y="24937"/>
                    <a:pt x="2115" y="26919"/>
                  </a:cubicBezTo>
                  <a:cubicBezTo>
                    <a:pt x="2938" y="27683"/>
                    <a:pt x="7534" y="27998"/>
                    <a:pt x="13267" y="27998"/>
                  </a:cubicBezTo>
                  <a:cubicBezTo>
                    <a:pt x="24245" y="27998"/>
                    <a:pt x="39389" y="26842"/>
                    <a:pt x="40170" y="25465"/>
                  </a:cubicBezTo>
                  <a:cubicBezTo>
                    <a:pt x="41360" y="23351"/>
                    <a:pt x="41379" y="4682"/>
                    <a:pt x="38585" y="1888"/>
                  </a:cubicBezTo>
                  <a:cubicBezTo>
                    <a:pt x="37282" y="568"/>
                    <a:pt x="29461" y="0"/>
                    <a:pt x="2136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43"/>
            <p:cNvSpPr/>
            <p:nvPr/>
          </p:nvSpPr>
          <p:spPr>
            <a:xfrm>
              <a:off x="6370900" y="2887516"/>
              <a:ext cx="963200" cy="651375"/>
            </a:xfrm>
            <a:custGeom>
              <a:avLst/>
              <a:gdLst/>
              <a:ahLst/>
              <a:cxnLst/>
              <a:rect l="l" t="t" r="r" b="b"/>
              <a:pathLst>
                <a:path w="38528" h="26055" extrusionOk="0">
                  <a:moveTo>
                    <a:pt x="19973" y="0"/>
                  </a:moveTo>
                  <a:cubicBezTo>
                    <a:pt x="11437" y="0"/>
                    <a:pt x="2557" y="678"/>
                    <a:pt x="1794" y="1773"/>
                  </a:cubicBezTo>
                  <a:cubicBezTo>
                    <a:pt x="359" y="3830"/>
                    <a:pt x="1" y="23216"/>
                    <a:pt x="1983" y="25047"/>
                  </a:cubicBezTo>
                  <a:cubicBezTo>
                    <a:pt x="2747" y="25760"/>
                    <a:pt x="7033" y="26055"/>
                    <a:pt x="12376" y="26055"/>
                  </a:cubicBezTo>
                  <a:cubicBezTo>
                    <a:pt x="22594" y="26055"/>
                    <a:pt x="36683" y="24978"/>
                    <a:pt x="37414" y="23688"/>
                  </a:cubicBezTo>
                  <a:cubicBezTo>
                    <a:pt x="38509" y="21725"/>
                    <a:pt x="38528" y="4378"/>
                    <a:pt x="35942" y="1754"/>
                  </a:cubicBezTo>
                  <a:cubicBezTo>
                    <a:pt x="34731" y="525"/>
                    <a:pt x="27485" y="0"/>
                    <a:pt x="19973" y="0"/>
                  </a:cubicBezTo>
                  <a:close/>
                </a:path>
              </a:pathLst>
            </a:custGeom>
            <a:solidFill>
              <a:srgbClr val="2627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43"/>
            <p:cNvSpPr/>
            <p:nvPr/>
          </p:nvSpPr>
          <p:spPr>
            <a:xfrm>
              <a:off x="6438850" y="2933666"/>
              <a:ext cx="828725" cy="560575"/>
            </a:xfrm>
            <a:custGeom>
              <a:avLst/>
              <a:gdLst/>
              <a:ahLst/>
              <a:cxnLst/>
              <a:rect l="l" t="t" r="r" b="b"/>
              <a:pathLst>
                <a:path w="33149" h="22423" extrusionOk="0">
                  <a:moveTo>
                    <a:pt x="17208" y="0"/>
                  </a:moveTo>
                  <a:cubicBezTo>
                    <a:pt x="9853" y="0"/>
                    <a:pt x="2193" y="587"/>
                    <a:pt x="1530" y="1531"/>
                  </a:cubicBezTo>
                  <a:cubicBezTo>
                    <a:pt x="303" y="3305"/>
                    <a:pt x="1" y="19974"/>
                    <a:pt x="1700" y="21559"/>
                  </a:cubicBezTo>
                  <a:cubicBezTo>
                    <a:pt x="2350" y="22171"/>
                    <a:pt x="5993" y="22422"/>
                    <a:pt x="10550" y="22422"/>
                  </a:cubicBezTo>
                  <a:cubicBezTo>
                    <a:pt x="19354" y="22422"/>
                    <a:pt x="31570" y="21483"/>
                    <a:pt x="32204" y="20389"/>
                  </a:cubicBezTo>
                  <a:cubicBezTo>
                    <a:pt x="33148" y="18709"/>
                    <a:pt x="33148" y="3759"/>
                    <a:pt x="30940" y="1512"/>
                  </a:cubicBezTo>
                  <a:cubicBezTo>
                    <a:pt x="29898" y="453"/>
                    <a:pt x="23670" y="0"/>
                    <a:pt x="17208" y="0"/>
                  </a:cubicBezTo>
                  <a:close/>
                </a:path>
              </a:pathLst>
            </a:custGeom>
            <a:solidFill>
              <a:srgbClr val="484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43"/>
            <p:cNvSpPr/>
            <p:nvPr/>
          </p:nvSpPr>
          <p:spPr>
            <a:xfrm>
              <a:off x="6325125" y="2970991"/>
              <a:ext cx="1030225" cy="16525"/>
            </a:xfrm>
            <a:custGeom>
              <a:avLst/>
              <a:gdLst/>
              <a:ahLst/>
              <a:cxnLst/>
              <a:rect l="l" t="t" r="r" b="b"/>
              <a:pathLst>
                <a:path w="41209" h="661" fill="none" extrusionOk="0">
                  <a:moveTo>
                    <a:pt x="1" y="661"/>
                  </a:moveTo>
                  <a:lnTo>
                    <a:pt x="41208" y="0"/>
                  </a:lnTo>
                </a:path>
              </a:pathLst>
            </a:custGeom>
            <a:solidFill>
              <a:schemeClr val="accent2"/>
            </a:solidFill>
            <a:ln w="11800" cap="flat" cmpd="sng">
              <a:solidFill>
                <a:schemeClr val="accent2"/>
              </a:solidFill>
              <a:prstDash val="solid"/>
              <a:miter lim="1887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43"/>
            <p:cNvSpPr/>
            <p:nvPr/>
          </p:nvSpPr>
          <p:spPr>
            <a:xfrm>
              <a:off x="6319475" y="3038466"/>
              <a:ext cx="1030200" cy="16550"/>
            </a:xfrm>
            <a:custGeom>
              <a:avLst/>
              <a:gdLst/>
              <a:ahLst/>
              <a:cxnLst/>
              <a:rect l="l" t="t" r="r" b="b"/>
              <a:pathLst>
                <a:path w="41208" h="662" fill="none" extrusionOk="0">
                  <a:moveTo>
                    <a:pt x="0" y="661"/>
                  </a:moveTo>
                  <a:lnTo>
                    <a:pt x="41208" y="1"/>
                  </a:lnTo>
                </a:path>
              </a:pathLst>
            </a:custGeom>
            <a:solidFill>
              <a:schemeClr val="accent2"/>
            </a:solidFill>
            <a:ln w="11800" cap="flat" cmpd="sng">
              <a:solidFill>
                <a:schemeClr val="accent2"/>
              </a:solidFill>
              <a:prstDash val="solid"/>
              <a:miter lim="1887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43"/>
            <p:cNvSpPr/>
            <p:nvPr/>
          </p:nvSpPr>
          <p:spPr>
            <a:xfrm>
              <a:off x="6314275" y="3105966"/>
              <a:ext cx="1029750" cy="16525"/>
            </a:xfrm>
            <a:custGeom>
              <a:avLst/>
              <a:gdLst/>
              <a:ahLst/>
              <a:cxnLst/>
              <a:rect l="l" t="t" r="r" b="b"/>
              <a:pathLst>
                <a:path w="41190" h="661" fill="none" extrusionOk="0">
                  <a:moveTo>
                    <a:pt x="0" y="661"/>
                  </a:moveTo>
                  <a:lnTo>
                    <a:pt x="41189" y="0"/>
                  </a:lnTo>
                </a:path>
              </a:pathLst>
            </a:custGeom>
            <a:solidFill>
              <a:schemeClr val="accent2"/>
            </a:solidFill>
            <a:ln w="11800" cap="flat" cmpd="sng">
              <a:solidFill>
                <a:schemeClr val="accent2"/>
              </a:solidFill>
              <a:prstDash val="solid"/>
              <a:miter lim="1887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43"/>
            <p:cNvSpPr/>
            <p:nvPr/>
          </p:nvSpPr>
          <p:spPr>
            <a:xfrm>
              <a:off x="6308600" y="3173441"/>
              <a:ext cx="1029750" cy="16550"/>
            </a:xfrm>
            <a:custGeom>
              <a:avLst/>
              <a:gdLst/>
              <a:ahLst/>
              <a:cxnLst/>
              <a:rect l="l" t="t" r="r" b="b"/>
              <a:pathLst>
                <a:path w="41190" h="662" fill="none" extrusionOk="0">
                  <a:moveTo>
                    <a:pt x="1" y="661"/>
                  </a:moveTo>
                  <a:lnTo>
                    <a:pt x="41190" y="0"/>
                  </a:lnTo>
                </a:path>
              </a:pathLst>
            </a:custGeom>
            <a:solidFill>
              <a:schemeClr val="accent2"/>
            </a:solidFill>
            <a:ln w="11800" cap="flat" cmpd="sng">
              <a:solidFill>
                <a:schemeClr val="accent2"/>
              </a:solidFill>
              <a:prstDash val="solid"/>
              <a:miter lim="1887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43"/>
            <p:cNvSpPr/>
            <p:nvPr/>
          </p:nvSpPr>
          <p:spPr>
            <a:xfrm>
              <a:off x="6302950" y="3240916"/>
              <a:ext cx="1030225" cy="16550"/>
            </a:xfrm>
            <a:custGeom>
              <a:avLst/>
              <a:gdLst/>
              <a:ahLst/>
              <a:cxnLst/>
              <a:rect l="l" t="t" r="r" b="b"/>
              <a:pathLst>
                <a:path w="41209" h="662" fill="none" extrusionOk="0">
                  <a:moveTo>
                    <a:pt x="0" y="661"/>
                  </a:moveTo>
                  <a:lnTo>
                    <a:pt x="41208" y="1"/>
                  </a:lnTo>
                </a:path>
              </a:pathLst>
            </a:custGeom>
            <a:solidFill>
              <a:schemeClr val="accent2"/>
            </a:solidFill>
            <a:ln w="11800" cap="flat" cmpd="sng">
              <a:solidFill>
                <a:schemeClr val="accent2"/>
              </a:solidFill>
              <a:prstDash val="solid"/>
              <a:miter lim="1887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43"/>
            <p:cNvSpPr/>
            <p:nvPr/>
          </p:nvSpPr>
          <p:spPr>
            <a:xfrm>
              <a:off x="6297275" y="3308416"/>
              <a:ext cx="1030225" cy="16525"/>
            </a:xfrm>
            <a:custGeom>
              <a:avLst/>
              <a:gdLst/>
              <a:ahLst/>
              <a:cxnLst/>
              <a:rect l="l" t="t" r="r" b="b"/>
              <a:pathLst>
                <a:path w="41209" h="661" fill="none" extrusionOk="0">
                  <a:moveTo>
                    <a:pt x="1" y="661"/>
                  </a:moveTo>
                  <a:lnTo>
                    <a:pt x="41209" y="0"/>
                  </a:lnTo>
                </a:path>
              </a:pathLst>
            </a:custGeom>
            <a:solidFill>
              <a:schemeClr val="accent2"/>
            </a:solidFill>
            <a:ln w="11800" cap="flat" cmpd="sng">
              <a:solidFill>
                <a:schemeClr val="accent2"/>
              </a:solidFill>
              <a:prstDash val="solid"/>
              <a:miter lim="1887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43"/>
            <p:cNvSpPr/>
            <p:nvPr/>
          </p:nvSpPr>
          <p:spPr>
            <a:xfrm>
              <a:off x="6324175" y="3375416"/>
              <a:ext cx="1029750" cy="16550"/>
            </a:xfrm>
            <a:custGeom>
              <a:avLst/>
              <a:gdLst/>
              <a:ahLst/>
              <a:cxnLst/>
              <a:rect l="l" t="t" r="r" b="b"/>
              <a:pathLst>
                <a:path w="41190" h="662" fill="none" extrusionOk="0">
                  <a:moveTo>
                    <a:pt x="1" y="661"/>
                  </a:moveTo>
                  <a:lnTo>
                    <a:pt x="41190" y="1"/>
                  </a:lnTo>
                </a:path>
              </a:pathLst>
            </a:custGeom>
            <a:solidFill>
              <a:schemeClr val="accent2"/>
            </a:solidFill>
            <a:ln w="11800" cap="flat" cmpd="sng">
              <a:solidFill>
                <a:schemeClr val="accent2"/>
              </a:solidFill>
              <a:prstDash val="solid"/>
              <a:miter lim="1887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43"/>
            <p:cNvSpPr/>
            <p:nvPr/>
          </p:nvSpPr>
          <p:spPr>
            <a:xfrm>
              <a:off x="6324175" y="3429216"/>
              <a:ext cx="1029750" cy="16550"/>
            </a:xfrm>
            <a:custGeom>
              <a:avLst/>
              <a:gdLst/>
              <a:ahLst/>
              <a:cxnLst/>
              <a:rect l="l" t="t" r="r" b="b"/>
              <a:pathLst>
                <a:path w="41190" h="662" fill="none" extrusionOk="0">
                  <a:moveTo>
                    <a:pt x="1" y="661"/>
                  </a:moveTo>
                  <a:lnTo>
                    <a:pt x="41190" y="1"/>
                  </a:lnTo>
                </a:path>
              </a:pathLst>
            </a:custGeom>
            <a:solidFill>
              <a:schemeClr val="accent2"/>
            </a:solidFill>
            <a:ln w="11800" cap="flat" cmpd="sng">
              <a:solidFill>
                <a:schemeClr val="accent2"/>
              </a:solidFill>
              <a:prstDash val="solid"/>
              <a:miter lim="1887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43"/>
            <p:cNvSpPr/>
            <p:nvPr/>
          </p:nvSpPr>
          <p:spPr>
            <a:xfrm>
              <a:off x="6539850" y="2853941"/>
              <a:ext cx="9925" cy="776800"/>
            </a:xfrm>
            <a:custGeom>
              <a:avLst/>
              <a:gdLst/>
              <a:ahLst/>
              <a:cxnLst/>
              <a:rect l="l" t="t" r="r" b="b"/>
              <a:pathLst>
                <a:path w="397" h="31072" fill="none" extrusionOk="0">
                  <a:moveTo>
                    <a:pt x="0" y="1"/>
                  </a:moveTo>
                  <a:lnTo>
                    <a:pt x="397" y="31072"/>
                  </a:lnTo>
                </a:path>
              </a:pathLst>
            </a:custGeom>
            <a:solidFill>
              <a:schemeClr val="accent2"/>
            </a:solidFill>
            <a:ln w="29725" cap="flat" cmpd="sng">
              <a:solidFill>
                <a:schemeClr val="accent2"/>
              </a:solidFill>
              <a:prstDash val="solid"/>
              <a:miter lim="1887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43"/>
            <p:cNvSpPr/>
            <p:nvPr/>
          </p:nvSpPr>
          <p:spPr>
            <a:xfrm>
              <a:off x="6814500" y="2843566"/>
              <a:ext cx="9950" cy="776800"/>
            </a:xfrm>
            <a:custGeom>
              <a:avLst/>
              <a:gdLst/>
              <a:ahLst/>
              <a:cxnLst/>
              <a:rect l="l" t="t" r="r" b="b"/>
              <a:pathLst>
                <a:path w="398" h="31072" fill="none" extrusionOk="0">
                  <a:moveTo>
                    <a:pt x="1" y="1"/>
                  </a:moveTo>
                  <a:lnTo>
                    <a:pt x="397" y="31072"/>
                  </a:lnTo>
                </a:path>
              </a:pathLst>
            </a:custGeom>
            <a:solidFill>
              <a:schemeClr val="accent2"/>
            </a:solidFill>
            <a:ln w="29725" cap="flat" cmpd="sng">
              <a:solidFill>
                <a:schemeClr val="accent2"/>
              </a:solidFill>
              <a:prstDash val="solid"/>
              <a:miter lim="1887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43"/>
            <p:cNvSpPr/>
            <p:nvPr/>
          </p:nvSpPr>
          <p:spPr>
            <a:xfrm>
              <a:off x="7090575" y="2820441"/>
              <a:ext cx="10400" cy="776800"/>
            </a:xfrm>
            <a:custGeom>
              <a:avLst/>
              <a:gdLst/>
              <a:ahLst/>
              <a:cxnLst/>
              <a:rect l="l" t="t" r="r" b="b"/>
              <a:pathLst>
                <a:path w="416" h="31072" fill="none" extrusionOk="0">
                  <a:moveTo>
                    <a:pt x="0" y="1"/>
                  </a:moveTo>
                  <a:lnTo>
                    <a:pt x="416" y="31072"/>
                  </a:lnTo>
                </a:path>
              </a:pathLst>
            </a:custGeom>
            <a:solidFill>
              <a:schemeClr val="accent2"/>
            </a:solidFill>
            <a:ln w="29725" cap="flat" cmpd="sng">
              <a:solidFill>
                <a:schemeClr val="accent2"/>
              </a:solidFill>
              <a:prstDash val="solid"/>
              <a:miter lim="1887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43"/>
            <p:cNvSpPr/>
            <p:nvPr/>
          </p:nvSpPr>
          <p:spPr>
            <a:xfrm>
              <a:off x="6261425" y="3604116"/>
              <a:ext cx="1325150" cy="210675"/>
            </a:xfrm>
            <a:custGeom>
              <a:avLst/>
              <a:gdLst/>
              <a:ahLst/>
              <a:cxnLst/>
              <a:rect l="l" t="t" r="r" b="b"/>
              <a:pathLst>
                <a:path w="53006" h="8427" extrusionOk="0">
                  <a:moveTo>
                    <a:pt x="24250" y="0"/>
                  </a:moveTo>
                  <a:cubicBezTo>
                    <a:pt x="15034" y="0"/>
                    <a:pt x="6421" y="279"/>
                    <a:pt x="5625" y="744"/>
                  </a:cubicBezTo>
                  <a:cubicBezTo>
                    <a:pt x="3945" y="1726"/>
                    <a:pt x="0" y="6445"/>
                    <a:pt x="0" y="6445"/>
                  </a:cubicBezTo>
                  <a:lnTo>
                    <a:pt x="53006" y="8427"/>
                  </a:lnTo>
                  <a:cubicBezTo>
                    <a:pt x="51024" y="5576"/>
                    <a:pt x="47305" y="1159"/>
                    <a:pt x="47305" y="1159"/>
                  </a:cubicBezTo>
                  <a:cubicBezTo>
                    <a:pt x="45477" y="345"/>
                    <a:pt x="34491" y="0"/>
                    <a:pt x="242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43"/>
            <p:cNvSpPr/>
            <p:nvPr/>
          </p:nvSpPr>
          <p:spPr>
            <a:xfrm>
              <a:off x="5768275" y="3380966"/>
              <a:ext cx="343100" cy="329175"/>
            </a:xfrm>
            <a:custGeom>
              <a:avLst/>
              <a:gdLst/>
              <a:ahLst/>
              <a:cxnLst/>
              <a:rect l="l" t="t" r="r" b="b"/>
              <a:pathLst>
                <a:path w="13724" h="13167" extrusionOk="0">
                  <a:moveTo>
                    <a:pt x="6847" y="1"/>
                  </a:moveTo>
                  <a:cubicBezTo>
                    <a:pt x="3458" y="1"/>
                    <a:pt x="589" y="2607"/>
                    <a:pt x="302" y="6046"/>
                  </a:cubicBezTo>
                  <a:cubicBezTo>
                    <a:pt x="0" y="9670"/>
                    <a:pt x="2700" y="12841"/>
                    <a:pt x="6324" y="13143"/>
                  </a:cubicBezTo>
                  <a:cubicBezTo>
                    <a:pt x="6509" y="13159"/>
                    <a:pt x="6694" y="13166"/>
                    <a:pt x="6877" y="13166"/>
                  </a:cubicBezTo>
                  <a:cubicBezTo>
                    <a:pt x="10265" y="13166"/>
                    <a:pt x="13135" y="10560"/>
                    <a:pt x="13421" y="7122"/>
                  </a:cubicBezTo>
                  <a:cubicBezTo>
                    <a:pt x="13723" y="3497"/>
                    <a:pt x="11024" y="307"/>
                    <a:pt x="7400" y="24"/>
                  </a:cubicBezTo>
                  <a:cubicBezTo>
                    <a:pt x="7214" y="9"/>
                    <a:pt x="7030" y="1"/>
                    <a:pt x="6847" y="1"/>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43"/>
            <p:cNvSpPr/>
            <p:nvPr/>
          </p:nvSpPr>
          <p:spPr>
            <a:xfrm>
              <a:off x="5797050" y="3408466"/>
              <a:ext cx="285525" cy="274175"/>
            </a:xfrm>
            <a:custGeom>
              <a:avLst/>
              <a:gdLst/>
              <a:ahLst/>
              <a:cxnLst/>
              <a:rect l="l" t="t" r="r" b="b"/>
              <a:pathLst>
                <a:path w="11421" h="10967" extrusionOk="0">
                  <a:moveTo>
                    <a:pt x="5703" y="1"/>
                  </a:moveTo>
                  <a:cubicBezTo>
                    <a:pt x="2875" y="1"/>
                    <a:pt x="479" y="2171"/>
                    <a:pt x="246" y="5040"/>
                  </a:cubicBezTo>
                  <a:cubicBezTo>
                    <a:pt x="1" y="8060"/>
                    <a:pt x="2247" y="10703"/>
                    <a:pt x="5267" y="10948"/>
                  </a:cubicBezTo>
                  <a:cubicBezTo>
                    <a:pt x="5419" y="10961"/>
                    <a:pt x="5569" y="10967"/>
                    <a:pt x="5718" y="10967"/>
                  </a:cubicBezTo>
                  <a:cubicBezTo>
                    <a:pt x="8546" y="10967"/>
                    <a:pt x="10942" y="8796"/>
                    <a:pt x="11176" y="5927"/>
                  </a:cubicBezTo>
                  <a:cubicBezTo>
                    <a:pt x="11421" y="2907"/>
                    <a:pt x="9175" y="264"/>
                    <a:pt x="6154" y="19"/>
                  </a:cubicBezTo>
                  <a:cubicBezTo>
                    <a:pt x="6003" y="7"/>
                    <a:pt x="5853" y="1"/>
                    <a:pt x="570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43"/>
            <p:cNvSpPr/>
            <p:nvPr/>
          </p:nvSpPr>
          <p:spPr>
            <a:xfrm>
              <a:off x="5810750" y="3432241"/>
              <a:ext cx="170850" cy="164275"/>
            </a:xfrm>
            <a:custGeom>
              <a:avLst/>
              <a:gdLst/>
              <a:ahLst/>
              <a:cxnLst/>
              <a:rect l="l" t="t" r="r" b="b"/>
              <a:pathLst>
                <a:path w="6834" h="6571" extrusionOk="0">
                  <a:moveTo>
                    <a:pt x="3403" y="0"/>
                  </a:moveTo>
                  <a:cubicBezTo>
                    <a:pt x="1709" y="0"/>
                    <a:pt x="275" y="1294"/>
                    <a:pt x="132" y="3013"/>
                  </a:cubicBezTo>
                  <a:cubicBezTo>
                    <a:pt x="0" y="4825"/>
                    <a:pt x="1340" y="6411"/>
                    <a:pt x="3152" y="6562"/>
                  </a:cubicBezTo>
                  <a:cubicBezTo>
                    <a:pt x="3234" y="6568"/>
                    <a:pt x="3316" y="6571"/>
                    <a:pt x="3396" y="6571"/>
                  </a:cubicBezTo>
                  <a:cubicBezTo>
                    <a:pt x="5087" y="6571"/>
                    <a:pt x="6538" y="5272"/>
                    <a:pt x="6682" y="3561"/>
                  </a:cubicBezTo>
                  <a:cubicBezTo>
                    <a:pt x="6833" y="1748"/>
                    <a:pt x="5493" y="163"/>
                    <a:pt x="3681" y="12"/>
                  </a:cubicBezTo>
                  <a:cubicBezTo>
                    <a:pt x="3588" y="4"/>
                    <a:pt x="3495" y="0"/>
                    <a:pt x="340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43"/>
            <p:cNvSpPr/>
            <p:nvPr/>
          </p:nvSpPr>
          <p:spPr>
            <a:xfrm>
              <a:off x="7669625" y="3371541"/>
              <a:ext cx="343100" cy="329150"/>
            </a:xfrm>
            <a:custGeom>
              <a:avLst/>
              <a:gdLst/>
              <a:ahLst/>
              <a:cxnLst/>
              <a:rect l="l" t="t" r="r" b="b"/>
              <a:pathLst>
                <a:path w="13724" h="13166" extrusionOk="0">
                  <a:moveTo>
                    <a:pt x="6847" y="0"/>
                  </a:moveTo>
                  <a:cubicBezTo>
                    <a:pt x="3456" y="0"/>
                    <a:pt x="571" y="2606"/>
                    <a:pt x="302" y="6045"/>
                  </a:cubicBezTo>
                  <a:cubicBezTo>
                    <a:pt x="0" y="9669"/>
                    <a:pt x="2699" y="12860"/>
                    <a:pt x="6324" y="13143"/>
                  </a:cubicBezTo>
                  <a:cubicBezTo>
                    <a:pt x="6509" y="13158"/>
                    <a:pt x="6694" y="13166"/>
                    <a:pt x="6877" y="13166"/>
                  </a:cubicBezTo>
                  <a:cubicBezTo>
                    <a:pt x="10265" y="13166"/>
                    <a:pt x="13135" y="10560"/>
                    <a:pt x="13421" y="7121"/>
                  </a:cubicBezTo>
                  <a:cubicBezTo>
                    <a:pt x="13723" y="3497"/>
                    <a:pt x="11024" y="326"/>
                    <a:pt x="7400" y="23"/>
                  </a:cubicBezTo>
                  <a:cubicBezTo>
                    <a:pt x="7214" y="8"/>
                    <a:pt x="7030" y="0"/>
                    <a:pt x="6847"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43"/>
            <p:cNvSpPr/>
            <p:nvPr/>
          </p:nvSpPr>
          <p:spPr>
            <a:xfrm>
              <a:off x="7698400" y="3399041"/>
              <a:ext cx="285525" cy="274175"/>
            </a:xfrm>
            <a:custGeom>
              <a:avLst/>
              <a:gdLst/>
              <a:ahLst/>
              <a:cxnLst/>
              <a:rect l="l" t="t" r="r" b="b"/>
              <a:pathLst>
                <a:path w="11421" h="10967" extrusionOk="0">
                  <a:moveTo>
                    <a:pt x="5703" y="0"/>
                  </a:moveTo>
                  <a:cubicBezTo>
                    <a:pt x="2875" y="0"/>
                    <a:pt x="479" y="2171"/>
                    <a:pt x="246" y="5040"/>
                  </a:cubicBezTo>
                  <a:cubicBezTo>
                    <a:pt x="1" y="8060"/>
                    <a:pt x="2247" y="10703"/>
                    <a:pt x="5267" y="10948"/>
                  </a:cubicBezTo>
                  <a:cubicBezTo>
                    <a:pt x="5418" y="10960"/>
                    <a:pt x="5569" y="10966"/>
                    <a:pt x="5718" y="10966"/>
                  </a:cubicBezTo>
                  <a:cubicBezTo>
                    <a:pt x="8546" y="10966"/>
                    <a:pt x="10942" y="8796"/>
                    <a:pt x="11176" y="5927"/>
                  </a:cubicBezTo>
                  <a:cubicBezTo>
                    <a:pt x="11421" y="2925"/>
                    <a:pt x="9175" y="264"/>
                    <a:pt x="6154" y="18"/>
                  </a:cubicBezTo>
                  <a:cubicBezTo>
                    <a:pt x="6003" y="6"/>
                    <a:pt x="5853" y="0"/>
                    <a:pt x="570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43"/>
            <p:cNvSpPr/>
            <p:nvPr/>
          </p:nvSpPr>
          <p:spPr>
            <a:xfrm>
              <a:off x="7720100" y="3429941"/>
              <a:ext cx="170875" cy="164300"/>
            </a:xfrm>
            <a:custGeom>
              <a:avLst/>
              <a:gdLst/>
              <a:ahLst/>
              <a:cxnLst/>
              <a:rect l="l" t="t" r="r" b="b"/>
              <a:pathLst>
                <a:path w="6835" h="6572" extrusionOk="0">
                  <a:moveTo>
                    <a:pt x="3438" y="0"/>
                  </a:moveTo>
                  <a:cubicBezTo>
                    <a:pt x="1747" y="0"/>
                    <a:pt x="296" y="1300"/>
                    <a:pt x="152" y="3030"/>
                  </a:cubicBezTo>
                  <a:cubicBezTo>
                    <a:pt x="1" y="4823"/>
                    <a:pt x="1341" y="6409"/>
                    <a:pt x="3153" y="6560"/>
                  </a:cubicBezTo>
                  <a:cubicBezTo>
                    <a:pt x="3247" y="6567"/>
                    <a:pt x="3339" y="6571"/>
                    <a:pt x="3431" y="6571"/>
                  </a:cubicBezTo>
                  <a:cubicBezTo>
                    <a:pt x="5125" y="6571"/>
                    <a:pt x="6558" y="5277"/>
                    <a:pt x="6683" y="3558"/>
                  </a:cubicBezTo>
                  <a:cubicBezTo>
                    <a:pt x="6834" y="1746"/>
                    <a:pt x="5494" y="160"/>
                    <a:pt x="3682" y="9"/>
                  </a:cubicBezTo>
                  <a:cubicBezTo>
                    <a:pt x="3600" y="3"/>
                    <a:pt x="3519" y="0"/>
                    <a:pt x="34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43"/>
            <p:cNvSpPr/>
            <p:nvPr/>
          </p:nvSpPr>
          <p:spPr>
            <a:xfrm>
              <a:off x="5648875" y="3730841"/>
              <a:ext cx="2598400" cy="408275"/>
            </a:xfrm>
            <a:custGeom>
              <a:avLst/>
              <a:gdLst/>
              <a:ahLst/>
              <a:cxnLst/>
              <a:rect l="l" t="t" r="r" b="b"/>
              <a:pathLst>
                <a:path w="103936" h="16331" extrusionOk="0">
                  <a:moveTo>
                    <a:pt x="54422" y="1"/>
                  </a:moveTo>
                  <a:cubicBezTo>
                    <a:pt x="29737" y="1"/>
                    <a:pt x="4856" y="350"/>
                    <a:pt x="3587" y="753"/>
                  </a:cubicBezTo>
                  <a:cubicBezTo>
                    <a:pt x="2133" y="1244"/>
                    <a:pt x="869" y="2187"/>
                    <a:pt x="0" y="3471"/>
                  </a:cubicBezTo>
                  <a:cubicBezTo>
                    <a:pt x="661" y="6831"/>
                    <a:pt x="3115" y="15382"/>
                    <a:pt x="3115" y="15382"/>
                  </a:cubicBezTo>
                  <a:cubicBezTo>
                    <a:pt x="3115" y="15382"/>
                    <a:pt x="3782" y="16330"/>
                    <a:pt x="4828" y="16330"/>
                  </a:cubicBezTo>
                  <a:cubicBezTo>
                    <a:pt x="4867" y="16330"/>
                    <a:pt x="4906" y="16329"/>
                    <a:pt x="4946" y="16326"/>
                  </a:cubicBezTo>
                  <a:cubicBezTo>
                    <a:pt x="6041" y="16269"/>
                    <a:pt x="99442" y="15873"/>
                    <a:pt x="99442" y="15873"/>
                  </a:cubicBezTo>
                  <a:cubicBezTo>
                    <a:pt x="99442" y="15873"/>
                    <a:pt x="101311" y="15080"/>
                    <a:pt x="101726" y="14155"/>
                  </a:cubicBezTo>
                  <a:cubicBezTo>
                    <a:pt x="102142" y="13249"/>
                    <a:pt x="103935" y="4245"/>
                    <a:pt x="103878" y="3150"/>
                  </a:cubicBezTo>
                  <a:cubicBezTo>
                    <a:pt x="103803" y="2055"/>
                    <a:pt x="102802" y="998"/>
                    <a:pt x="102802" y="998"/>
                  </a:cubicBezTo>
                  <a:cubicBezTo>
                    <a:pt x="97423" y="268"/>
                    <a:pt x="75997" y="1"/>
                    <a:pt x="5442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43"/>
            <p:cNvSpPr/>
            <p:nvPr/>
          </p:nvSpPr>
          <p:spPr>
            <a:xfrm>
              <a:off x="6071225" y="3776066"/>
              <a:ext cx="1664300" cy="108825"/>
            </a:xfrm>
            <a:custGeom>
              <a:avLst/>
              <a:gdLst/>
              <a:ahLst/>
              <a:cxnLst/>
              <a:rect l="l" t="t" r="r" b="b"/>
              <a:pathLst>
                <a:path w="66572" h="4353" extrusionOk="0">
                  <a:moveTo>
                    <a:pt x="63124" y="0"/>
                  </a:moveTo>
                  <a:cubicBezTo>
                    <a:pt x="63099" y="0"/>
                    <a:pt x="63074" y="1"/>
                    <a:pt x="63049" y="1"/>
                  </a:cubicBezTo>
                  <a:cubicBezTo>
                    <a:pt x="62007" y="18"/>
                    <a:pt x="56688" y="23"/>
                    <a:pt x="49620" y="23"/>
                  </a:cubicBezTo>
                  <a:cubicBezTo>
                    <a:pt x="37972" y="23"/>
                    <a:pt x="21576" y="9"/>
                    <a:pt x="11749" y="9"/>
                  </a:cubicBezTo>
                  <a:cubicBezTo>
                    <a:pt x="7340" y="9"/>
                    <a:pt x="4254" y="12"/>
                    <a:pt x="3512" y="20"/>
                  </a:cubicBezTo>
                  <a:cubicBezTo>
                    <a:pt x="1058" y="39"/>
                    <a:pt x="1" y="3814"/>
                    <a:pt x="4059" y="4154"/>
                  </a:cubicBezTo>
                  <a:cubicBezTo>
                    <a:pt x="5769" y="4297"/>
                    <a:pt x="15969" y="4353"/>
                    <a:pt x="27428" y="4353"/>
                  </a:cubicBezTo>
                  <a:cubicBezTo>
                    <a:pt x="43175" y="4353"/>
                    <a:pt x="61301" y="4247"/>
                    <a:pt x="63049" y="4116"/>
                  </a:cubicBezTo>
                  <a:cubicBezTo>
                    <a:pt x="66066" y="3891"/>
                    <a:pt x="66572" y="0"/>
                    <a:pt x="6312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43"/>
            <p:cNvSpPr/>
            <p:nvPr/>
          </p:nvSpPr>
          <p:spPr>
            <a:xfrm>
              <a:off x="5772525" y="4123891"/>
              <a:ext cx="2362425" cy="18900"/>
            </a:xfrm>
            <a:custGeom>
              <a:avLst/>
              <a:gdLst/>
              <a:ahLst/>
              <a:cxnLst/>
              <a:rect l="l" t="t" r="r" b="b"/>
              <a:pathLst>
                <a:path w="94497" h="756" extrusionOk="0">
                  <a:moveTo>
                    <a:pt x="56064" y="0"/>
                  </a:moveTo>
                  <a:lnTo>
                    <a:pt x="47248" y="38"/>
                  </a:lnTo>
                  <a:lnTo>
                    <a:pt x="38433" y="94"/>
                  </a:lnTo>
                  <a:lnTo>
                    <a:pt x="29901" y="170"/>
                  </a:lnTo>
                  <a:cubicBezTo>
                    <a:pt x="27126" y="189"/>
                    <a:pt x="24445" y="227"/>
                    <a:pt x="21916" y="264"/>
                  </a:cubicBezTo>
                  <a:cubicBezTo>
                    <a:pt x="19367" y="283"/>
                    <a:pt x="16970" y="321"/>
                    <a:pt x="14762" y="359"/>
                  </a:cubicBezTo>
                  <a:cubicBezTo>
                    <a:pt x="5890" y="472"/>
                    <a:pt x="0" y="623"/>
                    <a:pt x="0" y="623"/>
                  </a:cubicBezTo>
                  <a:cubicBezTo>
                    <a:pt x="0" y="623"/>
                    <a:pt x="5908" y="698"/>
                    <a:pt x="14762" y="736"/>
                  </a:cubicBezTo>
                  <a:cubicBezTo>
                    <a:pt x="16970" y="755"/>
                    <a:pt x="19386" y="755"/>
                    <a:pt x="21916" y="755"/>
                  </a:cubicBezTo>
                  <a:lnTo>
                    <a:pt x="38433" y="755"/>
                  </a:lnTo>
                  <a:lnTo>
                    <a:pt x="47248" y="736"/>
                  </a:lnTo>
                  <a:lnTo>
                    <a:pt x="56064" y="680"/>
                  </a:lnTo>
                  <a:cubicBezTo>
                    <a:pt x="58971" y="661"/>
                    <a:pt x="61821" y="623"/>
                    <a:pt x="64596" y="604"/>
                  </a:cubicBezTo>
                  <a:cubicBezTo>
                    <a:pt x="67371" y="585"/>
                    <a:pt x="70032" y="547"/>
                    <a:pt x="72581" y="510"/>
                  </a:cubicBezTo>
                  <a:cubicBezTo>
                    <a:pt x="75110" y="491"/>
                    <a:pt x="77507" y="453"/>
                    <a:pt x="79735" y="415"/>
                  </a:cubicBezTo>
                  <a:cubicBezTo>
                    <a:pt x="84152" y="359"/>
                    <a:pt x="87833" y="283"/>
                    <a:pt x="90438" y="245"/>
                  </a:cubicBezTo>
                  <a:lnTo>
                    <a:pt x="94496" y="151"/>
                  </a:lnTo>
                  <a:lnTo>
                    <a:pt x="90438" y="94"/>
                  </a:lnTo>
                  <a:cubicBezTo>
                    <a:pt x="87852" y="76"/>
                    <a:pt x="84152" y="38"/>
                    <a:pt x="79735" y="19"/>
                  </a:cubicBezTo>
                  <a:cubicBezTo>
                    <a:pt x="77507" y="0"/>
                    <a:pt x="75110" y="0"/>
                    <a:pt x="7258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987517185"/>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790E32B5-29BF-49CB-9243-7C525D0CF3DF}"/>
              </a:ext>
            </a:extLst>
          </p:cNvPr>
          <p:cNvPicPr>
            <a:picLocks noChangeAspect="1"/>
          </p:cNvPicPr>
          <p:nvPr/>
        </p:nvPicPr>
        <p:blipFill>
          <a:blip r:embed="rId2"/>
          <a:stretch>
            <a:fillRect/>
          </a:stretch>
        </p:blipFill>
        <p:spPr>
          <a:xfrm>
            <a:off x="290024" y="1401235"/>
            <a:ext cx="3914387" cy="2978466"/>
          </a:xfrm>
          <a:prstGeom prst="rect">
            <a:avLst/>
          </a:prstGeom>
        </p:spPr>
      </p:pic>
      <p:pic>
        <p:nvPicPr>
          <p:cNvPr id="32" name="Picture 31">
            <a:extLst>
              <a:ext uri="{FF2B5EF4-FFF2-40B4-BE49-F238E27FC236}">
                <a16:creationId xmlns:a16="http://schemas.microsoft.com/office/drawing/2014/main" id="{6FC24E54-2D55-49E9-A849-A9AB771F3879}"/>
              </a:ext>
            </a:extLst>
          </p:cNvPr>
          <p:cNvPicPr>
            <a:picLocks noChangeAspect="1"/>
          </p:cNvPicPr>
          <p:nvPr/>
        </p:nvPicPr>
        <p:blipFill rotWithShape="1">
          <a:blip r:embed="rId3"/>
          <a:srcRect l="24777" t="19469" r="12961" b="12889"/>
          <a:stretch/>
        </p:blipFill>
        <p:spPr>
          <a:xfrm>
            <a:off x="424147" y="1550885"/>
            <a:ext cx="3646140" cy="2228163"/>
          </a:xfrm>
          <a:prstGeom prst="rect">
            <a:avLst/>
          </a:prstGeom>
        </p:spPr>
      </p:pic>
      <p:grpSp>
        <p:nvGrpSpPr>
          <p:cNvPr id="37" name="Group 36">
            <a:extLst>
              <a:ext uri="{FF2B5EF4-FFF2-40B4-BE49-F238E27FC236}">
                <a16:creationId xmlns:a16="http://schemas.microsoft.com/office/drawing/2014/main" id="{22E2AC3A-151A-4E77-9079-F254695F713C}"/>
              </a:ext>
            </a:extLst>
          </p:cNvPr>
          <p:cNvGrpSpPr/>
          <p:nvPr/>
        </p:nvGrpSpPr>
        <p:grpSpPr>
          <a:xfrm>
            <a:off x="4567602" y="698263"/>
            <a:ext cx="3383042" cy="4445237"/>
            <a:chOff x="4567602" y="698263"/>
            <a:chExt cx="3383042" cy="4445237"/>
          </a:xfrm>
        </p:grpSpPr>
        <p:grpSp>
          <p:nvGrpSpPr>
            <p:cNvPr id="13" name="Google Shape;2765;p67">
              <a:extLst>
                <a:ext uri="{FF2B5EF4-FFF2-40B4-BE49-F238E27FC236}">
                  <a16:creationId xmlns:a16="http://schemas.microsoft.com/office/drawing/2014/main" id="{35EE958B-B64B-4734-9A7F-DCE5B7A860C4}"/>
                </a:ext>
              </a:extLst>
            </p:cNvPr>
            <p:cNvGrpSpPr/>
            <p:nvPr/>
          </p:nvGrpSpPr>
          <p:grpSpPr>
            <a:xfrm>
              <a:off x="4567602" y="698263"/>
              <a:ext cx="3383042" cy="4445237"/>
              <a:chOff x="5163395" y="1038297"/>
              <a:chExt cx="3136306" cy="4286171"/>
            </a:xfrm>
            <a:effectLst>
              <a:outerShdw blurRad="266700" dist="139700" dir="8100000" algn="tr" rotWithShape="0">
                <a:prstClr val="black">
                  <a:alpha val="45000"/>
                </a:prstClr>
              </a:outerShdw>
            </a:effectLst>
          </p:grpSpPr>
          <p:sp>
            <p:nvSpPr>
              <p:cNvPr id="14" name="Google Shape;2766;p67">
                <a:extLst>
                  <a:ext uri="{FF2B5EF4-FFF2-40B4-BE49-F238E27FC236}">
                    <a16:creationId xmlns:a16="http://schemas.microsoft.com/office/drawing/2014/main" id="{F66E0B96-195A-4D37-980A-ABF53BA430E7}"/>
                  </a:ext>
                </a:extLst>
              </p:cNvPr>
              <p:cNvSpPr/>
              <p:nvPr/>
            </p:nvSpPr>
            <p:spPr>
              <a:xfrm>
                <a:off x="6595475" y="1181110"/>
                <a:ext cx="272144" cy="4143358"/>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767;p67">
                <a:extLst>
                  <a:ext uri="{FF2B5EF4-FFF2-40B4-BE49-F238E27FC236}">
                    <a16:creationId xmlns:a16="http://schemas.microsoft.com/office/drawing/2014/main" id="{2184307C-4F9D-4313-963B-F00F79D45B59}"/>
                  </a:ext>
                </a:extLst>
              </p:cNvPr>
              <p:cNvSpPr/>
              <p:nvPr/>
            </p:nvSpPr>
            <p:spPr>
              <a:xfrm>
                <a:off x="5163395" y="1038297"/>
                <a:ext cx="3136200" cy="1992900"/>
              </a:xfrm>
              <a:prstGeom prst="roundRect">
                <a:avLst>
                  <a:gd name="adj" fmla="val 6436"/>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Google Shape;2768;p67">
                <a:extLst>
                  <a:ext uri="{FF2B5EF4-FFF2-40B4-BE49-F238E27FC236}">
                    <a16:creationId xmlns:a16="http://schemas.microsoft.com/office/drawing/2014/main" id="{1A33D8A2-C89A-478B-9E81-44DB4DDB9CBD}"/>
                  </a:ext>
                </a:extLst>
              </p:cNvPr>
              <p:cNvSpPr/>
              <p:nvPr/>
            </p:nvSpPr>
            <p:spPr>
              <a:xfrm>
                <a:off x="5267917" y="1118091"/>
                <a:ext cx="2941200" cy="1822800"/>
              </a:xfrm>
              <a:prstGeom prst="roundRect">
                <a:avLst>
                  <a:gd name="adj" fmla="val 2881"/>
                </a:avLst>
              </a:prstGeom>
              <a:no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2769;p67">
                <a:extLst>
                  <a:ext uri="{FF2B5EF4-FFF2-40B4-BE49-F238E27FC236}">
                    <a16:creationId xmlns:a16="http://schemas.microsoft.com/office/drawing/2014/main" id="{61E3E75F-488E-4F24-A5D1-B1A1168382EE}"/>
                  </a:ext>
                </a:extLst>
              </p:cNvPr>
              <p:cNvGrpSpPr/>
              <p:nvPr/>
            </p:nvGrpSpPr>
            <p:grpSpPr>
              <a:xfrm>
                <a:off x="5163395" y="3319938"/>
                <a:ext cx="3136306" cy="952802"/>
                <a:chOff x="4239282" y="3133725"/>
                <a:chExt cx="3981600" cy="1209600"/>
              </a:xfrm>
            </p:grpSpPr>
            <p:sp>
              <p:nvSpPr>
                <p:cNvPr id="18" name="Google Shape;2770;p67">
                  <a:extLst>
                    <a:ext uri="{FF2B5EF4-FFF2-40B4-BE49-F238E27FC236}">
                      <a16:creationId xmlns:a16="http://schemas.microsoft.com/office/drawing/2014/main" id="{5DF7DE3B-23D5-409E-BCAC-8CEF0230E4C2}"/>
                    </a:ext>
                  </a:extLst>
                </p:cNvPr>
                <p:cNvSpPr/>
                <p:nvPr/>
              </p:nvSpPr>
              <p:spPr>
                <a:xfrm>
                  <a:off x="4239282" y="3133725"/>
                  <a:ext cx="3981600" cy="1209600"/>
                </a:xfrm>
                <a:prstGeom prst="roundRect">
                  <a:avLst>
                    <a:gd name="adj" fmla="val 1254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771;p67">
                  <a:extLst>
                    <a:ext uri="{FF2B5EF4-FFF2-40B4-BE49-F238E27FC236}">
                      <a16:creationId xmlns:a16="http://schemas.microsoft.com/office/drawing/2014/main" id="{78E5DB94-ACFB-43CE-8CC9-6CBD4DA507E8}"/>
                    </a:ext>
                  </a:extLst>
                </p:cNvPr>
                <p:cNvSpPr/>
                <p:nvPr/>
              </p:nvSpPr>
              <p:spPr>
                <a:xfrm>
                  <a:off x="4368282" y="3248325"/>
                  <a:ext cx="3723600" cy="980400"/>
                </a:xfrm>
                <a:prstGeom prst="roundRect">
                  <a:avLst>
                    <a:gd name="adj" fmla="val 4656"/>
                  </a:avLst>
                </a:prstGeom>
                <a:no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3" name="Rectangle 32">
              <a:extLst>
                <a:ext uri="{FF2B5EF4-FFF2-40B4-BE49-F238E27FC236}">
                  <a16:creationId xmlns:a16="http://schemas.microsoft.com/office/drawing/2014/main" id="{F978A8E7-5D0F-4B19-9E5F-4BDD4C295519}"/>
                </a:ext>
              </a:extLst>
            </p:cNvPr>
            <p:cNvSpPr/>
            <p:nvPr/>
          </p:nvSpPr>
          <p:spPr>
            <a:xfrm>
              <a:off x="4783280" y="1141465"/>
              <a:ext cx="2966720" cy="1169551"/>
            </a:xfrm>
            <a:prstGeom prst="rect">
              <a:avLst/>
            </a:prstGeom>
          </p:spPr>
          <p:txBody>
            <a:bodyPr wrap="square">
              <a:spAutoFit/>
            </a:bodyPr>
            <a:lstStyle/>
            <a:p>
              <a:pPr algn="ctr">
                <a:lnSpc>
                  <a:spcPct val="150000"/>
                </a:lnSpc>
              </a:pPr>
              <a:r>
                <a:rPr lang="en-US" sz="1600" dirty="0">
                  <a:solidFill>
                    <a:srgbClr val="FFFFFF"/>
                  </a:solidFill>
                  <a:latin typeface="Catamaran" panose="020B0604020202020204" charset="0"/>
                  <a:cs typeface="Catamaran" panose="020B0604020202020204" charset="0"/>
                </a:rPr>
                <a:t>Multi-layer system architecture.</a:t>
              </a:r>
            </a:p>
            <a:p>
              <a:pPr algn="ctr">
                <a:lnSpc>
                  <a:spcPct val="150000"/>
                </a:lnSpc>
              </a:pPr>
              <a:r>
                <a:rPr lang="en-US" sz="1600" dirty="0">
                  <a:solidFill>
                    <a:srgbClr val="FFFFFF"/>
                  </a:solidFill>
                  <a:latin typeface="Catamaran" panose="020B0604020202020204" charset="0"/>
                  <a:cs typeface="Catamaran" panose="020B0604020202020204" charset="0"/>
                </a:rPr>
                <a:t>Reliable detection and response.</a:t>
              </a:r>
            </a:p>
            <a:p>
              <a:pPr algn="ctr">
                <a:lnSpc>
                  <a:spcPct val="150000"/>
                </a:lnSpc>
              </a:pPr>
              <a:r>
                <a:rPr lang="en-US" sz="1600" dirty="0">
                  <a:solidFill>
                    <a:srgbClr val="FFFFFF"/>
                  </a:solidFill>
                  <a:latin typeface="Catamaran" panose="020B0604020202020204" charset="0"/>
                  <a:cs typeface="Catamaran" panose="020B0604020202020204" charset="0"/>
                </a:rPr>
                <a:t>Minimize false detection.</a:t>
              </a:r>
            </a:p>
          </p:txBody>
        </p:sp>
        <p:sp>
          <p:nvSpPr>
            <p:cNvPr id="34" name="Rectangle 33">
              <a:extLst>
                <a:ext uri="{FF2B5EF4-FFF2-40B4-BE49-F238E27FC236}">
                  <a16:creationId xmlns:a16="http://schemas.microsoft.com/office/drawing/2014/main" id="{3D5FAC44-CC27-4672-952B-26F90762DA60}"/>
                </a:ext>
              </a:extLst>
            </p:cNvPr>
            <p:cNvSpPr/>
            <p:nvPr/>
          </p:nvSpPr>
          <p:spPr>
            <a:xfrm>
              <a:off x="4958092" y="3204716"/>
              <a:ext cx="2593980" cy="707886"/>
            </a:xfrm>
            <a:prstGeom prst="rect">
              <a:avLst/>
            </a:prstGeom>
          </p:spPr>
          <p:txBody>
            <a:bodyPr wrap="none">
              <a:spAutoFit/>
            </a:bodyPr>
            <a:lstStyle/>
            <a:p>
              <a:r>
                <a:rPr lang="en-US" sz="4000" dirty="0">
                  <a:solidFill>
                    <a:srgbClr val="FFFFFF"/>
                  </a:solidFill>
                  <a:latin typeface="Mouse Memoirs" panose="020B0604020202020204" charset="0"/>
                </a:rPr>
                <a:t>System Diagram</a:t>
              </a:r>
              <a:endParaRPr lang="en-US" sz="4000" dirty="0"/>
            </a:p>
          </p:txBody>
        </p:sp>
      </p:grpSp>
      <p:grpSp>
        <p:nvGrpSpPr>
          <p:cNvPr id="39" name="Group 38">
            <a:extLst>
              <a:ext uri="{FF2B5EF4-FFF2-40B4-BE49-F238E27FC236}">
                <a16:creationId xmlns:a16="http://schemas.microsoft.com/office/drawing/2014/main" id="{164F357E-36C9-4AD9-A6C2-00CF58BFA7B5}"/>
              </a:ext>
            </a:extLst>
          </p:cNvPr>
          <p:cNvGrpSpPr/>
          <p:nvPr/>
        </p:nvGrpSpPr>
        <p:grpSpPr>
          <a:xfrm>
            <a:off x="8028187" y="1570524"/>
            <a:ext cx="2137738" cy="3024835"/>
            <a:chOff x="8028187" y="1570524"/>
            <a:chExt cx="2137738" cy="3024835"/>
          </a:xfrm>
        </p:grpSpPr>
        <p:grpSp>
          <p:nvGrpSpPr>
            <p:cNvPr id="20" name="Google Shape;2765;p67">
              <a:extLst>
                <a:ext uri="{FF2B5EF4-FFF2-40B4-BE49-F238E27FC236}">
                  <a16:creationId xmlns:a16="http://schemas.microsoft.com/office/drawing/2014/main" id="{76CD8D00-A393-427C-B694-A2356496C3FA}"/>
                </a:ext>
              </a:extLst>
            </p:cNvPr>
            <p:cNvGrpSpPr/>
            <p:nvPr/>
          </p:nvGrpSpPr>
          <p:grpSpPr>
            <a:xfrm>
              <a:off x="8028187" y="1570524"/>
              <a:ext cx="2137738" cy="3024835"/>
              <a:chOff x="5163395" y="1038297"/>
              <a:chExt cx="3136306" cy="4286171"/>
            </a:xfrm>
            <a:effectLst>
              <a:outerShdw blurRad="50800" dist="38100" dir="2700000" algn="tl" rotWithShape="0">
                <a:prstClr val="black">
                  <a:alpha val="40000"/>
                </a:prstClr>
              </a:outerShdw>
            </a:effectLst>
          </p:grpSpPr>
          <p:sp>
            <p:nvSpPr>
              <p:cNvPr id="21" name="Google Shape;2766;p67">
                <a:extLst>
                  <a:ext uri="{FF2B5EF4-FFF2-40B4-BE49-F238E27FC236}">
                    <a16:creationId xmlns:a16="http://schemas.microsoft.com/office/drawing/2014/main" id="{F7C585AD-631E-4DE2-B881-842217A79F6B}"/>
                  </a:ext>
                </a:extLst>
              </p:cNvPr>
              <p:cNvSpPr/>
              <p:nvPr/>
            </p:nvSpPr>
            <p:spPr>
              <a:xfrm>
                <a:off x="6595475" y="1181110"/>
                <a:ext cx="272144" cy="4143358"/>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767;p67">
                <a:extLst>
                  <a:ext uri="{FF2B5EF4-FFF2-40B4-BE49-F238E27FC236}">
                    <a16:creationId xmlns:a16="http://schemas.microsoft.com/office/drawing/2014/main" id="{2F7ED860-5E22-496F-9EE6-B4CC16A0442D}"/>
                  </a:ext>
                </a:extLst>
              </p:cNvPr>
              <p:cNvSpPr/>
              <p:nvPr/>
            </p:nvSpPr>
            <p:spPr>
              <a:xfrm>
                <a:off x="5163395" y="1038297"/>
                <a:ext cx="3136200" cy="1992900"/>
              </a:xfrm>
              <a:prstGeom prst="roundRect">
                <a:avLst>
                  <a:gd name="adj" fmla="val 6436"/>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768;p67">
                <a:extLst>
                  <a:ext uri="{FF2B5EF4-FFF2-40B4-BE49-F238E27FC236}">
                    <a16:creationId xmlns:a16="http://schemas.microsoft.com/office/drawing/2014/main" id="{49A680A3-FF91-42F8-8502-6937F9C0D583}"/>
                  </a:ext>
                </a:extLst>
              </p:cNvPr>
              <p:cNvSpPr/>
              <p:nvPr/>
            </p:nvSpPr>
            <p:spPr>
              <a:xfrm>
                <a:off x="5267917" y="1118091"/>
                <a:ext cx="2941200" cy="1822800"/>
              </a:xfrm>
              <a:prstGeom prst="roundRect">
                <a:avLst>
                  <a:gd name="adj" fmla="val 2881"/>
                </a:avLst>
              </a:prstGeom>
              <a:no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 name="Google Shape;2769;p67">
                <a:extLst>
                  <a:ext uri="{FF2B5EF4-FFF2-40B4-BE49-F238E27FC236}">
                    <a16:creationId xmlns:a16="http://schemas.microsoft.com/office/drawing/2014/main" id="{F7E76083-EAAF-4158-99F4-2DCCF61C8E9E}"/>
                  </a:ext>
                </a:extLst>
              </p:cNvPr>
              <p:cNvGrpSpPr/>
              <p:nvPr/>
            </p:nvGrpSpPr>
            <p:grpSpPr>
              <a:xfrm>
                <a:off x="5163395" y="3319938"/>
                <a:ext cx="3136306" cy="952802"/>
                <a:chOff x="4239282" y="3133725"/>
                <a:chExt cx="3981600" cy="1209600"/>
              </a:xfrm>
            </p:grpSpPr>
            <p:sp>
              <p:nvSpPr>
                <p:cNvPr id="25" name="Google Shape;2770;p67">
                  <a:extLst>
                    <a:ext uri="{FF2B5EF4-FFF2-40B4-BE49-F238E27FC236}">
                      <a16:creationId xmlns:a16="http://schemas.microsoft.com/office/drawing/2014/main" id="{8CE2A0BA-C53B-45E6-98D8-88CAC1ECDB38}"/>
                    </a:ext>
                  </a:extLst>
                </p:cNvPr>
                <p:cNvSpPr/>
                <p:nvPr/>
              </p:nvSpPr>
              <p:spPr>
                <a:xfrm>
                  <a:off x="4239282" y="3133725"/>
                  <a:ext cx="3981600" cy="1209600"/>
                </a:xfrm>
                <a:prstGeom prst="roundRect">
                  <a:avLst>
                    <a:gd name="adj" fmla="val 1254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771;p67">
                  <a:extLst>
                    <a:ext uri="{FF2B5EF4-FFF2-40B4-BE49-F238E27FC236}">
                      <a16:creationId xmlns:a16="http://schemas.microsoft.com/office/drawing/2014/main" id="{1A1001AF-059D-4F41-9210-BB7ADE76033A}"/>
                    </a:ext>
                  </a:extLst>
                </p:cNvPr>
                <p:cNvSpPr/>
                <p:nvPr/>
              </p:nvSpPr>
              <p:spPr>
                <a:xfrm>
                  <a:off x="4368282" y="3248325"/>
                  <a:ext cx="3723600" cy="980400"/>
                </a:xfrm>
                <a:prstGeom prst="roundRect">
                  <a:avLst>
                    <a:gd name="adj" fmla="val 4656"/>
                  </a:avLst>
                </a:prstGeom>
                <a:no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36" name="Picture 35">
              <a:extLst>
                <a:ext uri="{FF2B5EF4-FFF2-40B4-BE49-F238E27FC236}">
                  <a16:creationId xmlns:a16="http://schemas.microsoft.com/office/drawing/2014/main" id="{663C15C5-B133-43C5-9372-FF34E9E09218}"/>
                </a:ext>
              </a:extLst>
            </p:cNvPr>
            <p:cNvPicPr>
              <a:picLocks noChangeAspect="1"/>
            </p:cNvPicPr>
            <p:nvPr/>
          </p:nvPicPr>
          <p:blipFill>
            <a:blip r:embed="rId4"/>
            <a:stretch>
              <a:fillRect/>
            </a:stretch>
          </p:blipFill>
          <p:spPr>
            <a:xfrm>
              <a:off x="8297072" y="1861836"/>
              <a:ext cx="1693855" cy="898360"/>
            </a:xfrm>
            <a:prstGeom prst="rect">
              <a:avLst/>
            </a:prstGeom>
          </p:spPr>
        </p:pic>
        <p:pic>
          <p:nvPicPr>
            <p:cNvPr id="38" name="Picture 37">
              <a:extLst>
                <a:ext uri="{FF2B5EF4-FFF2-40B4-BE49-F238E27FC236}">
                  <a16:creationId xmlns:a16="http://schemas.microsoft.com/office/drawing/2014/main" id="{39F803EB-0160-401C-B143-4C39E8F47F60}"/>
                </a:ext>
              </a:extLst>
            </p:cNvPr>
            <p:cNvPicPr>
              <a:picLocks noChangeAspect="1"/>
            </p:cNvPicPr>
            <p:nvPr/>
          </p:nvPicPr>
          <p:blipFill>
            <a:blip r:embed="rId5"/>
            <a:stretch>
              <a:fillRect/>
            </a:stretch>
          </p:blipFill>
          <p:spPr>
            <a:xfrm>
              <a:off x="8466451" y="3256912"/>
              <a:ext cx="1347577" cy="603495"/>
            </a:xfrm>
            <a:prstGeom prst="rect">
              <a:avLst/>
            </a:prstGeom>
          </p:spPr>
        </p:pic>
      </p:grpSp>
    </p:spTree>
    <p:extLst>
      <p:ext uri="{BB962C8B-B14F-4D97-AF65-F5344CB8AC3E}">
        <p14:creationId xmlns:p14="http://schemas.microsoft.com/office/powerpoint/2010/main" val="6019573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oogle Shape;2765;p67">
            <a:extLst>
              <a:ext uri="{FF2B5EF4-FFF2-40B4-BE49-F238E27FC236}">
                <a16:creationId xmlns:a16="http://schemas.microsoft.com/office/drawing/2014/main" id="{35EE958B-B64B-4734-9A7F-DCE5B7A860C4}"/>
              </a:ext>
            </a:extLst>
          </p:cNvPr>
          <p:cNvGrpSpPr/>
          <p:nvPr/>
        </p:nvGrpSpPr>
        <p:grpSpPr>
          <a:xfrm>
            <a:off x="4567602" y="698263"/>
            <a:ext cx="3383042" cy="4445237"/>
            <a:chOff x="5163395" y="1038297"/>
            <a:chExt cx="3136306" cy="4286171"/>
          </a:xfrm>
          <a:effectLst>
            <a:outerShdw blurRad="266700" dist="139700" dir="8100000" algn="tr" rotWithShape="0">
              <a:prstClr val="black">
                <a:alpha val="45000"/>
              </a:prstClr>
            </a:outerShdw>
          </a:effectLst>
        </p:grpSpPr>
        <p:sp>
          <p:nvSpPr>
            <p:cNvPr id="14" name="Google Shape;2766;p67">
              <a:extLst>
                <a:ext uri="{FF2B5EF4-FFF2-40B4-BE49-F238E27FC236}">
                  <a16:creationId xmlns:a16="http://schemas.microsoft.com/office/drawing/2014/main" id="{F66E0B96-195A-4D37-980A-ABF53BA430E7}"/>
                </a:ext>
              </a:extLst>
            </p:cNvPr>
            <p:cNvSpPr/>
            <p:nvPr/>
          </p:nvSpPr>
          <p:spPr>
            <a:xfrm>
              <a:off x="6595475" y="1181110"/>
              <a:ext cx="272144" cy="4143358"/>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767;p67">
              <a:extLst>
                <a:ext uri="{FF2B5EF4-FFF2-40B4-BE49-F238E27FC236}">
                  <a16:creationId xmlns:a16="http://schemas.microsoft.com/office/drawing/2014/main" id="{2184307C-4F9D-4313-963B-F00F79D45B59}"/>
                </a:ext>
              </a:extLst>
            </p:cNvPr>
            <p:cNvSpPr/>
            <p:nvPr/>
          </p:nvSpPr>
          <p:spPr>
            <a:xfrm>
              <a:off x="5163395" y="1038297"/>
              <a:ext cx="3136200" cy="1992899"/>
            </a:xfrm>
            <a:prstGeom prst="roundRect">
              <a:avLst>
                <a:gd name="adj" fmla="val 6436"/>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Google Shape;2768;p67">
              <a:extLst>
                <a:ext uri="{FF2B5EF4-FFF2-40B4-BE49-F238E27FC236}">
                  <a16:creationId xmlns:a16="http://schemas.microsoft.com/office/drawing/2014/main" id="{1A33D8A2-C89A-478B-9E81-44DB4DDB9CBD}"/>
                </a:ext>
              </a:extLst>
            </p:cNvPr>
            <p:cNvSpPr/>
            <p:nvPr/>
          </p:nvSpPr>
          <p:spPr>
            <a:xfrm>
              <a:off x="5267917" y="1118091"/>
              <a:ext cx="2941200" cy="1822800"/>
            </a:xfrm>
            <a:prstGeom prst="roundRect">
              <a:avLst>
                <a:gd name="adj" fmla="val 2881"/>
              </a:avLst>
            </a:prstGeom>
            <a:no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2769;p67">
              <a:extLst>
                <a:ext uri="{FF2B5EF4-FFF2-40B4-BE49-F238E27FC236}">
                  <a16:creationId xmlns:a16="http://schemas.microsoft.com/office/drawing/2014/main" id="{61E3E75F-488E-4F24-A5D1-B1A1168382EE}"/>
                </a:ext>
              </a:extLst>
            </p:cNvPr>
            <p:cNvGrpSpPr/>
            <p:nvPr/>
          </p:nvGrpSpPr>
          <p:grpSpPr>
            <a:xfrm>
              <a:off x="5163395" y="3319938"/>
              <a:ext cx="3136306" cy="952802"/>
              <a:chOff x="4239282" y="3133725"/>
              <a:chExt cx="3981600" cy="1209600"/>
            </a:xfrm>
          </p:grpSpPr>
          <p:sp>
            <p:nvSpPr>
              <p:cNvPr id="18" name="Google Shape;2770;p67">
                <a:extLst>
                  <a:ext uri="{FF2B5EF4-FFF2-40B4-BE49-F238E27FC236}">
                    <a16:creationId xmlns:a16="http://schemas.microsoft.com/office/drawing/2014/main" id="{5DF7DE3B-23D5-409E-BCAC-8CEF0230E4C2}"/>
                  </a:ext>
                </a:extLst>
              </p:cNvPr>
              <p:cNvSpPr/>
              <p:nvPr/>
            </p:nvSpPr>
            <p:spPr>
              <a:xfrm>
                <a:off x="4239282" y="3133725"/>
                <a:ext cx="3981600" cy="1209600"/>
              </a:xfrm>
              <a:prstGeom prst="roundRect">
                <a:avLst>
                  <a:gd name="adj" fmla="val 1254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771;p67">
                <a:extLst>
                  <a:ext uri="{FF2B5EF4-FFF2-40B4-BE49-F238E27FC236}">
                    <a16:creationId xmlns:a16="http://schemas.microsoft.com/office/drawing/2014/main" id="{78E5DB94-ACFB-43CE-8CC9-6CBD4DA507E8}"/>
                  </a:ext>
                </a:extLst>
              </p:cNvPr>
              <p:cNvSpPr/>
              <p:nvPr/>
            </p:nvSpPr>
            <p:spPr>
              <a:xfrm>
                <a:off x="4368282" y="3248325"/>
                <a:ext cx="3723600" cy="980400"/>
              </a:xfrm>
              <a:prstGeom prst="roundRect">
                <a:avLst>
                  <a:gd name="adj" fmla="val 4656"/>
                </a:avLst>
              </a:prstGeom>
              <a:no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27" name="Picture 26">
            <a:extLst>
              <a:ext uri="{FF2B5EF4-FFF2-40B4-BE49-F238E27FC236}">
                <a16:creationId xmlns:a16="http://schemas.microsoft.com/office/drawing/2014/main" id="{790E32B5-29BF-49CB-9243-7C525D0CF3DF}"/>
              </a:ext>
            </a:extLst>
          </p:cNvPr>
          <p:cNvPicPr>
            <a:picLocks noChangeAspect="1"/>
          </p:cNvPicPr>
          <p:nvPr/>
        </p:nvPicPr>
        <p:blipFill>
          <a:blip r:embed="rId2"/>
          <a:stretch>
            <a:fillRect/>
          </a:stretch>
        </p:blipFill>
        <p:spPr>
          <a:xfrm>
            <a:off x="290024" y="1401235"/>
            <a:ext cx="3914387" cy="2978466"/>
          </a:xfrm>
          <a:prstGeom prst="rect">
            <a:avLst/>
          </a:prstGeom>
        </p:spPr>
      </p:pic>
      <p:sp>
        <p:nvSpPr>
          <p:cNvPr id="33" name="Rectangle 32">
            <a:extLst>
              <a:ext uri="{FF2B5EF4-FFF2-40B4-BE49-F238E27FC236}">
                <a16:creationId xmlns:a16="http://schemas.microsoft.com/office/drawing/2014/main" id="{F978A8E7-5D0F-4B19-9E5F-4BDD4C295519}"/>
              </a:ext>
            </a:extLst>
          </p:cNvPr>
          <p:cNvSpPr/>
          <p:nvPr/>
        </p:nvSpPr>
        <p:spPr>
          <a:xfrm>
            <a:off x="4794155" y="979094"/>
            <a:ext cx="2966720" cy="1554272"/>
          </a:xfrm>
          <a:prstGeom prst="rect">
            <a:avLst/>
          </a:prstGeom>
        </p:spPr>
        <p:txBody>
          <a:bodyPr wrap="square">
            <a:spAutoFit/>
          </a:bodyPr>
          <a:lstStyle/>
          <a:p>
            <a:pPr algn="ctr"/>
            <a:r>
              <a:rPr lang="en-US" dirty="0">
                <a:solidFill>
                  <a:srgbClr val="FFFFFF"/>
                </a:solidFill>
                <a:latin typeface="Catamaran" panose="020B0604020202020204" charset="0"/>
                <a:cs typeface="Catamaran" panose="020B0604020202020204" charset="0"/>
              </a:rPr>
              <a:t>Decision logic to prevent false alarms during operation.</a:t>
            </a:r>
          </a:p>
          <a:p>
            <a:pPr algn="ctr"/>
            <a:endParaRPr lang="en-US" sz="800" dirty="0">
              <a:solidFill>
                <a:srgbClr val="FFFFFF"/>
              </a:solidFill>
              <a:latin typeface="Catamaran" panose="020B0604020202020204" charset="0"/>
              <a:cs typeface="Catamaran" panose="020B0604020202020204" charset="0"/>
            </a:endParaRPr>
          </a:p>
          <a:p>
            <a:pPr algn="ctr"/>
            <a:r>
              <a:rPr lang="en-US" dirty="0">
                <a:solidFill>
                  <a:srgbClr val="FFFFFF"/>
                </a:solidFill>
                <a:latin typeface="Catamaran" panose="020B0604020202020204" charset="0"/>
                <a:cs typeface="Catamaran" panose="020B0604020202020204" charset="0"/>
              </a:rPr>
              <a:t>A staged response strategy.</a:t>
            </a:r>
          </a:p>
          <a:p>
            <a:pPr algn="ctr"/>
            <a:endParaRPr lang="en-US" sz="800" dirty="0">
              <a:solidFill>
                <a:srgbClr val="FFFFFF"/>
              </a:solidFill>
              <a:latin typeface="Catamaran" panose="020B0604020202020204" charset="0"/>
              <a:cs typeface="Catamaran" panose="020B0604020202020204" charset="0"/>
            </a:endParaRPr>
          </a:p>
          <a:p>
            <a:pPr algn="ctr"/>
            <a:r>
              <a:rPr lang="en-US" dirty="0">
                <a:solidFill>
                  <a:srgbClr val="FFFFFF"/>
                </a:solidFill>
                <a:latin typeface="Catamaran" panose="020B0604020202020204" charset="0"/>
                <a:cs typeface="Catamaran" panose="020B0604020202020204" charset="0"/>
              </a:rPr>
              <a:t>Automated safety system.</a:t>
            </a:r>
          </a:p>
          <a:p>
            <a:pPr algn="ctr"/>
            <a:endParaRPr lang="en-US" sz="800" dirty="0">
              <a:solidFill>
                <a:srgbClr val="FFFFFF"/>
              </a:solidFill>
              <a:latin typeface="Catamaran" panose="020B0604020202020204" charset="0"/>
              <a:cs typeface="Catamaran" panose="020B0604020202020204" charset="0"/>
            </a:endParaRPr>
          </a:p>
          <a:p>
            <a:pPr algn="ctr"/>
            <a:r>
              <a:rPr lang="en-US" dirty="0">
                <a:solidFill>
                  <a:srgbClr val="FFFFFF"/>
                </a:solidFill>
                <a:latin typeface="Catamaran" panose="020B0604020202020204" charset="0"/>
                <a:cs typeface="Catamaran" panose="020B0604020202020204" charset="0"/>
              </a:rPr>
              <a:t>Preventing human error.</a:t>
            </a:r>
          </a:p>
        </p:txBody>
      </p:sp>
      <p:sp>
        <p:nvSpPr>
          <p:cNvPr id="34" name="Rectangle 33">
            <a:extLst>
              <a:ext uri="{FF2B5EF4-FFF2-40B4-BE49-F238E27FC236}">
                <a16:creationId xmlns:a16="http://schemas.microsoft.com/office/drawing/2014/main" id="{3D5FAC44-CC27-4672-952B-26F90762DA60}"/>
              </a:ext>
            </a:extLst>
          </p:cNvPr>
          <p:cNvSpPr/>
          <p:nvPr/>
        </p:nvSpPr>
        <p:spPr>
          <a:xfrm>
            <a:off x="5364445" y="3204717"/>
            <a:ext cx="1981633" cy="707886"/>
          </a:xfrm>
          <a:prstGeom prst="rect">
            <a:avLst/>
          </a:prstGeom>
        </p:spPr>
        <p:txBody>
          <a:bodyPr wrap="none">
            <a:spAutoFit/>
          </a:bodyPr>
          <a:lstStyle/>
          <a:p>
            <a:r>
              <a:rPr lang="en-US" sz="4000" dirty="0">
                <a:solidFill>
                  <a:srgbClr val="FFFFFF"/>
                </a:solidFill>
                <a:latin typeface="Mouse Memoirs" panose="020B0604020202020204" charset="0"/>
              </a:rPr>
              <a:t>FLOWCHART  </a:t>
            </a:r>
            <a:endParaRPr lang="en-US" sz="4000" dirty="0"/>
          </a:p>
        </p:txBody>
      </p:sp>
      <p:pic>
        <p:nvPicPr>
          <p:cNvPr id="2" name="Picture 1">
            <a:extLst>
              <a:ext uri="{FF2B5EF4-FFF2-40B4-BE49-F238E27FC236}">
                <a16:creationId xmlns:a16="http://schemas.microsoft.com/office/drawing/2014/main" id="{D49A0076-E44D-4EB4-88F7-A7F5B37390A5}"/>
              </a:ext>
            </a:extLst>
          </p:cNvPr>
          <p:cNvPicPr>
            <a:picLocks noChangeAspect="1"/>
          </p:cNvPicPr>
          <p:nvPr/>
        </p:nvPicPr>
        <p:blipFill rotWithShape="1">
          <a:blip r:embed="rId3"/>
          <a:srcRect l="11666" t="18474" r="47689" b="40419"/>
          <a:stretch/>
        </p:blipFill>
        <p:spPr>
          <a:xfrm>
            <a:off x="388976" y="1570524"/>
            <a:ext cx="3716481" cy="2114347"/>
          </a:xfrm>
          <a:prstGeom prst="rect">
            <a:avLst/>
          </a:prstGeom>
        </p:spPr>
      </p:pic>
      <p:grpSp>
        <p:nvGrpSpPr>
          <p:cNvPr id="7" name="Group 6">
            <a:extLst>
              <a:ext uri="{FF2B5EF4-FFF2-40B4-BE49-F238E27FC236}">
                <a16:creationId xmlns:a16="http://schemas.microsoft.com/office/drawing/2014/main" id="{F9486A5C-19C0-41FB-8CB9-09F54B9442BF}"/>
              </a:ext>
            </a:extLst>
          </p:cNvPr>
          <p:cNvGrpSpPr/>
          <p:nvPr/>
        </p:nvGrpSpPr>
        <p:grpSpPr>
          <a:xfrm>
            <a:off x="8028187" y="1570524"/>
            <a:ext cx="2137738" cy="3024835"/>
            <a:chOff x="8028187" y="1570524"/>
            <a:chExt cx="2137738" cy="3024835"/>
          </a:xfrm>
        </p:grpSpPr>
        <p:grpSp>
          <p:nvGrpSpPr>
            <p:cNvPr id="5" name="Group 4">
              <a:extLst>
                <a:ext uri="{FF2B5EF4-FFF2-40B4-BE49-F238E27FC236}">
                  <a16:creationId xmlns:a16="http://schemas.microsoft.com/office/drawing/2014/main" id="{6D592E5C-378C-4D85-9BCC-4B6C55CAA48E}"/>
                </a:ext>
              </a:extLst>
            </p:cNvPr>
            <p:cNvGrpSpPr/>
            <p:nvPr/>
          </p:nvGrpSpPr>
          <p:grpSpPr>
            <a:xfrm>
              <a:off x="8028187" y="1570524"/>
              <a:ext cx="2137738" cy="3024835"/>
              <a:chOff x="8028187" y="1570524"/>
              <a:chExt cx="2137738" cy="3024835"/>
            </a:xfrm>
          </p:grpSpPr>
          <p:grpSp>
            <p:nvGrpSpPr>
              <p:cNvPr id="20" name="Google Shape;2765;p67">
                <a:extLst>
                  <a:ext uri="{FF2B5EF4-FFF2-40B4-BE49-F238E27FC236}">
                    <a16:creationId xmlns:a16="http://schemas.microsoft.com/office/drawing/2014/main" id="{76CD8D00-A393-427C-B694-A2356496C3FA}"/>
                  </a:ext>
                </a:extLst>
              </p:cNvPr>
              <p:cNvGrpSpPr/>
              <p:nvPr/>
            </p:nvGrpSpPr>
            <p:grpSpPr>
              <a:xfrm>
                <a:off x="8028187" y="1570524"/>
                <a:ext cx="2137738" cy="3024835"/>
                <a:chOff x="5163395" y="1038296"/>
                <a:chExt cx="3136306" cy="4286172"/>
              </a:xfrm>
              <a:effectLst>
                <a:outerShdw blurRad="50800" dist="38100" dir="2700000" algn="tl" rotWithShape="0">
                  <a:prstClr val="black">
                    <a:alpha val="40000"/>
                  </a:prstClr>
                </a:outerShdw>
              </a:effectLst>
            </p:grpSpPr>
            <p:sp>
              <p:nvSpPr>
                <p:cNvPr id="21" name="Google Shape;2766;p67">
                  <a:extLst>
                    <a:ext uri="{FF2B5EF4-FFF2-40B4-BE49-F238E27FC236}">
                      <a16:creationId xmlns:a16="http://schemas.microsoft.com/office/drawing/2014/main" id="{F7C585AD-631E-4DE2-B881-842217A79F6B}"/>
                    </a:ext>
                  </a:extLst>
                </p:cNvPr>
                <p:cNvSpPr/>
                <p:nvPr/>
              </p:nvSpPr>
              <p:spPr>
                <a:xfrm>
                  <a:off x="6595475" y="1181109"/>
                  <a:ext cx="272144" cy="4143359"/>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767;p67">
                  <a:extLst>
                    <a:ext uri="{FF2B5EF4-FFF2-40B4-BE49-F238E27FC236}">
                      <a16:creationId xmlns:a16="http://schemas.microsoft.com/office/drawing/2014/main" id="{2F7ED860-5E22-496F-9EE6-B4CC16A0442D}"/>
                    </a:ext>
                  </a:extLst>
                </p:cNvPr>
                <p:cNvSpPr/>
                <p:nvPr/>
              </p:nvSpPr>
              <p:spPr>
                <a:xfrm>
                  <a:off x="5163395" y="1038296"/>
                  <a:ext cx="3136200" cy="1992901"/>
                </a:xfrm>
                <a:prstGeom prst="roundRect">
                  <a:avLst>
                    <a:gd name="adj" fmla="val 6436"/>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768;p67">
                  <a:extLst>
                    <a:ext uri="{FF2B5EF4-FFF2-40B4-BE49-F238E27FC236}">
                      <a16:creationId xmlns:a16="http://schemas.microsoft.com/office/drawing/2014/main" id="{49A680A3-FF91-42F8-8502-6937F9C0D583}"/>
                    </a:ext>
                  </a:extLst>
                </p:cNvPr>
                <p:cNvSpPr/>
                <p:nvPr/>
              </p:nvSpPr>
              <p:spPr>
                <a:xfrm>
                  <a:off x="5267917" y="1118090"/>
                  <a:ext cx="2941200" cy="1822801"/>
                </a:xfrm>
                <a:prstGeom prst="roundRect">
                  <a:avLst>
                    <a:gd name="adj" fmla="val 2881"/>
                  </a:avLst>
                </a:prstGeom>
                <a:no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 name="Google Shape;2769;p67">
                  <a:extLst>
                    <a:ext uri="{FF2B5EF4-FFF2-40B4-BE49-F238E27FC236}">
                      <a16:creationId xmlns:a16="http://schemas.microsoft.com/office/drawing/2014/main" id="{F7E76083-EAAF-4158-99F4-2DCCF61C8E9E}"/>
                    </a:ext>
                  </a:extLst>
                </p:cNvPr>
                <p:cNvGrpSpPr/>
                <p:nvPr/>
              </p:nvGrpSpPr>
              <p:grpSpPr>
                <a:xfrm>
                  <a:off x="5163395" y="3319938"/>
                  <a:ext cx="3136306" cy="952802"/>
                  <a:chOff x="4239282" y="3133725"/>
                  <a:chExt cx="3981600" cy="1209600"/>
                </a:xfrm>
              </p:grpSpPr>
              <p:sp>
                <p:nvSpPr>
                  <p:cNvPr id="25" name="Google Shape;2770;p67">
                    <a:extLst>
                      <a:ext uri="{FF2B5EF4-FFF2-40B4-BE49-F238E27FC236}">
                        <a16:creationId xmlns:a16="http://schemas.microsoft.com/office/drawing/2014/main" id="{8CE2A0BA-C53B-45E6-98D8-88CAC1ECDB38}"/>
                      </a:ext>
                    </a:extLst>
                  </p:cNvPr>
                  <p:cNvSpPr/>
                  <p:nvPr/>
                </p:nvSpPr>
                <p:spPr>
                  <a:xfrm>
                    <a:off x="4239282" y="3133725"/>
                    <a:ext cx="3981600" cy="1209600"/>
                  </a:xfrm>
                  <a:prstGeom prst="roundRect">
                    <a:avLst>
                      <a:gd name="adj" fmla="val 1254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771;p67">
                    <a:extLst>
                      <a:ext uri="{FF2B5EF4-FFF2-40B4-BE49-F238E27FC236}">
                        <a16:creationId xmlns:a16="http://schemas.microsoft.com/office/drawing/2014/main" id="{1A1001AF-059D-4F41-9210-BB7ADE76033A}"/>
                      </a:ext>
                    </a:extLst>
                  </p:cNvPr>
                  <p:cNvSpPr/>
                  <p:nvPr/>
                </p:nvSpPr>
                <p:spPr>
                  <a:xfrm>
                    <a:off x="4368282" y="3248325"/>
                    <a:ext cx="3723600" cy="980400"/>
                  </a:xfrm>
                  <a:prstGeom prst="roundRect">
                    <a:avLst>
                      <a:gd name="adj" fmla="val 4656"/>
                    </a:avLst>
                  </a:prstGeom>
                  <a:no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3" name="Picture 2">
                <a:extLst>
                  <a:ext uri="{FF2B5EF4-FFF2-40B4-BE49-F238E27FC236}">
                    <a16:creationId xmlns:a16="http://schemas.microsoft.com/office/drawing/2014/main" id="{EDD68AB2-DC99-40BC-A25A-86B634A4FB5A}"/>
                  </a:ext>
                </a:extLst>
              </p:cNvPr>
              <p:cNvPicPr>
                <a:picLocks noChangeAspect="1"/>
              </p:cNvPicPr>
              <p:nvPr/>
            </p:nvPicPr>
            <p:blipFill>
              <a:blip r:embed="rId4"/>
              <a:stretch>
                <a:fillRect/>
              </a:stretch>
            </p:blipFill>
            <p:spPr>
              <a:xfrm>
                <a:off x="8305015" y="1809557"/>
                <a:ext cx="1627866" cy="920944"/>
              </a:xfrm>
              <a:prstGeom prst="rect">
                <a:avLst/>
              </a:prstGeom>
            </p:spPr>
          </p:pic>
        </p:grpSp>
        <p:pic>
          <p:nvPicPr>
            <p:cNvPr id="6" name="Picture 5">
              <a:extLst>
                <a:ext uri="{FF2B5EF4-FFF2-40B4-BE49-F238E27FC236}">
                  <a16:creationId xmlns:a16="http://schemas.microsoft.com/office/drawing/2014/main" id="{F480E276-75F4-44E5-B226-F754EE2B376B}"/>
                </a:ext>
              </a:extLst>
            </p:cNvPr>
            <p:cNvPicPr>
              <a:picLocks noChangeAspect="1"/>
            </p:cNvPicPr>
            <p:nvPr/>
          </p:nvPicPr>
          <p:blipFill>
            <a:blip r:embed="rId5"/>
            <a:stretch>
              <a:fillRect/>
            </a:stretch>
          </p:blipFill>
          <p:spPr>
            <a:xfrm>
              <a:off x="8244937" y="3298793"/>
              <a:ext cx="1634030" cy="490636"/>
            </a:xfrm>
            <a:prstGeom prst="rect">
              <a:avLst/>
            </a:prstGeom>
          </p:spPr>
        </p:pic>
      </p:grpSp>
    </p:spTree>
    <p:extLst>
      <p:ext uri="{BB962C8B-B14F-4D97-AF65-F5344CB8AC3E}">
        <p14:creationId xmlns:p14="http://schemas.microsoft.com/office/powerpoint/2010/main" val="3343242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790E32B5-29BF-49CB-9243-7C525D0CF3DF}"/>
              </a:ext>
            </a:extLst>
          </p:cNvPr>
          <p:cNvPicPr>
            <a:picLocks noChangeAspect="1"/>
          </p:cNvPicPr>
          <p:nvPr/>
        </p:nvPicPr>
        <p:blipFill>
          <a:blip r:embed="rId2"/>
          <a:stretch>
            <a:fillRect/>
          </a:stretch>
        </p:blipFill>
        <p:spPr>
          <a:xfrm>
            <a:off x="290024" y="1401235"/>
            <a:ext cx="3914387" cy="2978466"/>
          </a:xfrm>
          <a:prstGeom prst="rect">
            <a:avLst/>
          </a:prstGeom>
        </p:spPr>
      </p:pic>
      <p:grpSp>
        <p:nvGrpSpPr>
          <p:cNvPr id="12" name="Group 11">
            <a:extLst>
              <a:ext uri="{FF2B5EF4-FFF2-40B4-BE49-F238E27FC236}">
                <a16:creationId xmlns:a16="http://schemas.microsoft.com/office/drawing/2014/main" id="{2720354C-725C-4EA7-8B11-8B855FE77637}"/>
              </a:ext>
            </a:extLst>
          </p:cNvPr>
          <p:cNvGrpSpPr/>
          <p:nvPr/>
        </p:nvGrpSpPr>
        <p:grpSpPr>
          <a:xfrm>
            <a:off x="4567602" y="698263"/>
            <a:ext cx="3383042" cy="4445237"/>
            <a:chOff x="4567602" y="698263"/>
            <a:chExt cx="3383042" cy="4445237"/>
          </a:xfrm>
        </p:grpSpPr>
        <p:grpSp>
          <p:nvGrpSpPr>
            <p:cNvPr id="13" name="Google Shape;2765;p67">
              <a:extLst>
                <a:ext uri="{FF2B5EF4-FFF2-40B4-BE49-F238E27FC236}">
                  <a16:creationId xmlns:a16="http://schemas.microsoft.com/office/drawing/2014/main" id="{35EE958B-B64B-4734-9A7F-DCE5B7A860C4}"/>
                </a:ext>
              </a:extLst>
            </p:cNvPr>
            <p:cNvGrpSpPr/>
            <p:nvPr/>
          </p:nvGrpSpPr>
          <p:grpSpPr>
            <a:xfrm>
              <a:off x="4567602" y="698263"/>
              <a:ext cx="3383042" cy="4445237"/>
              <a:chOff x="5163395" y="1038297"/>
              <a:chExt cx="3136306" cy="4286171"/>
            </a:xfrm>
            <a:effectLst>
              <a:outerShdw blurRad="266700" dist="139700" dir="8100000" algn="tr" rotWithShape="0">
                <a:prstClr val="black">
                  <a:alpha val="45000"/>
                </a:prstClr>
              </a:outerShdw>
            </a:effectLst>
          </p:grpSpPr>
          <p:sp>
            <p:nvSpPr>
              <p:cNvPr id="14" name="Google Shape;2766;p67">
                <a:extLst>
                  <a:ext uri="{FF2B5EF4-FFF2-40B4-BE49-F238E27FC236}">
                    <a16:creationId xmlns:a16="http://schemas.microsoft.com/office/drawing/2014/main" id="{F66E0B96-195A-4D37-980A-ABF53BA430E7}"/>
                  </a:ext>
                </a:extLst>
              </p:cNvPr>
              <p:cNvSpPr/>
              <p:nvPr/>
            </p:nvSpPr>
            <p:spPr>
              <a:xfrm>
                <a:off x="6595475" y="1181110"/>
                <a:ext cx="272144" cy="4143358"/>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767;p67">
                <a:extLst>
                  <a:ext uri="{FF2B5EF4-FFF2-40B4-BE49-F238E27FC236}">
                    <a16:creationId xmlns:a16="http://schemas.microsoft.com/office/drawing/2014/main" id="{2184307C-4F9D-4313-963B-F00F79D45B59}"/>
                  </a:ext>
                </a:extLst>
              </p:cNvPr>
              <p:cNvSpPr/>
              <p:nvPr/>
            </p:nvSpPr>
            <p:spPr>
              <a:xfrm>
                <a:off x="5163395" y="1038297"/>
                <a:ext cx="3136200" cy="1992900"/>
              </a:xfrm>
              <a:prstGeom prst="roundRect">
                <a:avLst>
                  <a:gd name="adj" fmla="val 6436"/>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Google Shape;2768;p67">
                <a:extLst>
                  <a:ext uri="{FF2B5EF4-FFF2-40B4-BE49-F238E27FC236}">
                    <a16:creationId xmlns:a16="http://schemas.microsoft.com/office/drawing/2014/main" id="{1A33D8A2-C89A-478B-9E81-44DB4DDB9CBD}"/>
                  </a:ext>
                </a:extLst>
              </p:cNvPr>
              <p:cNvSpPr/>
              <p:nvPr/>
            </p:nvSpPr>
            <p:spPr>
              <a:xfrm>
                <a:off x="5267917" y="1118091"/>
                <a:ext cx="2941200" cy="1822800"/>
              </a:xfrm>
              <a:prstGeom prst="roundRect">
                <a:avLst>
                  <a:gd name="adj" fmla="val 2881"/>
                </a:avLst>
              </a:prstGeom>
              <a:no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2769;p67">
                <a:extLst>
                  <a:ext uri="{FF2B5EF4-FFF2-40B4-BE49-F238E27FC236}">
                    <a16:creationId xmlns:a16="http://schemas.microsoft.com/office/drawing/2014/main" id="{61E3E75F-488E-4F24-A5D1-B1A1168382EE}"/>
                  </a:ext>
                </a:extLst>
              </p:cNvPr>
              <p:cNvGrpSpPr/>
              <p:nvPr/>
            </p:nvGrpSpPr>
            <p:grpSpPr>
              <a:xfrm>
                <a:off x="5163395" y="3319938"/>
                <a:ext cx="3136306" cy="952802"/>
                <a:chOff x="4239282" y="3133725"/>
                <a:chExt cx="3981600" cy="1209600"/>
              </a:xfrm>
            </p:grpSpPr>
            <p:sp>
              <p:nvSpPr>
                <p:cNvPr id="18" name="Google Shape;2770;p67">
                  <a:extLst>
                    <a:ext uri="{FF2B5EF4-FFF2-40B4-BE49-F238E27FC236}">
                      <a16:creationId xmlns:a16="http://schemas.microsoft.com/office/drawing/2014/main" id="{5DF7DE3B-23D5-409E-BCAC-8CEF0230E4C2}"/>
                    </a:ext>
                  </a:extLst>
                </p:cNvPr>
                <p:cNvSpPr/>
                <p:nvPr/>
              </p:nvSpPr>
              <p:spPr>
                <a:xfrm>
                  <a:off x="4239282" y="3133725"/>
                  <a:ext cx="3981600" cy="1209600"/>
                </a:xfrm>
                <a:prstGeom prst="roundRect">
                  <a:avLst>
                    <a:gd name="adj" fmla="val 1254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771;p67">
                  <a:extLst>
                    <a:ext uri="{FF2B5EF4-FFF2-40B4-BE49-F238E27FC236}">
                      <a16:creationId xmlns:a16="http://schemas.microsoft.com/office/drawing/2014/main" id="{78E5DB94-ACFB-43CE-8CC9-6CBD4DA507E8}"/>
                    </a:ext>
                  </a:extLst>
                </p:cNvPr>
                <p:cNvSpPr/>
                <p:nvPr/>
              </p:nvSpPr>
              <p:spPr>
                <a:xfrm>
                  <a:off x="4368282" y="3248325"/>
                  <a:ext cx="3723600" cy="980400"/>
                </a:xfrm>
                <a:prstGeom prst="roundRect">
                  <a:avLst>
                    <a:gd name="adj" fmla="val 4656"/>
                  </a:avLst>
                </a:prstGeom>
                <a:no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3" name="Rectangle 32">
              <a:extLst>
                <a:ext uri="{FF2B5EF4-FFF2-40B4-BE49-F238E27FC236}">
                  <a16:creationId xmlns:a16="http://schemas.microsoft.com/office/drawing/2014/main" id="{F978A8E7-5D0F-4B19-9E5F-4BDD4C295519}"/>
                </a:ext>
              </a:extLst>
            </p:cNvPr>
            <p:cNvSpPr/>
            <p:nvPr/>
          </p:nvSpPr>
          <p:spPr>
            <a:xfrm>
              <a:off x="4755411" y="907542"/>
              <a:ext cx="3044208" cy="1692771"/>
            </a:xfrm>
            <a:prstGeom prst="rect">
              <a:avLst/>
            </a:prstGeom>
          </p:spPr>
          <p:txBody>
            <a:bodyPr wrap="square">
              <a:spAutoFit/>
            </a:bodyPr>
            <a:lstStyle/>
            <a:p>
              <a:pPr lvl="0" algn="ctr">
                <a:buClrTx/>
              </a:pPr>
              <a:r>
                <a:rPr lang="en-US" sz="1300" kern="1200" dirty="0">
                  <a:solidFill>
                    <a:srgbClr val="FFFFFF"/>
                  </a:solidFill>
                  <a:latin typeface="Catamaran" panose="020B0604020202020204" charset="0"/>
                  <a:ea typeface="+mn-ea"/>
                  <a:cs typeface="Catamaran" panose="020B0604020202020204" charset="0"/>
                </a:rPr>
                <a:t>Multi-layer design detects both motion and stationary occupants.</a:t>
              </a:r>
            </a:p>
            <a:p>
              <a:pPr lvl="0" algn="ctr">
                <a:buClrTx/>
              </a:pPr>
              <a:endParaRPr lang="en-US" sz="1300" kern="1200" dirty="0">
                <a:solidFill>
                  <a:srgbClr val="FFFFFF"/>
                </a:solidFill>
                <a:latin typeface="Catamaran" panose="020B0604020202020204" charset="0"/>
                <a:ea typeface="+mn-ea"/>
                <a:cs typeface="Catamaran" panose="020B0604020202020204" charset="0"/>
              </a:endParaRPr>
            </a:p>
            <a:p>
              <a:pPr lvl="0" algn="ctr">
                <a:buClrTx/>
              </a:pPr>
              <a:r>
                <a:rPr lang="en-US" sz="1300" kern="1200" dirty="0">
                  <a:solidFill>
                    <a:srgbClr val="FFFFFF"/>
                  </a:solidFill>
                  <a:latin typeface="Catamaran" panose="020B0604020202020204" charset="0"/>
                  <a:ea typeface="+mn-ea"/>
                  <a:cs typeface="Catamaran" panose="020B0604020202020204" charset="0"/>
                </a:rPr>
                <a:t>Support real-time decision-making.</a:t>
              </a:r>
            </a:p>
            <a:p>
              <a:pPr lvl="0" algn="ctr">
                <a:buClrTx/>
              </a:pPr>
              <a:endParaRPr lang="en-US" sz="1300" kern="1200" dirty="0">
                <a:solidFill>
                  <a:srgbClr val="FFFFFF"/>
                </a:solidFill>
                <a:latin typeface="Catamaran" panose="020B0604020202020204" charset="0"/>
                <a:ea typeface="+mn-ea"/>
                <a:cs typeface="Catamaran" panose="020B0604020202020204" charset="0"/>
              </a:endParaRPr>
            </a:p>
            <a:p>
              <a:pPr lvl="0" algn="ctr">
                <a:buClrTx/>
              </a:pPr>
              <a:r>
                <a:rPr lang="en-US" sz="1300" kern="1200" dirty="0">
                  <a:solidFill>
                    <a:srgbClr val="FFFFFF"/>
                  </a:solidFill>
                  <a:latin typeface="Catamaran" panose="020B0604020202020204" charset="0"/>
                  <a:ea typeface="+mn-ea"/>
                  <a:cs typeface="Catamaran" panose="020B0604020202020204" charset="0"/>
                </a:rPr>
                <a:t>A custom enclosure and PCB layout were designed to improve stability, safety, and maintainability.</a:t>
              </a:r>
            </a:p>
          </p:txBody>
        </p:sp>
        <p:sp>
          <p:nvSpPr>
            <p:cNvPr id="34" name="Rectangle 33">
              <a:extLst>
                <a:ext uri="{FF2B5EF4-FFF2-40B4-BE49-F238E27FC236}">
                  <a16:creationId xmlns:a16="http://schemas.microsoft.com/office/drawing/2014/main" id="{3D5FAC44-CC27-4672-952B-26F90762DA60}"/>
                </a:ext>
              </a:extLst>
            </p:cNvPr>
            <p:cNvSpPr/>
            <p:nvPr/>
          </p:nvSpPr>
          <p:spPr>
            <a:xfrm>
              <a:off x="5206548" y="3328838"/>
              <a:ext cx="2141933" cy="492443"/>
            </a:xfrm>
            <a:prstGeom prst="rect">
              <a:avLst/>
            </a:prstGeom>
          </p:spPr>
          <p:txBody>
            <a:bodyPr wrap="none">
              <a:spAutoFit/>
            </a:bodyPr>
            <a:lstStyle/>
            <a:p>
              <a:r>
                <a:rPr lang="en-US" sz="2600" dirty="0">
                  <a:solidFill>
                    <a:srgbClr val="FFFFFF"/>
                  </a:solidFill>
                  <a:latin typeface="Mouse Memoirs" panose="020B0604020202020204" charset="0"/>
                </a:rPr>
                <a:t>System Architecture</a:t>
              </a:r>
            </a:p>
          </p:txBody>
        </p:sp>
      </p:grpSp>
      <p:pic>
        <p:nvPicPr>
          <p:cNvPr id="6" name="Picture 5">
            <a:extLst>
              <a:ext uri="{FF2B5EF4-FFF2-40B4-BE49-F238E27FC236}">
                <a16:creationId xmlns:a16="http://schemas.microsoft.com/office/drawing/2014/main" id="{0FD98F49-0DC0-4985-9421-666C08482232}"/>
              </a:ext>
            </a:extLst>
          </p:cNvPr>
          <p:cNvPicPr>
            <a:picLocks noChangeAspect="1"/>
          </p:cNvPicPr>
          <p:nvPr/>
        </p:nvPicPr>
        <p:blipFill rotWithShape="1">
          <a:blip r:embed="rId3"/>
          <a:srcRect l="22556" t="21206" r="8000" b="10657"/>
          <a:stretch/>
        </p:blipFill>
        <p:spPr>
          <a:xfrm>
            <a:off x="415445" y="1626836"/>
            <a:ext cx="3625436" cy="2000899"/>
          </a:xfrm>
          <a:prstGeom prst="rect">
            <a:avLst/>
          </a:prstGeom>
        </p:spPr>
      </p:pic>
      <p:pic>
        <p:nvPicPr>
          <p:cNvPr id="8" name="Picture 7">
            <a:extLst>
              <a:ext uri="{FF2B5EF4-FFF2-40B4-BE49-F238E27FC236}">
                <a16:creationId xmlns:a16="http://schemas.microsoft.com/office/drawing/2014/main" id="{D95CD7CE-8109-4117-86F0-7FF422C3181D}"/>
              </a:ext>
            </a:extLst>
          </p:cNvPr>
          <p:cNvPicPr>
            <a:picLocks noChangeAspect="1"/>
          </p:cNvPicPr>
          <p:nvPr/>
        </p:nvPicPr>
        <p:blipFill>
          <a:blip r:embed="rId4"/>
          <a:stretch>
            <a:fillRect/>
          </a:stretch>
        </p:blipFill>
        <p:spPr>
          <a:xfrm>
            <a:off x="370385" y="1566552"/>
            <a:ext cx="3715556" cy="2209826"/>
          </a:xfrm>
          <a:prstGeom prst="rect">
            <a:avLst/>
          </a:prstGeom>
        </p:spPr>
      </p:pic>
      <p:grpSp>
        <p:nvGrpSpPr>
          <p:cNvPr id="28" name="Group 27">
            <a:extLst>
              <a:ext uri="{FF2B5EF4-FFF2-40B4-BE49-F238E27FC236}">
                <a16:creationId xmlns:a16="http://schemas.microsoft.com/office/drawing/2014/main" id="{A57E45E7-7583-4A02-8C60-B8EC3FF20083}"/>
              </a:ext>
            </a:extLst>
          </p:cNvPr>
          <p:cNvGrpSpPr/>
          <p:nvPr/>
        </p:nvGrpSpPr>
        <p:grpSpPr>
          <a:xfrm>
            <a:off x="415445" y="1586489"/>
            <a:ext cx="3625436" cy="2169951"/>
            <a:chOff x="0" y="0"/>
            <a:chExt cx="6263132" cy="4966716"/>
          </a:xfrm>
          <a:solidFill>
            <a:srgbClr val="7BA145"/>
          </a:solidFill>
        </p:grpSpPr>
        <p:pic>
          <p:nvPicPr>
            <p:cNvPr id="29" name="Picture 28">
              <a:extLst>
                <a:ext uri="{FF2B5EF4-FFF2-40B4-BE49-F238E27FC236}">
                  <a16:creationId xmlns:a16="http://schemas.microsoft.com/office/drawing/2014/main" id="{9EF4FB28-7B0B-43D4-AD88-771D6C8DF487}"/>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0" y="0"/>
              <a:ext cx="3171825" cy="2569210"/>
            </a:xfrm>
            <a:prstGeom prst="rect">
              <a:avLst/>
            </a:prstGeom>
            <a:ln/>
          </p:spPr>
          <p:style>
            <a:lnRef idx="2">
              <a:schemeClr val="accent6">
                <a:shade val="50000"/>
              </a:schemeClr>
            </a:lnRef>
            <a:fillRef idx="1">
              <a:schemeClr val="accent6"/>
            </a:fillRef>
            <a:effectRef idx="0">
              <a:schemeClr val="accent6"/>
            </a:effectRef>
            <a:fontRef idx="minor">
              <a:schemeClr val="lt1"/>
            </a:fontRef>
          </p:style>
        </p:pic>
        <p:pic>
          <p:nvPicPr>
            <p:cNvPr id="30" name="Picture 29">
              <a:extLst>
                <a:ext uri="{FF2B5EF4-FFF2-40B4-BE49-F238E27FC236}">
                  <a16:creationId xmlns:a16="http://schemas.microsoft.com/office/drawing/2014/main" id="{F3F68F2D-0496-4E76-9768-E564BAECB723}"/>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4037" r="3125"/>
            <a:stretch>
              <a:fillRect/>
            </a:stretch>
          </p:blipFill>
          <p:spPr bwMode="auto">
            <a:xfrm>
              <a:off x="3182112" y="9144"/>
              <a:ext cx="3081020" cy="2569210"/>
            </a:xfrm>
            <a:prstGeom prst="rect">
              <a:avLst/>
            </a:prstGeom>
            <a:ln/>
            <a:extLst>
              <a:ext uri="{53640926-AAD7-44D8-BBD7-CCE9431645EC}">
                <a14:shadowObscured xmlns:a14="http://schemas.microsoft.com/office/drawing/2010/main"/>
              </a:ext>
            </a:extLst>
          </p:spPr>
          <p:style>
            <a:lnRef idx="2">
              <a:schemeClr val="accent6">
                <a:shade val="50000"/>
              </a:schemeClr>
            </a:lnRef>
            <a:fillRef idx="1">
              <a:schemeClr val="accent6"/>
            </a:fillRef>
            <a:effectRef idx="0">
              <a:schemeClr val="accent6"/>
            </a:effectRef>
            <a:fontRef idx="minor">
              <a:schemeClr val="lt1"/>
            </a:fontRef>
          </p:style>
        </p:pic>
        <p:pic>
          <p:nvPicPr>
            <p:cNvPr id="31" name="Picture 30">
              <a:extLst>
                <a:ext uri="{FF2B5EF4-FFF2-40B4-BE49-F238E27FC236}">
                  <a16:creationId xmlns:a16="http://schemas.microsoft.com/office/drawing/2014/main" id="{53692797-7483-451E-A24E-97F7734496F5}"/>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8288" y="2633472"/>
              <a:ext cx="3155315" cy="2332990"/>
            </a:xfrm>
            <a:prstGeom prst="rect">
              <a:avLst/>
            </a:prstGeom>
            <a:ln/>
          </p:spPr>
          <p:style>
            <a:lnRef idx="2">
              <a:schemeClr val="accent6">
                <a:shade val="50000"/>
              </a:schemeClr>
            </a:lnRef>
            <a:fillRef idx="1">
              <a:schemeClr val="accent6"/>
            </a:fillRef>
            <a:effectRef idx="0">
              <a:schemeClr val="accent6"/>
            </a:effectRef>
            <a:fontRef idx="minor">
              <a:schemeClr val="lt1"/>
            </a:fontRef>
          </p:style>
        </p:pic>
        <p:pic>
          <p:nvPicPr>
            <p:cNvPr id="32" name="Picture 31">
              <a:extLst>
                <a:ext uri="{FF2B5EF4-FFF2-40B4-BE49-F238E27FC236}">
                  <a16:creationId xmlns:a16="http://schemas.microsoft.com/office/drawing/2014/main" id="{4284B5C3-AC09-49BC-8EB3-9D0EFECA518A}"/>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3172968" y="2596896"/>
              <a:ext cx="3072130" cy="2369820"/>
            </a:xfrm>
            <a:prstGeom prst="rect">
              <a:avLst/>
            </a:prstGeom>
            <a:ln/>
          </p:spPr>
          <p:style>
            <a:lnRef idx="2">
              <a:schemeClr val="accent6">
                <a:shade val="50000"/>
              </a:schemeClr>
            </a:lnRef>
            <a:fillRef idx="1">
              <a:schemeClr val="accent6"/>
            </a:fillRef>
            <a:effectRef idx="0">
              <a:schemeClr val="accent6"/>
            </a:effectRef>
            <a:fontRef idx="minor">
              <a:schemeClr val="lt1"/>
            </a:fontRef>
          </p:style>
        </p:pic>
      </p:grpSp>
      <p:grpSp>
        <p:nvGrpSpPr>
          <p:cNvPr id="11" name="Group 10">
            <a:extLst>
              <a:ext uri="{FF2B5EF4-FFF2-40B4-BE49-F238E27FC236}">
                <a16:creationId xmlns:a16="http://schemas.microsoft.com/office/drawing/2014/main" id="{BBECDA51-FCDA-4786-AD55-382E2FB7979F}"/>
              </a:ext>
            </a:extLst>
          </p:cNvPr>
          <p:cNvGrpSpPr/>
          <p:nvPr/>
        </p:nvGrpSpPr>
        <p:grpSpPr>
          <a:xfrm>
            <a:off x="8028187" y="1570524"/>
            <a:ext cx="2137738" cy="3024835"/>
            <a:chOff x="8028187" y="1570524"/>
            <a:chExt cx="2137738" cy="3024835"/>
          </a:xfrm>
        </p:grpSpPr>
        <p:grpSp>
          <p:nvGrpSpPr>
            <p:cNvPr id="20" name="Google Shape;2765;p67">
              <a:extLst>
                <a:ext uri="{FF2B5EF4-FFF2-40B4-BE49-F238E27FC236}">
                  <a16:creationId xmlns:a16="http://schemas.microsoft.com/office/drawing/2014/main" id="{76CD8D00-A393-427C-B694-A2356496C3FA}"/>
                </a:ext>
              </a:extLst>
            </p:cNvPr>
            <p:cNvGrpSpPr/>
            <p:nvPr/>
          </p:nvGrpSpPr>
          <p:grpSpPr>
            <a:xfrm>
              <a:off x="8028187" y="1570524"/>
              <a:ext cx="2137738" cy="3024835"/>
              <a:chOff x="5163395" y="1038297"/>
              <a:chExt cx="3136306" cy="4286171"/>
            </a:xfrm>
            <a:effectLst>
              <a:outerShdw blurRad="50800" dist="38100" dir="2700000" algn="tl" rotWithShape="0">
                <a:prstClr val="black">
                  <a:alpha val="40000"/>
                </a:prstClr>
              </a:outerShdw>
            </a:effectLst>
          </p:grpSpPr>
          <p:sp>
            <p:nvSpPr>
              <p:cNvPr id="21" name="Google Shape;2766;p67">
                <a:extLst>
                  <a:ext uri="{FF2B5EF4-FFF2-40B4-BE49-F238E27FC236}">
                    <a16:creationId xmlns:a16="http://schemas.microsoft.com/office/drawing/2014/main" id="{F7C585AD-631E-4DE2-B881-842217A79F6B}"/>
                  </a:ext>
                </a:extLst>
              </p:cNvPr>
              <p:cNvSpPr/>
              <p:nvPr/>
            </p:nvSpPr>
            <p:spPr>
              <a:xfrm>
                <a:off x="6595475" y="1181110"/>
                <a:ext cx="272144" cy="4143358"/>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767;p67">
                <a:extLst>
                  <a:ext uri="{FF2B5EF4-FFF2-40B4-BE49-F238E27FC236}">
                    <a16:creationId xmlns:a16="http://schemas.microsoft.com/office/drawing/2014/main" id="{2F7ED860-5E22-496F-9EE6-B4CC16A0442D}"/>
                  </a:ext>
                </a:extLst>
              </p:cNvPr>
              <p:cNvSpPr/>
              <p:nvPr/>
            </p:nvSpPr>
            <p:spPr>
              <a:xfrm>
                <a:off x="5163395" y="1038297"/>
                <a:ext cx="3136200" cy="1992900"/>
              </a:xfrm>
              <a:prstGeom prst="roundRect">
                <a:avLst>
                  <a:gd name="adj" fmla="val 6436"/>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768;p67">
                <a:extLst>
                  <a:ext uri="{FF2B5EF4-FFF2-40B4-BE49-F238E27FC236}">
                    <a16:creationId xmlns:a16="http://schemas.microsoft.com/office/drawing/2014/main" id="{49A680A3-FF91-42F8-8502-6937F9C0D583}"/>
                  </a:ext>
                </a:extLst>
              </p:cNvPr>
              <p:cNvSpPr/>
              <p:nvPr/>
            </p:nvSpPr>
            <p:spPr>
              <a:xfrm>
                <a:off x="5267917" y="1118091"/>
                <a:ext cx="2941200" cy="1822800"/>
              </a:xfrm>
              <a:prstGeom prst="roundRect">
                <a:avLst>
                  <a:gd name="adj" fmla="val 2881"/>
                </a:avLst>
              </a:prstGeom>
              <a:no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 name="Google Shape;2769;p67">
                <a:extLst>
                  <a:ext uri="{FF2B5EF4-FFF2-40B4-BE49-F238E27FC236}">
                    <a16:creationId xmlns:a16="http://schemas.microsoft.com/office/drawing/2014/main" id="{F7E76083-EAAF-4158-99F4-2DCCF61C8E9E}"/>
                  </a:ext>
                </a:extLst>
              </p:cNvPr>
              <p:cNvGrpSpPr/>
              <p:nvPr/>
            </p:nvGrpSpPr>
            <p:grpSpPr>
              <a:xfrm>
                <a:off x="5163395" y="3319938"/>
                <a:ext cx="3136306" cy="952802"/>
                <a:chOff x="4239282" y="3133725"/>
                <a:chExt cx="3981600" cy="1209600"/>
              </a:xfrm>
            </p:grpSpPr>
            <p:sp>
              <p:nvSpPr>
                <p:cNvPr id="25" name="Google Shape;2770;p67">
                  <a:extLst>
                    <a:ext uri="{FF2B5EF4-FFF2-40B4-BE49-F238E27FC236}">
                      <a16:creationId xmlns:a16="http://schemas.microsoft.com/office/drawing/2014/main" id="{8CE2A0BA-C53B-45E6-98D8-88CAC1ECDB38}"/>
                    </a:ext>
                  </a:extLst>
                </p:cNvPr>
                <p:cNvSpPr/>
                <p:nvPr/>
              </p:nvSpPr>
              <p:spPr>
                <a:xfrm>
                  <a:off x="4239282" y="3133725"/>
                  <a:ext cx="3981600" cy="1209600"/>
                </a:xfrm>
                <a:prstGeom prst="roundRect">
                  <a:avLst>
                    <a:gd name="adj" fmla="val 1254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771;p67">
                  <a:extLst>
                    <a:ext uri="{FF2B5EF4-FFF2-40B4-BE49-F238E27FC236}">
                      <a16:creationId xmlns:a16="http://schemas.microsoft.com/office/drawing/2014/main" id="{1A1001AF-059D-4F41-9210-BB7ADE76033A}"/>
                    </a:ext>
                  </a:extLst>
                </p:cNvPr>
                <p:cNvSpPr/>
                <p:nvPr/>
              </p:nvSpPr>
              <p:spPr>
                <a:xfrm>
                  <a:off x="4368282" y="3248325"/>
                  <a:ext cx="3723600" cy="980400"/>
                </a:xfrm>
                <a:prstGeom prst="roundRect">
                  <a:avLst>
                    <a:gd name="adj" fmla="val 4656"/>
                  </a:avLst>
                </a:prstGeom>
                <a:no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9" name="Picture 8">
              <a:extLst>
                <a:ext uri="{FF2B5EF4-FFF2-40B4-BE49-F238E27FC236}">
                  <a16:creationId xmlns:a16="http://schemas.microsoft.com/office/drawing/2014/main" id="{B8B9490D-FB35-4F56-8B19-D74F0AE5B8D6}"/>
                </a:ext>
              </a:extLst>
            </p:cNvPr>
            <p:cNvPicPr>
              <a:picLocks noChangeAspect="1"/>
            </p:cNvPicPr>
            <p:nvPr/>
          </p:nvPicPr>
          <p:blipFill>
            <a:blip r:embed="rId9"/>
            <a:stretch>
              <a:fillRect/>
            </a:stretch>
          </p:blipFill>
          <p:spPr>
            <a:xfrm>
              <a:off x="8245353" y="1811852"/>
              <a:ext cx="1797294" cy="981655"/>
            </a:xfrm>
            <a:prstGeom prst="rect">
              <a:avLst/>
            </a:prstGeom>
          </p:spPr>
        </p:pic>
        <p:pic>
          <p:nvPicPr>
            <p:cNvPr id="10" name="Picture 9">
              <a:extLst>
                <a:ext uri="{FF2B5EF4-FFF2-40B4-BE49-F238E27FC236}">
                  <a16:creationId xmlns:a16="http://schemas.microsoft.com/office/drawing/2014/main" id="{C1564D7E-99B9-4BFD-B0D6-C871670CE602}"/>
                </a:ext>
              </a:extLst>
            </p:cNvPr>
            <p:cNvPicPr>
              <a:picLocks noChangeAspect="1"/>
            </p:cNvPicPr>
            <p:nvPr/>
          </p:nvPicPr>
          <p:blipFill>
            <a:blip r:embed="rId10"/>
            <a:stretch>
              <a:fillRect/>
            </a:stretch>
          </p:blipFill>
          <p:spPr>
            <a:xfrm>
              <a:off x="8516325" y="3284786"/>
              <a:ext cx="1161390" cy="536495"/>
            </a:xfrm>
            <a:prstGeom prst="rect">
              <a:avLst/>
            </a:prstGeom>
          </p:spPr>
        </p:pic>
      </p:grpSp>
    </p:spTree>
    <p:extLst>
      <p:ext uri="{BB962C8B-B14F-4D97-AF65-F5344CB8AC3E}">
        <p14:creationId xmlns:p14="http://schemas.microsoft.com/office/powerpoint/2010/main" val="26721715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15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350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790E32B5-29BF-49CB-9243-7C525D0CF3DF}"/>
              </a:ext>
            </a:extLst>
          </p:cNvPr>
          <p:cNvPicPr>
            <a:picLocks noChangeAspect="1"/>
          </p:cNvPicPr>
          <p:nvPr/>
        </p:nvPicPr>
        <p:blipFill>
          <a:blip r:embed="rId2"/>
          <a:stretch>
            <a:fillRect/>
          </a:stretch>
        </p:blipFill>
        <p:spPr>
          <a:xfrm>
            <a:off x="290024" y="1401235"/>
            <a:ext cx="3914387" cy="2978466"/>
          </a:xfrm>
          <a:prstGeom prst="rect">
            <a:avLst/>
          </a:prstGeom>
        </p:spPr>
      </p:pic>
      <p:grpSp>
        <p:nvGrpSpPr>
          <p:cNvPr id="8" name="Group 7">
            <a:extLst>
              <a:ext uri="{FF2B5EF4-FFF2-40B4-BE49-F238E27FC236}">
                <a16:creationId xmlns:a16="http://schemas.microsoft.com/office/drawing/2014/main" id="{7315D059-6DAF-453F-893E-A4C4EEBFE8D1}"/>
              </a:ext>
            </a:extLst>
          </p:cNvPr>
          <p:cNvGrpSpPr/>
          <p:nvPr/>
        </p:nvGrpSpPr>
        <p:grpSpPr>
          <a:xfrm>
            <a:off x="4567602" y="698263"/>
            <a:ext cx="3383042" cy="4445237"/>
            <a:chOff x="4567602" y="698263"/>
            <a:chExt cx="3383042" cy="4445237"/>
          </a:xfrm>
        </p:grpSpPr>
        <p:grpSp>
          <p:nvGrpSpPr>
            <p:cNvPr id="13" name="Google Shape;2765;p67">
              <a:extLst>
                <a:ext uri="{FF2B5EF4-FFF2-40B4-BE49-F238E27FC236}">
                  <a16:creationId xmlns:a16="http://schemas.microsoft.com/office/drawing/2014/main" id="{35EE958B-B64B-4734-9A7F-DCE5B7A860C4}"/>
                </a:ext>
              </a:extLst>
            </p:cNvPr>
            <p:cNvGrpSpPr/>
            <p:nvPr/>
          </p:nvGrpSpPr>
          <p:grpSpPr>
            <a:xfrm>
              <a:off x="4567602" y="698263"/>
              <a:ext cx="3383042" cy="4445237"/>
              <a:chOff x="5163395" y="1038297"/>
              <a:chExt cx="3136306" cy="4286171"/>
            </a:xfrm>
            <a:effectLst>
              <a:outerShdw blurRad="266700" dist="139700" dir="8100000" algn="tr" rotWithShape="0">
                <a:prstClr val="black">
                  <a:alpha val="45000"/>
                </a:prstClr>
              </a:outerShdw>
            </a:effectLst>
          </p:grpSpPr>
          <p:sp>
            <p:nvSpPr>
              <p:cNvPr id="14" name="Google Shape;2766;p67">
                <a:extLst>
                  <a:ext uri="{FF2B5EF4-FFF2-40B4-BE49-F238E27FC236}">
                    <a16:creationId xmlns:a16="http://schemas.microsoft.com/office/drawing/2014/main" id="{F66E0B96-195A-4D37-980A-ABF53BA430E7}"/>
                  </a:ext>
                </a:extLst>
              </p:cNvPr>
              <p:cNvSpPr/>
              <p:nvPr/>
            </p:nvSpPr>
            <p:spPr>
              <a:xfrm>
                <a:off x="6595475" y="1181110"/>
                <a:ext cx="272144" cy="4143358"/>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767;p67">
                <a:extLst>
                  <a:ext uri="{FF2B5EF4-FFF2-40B4-BE49-F238E27FC236}">
                    <a16:creationId xmlns:a16="http://schemas.microsoft.com/office/drawing/2014/main" id="{2184307C-4F9D-4313-963B-F00F79D45B59}"/>
                  </a:ext>
                </a:extLst>
              </p:cNvPr>
              <p:cNvSpPr/>
              <p:nvPr/>
            </p:nvSpPr>
            <p:spPr>
              <a:xfrm>
                <a:off x="5163395" y="1038297"/>
                <a:ext cx="3136200" cy="1992900"/>
              </a:xfrm>
              <a:prstGeom prst="roundRect">
                <a:avLst>
                  <a:gd name="adj" fmla="val 6436"/>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Google Shape;2768;p67">
                <a:extLst>
                  <a:ext uri="{FF2B5EF4-FFF2-40B4-BE49-F238E27FC236}">
                    <a16:creationId xmlns:a16="http://schemas.microsoft.com/office/drawing/2014/main" id="{1A33D8A2-C89A-478B-9E81-44DB4DDB9CBD}"/>
                  </a:ext>
                </a:extLst>
              </p:cNvPr>
              <p:cNvSpPr/>
              <p:nvPr/>
            </p:nvSpPr>
            <p:spPr>
              <a:xfrm>
                <a:off x="5267917" y="1118091"/>
                <a:ext cx="2941200" cy="1822800"/>
              </a:xfrm>
              <a:prstGeom prst="roundRect">
                <a:avLst>
                  <a:gd name="adj" fmla="val 2881"/>
                </a:avLst>
              </a:prstGeom>
              <a:no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2769;p67">
                <a:extLst>
                  <a:ext uri="{FF2B5EF4-FFF2-40B4-BE49-F238E27FC236}">
                    <a16:creationId xmlns:a16="http://schemas.microsoft.com/office/drawing/2014/main" id="{61E3E75F-488E-4F24-A5D1-B1A1168382EE}"/>
                  </a:ext>
                </a:extLst>
              </p:cNvPr>
              <p:cNvGrpSpPr/>
              <p:nvPr/>
            </p:nvGrpSpPr>
            <p:grpSpPr>
              <a:xfrm>
                <a:off x="5163395" y="3319938"/>
                <a:ext cx="3136306" cy="952802"/>
                <a:chOff x="4239282" y="3133725"/>
                <a:chExt cx="3981600" cy="1209600"/>
              </a:xfrm>
            </p:grpSpPr>
            <p:sp>
              <p:nvSpPr>
                <p:cNvPr id="18" name="Google Shape;2770;p67">
                  <a:extLst>
                    <a:ext uri="{FF2B5EF4-FFF2-40B4-BE49-F238E27FC236}">
                      <a16:creationId xmlns:a16="http://schemas.microsoft.com/office/drawing/2014/main" id="{5DF7DE3B-23D5-409E-BCAC-8CEF0230E4C2}"/>
                    </a:ext>
                  </a:extLst>
                </p:cNvPr>
                <p:cNvSpPr/>
                <p:nvPr/>
              </p:nvSpPr>
              <p:spPr>
                <a:xfrm>
                  <a:off x="4239282" y="3133725"/>
                  <a:ext cx="3981600" cy="1209600"/>
                </a:xfrm>
                <a:prstGeom prst="roundRect">
                  <a:avLst>
                    <a:gd name="adj" fmla="val 1254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771;p67">
                  <a:extLst>
                    <a:ext uri="{FF2B5EF4-FFF2-40B4-BE49-F238E27FC236}">
                      <a16:creationId xmlns:a16="http://schemas.microsoft.com/office/drawing/2014/main" id="{78E5DB94-ACFB-43CE-8CC9-6CBD4DA507E8}"/>
                    </a:ext>
                  </a:extLst>
                </p:cNvPr>
                <p:cNvSpPr/>
                <p:nvPr/>
              </p:nvSpPr>
              <p:spPr>
                <a:xfrm>
                  <a:off x="4368282" y="3248325"/>
                  <a:ext cx="3723600" cy="980400"/>
                </a:xfrm>
                <a:prstGeom prst="roundRect">
                  <a:avLst>
                    <a:gd name="adj" fmla="val 4656"/>
                  </a:avLst>
                </a:prstGeom>
                <a:no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3" name="Rectangle 32">
              <a:extLst>
                <a:ext uri="{FF2B5EF4-FFF2-40B4-BE49-F238E27FC236}">
                  <a16:creationId xmlns:a16="http://schemas.microsoft.com/office/drawing/2014/main" id="{F978A8E7-5D0F-4B19-9E5F-4BDD4C295519}"/>
                </a:ext>
              </a:extLst>
            </p:cNvPr>
            <p:cNvSpPr/>
            <p:nvPr/>
          </p:nvSpPr>
          <p:spPr>
            <a:xfrm>
              <a:off x="4794155" y="926022"/>
              <a:ext cx="2966720" cy="1600438"/>
            </a:xfrm>
            <a:prstGeom prst="rect">
              <a:avLst/>
            </a:prstGeom>
          </p:spPr>
          <p:txBody>
            <a:bodyPr wrap="square">
              <a:spAutoFit/>
            </a:bodyPr>
            <a:lstStyle/>
            <a:p>
              <a:pPr lvl="0" algn="ctr">
                <a:buClrTx/>
              </a:pPr>
              <a:r>
                <a:rPr lang="en-US" kern="1200" dirty="0">
                  <a:solidFill>
                    <a:srgbClr val="FFFFFF"/>
                  </a:solidFill>
                  <a:latin typeface="Catamaran" panose="020B0604020202020204" charset="0"/>
                  <a:ea typeface="+mn-ea"/>
                  <a:cs typeface="Catamaran" panose="020B0604020202020204" charset="0"/>
                </a:rPr>
                <a:t>A real-time dashboard displays sensor status, alerts, camera feed, and bus location.</a:t>
              </a:r>
            </a:p>
            <a:p>
              <a:pPr lvl="0" algn="ctr">
                <a:buClrTx/>
              </a:pPr>
              <a:endParaRPr lang="en-US" kern="1200" dirty="0">
                <a:solidFill>
                  <a:srgbClr val="FFFFFF"/>
                </a:solidFill>
                <a:latin typeface="Catamaran" panose="020B0604020202020204" charset="0"/>
                <a:ea typeface="+mn-ea"/>
                <a:cs typeface="Catamaran" panose="020B0604020202020204" charset="0"/>
              </a:endParaRPr>
            </a:p>
            <a:p>
              <a:pPr lvl="0" algn="ctr">
                <a:buClrTx/>
              </a:pPr>
              <a:r>
                <a:rPr lang="en-US" kern="1200" dirty="0">
                  <a:solidFill>
                    <a:srgbClr val="FFFFFF"/>
                  </a:solidFill>
                  <a:latin typeface="Catamaran" panose="020B0604020202020204" charset="0"/>
                  <a:ea typeface="+mn-ea"/>
                  <a:cs typeface="Catamaran" panose="020B0604020202020204" charset="0"/>
                </a:rPr>
                <a:t>Supports transparent system verification and fast intervention when needed.</a:t>
              </a:r>
            </a:p>
          </p:txBody>
        </p:sp>
        <p:sp>
          <p:nvSpPr>
            <p:cNvPr id="34" name="Rectangle 33">
              <a:extLst>
                <a:ext uri="{FF2B5EF4-FFF2-40B4-BE49-F238E27FC236}">
                  <a16:creationId xmlns:a16="http://schemas.microsoft.com/office/drawing/2014/main" id="{3D5FAC44-CC27-4672-952B-26F90762DA60}"/>
                </a:ext>
              </a:extLst>
            </p:cNvPr>
            <p:cNvSpPr/>
            <p:nvPr/>
          </p:nvSpPr>
          <p:spPr>
            <a:xfrm>
              <a:off x="5364445" y="3204717"/>
              <a:ext cx="1909497" cy="707886"/>
            </a:xfrm>
            <a:prstGeom prst="rect">
              <a:avLst/>
            </a:prstGeom>
          </p:spPr>
          <p:txBody>
            <a:bodyPr wrap="none">
              <a:spAutoFit/>
            </a:bodyPr>
            <a:lstStyle/>
            <a:p>
              <a:r>
                <a:rPr lang="en-US" sz="4000" dirty="0">
                  <a:solidFill>
                    <a:srgbClr val="FFFFFF"/>
                  </a:solidFill>
                  <a:latin typeface="Mouse Memoirs" panose="020B0604020202020204" charset="0"/>
                </a:rPr>
                <a:t>DASHBOARD </a:t>
              </a:r>
              <a:endParaRPr lang="en-US" sz="4000" dirty="0"/>
            </a:p>
          </p:txBody>
        </p:sp>
      </p:grpSp>
      <p:pic>
        <p:nvPicPr>
          <p:cNvPr id="4" name="Picture 3">
            <a:extLst>
              <a:ext uri="{FF2B5EF4-FFF2-40B4-BE49-F238E27FC236}">
                <a16:creationId xmlns:a16="http://schemas.microsoft.com/office/drawing/2014/main" id="{C428B3D2-4C71-4483-B963-AB6AF76C4F1E}"/>
              </a:ext>
            </a:extLst>
          </p:cNvPr>
          <p:cNvPicPr>
            <a:picLocks noChangeAspect="1"/>
          </p:cNvPicPr>
          <p:nvPr/>
        </p:nvPicPr>
        <p:blipFill>
          <a:blip r:embed="rId3"/>
          <a:stretch>
            <a:fillRect/>
          </a:stretch>
        </p:blipFill>
        <p:spPr>
          <a:xfrm>
            <a:off x="348611" y="1754158"/>
            <a:ext cx="3772984" cy="1834613"/>
          </a:xfrm>
          <a:prstGeom prst="rect">
            <a:avLst/>
          </a:prstGeom>
        </p:spPr>
      </p:pic>
      <p:sp>
        <p:nvSpPr>
          <p:cNvPr id="28" name="Rectangle 27">
            <a:extLst>
              <a:ext uri="{FF2B5EF4-FFF2-40B4-BE49-F238E27FC236}">
                <a16:creationId xmlns:a16="http://schemas.microsoft.com/office/drawing/2014/main" id="{8DA76FE8-5BDD-4F1C-A09D-5E863B57D1A6}"/>
              </a:ext>
            </a:extLst>
          </p:cNvPr>
          <p:cNvSpPr/>
          <p:nvPr/>
        </p:nvSpPr>
        <p:spPr>
          <a:xfrm>
            <a:off x="7660640" y="2137297"/>
            <a:ext cx="2966720" cy="307777"/>
          </a:xfrm>
          <a:prstGeom prst="rect">
            <a:avLst/>
          </a:prstGeom>
        </p:spPr>
        <p:txBody>
          <a:bodyPr wrap="square">
            <a:spAutoFit/>
          </a:bodyPr>
          <a:lstStyle/>
          <a:p>
            <a:pPr lvl="0" algn="ctr">
              <a:buClrTx/>
            </a:pPr>
            <a:r>
              <a:rPr lang="en-US" kern="1200" dirty="0">
                <a:solidFill>
                  <a:srgbClr val="FFFFFF"/>
                </a:solidFill>
                <a:latin typeface="Catamaran" panose="020B0604020202020204" charset="0"/>
                <a:ea typeface="+mn-ea"/>
                <a:cs typeface="Catamaran" panose="020B0604020202020204" charset="0"/>
              </a:rPr>
              <a:t>Actions levels </a:t>
            </a:r>
          </a:p>
        </p:txBody>
      </p:sp>
      <p:grpSp>
        <p:nvGrpSpPr>
          <p:cNvPr id="12" name="Group 11">
            <a:extLst>
              <a:ext uri="{FF2B5EF4-FFF2-40B4-BE49-F238E27FC236}">
                <a16:creationId xmlns:a16="http://schemas.microsoft.com/office/drawing/2014/main" id="{8C7882A9-266B-4F5C-AA44-FB3D7E485B6D}"/>
              </a:ext>
            </a:extLst>
          </p:cNvPr>
          <p:cNvGrpSpPr/>
          <p:nvPr/>
        </p:nvGrpSpPr>
        <p:grpSpPr>
          <a:xfrm>
            <a:off x="8028187" y="1570524"/>
            <a:ext cx="2137738" cy="3024835"/>
            <a:chOff x="8028187" y="1570524"/>
            <a:chExt cx="2137738" cy="3024835"/>
          </a:xfrm>
        </p:grpSpPr>
        <p:grpSp>
          <p:nvGrpSpPr>
            <p:cNvPr id="10" name="Group 9">
              <a:extLst>
                <a:ext uri="{FF2B5EF4-FFF2-40B4-BE49-F238E27FC236}">
                  <a16:creationId xmlns:a16="http://schemas.microsoft.com/office/drawing/2014/main" id="{FCC1033B-031C-4FA0-80BA-4AD8103637DE}"/>
                </a:ext>
              </a:extLst>
            </p:cNvPr>
            <p:cNvGrpSpPr/>
            <p:nvPr/>
          </p:nvGrpSpPr>
          <p:grpSpPr>
            <a:xfrm>
              <a:off x="8028187" y="1570524"/>
              <a:ext cx="2137738" cy="3024835"/>
              <a:chOff x="8028187" y="1570524"/>
              <a:chExt cx="2137738" cy="3024835"/>
            </a:xfrm>
          </p:grpSpPr>
          <p:grpSp>
            <p:nvGrpSpPr>
              <p:cNvPr id="20" name="Google Shape;2765;p67">
                <a:extLst>
                  <a:ext uri="{FF2B5EF4-FFF2-40B4-BE49-F238E27FC236}">
                    <a16:creationId xmlns:a16="http://schemas.microsoft.com/office/drawing/2014/main" id="{76CD8D00-A393-427C-B694-A2356496C3FA}"/>
                  </a:ext>
                </a:extLst>
              </p:cNvPr>
              <p:cNvGrpSpPr/>
              <p:nvPr/>
            </p:nvGrpSpPr>
            <p:grpSpPr>
              <a:xfrm>
                <a:off x="8028187" y="1570524"/>
                <a:ext cx="2137738" cy="3024835"/>
                <a:chOff x="5163395" y="1038297"/>
                <a:chExt cx="3136306" cy="4286171"/>
              </a:xfrm>
              <a:effectLst>
                <a:outerShdw blurRad="50800" dist="38100" dir="2700000" algn="tl" rotWithShape="0">
                  <a:prstClr val="black">
                    <a:alpha val="40000"/>
                  </a:prstClr>
                </a:outerShdw>
              </a:effectLst>
            </p:grpSpPr>
            <p:sp>
              <p:nvSpPr>
                <p:cNvPr id="21" name="Google Shape;2766;p67">
                  <a:extLst>
                    <a:ext uri="{FF2B5EF4-FFF2-40B4-BE49-F238E27FC236}">
                      <a16:creationId xmlns:a16="http://schemas.microsoft.com/office/drawing/2014/main" id="{F7C585AD-631E-4DE2-B881-842217A79F6B}"/>
                    </a:ext>
                  </a:extLst>
                </p:cNvPr>
                <p:cNvSpPr/>
                <p:nvPr/>
              </p:nvSpPr>
              <p:spPr>
                <a:xfrm>
                  <a:off x="6595475" y="1181110"/>
                  <a:ext cx="272144" cy="4143358"/>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767;p67">
                  <a:extLst>
                    <a:ext uri="{FF2B5EF4-FFF2-40B4-BE49-F238E27FC236}">
                      <a16:creationId xmlns:a16="http://schemas.microsoft.com/office/drawing/2014/main" id="{2F7ED860-5E22-496F-9EE6-B4CC16A0442D}"/>
                    </a:ext>
                  </a:extLst>
                </p:cNvPr>
                <p:cNvSpPr/>
                <p:nvPr/>
              </p:nvSpPr>
              <p:spPr>
                <a:xfrm>
                  <a:off x="5163395" y="1038297"/>
                  <a:ext cx="3136200" cy="1992900"/>
                </a:xfrm>
                <a:prstGeom prst="roundRect">
                  <a:avLst>
                    <a:gd name="adj" fmla="val 6436"/>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 name="Google Shape;2768;p67">
                  <a:extLst>
                    <a:ext uri="{FF2B5EF4-FFF2-40B4-BE49-F238E27FC236}">
                      <a16:creationId xmlns:a16="http://schemas.microsoft.com/office/drawing/2014/main" id="{49A680A3-FF91-42F8-8502-6937F9C0D583}"/>
                    </a:ext>
                  </a:extLst>
                </p:cNvPr>
                <p:cNvSpPr/>
                <p:nvPr/>
              </p:nvSpPr>
              <p:spPr>
                <a:xfrm>
                  <a:off x="5267917" y="1118091"/>
                  <a:ext cx="2941200" cy="1822800"/>
                </a:xfrm>
                <a:prstGeom prst="roundRect">
                  <a:avLst>
                    <a:gd name="adj" fmla="val 2881"/>
                  </a:avLst>
                </a:prstGeom>
                <a:no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 name="Google Shape;2769;p67">
                  <a:extLst>
                    <a:ext uri="{FF2B5EF4-FFF2-40B4-BE49-F238E27FC236}">
                      <a16:creationId xmlns:a16="http://schemas.microsoft.com/office/drawing/2014/main" id="{F7E76083-EAAF-4158-99F4-2DCCF61C8E9E}"/>
                    </a:ext>
                  </a:extLst>
                </p:cNvPr>
                <p:cNvGrpSpPr/>
                <p:nvPr/>
              </p:nvGrpSpPr>
              <p:grpSpPr>
                <a:xfrm>
                  <a:off x="5163395" y="3319938"/>
                  <a:ext cx="3136306" cy="952802"/>
                  <a:chOff x="4239282" y="3133725"/>
                  <a:chExt cx="3981600" cy="1209600"/>
                </a:xfrm>
              </p:grpSpPr>
              <p:sp>
                <p:nvSpPr>
                  <p:cNvPr id="25" name="Google Shape;2770;p67">
                    <a:extLst>
                      <a:ext uri="{FF2B5EF4-FFF2-40B4-BE49-F238E27FC236}">
                        <a16:creationId xmlns:a16="http://schemas.microsoft.com/office/drawing/2014/main" id="{8CE2A0BA-C53B-45E6-98D8-88CAC1ECDB38}"/>
                      </a:ext>
                    </a:extLst>
                  </p:cNvPr>
                  <p:cNvSpPr/>
                  <p:nvPr/>
                </p:nvSpPr>
                <p:spPr>
                  <a:xfrm>
                    <a:off x="4239282" y="3133725"/>
                    <a:ext cx="3981600" cy="1209600"/>
                  </a:xfrm>
                  <a:prstGeom prst="roundRect">
                    <a:avLst>
                      <a:gd name="adj" fmla="val 1254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771;p67">
                    <a:extLst>
                      <a:ext uri="{FF2B5EF4-FFF2-40B4-BE49-F238E27FC236}">
                        <a16:creationId xmlns:a16="http://schemas.microsoft.com/office/drawing/2014/main" id="{1A1001AF-059D-4F41-9210-BB7ADE76033A}"/>
                      </a:ext>
                    </a:extLst>
                  </p:cNvPr>
                  <p:cNvSpPr/>
                  <p:nvPr/>
                </p:nvSpPr>
                <p:spPr>
                  <a:xfrm>
                    <a:off x="4368282" y="3248325"/>
                    <a:ext cx="3723600" cy="980400"/>
                  </a:xfrm>
                  <a:prstGeom prst="roundRect">
                    <a:avLst>
                      <a:gd name="adj" fmla="val 4656"/>
                    </a:avLst>
                  </a:prstGeom>
                  <a:no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 name="Rectangle 6">
                <a:extLst>
                  <a:ext uri="{FF2B5EF4-FFF2-40B4-BE49-F238E27FC236}">
                    <a16:creationId xmlns:a16="http://schemas.microsoft.com/office/drawing/2014/main" id="{F0FA72DD-98DF-4163-9263-92E20DB634C7}"/>
                  </a:ext>
                </a:extLst>
              </p:cNvPr>
              <p:cNvSpPr/>
              <p:nvPr/>
            </p:nvSpPr>
            <p:spPr>
              <a:xfrm>
                <a:off x="8588936" y="3216578"/>
                <a:ext cx="1159292" cy="584775"/>
              </a:xfrm>
              <a:prstGeom prst="rect">
                <a:avLst/>
              </a:prstGeom>
            </p:spPr>
            <p:txBody>
              <a:bodyPr wrap="none">
                <a:spAutoFit/>
              </a:bodyPr>
              <a:lstStyle/>
              <a:p>
                <a:pPr lvl="0"/>
                <a:r>
                  <a:rPr lang="en-US" sz="3200" dirty="0">
                    <a:solidFill>
                      <a:srgbClr val="FFFFFF"/>
                    </a:solidFill>
                    <a:latin typeface="Mouse Memoirs" panose="020B0604020202020204" charset="0"/>
                  </a:rPr>
                  <a:t>Actions  </a:t>
                </a:r>
                <a:endParaRPr lang="en-US" sz="3200" dirty="0"/>
              </a:p>
            </p:txBody>
          </p:sp>
        </p:grpSp>
        <p:pic>
          <p:nvPicPr>
            <p:cNvPr id="11" name="Picture 10">
              <a:extLst>
                <a:ext uri="{FF2B5EF4-FFF2-40B4-BE49-F238E27FC236}">
                  <a16:creationId xmlns:a16="http://schemas.microsoft.com/office/drawing/2014/main" id="{FF7EDF41-6376-4F1C-8ED2-C446E6020129}"/>
                </a:ext>
              </a:extLst>
            </p:cNvPr>
            <p:cNvPicPr>
              <a:picLocks noChangeAspect="1"/>
            </p:cNvPicPr>
            <p:nvPr/>
          </p:nvPicPr>
          <p:blipFill>
            <a:blip r:embed="rId4"/>
            <a:stretch>
              <a:fillRect/>
            </a:stretch>
          </p:blipFill>
          <p:spPr>
            <a:xfrm>
              <a:off x="8491867" y="2124563"/>
              <a:ext cx="1353429" cy="377985"/>
            </a:xfrm>
            <a:prstGeom prst="rect">
              <a:avLst/>
            </a:prstGeom>
          </p:spPr>
        </p:pic>
      </p:grpSp>
    </p:spTree>
    <p:extLst>
      <p:ext uri="{BB962C8B-B14F-4D97-AF65-F5344CB8AC3E}">
        <p14:creationId xmlns:p14="http://schemas.microsoft.com/office/powerpoint/2010/main" val="23697912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790E32B5-29BF-49CB-9243-7C525D0CF3DF}"/>
              </a:ext>
            </a:extLst>
          </p:cNvPr>
          <p:cNvPicPr>
            <a:picLocks noChangeAspect="1"/>
          </p:cNvPicPr>
          <p:nvPr/>
        </p:nvPicPr>
        <p:blipFill>
          <a:blip r:embed="rId2"/>
          <a:stretch>
            <a:fillRect/>
          </a:stretch>
        </p:blipFill>
        <p:spPr>
          <a:xfrm>
            <a:off x="290024" y="1401235"/>
            <a:ext cx="3914387" cy="2978466"/>
          </a:xfrm>
          <a:prstGeom prst="rect">
            <a:avLst/>
          </a:prstGeom>
        </p:spPr>
      </p:pic>
      <p:grpSp>
        <p:nvGrpSpPr>
          <p:cNvPr id="5" name="Group 4">
            <a:extLst>
              <a:ext uri="{FF2B5EF4-FFF2-40B4-BE49-F238E27FC236}">
                <a16:creationId xmlns:a16="http://schemas.microsoft.com/office/drawing/2014/main" id="{2D98C2C4-2352-45BC-83FF-736BA45261E1}"/>
              </a:ext>
            </a:extLst>
          </p:cNvPr>
          <p:cNvGrpSpPr/>
          <p:nvPr/>
        </p:nvGrpSpPr>
        <p:grpSpPr>
          <a:xfrm>
            <a:off x="4567602" y="698263"/>
            <a:ext cx="3383042" cy="4445237"/>
            <a:chOff x="4567602" y="698263"/>
            <a:chExt cx="3383042" cy="4445237"/>
          </a:xfrm>
        </p:grpSpPr>
        <p:grpSp>
          <p:nvGrpSpPr>
            <p:cNvPr id="13" name="Google Shape;2765;p67">
              <a:extLst>
                <a:ext uri="{FF2B5EF4-FFF2-40B4-BE49-F238E27FC236}">
                  <a16:creationId xmlns:a16="http://schemas.microsoft.com/office/drawing/2014/main" id="{35EE958B-B64B-4734-9A7F-DCE5B7A860C4}"/>
                </a:ext>
              </a:extLst>
            </p:cNvPr>
            <p:cNvGrpSpPr/>
            <p:nvPr/>
          </p:nvGrpSpPr>
          <p:grpSpPr>
            <a:xfrm>
              <a:off x="4567602" y="698263"/>
              <a:ext cx="3383042" cy="4445237"/>
              <a:chOff x="5163395" y="1038297"/>
              <a:chExt cx="3136306" cy="4286171"/>
            </a:xfrm>
            <a:effectLst>
              <a:outerShdw blurRad="266700" dist="139700" dir="8100000" algn="tr" rotWithShape="0">
                <a:prstClr val="black">
                  <a:alpha val="45000"/>
                </a:prstClr>
              </a:outerShdw>
            </a:effectLst>
          </p:grpSpPr>
          <p:sp>
            <p:nvSpPr>
              <p:cNvPr id="14" name="Google Shape;2766;p67">
                <a:extLst>
                  <a:ext uri="{FF2B5EF4-FFF2-40B4-BE49-F238E27FC236}">
                    <a16:creationId xmlns:a16="http://schemas.microsoft.com/office/drawing/2014/main" id="{F66E0B96-195A-4D37-980A-ABF53BA430E7}"/>
                  </a:ext>
                </a:extLst>
              </p:cNvPr>
              <p:cNvSpPr/>
              <p:nvPr/>
            </p:nvSpPr>
            <p:spPr>
              <a:xfrm>
                <a:off x="6595475" y="1181110"/>
                <a:ext cx="272144" cy="4143358"/>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767;p67">
                <a:extLst>
                  <a:ext uri="{FF2B5EF4-FFF2-40B4-BE49-F238E27FC236}">
                    <a16:creationId xmlns:a16="http://schemas.microsoft.com/office/drawing/2014/main" id="{2184307C-4F9D-4313-963B-F00F79D45B59}"/>
                  </a:ext>
                </a:extLst>
              </p:cNvPr>
              <p:cNvSpPr/>
              <p:nvPr/>
            </p:nvSpPr>
            <p:spPr>
              <a:xfrm>
                <a:off x="5163395" y="1038297"/>
                <a:ext cx="3136200" cy="1992900"/>
              </a:xfrm>
              <a:prstGeom prst="roundRect">
                <a:avLst>
                  <a:gd name="adj" fmla="val 6436"/>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Google Shape;2768;p67">
                <a:extLst>
                  <a:ext uri="{FF2B5EF4-FFF2-40B4-BE49-F238E27FC236}">
                    <a16:creationId xmlns:a16="http://schemas.microsoft.com/office/drawing/2014/main" id="{1A33D8A2-C89A-478B-9E81-44DB4DDB9CBD}"/>
                  </a:ext>
                </a:extLst>
              </p:cNvPr>
              <p:cNvSpPr/>
              <p:nvPr/>
            </p:nvSpPr>
            <p:spPr>
              <a:xfrm>
                <a:off x="5267917" y="1118091"/>
                <a:ext cx="2941200" cy="1822800"/>
              </a:xfrm>
              <a:prstGeom prst="roundRect">
                <a:avLst>
                  <a:gd name="adj" fmla="val 2881"/>
                </a:avLst>
              </a:prstGeom>
              <a:no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2769;p67">
                <a:extLst>
                  <a:ext uri="{FF2B5EF4-FFF2-40B4-BE49-F238E27FC236}">
                    <a16:creationId xmlns:a16="http://schemas.microsoft.com/office/drawing/2014/main" id="{61E3E75F-488E-4F24-A5D1-B1A1168382EE}"/>
                  </a:ext>
                </a:extLst>
              </p:cNvPr>
              <p:cNvGrpSpPr/>
              <p:nvPr/>
            </p:nvGrpSpPr>
            <p:grpSpPr>
              <a:xfrm>
                <a:off x="5163395" y="3319938"/>
                <a:ext cx="3136306" cy="952802"/>
                <a:chOff x="4239282" y="3133725"/>
                <a:chExt cx="3981600" cy="1209600"/>
              </a:xfrm>
            </p:grpSpPr>
            <p:sp>
              <p:nvSpPr>
                <p:cNvPr id="18" name="Google Shape;2770;p67">
                  <a:extLst>
                    <a:ext uri="{FF2B5EF4-FFF2-40B4-BE49-F238E27FC236}">
                      <a16:creationId xmlns:a16="http://schemas.microsoft.com/office/drawing/2014/main" id="{5DF7DE3B-23D5-409E-BCAC-8CEF0230E4C2}"/>
                    </a:ext>
                  </a:extLst>
                </p:cNvPr>
                <p:cNvSpPr/>
                <p:nvPr/>
              </p:nvSpPr>
              <p:spPr>
                <a:xfrm>
                  <a:off x="4239282" y="3133725"/>
                  <a:ext cx="3981600" cy="1209600"/>
                </a:xfrm>
                <a:prstGeom prst="roundRect">
                  <a:avLst>
                    <a:gd name="adj" fmla="val 1254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771;p67">
                  <a:extLst>
                    <a:ext uri="{FF2B5EF4-FFF2-40B4-BE49-F238E27FC236}">
                      <a16:creationId xmlns:a16="http://schemas.microsoft.com/office/drawing/2014/main" id="{78E5DB94-ACFB-43CE-8CC9-6CBD4DA507E8}"/>
                    </a:ext>
                  </a:extLst>
                </p:cNvPr>
                <p:cNvSpPr/>
                <p:nvPr/>
              </p:nvSpPr>
              <p:spPr>
                <a:xfrm>
                  <a:off x="4368282" y="3248325"/>
                  <a:ext cx="3723600" cy="980400"/>
                </a:xfrm>
                <a:prstGeom prst="roundRect">
                  <a:avLst>
                    <a:gd name="adj" fmla="val 4656"/>
                  </a:avLst>
                </a:prstGeom>
                <a:no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3" name="Rectangle 32">
              <a:extLst>
                <a:ext uri="{FF2B5EF4-FFF2-40B4-BE49-F238E27FC236}">
                  <a16:creationId xmlns:a16="http://schemas.microsoft.com/office/drawing/2014/main" id="{F978A8E7-5D0F-4B19-9E5F-4BDD4C295519}"/>
                </a:ext>
              </a:extLst>
            </p:cNvPr>
            <p:cNvSpPr/>
            <p:nvPr/>
          </p:nvSpPr>
          <p:spPr>
            <a:xfrm>
              <a:off x="4738383" y="1517421"/>
              <a:ext cx="2966720" cy="400110"/>
            </a:xfrm>
            <a:prstGeom prst="rect">
              <a:avLst/>
            </a:prstGeom>
          </p:spPr>
          <p:txBody>
            <a:bodyPr wrap="square">
              <a:spAutoFit/>
            </a:bodyPr>
            <a:lstStyle/>
            <a:p>
              <a:pPr lvl="0" algn="ctr">
                <a:buClrTx/>
              </a:pPr>
              <a:r>
                <a:rPr lang="en-US" sz="2000" kern="1200" dirty="0">
                  <a:solidFill>
                    <a:srgbClr val="FFFFFF"/>
                  </a:solidFill>
                  <a:latin typeface="Catamaran" panose="020B0604020202020204" charset="0"/>
                  <a:ea typeface="+mn-ea"/>
                  <a:cs typeface="Catamaran" panose="020B0604020202020204" charset="0"/>
                </a:rPr>
                <a:t>Actions levels </a:t>
              </a:r>
            </a:p>
          </p:txBody>
        </p:sp>
        <p:sp>
          <p:nvSpPr>
            <p:cNvPr id="34" name="Rectangle 33">
              <a:extLst>
                <a:ext uri="{FF2B5EF4-FFF2-40B4-BE49-F238E27FC236}">
                  <a16:creationId xmlns:a16="http://schemas.microsoft.com/office/drawing/2014/main" id="{3D5FAC44-CC27-4672-952B-26F90762DA60}"/>
                </a:ext>
              </a:extLst>
            </p:cNvPr>
            <p:cNvSpPr/>
            <p:nvPr/>
          </p:nvSpPr>
          <p:spPr>
            <a:xfrm>
              <a:off x="5539597" y="3204717"/>
              <a:ext cx="1402948" cy="707886"/>
            </a:xfrm>
            <a:prstGeom prst="rect">
              <a:avLst/>
            </a:prstGeom>
          </p:spPr>
          <p:txBody>
            <a:bodyPr wrap="none">
              <a:spAutoFit/>
            </a:bodyPr>
            <a:lstStyle/>
            <a:p>
              <a:r>
                <a:rPr lang="en-US" sz="4000" dirty="0">
                  <a:solidFill>
                    <a:srgbClr val="FFFFFF"/>
                  </a:solidFill>
                  <a:latin typeface="Mouse Memoirs" panose="020B0604020202020204" charset="0"/>
                </a:rPr>
                <a:t>Actions  </a:t>
              </a:r>
              <a:endParaRPr lang="en-US" sz="4000" dirty="0"/>
            </a:p>
          </p:txBody>
        </p:sp>
      </p:grpSp>
      <p:grpSp>
        <p:nvGrpSpPr>
          <p:cNvPr id="7" name="Group 6">
            <a:extLst>
              <a:ext uri="{FF2B5EF4-FFF2-40B4-BE49-F238E27FC236}">
                <a16:creationId xmlns:a16="http://schemas.microsoft.com/office/drawing/2014/main" id="{A5696ACD-7C64-59D3-D6FC-205043D790D1}"/>
              </a:ext>
            </a:extLst>
          </p:cNvPr>
          <p:cNvGrpSpPr/>
          <p:nvPr/>
        </p:nvGrpSpPr>
        <p:grpSpPr>
          <a:xfrm>
            <a:off x="272684" y="1401235"/>
            <a:ext cx="3778718" cy="2405589"/>
            <a:chOff x="272684" y="1401235"/>
            <a:chExt cx="3778718" cy="2405589"/>
          </a:xfrm>
        </p:grpSpPr>
        <p:pic>
          <p:nvPicPr>
            <p:cNvPr id="4" name="Picture 3">
              <a:extLst>
                <a:ext uri="{FF2B5EF4-FFF2-40B4-BE49-F238E27FC236}">
                  <a16:creationId xmlns:a16="http://schemas.microsoft.com/office/drawing/2014/main" id="{93E6C93D-5AC2-8AB5-912F-4B02D8CB4A0E}"/>
                </a:ext>
              </a:extLst>
            </p:cNvPr>
            <p:cNvPicPr>
              <a:picLocks noChangeAspect="1"/>
            </p:cNvPicPr>
            <p:nvPr/>
          </p:nvPicPr>
          <p:blipFill>
            <a:blip r:embed="rId3"/>
            <a:stretch>
              <a:fillRect/>
            </a:stretch>
          </p:blipFill>
          <p:spPr>
            <a:xfrm>
              <a:off x="272684" y="1401235"/>
              <a:ext cx="3778718" cy="2405589"/>
            </a:xfrm>
            <a:prstGeom prst="rect">
              <a:avLst/>
            </a:prstGeom>
          </p:spPr>
        </p:pic>
        <p:sp>
          <p:nvSpPr>
            <p:cNvPr id="6" name="Rectangle 5">
              <a:extLst>
                <a:ext uri="{FF2B5EF4-FFF2-40B4-BE49-F238E27FC236}">
                  <a16:creationId xmlns:a16="http://schemas.microsoft.com/office/drawing/2014/main" id="{A7893AF1-56BD-123D-105D-039D43116477}"/>
                </a:ext>
              </a:extLst>
            </p:cNvPr>
            <p:cNvSpPr/>
            <p:nvPr/>
          </p:nvSpPr>
          <p:spPr>
            <a:xfrm rot="1389810">
              <a:off x="565508" y="3170268"/>
              <a:ext cx="1063779" cy="42034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spTree>
    <p:extLst>
      <p:ext uri="{BB962C8B-B14F-4D97-AF65-F5344CB8AC3E}">
        <p14:creationId xmlns:p14="http://schemas.microsoft.com/office/powerpoint/2010/main" val="7887606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82"/>
        <p:cNvGrpSpPr/>
        <p:nvPr/>
      </p:nvGrpSpPr>
      <p:grpSpPr>
        <a:xfrm>
          <a:off x="0" y="0"/>
          <a:ext cx="0" cy="0"/>
          <a:chOff x="0" y="0"/>
          <a:chExt cx="0" cy="0"/>
        </a:xfrm>
      </p:grpSpPr>
      <p:grpSp>
        <p:nvGrpSpPr>
          <p:cNvPr id="2283" name="Google Shape;2283;p58"/>
          <p:cNvGrpSpPr/>
          <p:nvPr/>
        </p:nvGrpSpPr>
        <p:grpSpPr>
          <a:xfrm>
            <a:off x="-1575791" y="3738283"/>
            <a:ext cx="3623570" cy="1805480"/>
            <a:chOff x="404850" y="2182975"/>
            <a:chExt cx="2230850" cy="1111475"/>
          </a:xfrm>
        </p:grpSpPr>
        <p:sp>
          <p:nvSpPr>
            <p:cNvPr id="2284" name="Google Shape;2284;p58"/>
            <p:cNvSpPr/>
            <p:nvPr/>
          </p:nvSpPr>
          <p:spPr>
            <a:xfrm>
              <a:off x="433900" y="2658925"/>
              <a:ext cx="69650" cy="69650"/>
            </a:xfrm>
            <a:custGeom>
              <a:avLst/>
              <a:gdLst/>
              <a:ahLst/>
              <a:cxnLst/>
              <a:rect l="l" t="t" r="r" b="b"/>
              <a:pathLst>
                <a:path w="2786" h="2786" extrusionOk="0">
                  <a:moveTo>
                    <a:pt x="1401" y="0"/>
                  </a:moveTo>
                  <a:cubicBezTo>
                    <a:pt x="621" y="0"/>
                    <a:pt x="0" y="621"/>
                    <a:pt x="0" y="1385"/>
                  </a:cubicBezTo>
                  <a:cubicBezTo>
                    <a:pt x="0" y="2165"/>
                    <a:pt x="621" y="2786"/>
                    <a:pt x="1401" y="2786"/>
                  </a:cubicBezTo>
                  <a:cubicBezTo>
                    <a:pt x="2165" y="2786"/>
                    <a:pt x="2786" y="2165"/>
                    <a:pt x="2786" y="1385"/>
                  </a:cubicBezTo>
                  <a:cubicBezTo>
                    <a:pt x="2786" y="621"/>
                    <a:pt x="2165" y="0"/>
                    <a:pt x="1401" y="0"/>
                  </a:cubicBezTo>
                  <a:close/>
                </a:path>
              </a:pathLst>
            </a:custGeom>
            <a:solidFill>
              <a:srgbClr val="E15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58"/>
            <p:cNvSpPr/>
            <p:nvPr/>
          </p:nvSpPr>
          <p:spPr>
            <a:xfrm>
              <a:off x="709675" y="2182975"/>
              <a:ext cx="70050" cy="69675"/>
            </a:xfrm>
            <a:custGeom>
              <a:avLst/>
              <a:gdLst/>
              <a:ahLst/>
              <a:cxnLst/>
              <a:rect l="l" t="t" r="r" b="b"/>
              <a:pathLst>
                <a:path w="2802" h="2787" extrusionOk="0">
                  <a:moveTo>
                    <a:pt x="1401" y="1"/>
                  </a:moveTo>
                  <a:cubicBezTo>
                    <a:pt x="637" y="1"/>
                    <a:pt x="0" y="622"/>
                    <a:pt x="0" y="1386"/>
                  </a:cubicBezTo>
                  <a:cubicBezTo>
                    <a:pt x="0" y="2166"/>
                    <a:pt x="637" y="2787"/>
                    <a:pt x="1401" y="2787"/>
                  </a:cubicBezTo>
                  <a:cubicBezTo>
                    <a:pt x="2181" y="2787"/>
                    <a:pt x="2802" y="2166"/>
                    <a:pt x="2802" y="1386"/>
                  </a:cubicBezTo>
                  <a:cubicBezTo>
                    <a:pt x="2802" y="622"/>
                    <a:pt x="2181" y="1"/>
                    <a:pt x="1401" y="1"/>
                  </a:cubicBezTo>
                  <a:close/>
                </a:path>
              </a:pathLst>
            </a:custGeom>
            <a:solidFill>
              <a:srgbClr val="E15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58"/>
            <p:cNvSpPr/>
            <p:nvPr/>
          </p:nvSpPr>
          <p:spPr>
            <a:xfrm>
              <a:off x="480450" y="2217600"/>
              <a:ext cx="1753325" cy="854800"/>
            </a:xfrm>
            <a:custGeom>
              <a:avLst/>
              <a:gdLst/>
              <a:ahLst/>
              <a:cxnLst/>
              <a:rect l="l" t="t" r="r" b="b"/>
              <a:pathLst>
                <a:path w="70133" h="34192" extrusionOk="0">
                  <a:moveTo>
                    <a:pt x="7148" y="1"/>
                  </a:moveTo>
                  <a:cubicBezTo>
                    <a:pt x="3200" y="1"/>
                    <a:pt x="1" y="3200"/>
                    <a:pt x="1" y="7148"/>
                  </a:cubicBezTo>
                  <a:lnTo>
                    <a:pt x="1" y="27044"/>
                  </a:lnTo>
                  <a:cubicBezTo>
                    <a:pt x="1" y="30992"/>
                    <a:pt x="3200" y="34191"/>
                    <a:pt x="7148" y="34191"/>
                  </a:cubicBezTo>
                  <a:lnTo>
                    <a:pt x="62986" y="34191"/>
                  </a:lnTo>
                  <a:cubicBezTo>
                    <a:pt x="66934" y="34191"/>
                    <a:pt x="70133" y="30992"/>
                    <a:pt x="70133" y="30658"/>
                  </a:cubicBezTo>
                  <a:lnTo>
                    <a:pt x="70133" y="10761"/>
                  </a:lnTo>
                  <a:cubicBezTo>
                    <a:pt x="70133" y="3200"/>
                    <a:pt x="66934" y="1"/>
                    <a:pt x="62986" y="1"/>
                  </a:cubicBezTo>
                  <a:close/>
                </a:path>
              </a:pathLst>
            </a:custGeom>
            <a:solidFill>
              <a:srgbClr val="F08B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58"/>
            <p:cNvSpPr/>
            <p:nvPr/>
          </p:nvSpPr>
          <p:spPr>
            <a:xfrm>
              <a:off x="480450" y="2218000"/>
              <a:ext cx="2102325" cy="854400"/>
            </a:xfrm>
            <a:custGeom>
              <a:avLst/>
              <a:gdLst/>
              <a:ahLst/>
              <a:cxnLst/>
              <a:rect l="l" t="t" r="r" b="b"/>
              <a:pathLst>
                <a:path w="84093" h="34176" extrusionOk="0">
                  <a:moveTo>
                    <a:pt x="7148" y="1"/>
                  </a:moveTo>
                  <a:cubicBezTo>
                    <a:pt x="3200" y="1"/>
                    <a:pt x="1" y="3184"/>
                    <a:pt x="1" y="7132"/>
                  </a:cubicBezTo>
                  <a:lnTo>
                    <a:pt x="1" y="27028"/>
                  </a:lnTo>
                  <a:cubicBezTo>
                    <a:pt x="1" y="30976"/>
                    <a:pt x="3200" y="34175"/>
                    <a:pt x="7148" y="34175"/>
                  </a:cubicBezTo>
                  <a:lnTo>
                    <a:pt x="79254" y="34175"/>
                  </a:lnTo>
                  <a:cubicBezTo>
                    <a:pt x="81928" y="34175"/>
                    <a:pt x="84093" y="32011"/>
                    <a:pt x="84093" y="29337"/>
                  </a:cubicBezTo>
                  <a:lnTo>
                    <a:pt x="84093" y="21776"/>
                  </a:lnTo>
                  <a:cubicBezTo>
                    <a:pt x="84093" y="19102"/>
                    <a:pt x="81928" y="16937"/>
                    <a:pt x="79254" y="16937"/>
                  </a:cubicBezTo>
                  <a:lnTo>
                    <a:pt x="70133" y="16937"/>
                  </a:lnTo>
                  <a:lnTo>
                    <a:pt x="70133" y="7132"/>
                  </a:lnTo>
                  <a:cubicBezTo>
                    <a:pt x="70133" y="3184"/>
                    <a:pt x="66934" y="1"/>
                    <a:pt x="62986" y="1"/>
                  </a:cubicBezTo>
                  <a:close/>
                </a:path>
              </a:pathLst>
            </a:custGeom>
            <a:solidFill>
              <a:srgbClr val="F0B0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58"/>
            <p:cNvSpPr/>
            <p:nvPr/>
          </p:nvSpPr>
          <p:spPr>
            <a:xfrm>
              <a:off x="404850" y="2860275"/>
              <a:ext cx="296075" cy="212125"/>
            </a:xfrm>
            <a:custGeom>
              <a:avLst/>
              <a:gdLst/>
              <a:ahLst/>
              <a:cxnLst/>
              <a:rect l="l" t="t" r="r" b="b"/>
              <a:pathLst>
                <a:path w="11843" h="8485" extrusionOk="0">
                  <a:moveTo>
                    <a:pt x="4234" y="0"/>
                  </a:moveTo>
                  <a:cubicBezTo>
                    <a:pt x="1895" y="0"/>
                    <a:pt x="0" y="1895"/>
                    <a:pt x="0" y="4234"/>
                  </a:cubicBezTo>
                  <a:cubicBezTo>
                    <a:pt x="0" y="6574"/>
                    <a:pt x="1895" y="8484"/>
                    <a:pt x="4234" y="8484"/>
                  </a:cubicBezTo>
                  <a:lnTo>
                    <a:pt x="7593" y="8484"/>
                  </a:lnTo>
                  <a:cubicBezTo>
                    <a:pt x="9933" y="8484"/>
                    <a:pt x="11843" y="6574"/>
                    <a:pt x="11843" y="4234"/>
                  </a:cubicBezTo>
                  <a:cubicBezTo>
                    <a:pt x="11843" y="1895"/>
                    <a:pt x="9933" y="0"/>
                    <a:pt x="7593"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58"/>
            <p:cNvSpPr/>
            <p:nvPr/>
          </p:nvSpPr>
          <p:spPr>
            <a:xfrm>
              <a:off x="2356725" y="2860275"/>
              <a:ext cx="278975" cy="212125"/>
            </a:xfrm>
            <a:custGeom>
              <a:avLst/>
              <a:gdLst/>
              <a:ahLst/>
              <a:cxnLst/>
              <a:rect l="l" t="t" r="r" b="b"/>
              <a:pathLst>
                <a:path w="11159" h="8485" extrusionOk="0">
                  <a:moveTo>
                    <a:pt x="4235" y="0"/>
                  </a:moveTo>
                  <a:cubicBezTo>
                    <a:pt x="1895" y="0"/>
                    <a:pt x="0" y="1895"/>
                    <a:pt x="0" y="4234"/>
                  </a:cubicBezTo>
                  <a:cubicBezTo>
                    <a:pt x="0" y="6574"/>
                    <a:pt x="1895" y="8484"/>
                    <a:pt x="4235" y="8484"/>
                  </a:cubicBezTo>
                  <a:lnTo>
                    <a:pt x="6925" y="8484"/>
                  </a:lnTo>
                  <a:cubicBezTo>
                    <a:pt x="9264" y="8484"/>
                    <a:pt x="11159" y="6574"/>
                    <a:pt x="11159" y="4234"/>
                  </a:cubicBezTo>
                  <a:cubicBezTo>
                    <a:pt x="11159" y="1895"/>
                    <a:pt x="9264" y="0"/>
                    <a:pt x="6925"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58"/>
            <p:cNvSpPr/>
            <p:nvPr/>
          </p:nvSpPr>
          <p:spPr>
            <a:xfrm>
              <a:off x="701300" y="2778300"/>
              <a:ext cx="566300" cy="294100"/>
            </a:xfrm>
            <a:custGeom>
              <a:avLst/>
              <a:gdLst/>
              <a:ahLst/>
              <a:cxnLst/>
              <a:rect l="l" t="t" r="r" b="b"/>
              <a:pathLst>
                <a:path w="22652" h="11764" extrusionOk="0">
                  <a:moveTo>
                    <a:pt x="11334" y="0"/>
                  </a:moveTo>
                  <a:cubicBezTo>
                    <a:pt x="5079" y="0"/>
                    <a:pt x="1" y="5062"/>
                    <a:pt x="1" y="11318"/>
                  </a:cubicBezTo>
                  <a:cubicBezTo>
                    <a:pt x="1" y="11477"/>
                    <a:pt x="1" y="11620"/>
                    <a:pt x="17" y="11763"/>
                  </a:cubicBezTo>
                  <a:lnTo>
                    <a:pt x="22651" y="11763"/>
                  </a:lnTo>
                  <a:cubicBezTo>
                    <a:pt x="22651" y="11620"/>
                    <a:pt x="22651" y="11477"/>
                    <a:pt x="22651" y="11318"/>
                  </a:cubicBezTo>
                  <a:cubicBezTo>
                    <a:pt x="22651" y="5062"/>
                    <a:pt x="17590" y="0"/>
                    <a:pt x="113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58"/>
            <p:cNvSpPr/>
            <p:nvPr/>
          </p:nvSpPr>
          <p:spPr>
            <a:xfrm>
              <a:off x="751450" y="2828050"/>
              <a:ext cx="466400" cy="466400"/>
            </a:xfrm>
            <a:custGeom>
              <a:avLst/>
              <a:gdLst/>
              <a:ahLst/>
              <a:cxnLst/>
              <a:rect l="l" t="t" r="r" b="b"/>
              <a:pathLst>
                <a:path w="18656" h="18656" extrusionOk="0">
                  <a:moveTo>
                    <a:pt x="9328" y="0"/>
                  </a:moveTo>
                  <a:cubicBezTo>
                    <a:pt x="4171" y="0"/>
                    <a:pt x="1" y="4186"/>
                    <a:pt x="1" y="9328"/>
                  </a:cubicBezTo>
                  <a:cubicBezTo>
                    <a:pt x="1" y="14485"/>
                    <a:pt x="4171" y="18655"/>
                    <a:pt x="9328" y="18655"/>
                  </a:cubicBezTo>
                  <a:cubicBezTo>
                    <a:pt x="14485" y="18655"/>
                    <a:pt x="18656" y="14485"/>
                    <a:pt x="18656" y="9328"/>
                  </a:cubicBezTo>
                  <a:cubicBezTo>
                    <a:pt x="18656" y="4186"/>
                    <a:pt x="14485" y="0"/>
                    <a:pt x="9328"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58"/>
            <p:cNvSpPr/>
            <p:nvPr/>
          </p:nvSpPr>
          <p:spPr>
            <a:xfrm>
              <a:off x="845750" y="2922350"/>
              <a:ext cx="277800" cy="278175"/>
            </a:xfrm>
            <a:custGeom>
              <a:avLst/>
              <a:gdLst/>
              <a:ahLst/>
              <a:cxnLst/>
              <a:rect l="l" t="t" r="r" b="b"/>
              <a:pathLst>
                <a:path w="11112" h="11127" extrusionOk="0">
                  <a:moveTo>
                    <a:pt x="5556" y="1"/>
                  </a:moveTo>
                  <a:cubicBezTo>
                    <a:pt x="2484" y="1"/>
                    <a:pt x="1" y="2484"/>
                    <a:pt x="1" y="5556"/>
                  </a:cubicBezTo>
                  <a:cubicBezTo>
                    <a:pt x="1" y="8628"/>
                    <a:pt x="2484" y="11127"/>
                    <a:pt x="5556" y="11127"/>
                  </a:cubicBezTo>
                  <a:cubicBezTo>
                    <a:pt x="8628" y="11127"/>
                    <a:pt x="11111" y="8628"/>
                    <a:pt x="11111" y="5556"/>
                  </a:cubicBezTo>
                  <a:cubicBezTo>
                    <a:pt x="11111" y="2484"/>
                    <a:pt x="8628" y="1"/>
                    <a:pt x="555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58"/>
            <p:cNvSpPr/>
            <p:nvPr/>
          </p:nvSpPr>
          <p:spPr>
            <a:xfrm>
              <a:off x="1934525" y="2321875"/>
              <a:ext cx="312400" cy="253500"/>
            </a:xfrm>
            <a:custGeom>
              <a:avLst/>
              <a:gdLst/>
              <a:ahLst/>
              <a:cxnLst/>
              <a:rect l="l" t="t" r="r" b="b"/>
              <a:pathLst>
                <a:path w="12496" h="10140" extrusionOk="0">
                  <a:moveTo>
                    <a:pt x="3184" y="0"/>
                  </a:moveTo>
                  <a:cubicBezTo>
                    <a:pt x="1417" y="0"/>
                    <a:pt x="0" y="1417"/>
                    <a:pt x="0" y="3184"/>
                  </a:cubicBezTo>
                  <a:lnTo>
                    <a:pt x="0" y="6956"/>
                  </a:lnTo>
                  <a:cubicBezTo>
                    <a:pt x="0" y="8707"/>
                    <a:pt x="1417" y="10140"/>
                    <a:pt x="3184" y="10140"/>
                  </a:cubicBezTo>
                  <a:lnTo>
                    <a:pt x="12288" y="10140"/>
                  </a:lnTo>
                  <a:cubicBezTo>
                    <a:pt x="12352" y="10108"/>
                    <a:pt x="12416" y="10108"/>
                    <a:pt x="12495" y="10108"/>
                  </a:cubicBezTo>
                  <a:lnTo>
                    <a:pt x="12495" y="2977"/>
                  </a:lnTo>
                  <a:cubicBezTo>
                    <a:pt x="12495" y="1958"/>
                    <a:pt x="12272" y="939"/>
                    <a:pt x="11843"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58"/>
            <p:cNvSpPr/>
            <p:nvPr/>
          </p:nvSpPr>
          <p:spPr>
            <a:xfrm>
              <a:off x="1960775" y="2348125"/>
              <a:ext cx="286550" cy="200600"/>
            </a:xfrm>
            <a:custGeom>
              <a:avLst/>
              <a:gdLst/>
              <a:ahLst/>
              <a:cxnLst/>
              <a:rect l="l" t="t" r="r" b="b"/>
              <a:pathLst>
                <a:path w="11462" h="8024" extrusionOk="0">
                  <a:moveTo>
                    <a:pt x="2134" y="1"/>
                  </a:moveTo>
                  <a:cubicBezTo>
                    <a:pt x="956" y="1"/>
                    <a:pt x="1" y="940"/>
                    <a:pt x="1" y="2118"/>
                  </a:cubicBezTo>
                  <a:lnTo>
                    <a:pt x="1" y="5890"/>
                  </a:lnTo>
                  <a:cubicBezTo>
                    <a:pt x="1" y="7068"/>
                    <a:pt x="956" y="8023"/>
                    <a:pt x="2134" y="8023"/>
                  </a:cubicBezTo>
                  <a:lnTo>
                    <a:pt x="11445" y="8023"/>
                  </a:lnTo>
                  <a:lnTo>
                    <a:pt x="11445" y="1927"/>
                  </a:lnTo>
                  <a:cubicBezTo>
                    <a:pt x="11461" y="1274"/>
                    <a:pt x="11366" y="621"/>
                    <a:pt x="11175" y="1"/>
                  </a:cubicBezTo>
                  <a:close/>
                </a:path>
              </a:pathLst>
            </a:custGeom>
            <a:solidFill>
              <a:srgbClr val="9ED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58"/>
            <p:cNvSpPr/>
            <p:nvPr/>
          </p:nvSpPr>
          <p:spPr>
            <a:xfrm>
              <a:off x="1971525" y="2349725"/>
              <a:ext cx="276200" cy="199000"/>
            </a:xfrm>
            <a:custGeom>
              <a:avLst/>
              <a:gdLst/>
              <a:ahLst/>
              <a:cxnLst/>
              <a:rect l="l" t="t" r="r" b="b"/>
              <a:pathLst>
                <a:path w="11048" h="7960" extrusionOk="0">
                  <a:moveTo>
                    <a:pt x="10761" y="0"/>
                  </a:moveTo>
                  <a:lnTo>
                    <a:pt x="0" y="7100"/>
                  </a:lnTo>
                  <a:cubicBezTo>
                    <a:pt x="398" y="7641"/>
                    <a:pt x="1035" y="7959"/>
                    <a:pt x="1704" y="7959"/>
                  </a:cubicBezTo>
                  <a:lnTo>
                    <a:pt x="11015" y="7959"/>
                  </a:lnTo>
                  <a:lnTo>
                    <a:pt x="11047" y="1895"/>
                  </a:lnTo>
                  <a:cubicBezTo>
                    <a:pt x="11047" y="1242"/>
                    <a:pt x="10952" y="605"/>
                    <a:pt x="1076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58"/>
            <p:cNvSpPr/>
            <p:nvPr/>
          </p:nvSpPr>
          <p:spPr>
            <a:xfrm>
              <a:off x="1362275" y="2289225"/>
              <a:ext cx="443325" cy="728250"/>
            </a:xfrm>
            <a:custGeom>
              <a:avLst/>
              <a:gdLst/>
              <a:ahLst/>
              <a:cxnLst/>
              <a:rect l="l" t="t" r="r" b="b"/>
              <a:pathLst>
                <a:path w="17733" h="29130" fill="none" extrusionOk="0">
                  <a:moveTo>
                    <a:pt x="17733" y="25135"/>
                  </a:moveTo>
                  <a:cubicBezTo>
                    <a:pt x="17733" y="27347"/>
                    <a:pt x="16109" y="29130"/>
                    <a:pt x="14088" y="29130"/>
                  </a:cubicBezTo>
                  <a:lnTo>
                    <a:pt x="3646" y="29130"/>
                  </a:lnTo>
                  <a:cubicBezTo>
                    <a:pt x="1640" y="29130"/>
                    <a:pt x="1" y="27347"/>
                    <a:pt x="1" y="25135"/>
                  </a:cubicBezTo>
                  <a:lnTo>
                    <a:pt x="1" y="3996"/>
                  </a:lnTo>
                  <a:cubicBezTo>
                    <a:pt x="1" y="1784"/>
                    <a:pt x="1640" y="1"/>
                    <a:pt x="3646" y="1"/>
                  </a:cubicBezTo>
                  <a:lnTo>
                    <a:pt x="14088" y="1"/>
                  </a:lnTo>
                  <a:cubicBezTo>
                    <a:pt x="16109" y="1"/>
                    <a:pt x="17733" y="1784"/>
                    <a:pt x="17733" y="3996"/>
                  </a:cubicBezTo>
                  <a:close/>
                </a:path>
              </a:pathLst>
            </a:custGeom>
            <a:noFill/>
            <a:ln w="5175" cap="flat" cmpd="sng">
              <a:solidFill>
                <a:srgbClr val="273E4A"/>
              </a:solidFill>
              <a:prstDash val="solid"/>
              <a:miter lim="1591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58"/>
            <p:cNvSpPr/>
            <p:nvPr/>
          </p:nvSpPr>
          <p:spPr>
            <a:xfrm>
              <a:off x="1790450" y="2778300"/>
              <a:ext cx="566300" cy="294100"/>
            </a:xfrm>
            <a:custGeom>
              <a:avLst/>
              <a:gdLst/>
              <a:ahLst/>
              <a:cxnLst/>
              <a:rect l="l" t="t" r="r" b="b"/>
              <a:pathLst>
                <a:path w="22652" h="11764" extrusionOk="0">
                  <a:moveTo>
                    <a:pt x="11334" y="0"/>
                  </a:moveTo>
                  <a:cubicBezTo>
                    <a:pt x="5079" y="0"/>
                    <a:pt x="1" y="5062"/>
                    <a:pt x="1" y="11318"/>
                  </a:cubicBezTo>
                  <a:cubicBezTo>
                    <a:pt x="1" y="11477"/>
                    <a:pt x="1" y="11620"/>
                    <a:pt x="17" y="11763"/>
                  </a:cubicBezTo>
                  <a:lnTo>
                    <a:pt x="22636" y="11763"/>
                  </a:lnTo>
                  <a:cubicBezTo>
                    <a:pt x="22636" y="11620"/>
                    <a:pt x="22651" y="11477"/>
                    <a:pt x="22651" y="11318"/>
                  </a:cubicBezTo>
                  <a:cubicBezTo>
                    <a:pt x="22651" y="5062"/>
                    <a:pt x="17574" y="0"/>
                    <a:pt x="113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58"/>
            <p:cNvSpPr/>
            <p:nvPr/>
          </p:nvSpPr>
          <p:spPr>
            <a:xfrm>
              <a:off x="1840200" y="2828050"/>
              <a:ext cx="466800" cy="466400"/>
            </a:xfrm>
            <a:custGeom>
              <a:avLst/>
              <a:gdLst/>
              <a:ahLst/>
              <a:cxnLst/>
              <a:rect l="l" t="t" r="r" b="b"/>
              <a:pathLst>
                <a:path w="18672" h="18656" extrusionOk="0">
                  <a:moveTo>
                    <a:pt x="9344" y="0"/>
                  </a:moveTo>
                  <a:cubicBezTo>
                    <a:pt x="4187" y="0"/>
                    <a:pt x="1" y="4186"/>
                    <a:pt x="1" y="9328"/>
                  </a:cubicBezTo>
                  <a:cubicBezTo>
                    <a:pt x="1" y="14485"/>
                    <a:pt x="4187" y="18655"/>
                    <a:pt x="9344" y="18655"/>
                  </a:cubicBezTo>
                  <a:cubicBezTo>
                    <a:pt x="14486" y="18655"/>
                    <a:pt x="18672" y="14485"/>
                    <a:pt x="18672" y="9328"/>
                  </a:cubicBezTo>
                  <a:cubicBezTo>
                    <a:pt x="18672" y="4186"/>
                    <a:pt x="14486" y="0"/>
                    <a:pt x="9344"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58"/>
            <p:cNvSpPr/>
            <p:nvPr/>
          </p:nvSpPr>
          <p:spPr>
            <a:xfrm>
              <a:off x="1934525" y="2922350"/>
              <a:ext cx="278175" cy="278175"/>
            </a:xfrm>
            <a:custGeom>
              <a:avLst/>
              <a:gdLst/>
              <a:ahLst/>
              <a:cxnLst/>
              <a:rect l="l" t="t" r="r" b="b"/>
              <a:pathLst>
                <a:path w="11127" h="11127" extrusionOk="0">
                  <a:moveTo>
                    <a:pt x="5571" y="1"/>
                  </a:moveTo>
                  <a:cubicBezTo>
                    <a:pt x="2499" y="1"/>
                    <a:pt x="0" y="2484"/>
                    <a:pt x="0" y="5556"/>
                  </a:cubicBezTo>
                  <a:cubicBezTo>
                    <a:pt x="0" y="8628"/>
                    <a:pt x="2499" y="11127"/>
                    <a:pt x="5571" y="11127"/>
                  </a:cubicBezTo>
                  <a:cubicBezTo>
                    <a:pt x="8627" y="11127"/>
                    <a:pt x="11126" y="8628"/>
                    <a:pt x="11126" y="5556"/>
                  </a:cubicBezTo>
                  <a:cubicBezTo>
                    <a:pt x="11126" y="2484"/>
                    <a:pt x="8627" y="1"/>
                    <a:pt x="557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58"/>
            <p:cNvSpPr/>
            <p:nvPr/>
          </p:nvSpPr>
          <p:spPr>
            <a:xfrm>
              <a:off x="529000" y="2595250"/>
              <a:ext cx="1717925" cy="8775"/>
            </a:xfrm>
            <a:custGeom>
              <a:avLst/>
              <a:gdLst/>
              <a:ahLst/>
              <a:cxnLst/>
              <a:rect l="l" t="t" r="r" b="b"/>
              <a:pathLst>
                <a:path w="68717" h="351" extrusionOk="0">
                  <a:moveTo>
                    <a:pt x="1" y="0"/>
                  </a:moveTo>
                  <a:lnTo>
                    <a:pt x="1" y="351"/>
                  </a:lnTo>
                  <a:lnTo>
                    <a:pt x="68716" y="351"/>
                  </a:lnTo>
                  <a:lnTo>
                    <a:pt x="68716" y="0"/>
                  </a:lnTo>
                  <a:close/>
                </a:path>
              </a:pathLst>
            </a:custGeom>
            <a:solidFill>
              <a:srgbClr val="273E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58"/>
            <p:cNvSpPr/>
            <p:nvPr/>
          </p:nvSpPr>
          <p:spPr>
            <a:xfrm>
              <a:off x="529000" y="2769550"/>
              <a:ext cx="2054175" cy="8775"/>
            </a:xfrm>
            <a:custGeom>
              <a:avLst/>
              <a:gdLst/>
              <a:ahLst/>
              <a:cxnLst/>
              <a:rect l="l" t="t" r="r" b="b"/>
              <a:pathLst>
                <a:path w="82167" h="351" extrusionOk="0">
                  <a:moveTo>
                    <a:pt x="1" y="0"/>
                  </a:moveTo>
                  <a:lnTo>
                    <a:pt x="1" y="350"/>
                  </a:lnTo>
                  <a:lnTo>
                    <a:pt x="82167" y="350"/>
                  </a:lnTo>
                  <a:lnTo>
                    <a:pt x="82167" y="0"/>
                  </a:lnTo>
                  <a:close/>
                </a:path>
              </a:pathLst>
            </a:custGeom>
            <a:solidFill>
              <a:srgbClr val="273E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58"/>
            <p:cNvSpPr/>
            <p:nvPr/>
          </p:nvSpPr>
          <p:spPr>
            <a:xfrm>
              <a:off x="2252875" y="2658925"/>
              <a:ext cx="69650" cy="69650"/>
            </a:xfrm>
            <a:custGeom>
              <a:avLst/>
              <a:gdLst/>
              <a:ahLst/>
              <a:cxnLst/>
              <a:rect l="l" t="t" r="r" b="b"/>
              <a:pathLst>
                <a:path w="2786" h="2786" extrusionOk="0">
                  <a:moveTo>
                    <a:pt x="1401" y="0"/>
                  </a:moveTo>
                  <a:cubicBezTo>
                    <a:pt x="621" y="0"/>
                    <a:pt x="0" y="621"/>
                    <a:pt x="0" y="1385"/>
                  </a:cubicBezTo>
                  <a:cubicBezTo>
                    <a:pt x="0" y="2165"/>
                    <a:pt x="621" y="2786"/>
                    <a:pt x="1401" y="2786"/>
                  </a:cubicBezTo>
                  <a:cubicBezTo>
                    <a:pt x="2165" y="2786"/>
                    <a:pt x="2786" y="2165"/>
                    <a:pt x="2786" y="1385"/>
                  </a:cubicBezTo>
                  <a:cubicBezTo>
                    <a:pt x="2786" y="621"/>
                    <a:pt x="2165" y="0"/>
                    <a:pt x="1401" y="0"/>
                  </a:cubicBezTo>
                  <a:close/>
                </a:path>
              </a:pathLst>
            </a:custGeom>
            <a:solidFill>
              <a:srgbClr val="E155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58"/>
            <p:cNvSpPr/>
            <p:nvPr/>
          </p:nvSpPr>
          <p:spPr>
            <a:xfrm>
              <a:off x="526625" y="2321875"/>
              <a:ext cx="386400" cy="252700"/>
            </a:xfrm>
            <a:custGeom>
              <a:avLst/>
              <a:gdLst/>
              <a:ahLst/>
              <a:cxnLst/>
              <a:rect l="l" t="t" r="r" b="b"/>
              <a:pathLst>
                <a:path w="15456" h="10108" extrusionOk="0">
                  <a:moveTo>
                    <a:pt x="3168" y="0"/>
                  </a:moveTo>
                  <a:cubicBezTo>
                    <a:pt x="1417" y="0"/>
                    <a:pt x="0" y="1417"/>
                    <a:pt x="0" y="3168"/>
                  </a:cubicBezTo>
                  <a:lnTo>
                    <a:pt x="0" y="6940"/>
                  </a:lnTo>
                  <a:cubicBezTo>
                    <a:pt x="0" y="8691"/>
                    <a:pt x="1417" y="10108"/>
                    <a:pt x="3168" y="10108"/>
                  </a:cubicBezTo>
                  <a:lnTo>
                    <a:pt x="12288" y="10108"/>
                  </a:lnTo>
                  <a:cubicBezTo>
                    <a:pt x="14039" y="10108"/>
                    <a:pt x="15456" y="8691"/>
                    <a:pt x="15456" y="6940"/>
                  </a:cubicBezTo>
                  <a:lnTo>
                    <a:pt x="15456" y="3168"/>
                  </a:lnTo>
                  <a:cubicBezTo>
                    <a:pt x="15456" y="1417"/>
                    <a:pt x="14039" y="0"/>
                    <a:pt x="12288"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58"/>
            <p:cNvSpPr/>
            <p:nvPr/>
          </p:nvSpPr>
          <p:spPr>
            <a:xfrm>
              <a:off x="552875" y="2347725"/>
              <a:ext cx="333900" cy="201000"/>
            </a:xfrm>
            <a:custGeom>
              <a:avLst/>
              <a:gdLst/>
              <a:ahLst/>
              <a:cxnLst/>
              <a:rect l="l" t="t" r="r" b="b"/>
              <a:pathLst>
                <a:path w="13356" h="8040" extrusionOk="0">
                  <a:moveTo>
                    <a:pt x="2118" y="1"/>
                  </a:moveTo>
                  <a:cubicBezTo>
                    <a:pt x="940" y="1"/>
                    <a:pt x="1" y="956"/>
                    <a:pt x="1" y="2134"/>
                  </a:cubicBezTo>
                  <a:lnTo>
                    <a:pt x="1" y="5906"/>
                  </a:lnTo>
                  <a:cubicBezTo>
                    <a:pt x="1" y="7084"/>
                    <a:pt x="940" y="8039"/>
                    <a:pt x="2118" y="8039"/>
                  </a:cubicBezTo>
                  <a:lnTo>
                    <a:pt x="11238" y="8039"/>
                  </a:lnTo>
                  <a:cubicBezTo>
                    <a:pt x="12416" y="8039"/>
                    <a:pt x="13355" y="7084"/>
                    <a:pt x="13355" y="5906"/>
                  </a:cubicBezTo>
                  <a:lnTo>
                    <a:pt x="13355" y="2134"/>
                  </a:lnTo>
                  <a:cubicBezTo>
                    <a:pt x="13355" y="956"/>
                    <a:pt x="12416" y="1"/>
                    <a:pt x="11238" y="1"/>
                  </a:cubicBezTo>
                  <a:close/>
                </a:path>
              </a:pathLst>
            </a:custGeom>
            <a:solidFill>
              <a:srgbClr val="9ED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58"/>
            <p:cNvSpPr/>
            <p:nvPr/>
          </p:nvSpPr>
          <p:spPr>
            <a:xfrm>
              <a:off x="572375" y="2360875"/>
              <a:ext cx="314400" cy="187850"/>
            </a:xfrm>
            <a:custGeom>
              <a:avLst/>
              <a:gdLst/>
              <a:ahLst/>
              <a:cxnLst/>
              <a:rect l="l" t="t" r="r" b="b"/>
              <a:pathLst>
                <a:path w="12576" h="7514" extrusionOk="0">
                  <a:moveTo>
                    <a:pt x="11843" y="0"/>
                  </a:moveTo>
                  <a:lnTo>
                    <a:pt x="1" y="7036"/>
                  </a:lnTo>
                  <a:cubicBezTo>
                    <a:pt x="383" y="7338"/>
                    <a:pt x="860" y="7513"/>
                    <a:pt x="1338" y="7513"/>
                  </a:cubicBezTo>
                  <a:lnTo>
                    <a:pt x="10458" y="7513"/>
                  </a:lnTo>
                  <a:cubicBezTo>
                    <a:pt x="11620" y="7513"/>
                    <a:pt x="12575" y="6558"/>
                    <a:pt x="12575" y="5380"/>
                  </a:cubicBezTo>
                  <a:lnTo>
                    <a:pt x="12575" y="1608"/>
                  </a:lnTo>
                  <a:cubicBezTo>
                    <a:pt x="12575" y="987"/>
                    <a:pt x="12305" y="414"/>
                    <a:pt x="1184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58"/>
            <p:cNvSpPr/>
            <p:nvPr/>
          </p:nvSpPr>
          <p:spPr>
            <a:xfrm>
              <a:off x="953200" y="2321875"/>
              <a:ext cx="386425" cy="252700"/>
            </a:xfrm>
            <a:custGeom>
              <a:avLst/>
              <a:gdLst/>
              <a:ahLst/>
              <a:cxnLst/>
              <a:rect l="l" t="t" r="r" b="b"/>
              <a:pathLst>
                <a:path w="15457" h="10108" extrusionOk="0">
                  <a:moveTo>
                    <a:pt x="3168" y="0"/>
                  </a:moveTo>
                  <a:cubicBezTo>
                    <a:pt x="1417" y="0"/>
                    <a:pt x="1" y="1417"/>
                    <a:pt x="1" y="3168"/>
                  </a:cubicBezTo>
                  <a:lnTo>
                    <a:pt x="1" y="6940"/>
                  </a:lnTo>
                  <a:cubicBezTo>
                    <a:pt x="1" y="8691"/>
                    <a:pt x="1417" y="10108"/>
                    <a:pt x="3168" y="10108"/>
                  </a:cubicBezTo>
                  <a:lnTo>
                    <a:pt x="12289" y="10108"/>
                  </a:lnTo>
                  <a:cubicBezTo>
                    <a:pt x="14040" y="10108"/>
                    <a:pt x="15456" y="8691"/>
                    <a:pt x="15456" y="6940"/>
                  </a:cubicBezTo>
                  <a:lnTo>
                    <a:pt x="15456" y="3168"/>
                  </a:lnTo>
                  <a:cubicBezTo>
                    <a:pt x="15456" y="1417"/>
                    <a:pt x="14040" y="0"/>
                    <a:pt x="12289"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58"/>
            <p:cNvSpPr/>
            <p:nvPr/>
          </p:nvSpPr>
          <p:spPr>
            <a:xfrm>
              <a:off x="979475" y="2347725"/>
              <a:ext cx="333875" cy="201000"/>
            </a:xfrm>
            <a:custGeom>
              <a:avLst/>
              <a:gdLst/>
              <a:ahLst/>
              <a:cxnLst/>
              <a:rect l="l" t="t" r="r" b="b"/>
              <a:pathLst>
                <a:path w="13355" h="8040" extrusionOk="0">
                  <a:moveTo>
                    <a:pt x="2117" y="1"/>
                  </a:moveTo>
                  <a:cubicBezTo>
                    <a:pt x="939" y="1"/>
                    <a:pt x="0" y="956"/>
                    <a:pt x="0" y="2134"/>
                  </a:cubicBezTo>
                  <a:lnTo>
                    <a:pt x="0" y="5906"/>
                  </a:lnTo>
                  <a:cubicBezTo>
                    <a:pt x="0" y="7084"/>
                    <a:pt x="939" y="8039"/>
                    <a:pt x="2117" y="8039"/>
                  </a:cubicBezTo>
                  <a:lnTo>
                    <a:pt x="11238" y="8039"/>
                  </a:lnTo>
                  <a:cubicBezTo>
                    <a:pt x="12416" y="8039"/>
                    <a:pt x="13355" y="7084"/>
                    <a:pt x="13355" y="5906"/>
                  </a:cubicBezTo>
                  <a:lnTo>
                    <a:pt x="13355" y="2134"/>
                  </a:lnTo>
                  <a:cubicBezTo>
                    <a:pt x="13355" y="956"/>
                    <a:pt x="12416" y="1"/>
                    <a:pt x="11238" y="1"/>
                  </a:cubicBezTo>
                  <a:close/>
                </a:path>
              </a:pathLst>
            </a:custGeom>
            <a:solidFill>
              <a:srgbClr val="9ED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58"/>
            <p:cNvSpPr/>
            <p:nvPr/>
          </p:nvSpPr>
          <p:spPr>
            <a:xfrm>
              <a:off x="999375" y="2360875"/>
              <a:ext cx="313975" cy="187850"/>
            </a:xfrm>
            <a:custGeom>
              <a:avLst/>
              <a:gdLst/>
              <a:ahLst/>
              <a:cxnLst/>
              <a:rect l="l" t="t" r="r" b="b"/>
              <a:pathLst>
                <a:path w="12559" h="7514" extrusionOk="0">
                  <a:moveTo>
                    <a:pt x="11827" y="0"/>
                  </a:moveTo>
                  <a:lnTo>
                    <a:pt x="0" y="7036"/>
                  </a:lnTo>
                  <a:cubicBezTo>
                    <a:pt x="366" y="7338"/>
                    <a:pt x="844" y="7513"/>
                    <a:pt x="1321" y="7513"/>
                  </a:cubicBezTo>
                  <a:lnTo>
                    <a:pt x="10442" y="7513"/>
                  </a:lnTo>
                  <a:cubicBezTo>
                    <a:pt x="11604" y="7513"/>
                    <a:pt x="12559" y="6558"/>
                    <a:pt x="12559" y="5380"/>
                  </a:cubicBezTo>
                  <a:lnTo>
                    <a:pt x="12559" y="1608"/>
                  </a:lnTo>
                  <a:cubicBezTo>
                    <a:pt x="12559" y="1003"/>
                    <a:pt x="12288" y="414"/>
                    <a:pt x="1182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58"/>
            <p:cNvSpPr/>
            <p:nvPr/>
          </p:nvSpPr>
          <p:spPr>
            <a:xfrm>
              <a:off x="1387750" y="2321875"/>
              <a:ext cx="386425" cy="252700"/>
            </a:xfrm>
            <a:custGeom>
              <a:avLst/>
              <a:gdLst/>
              <a:ahLst/>
              <a:cxnLst/>
              <a:rect l="l" t="t" r="r" b="b"/>
              <a:pathLst>
                <a:path w="15457" h="10108" extrusionOk="0">
                  <a:moveTo>
                    <a:pt x="3184" y="0"/>
                  </a:moveTo>
                  <a:cubicBezTo>
                    <a:pt x="1417" y="0"/>
                    <a:pt x="1" y="1417"/>
                    <a:pt x="1" y="3168"/>
                  </a:cubicBezTo>
                  <a:lnTo>
                    <a:pt x="1" y="6940"/>
                  </a:lnTo>
                  <a:cubicBezTo>
                    <a:pt x="1" y="8691"/>
                    <a:pt x="1417" y="10108"/>
                    <a:pt x="3184" y="10108"/>
                  </a:cubicBezTo>
                  <a:lnTo>
                    <a:pt x="12289" y="10108"/>
                  </a:lnTo>
                  <a:cubicBezTo>
                    <a:pt x="14040" y="10108"/>
                    <a:pt x="15456" y="8691"/>
                    <a:pt x="15456" y="6940"/>
                  </a:cubicBezTo>
                  <a:lnTo>
                    <a:pt x="15456" y="3168"/>
                  </a:lnTo>
                  <a:cubicBezTo>
                    <a:pt x="15456" y="1417"/>
                    <a:pt x="14040" y="0"/>
                    <a:pt x="12289" y="0"/>
                  </a:cubicBez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58"/>
            <p:cNvSpPr/>
            <p:nvPr/>
          </p:nvSpPr>
          <p:spPr>
            <a:xfrm>
              <a:off x="1414025" y="2347725"/>
              <a:ext cx="334275" cy="201000"/>
            </a:xfrm>
            <a:custGeom>
              <a:avLst/>
              <a:gdLst/>
              <a:ahLst/>
              <a:cxnLst/>
              <a:rect l="l" t="t" r="r" b="b"/>
              <a:pathLst>
                <a:path w="13371" h="8040" extrusionOk="0">
                  <a:moveTo>
                    <a:pt x="2133" y="1"/>
                  </a:moveTo>
                  <a:cubicBezTo>
                    <a:pt x="955" y="1"/>
                    <a:pt x="0" y="956"/>
                    <a:pt x="0" y="2134"/>
                  </a:cubicBezTo>
                  <a:lnTo>
                    <a:pt x="0" y="5906"/>
                  </a:lnTo>
                  <a:cubicBezTo>
                    <a:pt x="0" y="7084"/>
                    <a:pt x="955" y="8039"/>
                    <a:pt x="2133" y="8039"/>
                  </a:cubicBezTo>
                  <a:lnTo>
                    <a:pt x="11238" y="8039"/>
                  </a:lnTo>
                  <a:cubicBezTo>
                    <a:pt x="12416" y="8039"/>
                    <a:pt x="13371" y="7084"/>
                    <a:pt x="13371" y="5906"/>
                  </a:cubicBezTo>
                  <a:lnTo>
                    <a:pt x="13371" y="2134"/>
                  </a:lnTo>
                  <a:cubicBezTo>
                    <a:pt x="13371" y="956"/>
                    <a:pt x="12416" y="1"/>
                    <a:pt x="11238" y="1"/>
                  </a:cubicBezTo>
                  <a:close/>
                </a:path>
              </a:pathLst>
            </a:custGeom>
            <a:solidFill>
              <a:srgbClr val="9EDAD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58"/>
            <p:cNvSpPr/>
            <p:nvPr/>
          </p:nvSpPr>
          <p:spPr>
            <a:xfrm>
              <a:off x="1433900" y="2360875"/>
              <a:ext cx="314400" cy="187850"/>
            </a:xfrm>
            <a:custGeom>
              <a:avLst/>
              <a:gdLst/>
              <a:ahLst/>
              <a:cxnLst/>
              <a:rect l="l" t="t" r="r" b="b"/>
              <a:pathLst>
                <a:path w="12576" h="7514" extrusionOk="0">
                  <a:moveTo>
                    <a:pt x="11828" y="0"/>
                  </a:moveTo>
                  <a:lnTo>
                    <a:pt x="1" y="7036"/>
                  </a:lnTo>
                  <a:cubicBezTo>
                    <a:pt x="367" y="7338"/>
                    <a:pt x="845" y="7513"/>
                    <a:pt x="1338" y="7513"/>
                  </a:cubicBezTo>
                  <a:lnTo>
                    <a:pt x="10443" y="7513"/>
                  </a:lnTo>
                  <a:cubicBezTo>
                    <a:pt x="11621" y="7513"/>
                    <a:pt x="12576" y="6558"/>
                    <a:pt x="12576" y="5380"/>
                  </a:cubicBezTo>
                  <a:lnTo>
                    <a:pt x="12576" y="1608"/>
                  </a:lnTo>
                  <a:cubicBezTo>
                    <a:pt x="12576" y="987"/>
                    <a:pt x="12305" y="414"/>
                    <a:pt x="1182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12" name="Google Shape;2312;p58"/>
          <p:cNvGrpSpPr/>
          <p:nvPr/>
        </p:nvGrpSpPr>
        <p:grpSpPr>
          <a:xfrm>
            <a:off x="4102748" y="164617"/>
            <a:ext cx="4879398" cy="5226574"/>
            <a:chOff x="4239282" y="132868"/>
            <a:chExt cx="4879398" cy="5226574"/>
          </a:xfrm>
        </p:grpSpPr>
        <p:sp>
          <p:nvSpPr>
            <p:cNvPr id="2313" name="Google Shape;2313;p58"/>
            <p:cNvSpPr/>
            <p:nvPr/>
          </p:nvSpPr>
          <p:spPr>
            <a:xfrm>
              <a:off x="6465672" y="2829232"/>
              <a:ext cx="345497" cy="2530210"/>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sp>
          <p:nvSpPr>
            <p:cNvPr id="2314" name="Google Shape;2314;p58"/>
            <p:cNvSpPr/>
            <p:nvPr/>
          </p:nvSpPr>
          <p:spPr>
            <a:xfrm>
              <a:off x="4239282" y="132868"/>
              <a:ext cx="4879398" cy="4673106"/>
            </a:xfrm>
            <a:prstGeom prst="roundRect">
              <a:avLst>
                <a:gd name="adj" fmla="val 6436"/>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sp>
          <p:nvSpPr>
            <p:cNvPr id="2315" name="Google Shape;2315;p58"/>
            <p:cNvSpPr/>
            <p:nvPr/>
          </p:nvSpPr>
          <p:spPr>
            <a:xfrm>
              <a:off x="4371974" y="274028"/>
              <a:ext cx="4596043" cy="4399552"/>
            </a:xfrm>
            <a:prstGeom prst="roundRect">
              <a:avLst>
                <a:gd name="adj" fmla="val 2881"/>
              </a:avLst>
            </a:prstGeom>
            <a:no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grpSp>
      <p:sp>
        <p:nvSpPr>
          <p:cNvPr id="2320" name="Google Shape;2320;p58"/>
          <p:cNvSpPr/>
          <p:nvPr/>
        </p:nvSpPr>
        <p:spPr>
          <a:xfrm>
            <a:off x="2357240" y="3376331"/>
            <a:ext cx="147043" cy="1786282"/>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49" name="Table 48">
            <a:extLst>
              <a:ext uri="{FF2B5EF4-FFF2-40B4-BE49-F238E27FC236}">
                <a16:creationId xmlns:a16="http://schemas.microsoft.com/office/drawing/2014/main" id="{202DFC7F-E9E9-4228-89A4-5D48D99EA5AC}"/>
              </a:ext>
            </a:extLst>
          </p:cNvPr>
          <p:cNvGraphicFramePr>
            <a:graphicFrameLocks noGrp="1"/>
          </p:cNvGraphicFramePr>
          <p:nvPr>
            <p:extLst>
              <p:ext uri="{D42A27DB-BD31-4B8C-83A1-F6EECF244321}">
                <p14:modId xmlns:p14="http://schemas.microsoft.com/office/powerpoint/2010/main" val="1736197755"/>
              </p:ext>
            </p:extLst>
          </p:nvPr>
        </p:nvGraphicFramePr>
        <p:xfrm>
          <a:off x="4352671" y="438171"/>
          <a:ext cx="4409286" cy="4150711"/>
        </p:xfrm>
        <a:graphic>
          <a:graphicData uri="http://schemas.openxmlformats.org/drawingml/2006/table">
            <a:tbl>
              <a:tblPr firstRow="1" firstCol="1" bandRow="1">
                <a:tableStyleId>{97273FD9-47E8-44FA-BCE8-DAA0CA4FE539}</a:tableStyleId>
              </a:tblPr>
              <a:tblGrid>
                <a:gridCol w="846721">
                  <a:extLst>
                    <a:ext uri="{9D8B030D-6E8A-4147-A177-3AD203B41FA5}">
                      <a16:colId xmlns:a16="http://schemas.microsoft.com/office/drawing/2014/main" val="1217143523"/>
                    </a:ext>
                  </a:extLst>
                </a:gridCol>
                <a:gridCol w="1438604">
                  <a:extLst>
                    <a:ext uri="{9D8B030D-6E8A-4147-A177-3AD203B41FA5}">
                      <a16:colId xmlns:a16="http://schemas.microsoft.com/office/drawing/2014/main" val="2181393110"/>
                    </a:ext>
                  </a:extLst>
                </a:gridCol>
                <a:gridCol w="2123961">
                  <a:extLst>
                    <a:ext uri="{9D8B030D-6E8A-4147-A177-3AD203B41FA5}">
                      <a16:colId xmlns:a16="http://schemas.microsoft.com/office/drawing/2014/main" val="544454979"/>
                    </a:ext>
                  </a:extLst>
                </a:gridCol>
              </a:tblGrid>
              <a:tr h="617311">
                <a:tc>
                  <a:txBody>
                    <a:bodyPr/>
                    <a:lstStyle/>
                    <a:p>
                      <a:pPr marL="0" marR="0" algn="ctr">
                        <a:lnSpc>
                          <a:spcPct val="150000"/>
                        </a:lnSpc>
                        <a:buNone/>
                      </a:pPr>
                      <a:r>
                        <a:rPr lang="en-US" sz="1600" kern="100" dirty="0">
                          <a:solidFill>
                            <a:srgbClr val="FFFFFF"/>
                          </a:solidFill>
                          <a:effectLst/>
                          <a:latin typeface="Mouse Memoirs" panose="020B0604020202020204" charset="0"/>
                          <a:cs typeface="Catamaran" panose="020B0604020202020204" charset="0"/>
                        </a:rPr>
                        <a:t>Scenario ID</a:t>
                      </a:r>
                      <a:endParaRPr lang="en-US" sz="1600" b="0" kern="100" dirty="0">
                        <a:solidFill>
                          <a:srgbClr val="FFFFFF"/>
                        </a:solidFill>
                        <a:effectLst/>
                        <a:latin typeface="Mouse Memoirs" panose="020B0604020202020204" charset="0"/>
                        <a:ea typeface="Times New Roman" panose="02020603050405020304" pitchFamily="18" charset="0"/>
                        <a:cs typeface="Catamaran" panose="020B0604020202020204" charset="0"/>
                      </a:endParaRPr>
                    </a:p>
                  </a:txBody>
                  <a:tcPr marL="64748" marR="64748" marT="0" marB="0" anchor="ctr"/>
                </a:tc>
                <a:tc>
                  <a:txBody>
                    <a:bodyPr/>
                    <a:lstStyle/>
                    <a:p>
                      <a:pPr marL="0" marR="0" algn="ctr">
                        <a:lnSpc>
                          <a:spcPct val="150000"/>
                        </a:lnSpc>
                        <a:buNone/>
                      </a:pPr>
                      <a:r>
                        <a:rPr lang="en-US" sz="1600" kern="100" dirty="0">
                          <a:solidFill>
                            <a:srgbClr val="FFFFFF"/>
                          </a:solidFill>
                          <a:effectLst/>
                          <a:latin typeface="Mouse Memoirs" panose="020B0604020202020204" charset="0"/>
                          <a:cs typeface="Catamaran" panose="020B0604020202020204" charset="0"/>
                        </a:rPr>
                        <a:t>Description</a:t>
                      </a:r>
                      <a:endParaRPr lang="en-US" sz="1600" b="0" kern="100" dirty="0">
                        <a:solidFill>
                          <a:srgbClr val="FFFFFF"/>
                        </a:solidFill>
                        <a:effectLst/>
                        <a:latin typeface="Mouse Memoirs" panose="020B0604020202020204" charset="0"/>
                        <a:ea typeface="Times New Roman" panose="02020603050405020304" pitchFamily="18" charset="0"/>
                        <a:cs typeface="Catamaran" panose="020B0604020202020204" charset="0"/>
                      </a:endParaRPr>
                    </a:p>
                  </a:txBody>
                  <a:tcPr marL="64748" marR="64748" marT="0" marB="0" anchor="ctr"/>
                </a:tc>
                <a:tc>
                  <a:txBody>
                    <a:bodyPr/>
                    <a:lstStyle/>
                    <a:p>
                      <a:pPr marL="0" marR="0" algn="ctr">
                        <a:lnSpc>
                          <a:spcPct val="150000"/>
                        </a:lnSpc>
                        <a:buNone/>
                      </a:pPr>
                      <a:r>
                        <a:rPr lang="en-US" sz="1600" kern="100" dirty="0">
                          <a:solidFill>
                            <a:srgbClr val="FFFFFF"/>
                          </a:solidFill>
                          <a:effectLst/>
                          <a:latin typeface="Mouse Memoirs" panose="020B0604020202020204" charset="0"/>
                          <a:cs typeface="Catamaran" panose="020B0604020202020204" charset="0"/>
                        </a:rPr>
                        <a:t>Purpose</a:t>
                      </a:r>
                      <a:endParaRPr lang="en-US" sz="1600" b="0" kern="100" dirty="0">
                        <a:solidFill>
                          <a:srgbClr val="FFFFFF"/>
                        </a:solidFill>
                        <a:effectLst/>
                        <a:latin typeface="Mouse Memoirs" panose="020B0604020202020204" charset="0"/>
                        <a:ea typeface="Times New Roman" panose="02020603050405020304" pitchFamily="18" charset="0"/>
                        <a:cs typeface="Catamaran" panose="020B0604020202020204" charset="0"/>
                      </a:endParaRPr>
                    </a:p>
                  </a:txBody>
                  <a:tcPr marL="64748" marR="64748" marT="0" marB="0" anchor="ctr"/>
                </a:tc>
                <a:extLst>
                  <a:ext uri="{0D108BD9-81ED-4DB2-BD59-A6C34878D82A}">
                    <a16:rowId xmlns:a16="http://schemas.microsoft.com/office/drawing/2014/main" val="1021431432"/>
                  </a:ext>
                </a:extLst>
              </a:tr>
              <a:tr h="375000">
                <a:tc>
                  <a:txBody>
                    <a:bodyPr/>
                    <a:lstStyle/>
                    <a:p>
                      <a:pPr marL="0" marR="0" algn="ctr">
                        <a:lnSpc>
                          <a:spcPct val="150000"/>
                        </a:lnSpc>
                        <a:buNone/>
                      </a:pPr>
                      <a:r>
                        <a:rPr lang="en-US" sz="800" kern="100">
                          <a:effectLst/>
                          <a:latin typeface="Catamaran" panose="020B0604020202020204" charset="0"/>
                          <a:cs typeface="Catamaran" panose="020B0604020202020204" charset="0"/>
                        </a:rPr>
                        <a:t>T1</a:t>
                      </a:r>
                      <a:endParaRPr lang="en-US" sz="800" kern="100">
                        <a:solidFill>
                          <a:schemeClr val="accent6"/>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p>
                      <a:pPr marL="0" marR="0" algn="ctr">
                        <a:lnSpc>
                          <a:spcPct val="150000"/>
                        </a:lnSpc>
                        <a:buNone/>
                      </a:pPr>
                      <a:r>
                        <a:rPr lang="en-US" sz="800" kern="100" dirty="0">
                          <a:effectLst/>
                          <a:latin typeface="Catamaran" panose="020B0604020202020204" charset="0"/>
                          <a:cs typeface="Catamaran" panose="020B0604020202020204" charset="0"/>
                        </a:rPr>
                        <a:t>Single child seated with minimal movement</a:t>
                      </a:r>
                      <a:endParaRPr lang="en-US" sz="800" kern="100" dirty="0">
                        <a:solidFill>
                          <a:schemeClr val="accent6"/>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p>
                      <a:pPr marL="0" marR="0" algn="ctr">
                        <a:lnSpc>
                          <a:spcPct val="150000"/>
                        </a:lnSpc>
                        <a:buNone/>
                      </a:pPr>
                      <a:r>
                        <a:rPr lang="en-US" sz="800" kern="100" dirty="0">
                          <a:effectLst/>
                          <a:latin typeface="Catamaran" panose="020B0604020202020204" charset="0"/>
                          <a:cs typeface="Catamaran" panose="020B0604020202020204" charset="0"/>
                        </a:rPr>
                        <a:t>Validate motionless human detection using mm Wave, thermal, and load sensors</a:t>
                      </a:r>
                      <a:endParaRPr lang="en-US" sz="800" kern="100" dirty="0">
                        <a:solidFill>
                          <a:schemeClr val="accent6"/>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extLst>
                  <a:ext uri="{0D108BD9-81ED-4DB2-BD59-A6C34878D82A}">
                    <a16:rowId xmlns:a16="http://schemas.microsoft.com/office/drawing/2014/main" val="3112316883"/>
                  </a:ext>
                </a:extLst>
              </a:tr>
              <a:tr h="521630">
                <a:tc>
                  <a:txBody>
                    <a:bodyPr/>
                    <a:lstStyle/>
                    <a:p>
                      <a:pPr marL="0" marR="0" algn="ctr">
                        <a:lnSpc>
                          <a:spcPct val="150000"/>
                        </a:lnSpc>
                        <a:buNone/>
                      </a:pPr>
                      <a:r>
                        <a:rPr lang="en-US" sz="800" kern="100" dirty="0">
                          <a:effectLst/>
                          <a:latin typeface="Catamaran" panose="020B0604020202020204" charset="0"/>
                          <a:cs typeface="Catamaran" panose="020B0604020202020204" charset="0"/>
                        </a:rPr>
                        <a:t>T2</a:t>
                      </a:r>
                      <a:endParaRPr lang="en-US" sz="800" kern="100" dirty="0">
                        <a:solidFill>
                          <a:schemeClr val="accent6"/>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p>
                      <a:pPr marL="0" marR="0" algn="ctr">
                        <a:lnSpc>
                          <a:spcPct val="150000"/>
                        </a:lnSpc>
                        <a:buNone/>
                      </a:pPr>
                      <a:r>
                        <a:rPr lang="en-US" sz="800" kern="100" dirty="0">
                          <a:effectLst/>
                          <a:latin typeface="Catamaran" panose="020B0604020202020204" charset="0"/>
                          <a:cs typeface="Catamaran" panose="020B0604020202020204" charset="0"/>
                        </a:rPr>
                        <a:t>Child sleeping on seat</a:t>
                      </a:r>
                      <a:endParaRPr lang="en-US" sz="800" kern="100" dirty="0">
                        <a:solidFill>
                          <a:schemeClr val="accent6"/>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p>
                      <a:pPr marL="0" marR="0" algn="ctr">
                        <a:lnSpc>
                          <a:spcPct val="150000"/>
                        </a:lnSpc>
                        <a:buNone/>
                      </a:pPr>
                      <a:r>
                        <a:rPr lang="en-US" sz="800" kern="100">
                          <a:effectLst/>
                          <a:latin typeface="Catamaran" panose="020B0604020202020204" charset="0"/>
                          <a:cs typeface="Catamaran" panose="020B0604020202020204" charset="0"/>
                        </a:rPr>
                        <a:t>Verify detection of low-activity occupants and confirm mm Wave, thermal, and load sensor reliability</a:t>
                      </a:r>
                      <a:endParaRPr lang="en-US" sz="800" kern="100">
                        <a:solidFill>
                          <a:schemeClr val="accent6"/>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extLst>
                  <a:ext uri="{0D108BD9-81ED-4DB2-BD59-A6C34878D82A}">
                    <a16:rowId xmlns:a16="http://schemas.microsoft.com/office/drawing/2014/main" val="1270892108"/>
                  </a:ext>
                </a:extLst>
              </a:tr>
              <a:tr h="375000">
                <a:tc>
                  <a:txBody>
                    <a:bodyPr/>
                    <a:lstStyle/>
                    <a:p>
                      <a:pPr marL="0" marR="0" algn="ctr">
                        <a:lnSpc>
                          <a:spcPct val="150000"/>
                        </a:lnSpc>
                        <a:buNone/>
                      </a:pPr>
                      <a:r>
                        <a:rPr lang="en-US" sz="800" kern="100" dirty="0">
                          <a:effectLst/>
                          <a:latin typeface="Catamaran" panose="020B0604020202020204" charset="0"/>
                          <a:cs typeface="Catamaran" panose="020B0604020202020204" charset="0"/>
                        </a:rPr>
                        <a:t>T3</a:t>
                      </a:r>
                      <a:endParaRPr lang="en-US" sz="800" kern="100" dirty="0">
                        <a:solidFill>
                          <a:schemeClr val="accent6"/>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p>
                      <a:pPr marL="0" marR="0" algn="ctr">
                        <a:lnSpc>
                          <a:spcPct val="150000"/>
                        </a:lnSpc>
                        <a:buNone/>
                      </a:pPr>
                      <a:r>
                        <a:rPr lang="en-US" sz="800" kern="100" dirty="0">
                          <a:effectLst/>
                          <a:latin typeface="Catamaran" panose="020B0604020202020204" charset="0"/>
                          <a:cs typeface="Catamaran" panose="020B0604020202020204" charset="0"/>
                        </a:rPr>
                        <a:t>Multiple passengers entering and exiting</a:t>
                      </a:r>
                      <a:endParaRPr lang="en-US" sz="800" kern="100" dirty="0">
                        <a:solidFill>
                          <a:schemeClr val="accent6"/>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p>
                      <a:pPr marL="0" marR="0" algn="ctr">
                        <a:lnSpc>
                          <a:spcPct val="150000"/>
                        </a:lnSpc>
                        <a:buNone/>
                      </a:pPr>
                      <a:r>
                        <a:rPr lang="en-US" sz="800" kern="100" dirty="0">
                          <a:effectLst/>
                          <a:latin typeface="Catamaran" panose="020B0604020202020204" charset="0"/>
                          <a:cs typeface="Catamaran" panose="020B0604020202020204" charset="0"/>
                        </a:rPr>
                        <a:t>Evaluate passenger counting accuracy using IR sensors and camera-based counting</a:t>
                      </a:r>
                      <a:endParaRPr lang="en-US" sz="800" kern="100" dirty="0">
                        <a:solidFill>
                          <a:schemeClr val="accent6"/>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extLst>
                  <a:ext uri="{0D108BD9-81ED-4DB2-BD59-A6C34878D82A}">
                    <a16:rowId xmlns:a16="http://schemas.microsoft.com/office/drawing/2014/main" val="2465727704"/>
                  </a:ext>
                </a:extLst>
              </a:tr>
              <a:tr h="375000">
                <a:tc>
                  <a:txBody>
                    <a:bodyPr/>
                    <a:lstStyle/>
                    <a:p>
                      <a:pPr marL="0" marR="0" algn="ctr">
                        <a:lnSpc>
                          <a:spcPct val="150000"/>
                        </a:lnSpc>
                        <a:buNone/>
                      </a:pPr>
                      <a:r>
                        <a:rPr lang="en-US" sz="800" kern="100">
                          <a:effectLst/>
                          <a:latin typeface="Catamaran" panose="020B0604020202020204" charset="0"/>
                          <a:cs typeface="Catamaran" panose="020B0604020202020204" charset="0"/>
                        </a:rPr>
                        <a:t>T4</a:t>
                      </a:r>
                      <a:endParaRPr lang="en-US" sz="800" kern="100">
                        <a:solidFill>
                          <a:schemeClr val="accent6"/>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p>
                      <a:pPr marL="0" marR="0" algn="ctr">
                        <a:lnSpc>
                          <a:spcPct val="150000"/>
                        </a:lnSpc>
                        <a:buNone/>
                      </a:pPr>
                      <a:r>
                        <a:rPr lang="en-US" sz="800" kern="100" dirty="0">
                          <a:effectLst/>
                          <a:latin typeface="Catamaran" panose="020B0604020202020204" charset="0"/>
                          <a:cs typeface="Catamaran" panose="020B0604020202020204" charset="0"/>
                        </a:rPr>
                        <a:t>Single sensor false trigger (noise or transient detection)</a:t>
                      </a:r>
                      <a:endParaRPr lang="en-US" sz="800" kern="100" dirty="0">
                        <a:solidFill>
                          <a:schemeClr val="accent6"/>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p>
                      <a:pPr marL="0" marR="0" algn="ctr">
                        <a:lnSpc>
                          <a:spcPct val="150000"/>
                        </a:lnSpc>
                        <a:buNone/>
                      </a:pPr>
                      <a:r>
                        <a:rPr lang="en-US" sz="800" kern="100" dirty="0">
                          <a:effectLst/>
                          <a:latin typeface="Catamaran" panose="020B0604020202020204" charset="0"/>
                          <a:cs typeface="Catamaran" panose="020B0604020202020204" charset="0"/>
                        </a:rPr>
                        <a:t>Test false alarm prevention and multi-sensor validation logic</a:t>
                      </a:r>
                      <a:endParaRPr lang="en-US" sz="800" kern="100" dirty="0">
                        <a:solidFill>
                          <a:schemeClr val="accent6"/>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extLst>
                  <a:ext uri="{0D108BD9-81ED-4DB2-BD59-A6C34878D82A}">
                    <a16:rowId xmlns:a16="http://schemas.microsoft.com/office/drawing/2014/main" val="424990139"/>
                  </a:ext>
                </a:extLst>
              </a:tr>
              <a:tr h="375000">
                <a:tc>
                  <a:txBody>
                    <a:bodyPr/>
                    <a:lstStyle/>
                    <a:p>
                      <a:pPr marL="0" marR="0" algn="ctr">
                        <a:lnSpc>
                          <a:spcPct val="150000"/>
                        </a:lnSpc>
                        <a:buNone/>
                      </a:pPr>
                      <a:r>
                        <a:rPr lang="en-US" sz="800" kern="100">
                          <a:effectLst/>
                          <a:latin typeface="Catamaran" panose="020B0604020202020204" charset="0"/>
                          <a:cs typeface="Catamaran" panose="020B0604020202020204" charset="0"/>
                        </a:rPr>
                        <a:t>T5</a:t>
                      </a:r>
                      <a:endParaRPr lang="en-US" sz="800" kern="100">
                        <a:solidFill>
                          <a:schemeClr val="accent6"/>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p>
                      <a:pPr marL="0" marR="0" algn="ctr">
                        <a:lnSpc>
                          <a:spcPct val="150000"/>
                        </a:lnSpc>
                        <a:buNone/>
                      </a:pPr>
                      <a:r>
                        <a:rPr lang="en-US" sz="800" kern="100" dirty="0">
                          <a:effectLst/>
                          <a:latin typeface="Catamaran" panose="020B0604020202020204" charset="0"/>
                          <a:cs typeface="Catamaran" panose="020B0604020202020204" charset="0"/>
                        </a:rPr>
                        <a:t>Multi-sensor human detection after engine OFF</a:t>
                      </a:r>
                      <a:endParaRPr lang="en-US" sz="800" kern="100" dirty="0">
                        <a:solidFill>
                          <a:schemeClr val="accent6"/>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p>
                      <a:pPr marL="0" marR="0" algn="ctr">
                        <a:lnSpc>
                          <a:spcPct val="150000"/>
                        </a:lnSpc>
                        <a:buNone/>
                      </a:pPr>
                      <a:r>
                        <a:rPr lang="en-US" sz="800" kern="100" dirty="0">
                          <a:effectLst/>
                          <a:latin typeface="Catamaran" panose="020B0604020202020204" charset="0"/>
                          <a:cs typeface="Catamaran" panose="020B0604020202020204" charset="0"/>
                        </a:rPr>
                        <a:t>Validate correct emergency trigger conditions and decision logic</a:t>
                      </a:r>
                      <a:endParaRPr lang="en-US" sz="800" kern="100" dirty="0">
                        <a:solidFill>
                          <a:schemeClr val="accent6"/>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extLst>
                  <a:ext uri="{0D108BD9-81ED-4DB2-BD59-A6C34878D82A}">
                    <a16:rowId xmlns:a16="http://schemas.microsoft.com/office/drawing/2014/main" val="1595770660"/>
                  </a:ext>
                </a:extLst>
              </a:tr>
              <a:tr h="375000">
                <a:tc>
                  <a:txBody>
                    <a:bodyPr/>
                    <a:lstStyle/>
                    <a:p>
                      <a:pPr marL="0" marR="0" algn="ctr">
                        <a:lnSpc>
                          <a:spcPct val="150000"/>
                        </a:lnSpc>
                        <a:buNone/>
                      </a:pPr>
                      <a:r>
                        <a:rPr lang="en-US" sz="800" kern="100">
                          <a:effectLst/>
                          <a:latin typeface="Catamaran" panose="020B0604020202020204" charset="0"/>
                          <a:cs typeface="Catamaran" panose="020B0604020202020204" charset="0"/>
                        </a:rPr>
                        <a:t>T6</a:t>
                      </a:r>
                      <a:endParaRPr lang="en-US" sz="800" kern="100">
                        <a:solidFill>
                          <a:schemeClr val="accent6"/>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p>
                      <a:pPr marL="0" marR="0" algn="ctr">
                        <a:lnSpc>
                          <a:spcPct val="150000"/>
                        </a:lnSpc>
                        <a:buNone/>
                      </a:pPr>
                      <a:r>
                        <a:rPr lang="en-US" sz="800" kern="100">
                          <a:effectLst/>
                          <a:latin typeface="Catamaran" panose="020B0604020202020204" charset="0"/>
                          <a:cs typeface="Catamaran" panose="020B0604020202020204" charset="0"/>
                        </a:rPr>
                        <a:t>Prolonged unattended presence after engine OFF</a:t>
                      </a:r>
                      <a:endParaRPr lang="en-US" sz="800" kern="100">
                        <a:solidFill>
                          <a:schemeClr val="accent6"/>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p>
                      <a:pPr marL="0" marR="0" algn="ctr">
                        <a:lnSpc>
                          <a:spcPct val="150000"/>
                        </a:lnSpc>
                        <a:buNone/>
                      </a:pPr>
                      <a:r>
                        <a:rPr lang="en-US" sz="800" kern="100" dirty="0">
                          <a:effectLst/>
                          <a:latin typeface="Catamaran" panose="020B0604020202020204" charset="0"/>
                          <a:cs typeface="Catamaran" panose="020B0604020202020204" charset="0"/>
                        </a:rPr>
                        <a:t>Assess time-based alert escalation behavior</a:t>
                      </a:r>
                      <a:endParaRPr lang="en-US" sz="800" kern="100" dirty="0">
                        <a:solidFill>
                          <a:schemeClr val="accent6"/>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extLst>
                  <a:ext uri="{0D108BD9-81ED-4DB2-BD59-A6C34878D82A}">
                    <a16:rowId xmlns:a16="http://schemas.microsoft.com/office/drawing/2014/main" val="4040430256"/>
                  </a:ext>
                </a:extLst>
              </a:tr>
              <a:tr h="375000">
                <a:tc>
                  <a:txBody>
                    <a:bodyPr/>
                    <a:lstStyle/>
                    <a:p>
                      <a:pPr marL="0" marR="0" algn="ctr">
                        <a:lnSpc>
                          <a:spcPct val="150000"/>
                        </a:lnSpc>
                        <a:buNone/>
                      </a:pPr>
                      <a:r>
                        <a:rPr lang="en-US" sz="800" kern="100">
                          <a:effectLst/>
                          <a:latin typeface="Catamaran" panose="020B0604020202020204" charset="0"/>
                          <a:cs typeface="Catamaran" panose="020B0604020202020204" charset="0"/>
                        </a:rPr>
                        <a:t>T7</a:t>
                      </a:r>
                      <a:endParaRPr lang="en-US" sz="800" kern="100">
                        <a:solidFill>
                          <a:schemeClr val="accent6"/>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p>
                      <a:pPr marL="0" marR="0" algn="ctr">
                        <a:lnSpc>
                          <a:spcPct val="150000"/>
                        </a:lnSpc>
                        <a:buNone/>
                      </a:pPr>
                      <a:r>
                        <a:rPr lang="en-US" sz="800" kern="100">
                          <a:effectLst/>
                          <a:latin typeface="Catamaran" panose="020B0604020202020204" charset="0"/>
                          <a:cs typeface="Catamaran" panose="020B0604020202020204" charset="0"/>
                        </a:rPr>
                        <a:t>Engine ON with multi-sensor human detection</a:t>
                      </a:r>
                      <a:endParaRPr lang="en-US" sz="800" kern="100">
                        <a:solidFill>
                          <a:schemeClr val="accent6"/>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p>
                      <a:pPr marL="0" marR="0" algn="ctr">
                        <a:lnSpc>
                          <a:spcPct val="150000"/>
                        </a:lnSpc>
                        <a:buNone/>
                      </a:pPr>
                      <a:r>
                        <a:rPr lang="en-US" sz="800" kern="100" dirty="0">
                          <a:effectLst/>
                          <a:latin typeface="Catamaran" panose="020B0604020202020204" charset="0"/>
                          <a:cs typeface="Catamaran" panose="020B0604020202020204" charset="0"/>
                        </a:rPr>
                        <a:t>Confirm that no emergency actions are triggered when ignition is ON</a:t>
                      </a:r>
                      <a:endParaRPr lang="en-US" sz="800" kern="100" dirty="0">
                        <a:solidFill>
                          <a:schemeClr val="accent6"/>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extLst>
                  <a:ext uri="{0D108BD9-81ED-4DB2-BD59-A6C34878D82A}">
                    <a16:rowId xmlns:a16="http://schemas.microsoft.com/office/drawing/2014/main" val="1641158761"/>
                  </a:ext>
                </a:extLst>
              </a:tr>
              <a:tr h="375000">
                <a:tc>
                  <a:txBody>
                    <a:bodyPr/>
                    <a:lstStyle/>
                    <a:p>
                      <a:pPr marL="0" marR="0" algn="ctr">
                        <a:lnSpc>
                          <a:spcPct val="150000"/>
                        </a:lnSpc>
                        <a:buNone/>
                      </a:pPr>
                      <a:r>
                        <a:rPr lang="en-US" sz="800" kern="100">
                          <a:effectLst/>
                          <a:latin typeface="Catamaran" panose="020B0604020202020204" charset="0"/>
                          <a:cs typeface="Catamaran" panose="020B0604020202020204" charset="0"/>
                        </a:rPr>
                        <a:t>T8</a:t>
                      </a:r>
                      <a:endParaRPr lang="en-US" sz="800" kern="100">
                        <a:solidFill>
                          <a:schemeClr val="accent6"/>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p>
                      <a:pPr marL="0" marR="0" algn="ctr">
                        <a:lnSpc>
                          <a:spcPct val="150000"/>
                        </a:lnSpc>
                        <a:buNone/>
                      </a:pPr>
                      <a:r>
                        <a:rPr lang="en-US" sz="800" kern="100">
                          <a:effectLst/>
                          <a:latin typeface="Catamaran" panose="020B0604020202020204" charset="0"/>
                          <a:cs typeface="Catamaran" panose="020B0604020202020204" charset="0"/>
                        </a:rPr>
                        <a:t>Camera-only detection scenarios (Cam1 and Cam2)</a:t>
                      </a:r>
                      <a:endParaRPr lang="en-US" sz="800" kern="100">
                        <a:solidFill>
                          <a:schemeClr val="accent6"/>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p>
                      <a:pPr marL="0" marR="0" algn="ctr">
                        <a:lnSpc>
                          <a:spcPct val="150000"/>
                        </a:lnSpc>
                        <a:buNone/>
                      </a:pPr>
                      <a:r>
                        <a:rPr lang="en-US" sz="800" kern="100" dirty="0">
                          <a:effectLst/>
                          <a:latin typeface="Catamaran" panose="020B0604020202020204" charset="0"/>
                          <a:cs typeface="Catamaran" panose="020B0604020202020204" charset="0"/>
                        </a:rPr>
                        <a:t>Evaluate camera authority levels and interaction with sensor confirmation logic</a:t>
                      </a:r>
                      <a:endParaRPr lang="en-US" sz="800" kern="100" dirty="0">
                        <a:solidFill>
                          <a:schemeClr val="accent6"/>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extLst>
                  <a:ext uri="{0D108BD9-81ED-4DB2-BD59-A6C34878D82A}">
                    <a16:rowId xmlns:a16="http://schemas.microsoft.com/office/drawing/2014/main" val="186966708"/>
                  </a:ext>
                </a:extLst>
              </a:tr>
              <a:tr h="375000">
                <a:tc>
                  <a:txBody>
                    <a:bodyPr/>
                    <a:lstStyle/>
                    <a:p>
                      <a:pPr marL="0" marR="0" algn="ctr">
                        <a:lnSpc>
                          <a:spcPct val="150000"/>
                        </a:lnSpc>
                        <a:buNone/>
                      </a:pPr>
                      <a:r>
                        <a:rPr lang="en-US" sz="800" kern="100">
                          <a:effectLst/>
                          <a:latin typeface="Catamaran" panose="020B0604020202020204" charset="0"/>
                          <a:cs typeface="Catamaran" panose="020B0604020202020204" charset="0"/>
                        </a:rPr>
                        <a:t>T9</a:t>
                      </a:r>
                      <a:endParaRPr lang="en-US" sz="800" kern="100">
                        <a:solidFill>
                          <a:schemeClr val="accent6"/>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p>
                      <a:pPr marL="0" marR="0" algn="ctr">
                        <a:lnSpc>
                          <a:spcPct val="150000"/>
                        </a:lnSpc>
                        <a:buNone/>
                      </a:pPr>
                      <a:r>
                        <a:rPr lang="en-US" sz="800" kern="100" dirty="0">
                          <a:effectLst/>
                          <a:latin typeface="Catamaran" panose="020B0604020202020204" charset="0"/>
                          <a:cs typeface="Catamaran" panose="020B0604020202020204" charset="0"/>
                        </a:rPr>
                        <a:t>Child lying on the bus floor</a:t>
                      </a:r>
                      <a:endParaRPr lang="en-US" sz="800" kern="100" dirty="0">
                        <a:solidFill>
                          <a:schemeClr val="accent6"/>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p>
                      <a:pPr marL="0" marR="0" algn="ctr">
                        <a:lnSpc>
                          <a:spcPct val="150000"/>
                        </a:lnSpc>
                        <a:buNone/>
                      </a:pPr>
                      <a:r>
                        <a:rPr lang="en-US" sz="800" kern="100" dirty="0">
                          <a:effectLst/>
                          <a:latin typeface="Catamaran" panose="020B0604020202020204" charset="0"/>
                          <a:cs typeface="Catamaran" panose="020B0604020202020204" charset="0"/>
                        </a:rPr>
                        <a:t>Verify detection capability for non-seated, low-profile human presence</a:t>
                      </a:r>
                      <a:endParaRPr lang="en-US" sz="800" kern="100" dirty="0">
                        <a:solidFill>
                          <a:schemeClr val="accent6"/>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extLst>
                  <a:ext uri="{0D108BD9-81ED-4DB2-BD59-A6C34878D82A}">
                    <a16:rowId xmlns:a16="http://schemas.microsoft.com/office/drawing/2014/main" val="810191471"/>
                  </a:ext>
                </a:extLst>
              </a:tr>
            </a:tbl>
          </a:graphicData>
        </a:graphic>
      </p:graphicFrame>
      <p:sp>
        <p:nvSpPr>
          <p:cNvPr id="8" name="Dodecagon 7">
            <a:extLst>
              <a:ext uri="{FF2B5EF4-FFF2-40B4-BE49-F238E27FC236}">
                <a16:creationId xmlns:a16="http://schemas.microsoft.com/office/drawing/2014/main" id="{E958D17D-1955-4CE2-ACDC-9DEF4EF6FF4E}"/>
              </a:ext>
            </a:extLst>
          </p:cNvPr>
          <p:cNvSpPr/>
          <p:nvPr/>
        </p:nvSpPr>
        <p:spPr>
          <a:xfrm>
            <a:off x="1107554" y="1163344"/>
            <a:ext cx="2552304" cy="2334399"/>
          </a:xfrm>
          <a:prstGeom prst="dodecagon">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Dodecagon 52">
            <a:extLst>
              <a:ext uri="{FF2B5EF4-FFF2-40B4-BE49-F238E27FC236}">
                <a16:creationId xmlns:a16="http://schemas.microsoft.com/office/drawing/2014/main" id="{CCD2DFBB-8481-4E41-9F14-BFA26369C7E7}"/>
              </a:ext>
            </a:extLst>
          </p:cNvPr>
          <p:cNvSpPr/>
          <p:nvPr/>
        </p:nvSpPr>
        <p:spPr>
          <a:xfrm>
            <a:off x="1173601" y="1226029"/>
            <a:ext cx="2419200" cy="2229271"/>
          </a:xfrm>
          <a:prstGeom prst="dodecagon">
            <a:avLst/>
          </a:prstGeom>
          <a:solidFill>
            <a:srgbClr val="7BA145"/>
          </a:solidFill>
          <a:ln>
            <a:solidFill>
              <a:srgbClr val="7BA14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3" name="Google Shape;2323;p58"/>
          <p:cNvSpPr txBox="1">
            <a:spLocks noGrp="1"/>
          </p:cNvSpPr>
          <p:nvPr>
            <p:ph type="title" idx="2"/>
          </p:nvPr>
        </p:nvSpPr>
        <p:spPr>
          <a:xfrm>
            <a:off x="1276221" y="1754678"/>
            <a:ext cx="2162038" cy="1421100"/>
          </a:xfrm>
          <a:prstGeom prst="rect">
            <a:avLst/>
          </a:prstGeom>
        </p:spPr>
        <p:txBody>
          <a:bodyPr spcFirstLastPara="1" wrap="square" lIns="91425" tIns="91425" rIns="91425" bIns="91425" anchor="b" anchorCtr="0">
            <a:noAutofit/>
          </a:bodyPr>
          <a:lstStyle/>
          <a:p>
            <a:pPr lvl="0"/>
            <a:r>
              <a:rPr lang="en-US" sz="1400" kern="1200" dirty="0">
                <a:latin typeface="Mouse Memoirs" panose="020B0604020202020204" charset="0"/>
                <a:cs typeface="Catamaran" panose="020B0604020202020204" charset="0"/>
              </a:rPr>
              <a:t>Planned testing using functional, integration, and real scenario-based test cases.</a:t>
            </a:r>
            <a:br>
              <a:rPr lang="en-US" sz="900" kern="1200" dirty="0">
                <a:latin typeface="Mouse Memoirs" panose="020B0604020202020204" charset="0"/>
                <a:cs typeface="Catamaran" panose="020B0604020202020204" charset="0"/>
              </a:rPr>
            </a:br>
            <a:br>
              <a:rPr lang="en-US" sz="1400" kern="1200" dirty="0">
                <a:latin typeface="Mouse Memoirs" panose="020B0604020202020204" charset="0"/>
                <a:cs typeface="Catamaran" panose="020B0604020202020204" charset="0"/>
              </a:rPr>
            </a:br>
            <a:r>
              <a:rPr lang="en-US" sz="1400" kern="1200" dirty="0">
                <a:latin typeface="Mouse Memoirs" panose="020B0604020202020204" charset="0"/>
                <a:cs typeface="Catamaran" panose="020B0604020202020204" charset="0"/>
              </a:rPr>
              <a:t>Test scenarios were designed to cover normal operation, emergency cases, and failure conditions.</a:t>
            </a:r>
            <a:endParaRPr sz="1600" dirty="0">
              <a:latin typeface="Mouse Memoirs" panose="020B0604020202020204" charset="0"/>
            </a:endParaRPr>
          </a:p>
        </p:txBody>
      </p:sp>
    </p:spTree>
    <p:extLst>
      <p:ext uri="{BB962C8B-B14F-4D97-AF65-F5344CB8AC3E}">
        <p14:creationId xmlns:p14="http://schemas.microsoft.com/office/powerpoint/2010/main" val="29662642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08"/>
        <p:cNvGrpSpPr/>
        <p:nvPr/>
      </p:nvGrpSpPr>
      <p:grpSpPr>
        <a:xfrm>
          <a:off x="0" y="0"/>
          <a:ext cx="0" cy="0"/>
          <a:chOff x="0" y="0"/>
          <a:chExt cx="0" cy="0"/>
        </a:xfrm>
      </p:grpSpPr>
      <p:grpSp>
        <p:nvGrpSpPr>
          <p:cNvPr id="3509" name="Google Shape;3509;p75"/>
          <p:cNvGrpSpPr/>
          <p:nvPr/>
        </p:nvGrpSpPr>
        <p:grpSpPr>
          <a:xfrm flipH="1">
            <a:off x="-174987" y="2198093"/>
            <a:ext cx="9676013" cy="3640204"/>
            <a:chOff x="-1180548" y="1131893"/>
            <a:chExt cx="10174567" cy="3827765"/>
          </a:xfrm>
        </p:grpSpPr>
        <p:sp>
          <p:nvSpPr>
            <p:cNvPr id="3510" name="Google Shape;3510;p75"/>
            <p:cNvSpPr/>
            <p:nvPr/>
          </p:nvSpPr>
          <p:spPr>
            <a:xfrm>
              <a:off x="5256778" y="1440279"/>
              <a:ext cx="2570740" cy="2854196"/>
            </a:xfrm>
            <a:custGeom>
              <a:avLst/>
              <a:gdLst/>
              <a:ahLst/>
              <a:cxnLst/>
              <a:rect l="l" t="t" r="r" b="b"/>
              <a:pathLst>
                <a:path w="54027" h="59981" extrusionOk="0">
                  <a:moveTo>
                    <a:pt x="24883" y="0"/>
                  </a:moveTo>
                  <a:cubicBezTo>
                    <a:pt x="22921" y="0"/>
                    <a:pt x="20541" y="387"/>
                    <a:pt x="17658" y="1370"/>
                  </a:cubicBezTo>
                  <a:cubicBezTo>
                    <a:pt x="8590" y="4472"/>
                    <a:pt x="6274" y="11459"/>
                    <a:pt x="12751" y="12166"/>
                  </a:cubicBezTo>
                  <a:cubicBezTo>
                    <a:pt x="12751" y="12166"/>
                    <a:pt x="2544" y="13344"/>
                    <a:pt x="2544" y="20056"/>
                  </a:cubicBezTo>
                  <a:cubicBezTo>
                    <a:pt x="2544" y="23375"/>
                    <a:pt x="4734" y="24218"/>
                    <a:pt x="6962" y="24218"/>
                  </a:cubicBezTo>
                  <a:cubicBezTo>
                    <a:pt x="8693" y="24218"/>
                    <a:pt x="10448" y="23708"/>
                    <a:pt x="11213" y="23455"/>
                  </a:cubicBezTo>
                  <a:lnTo>
                    <a:pt x="11213" y="23455"/>
                  </a:lnTo>
                  <a:cubicBezTo>
                    <a:pt x="9153" y="24213"/>
                    <a:pt x="1" y="28030"/>
                    <a:pt x="4860" y="34463"/>
                  </a:cubicBezTo>
                  <a:cubicBezTo>
                    <a:pt x="4860" y="34463"/>
                    <a:pt x="7199" y="36328"/>
                    <a:pt x="10101" y="36328"/>
                  </a:cubicBezTo>
                  <a:cubicBezTo>
                    <a:pt x="11774" y="36328"/>
                    <a:pt x="13634" y="35709"/>
                    <a:pt x="15342" y="33757"/>
                  </a:cubicBezTo>
                  <a:lnTo>
                    <a:pt x="15342" y="33757"/>
                  </a:lnTo>
                  <a:cubicBezTo>
                    <a:pt x="15341" y="33758"/>
                    <a:pt x="12202" y="37683"/>
                    <a:pt x="15656" y="39331"/>
                  </a:cubicBezTo>
                  <a:cubicBezTo>
                    <a:pt x="16187" y="39582"/>
                    <a:pt x="16706" y="39684"/>
                    <a:pt x="17212" y="39684"/>
                  </a:cubicBezTo>
                  <a:cubicBezTo>
                    <a:pt x="19535" y="39684"/>
                    <a:pt x="21601" y="37525"/>
                    <a:pt x="23372" y="37525"/>
                  </a:cubicBezTo>
                  <a:cubicBezTo>
                    <a:pt x="23758" y="37525"/>
                    <a:pt x="24131" y="37628"/>
                    <a:pt x="24488" y="37879"/>
                  </a:cubicBezTo>
                  <a:cubicBezTo>
                    <a:pt x="24488" y="37879"/>
                    <a:pt x="29160" y="43492"/>
                    <a:pt x="26373" y="59980"/>
                  </a:cubicBezTo>
                  <a:lnTo>
                    <a:pt x="31476" y="59980"/>
                  </a:lnTo>
                  <a:cubicBezTo>
                    <a:pt x="31476" y="59980"/>
                    <a:pt x="27315" y="40980"/>
                    <a:pt x="33949" y="36897"/>
                  </a:cubicBezTo>
                  <a:cubicBezTo>
                    <a:pt x="33949" y="36897"/>
                    <a:pt x="34507" y="36568"/>
                    <a:pt x="35327" y="36568"/>
                  </a:cubicBezTo>
                  <a:cubicBezTo>
                    <a:pt x="36134" y="36568"/>
                    <a:pt x="37196" y="36887"/>
                    <a:pt x="38228" y="38154"/>
                  </a:cubicBezTo>
                  <a:cubicBezTo>
                    <a:pt x="38790" y="38843"/>
                    <a:pt x="39777" y="39169"/>
                    <a:pt x="40914" y="39169"/>
                  </a:cubicBezTo>
                  <a:cubicBezTo>
                    <a:pt x="43983" y="39169"/>
                    <a:pt x="48146" y="36796"/>
                    <a:pt x="48003" y="32815"/>
                  </a:cubicBezTo>
                  <a:cubicBezTo>
                    <a:pt x="47869" y="29719"/>
                    <a:pt x="46497" y="29049"/>
                    <a:pt x="45335" y="29049"/>
                  </a:cubicBezTo>
                  <a:cubicBezTo>
                    <a:pt x="45257" y="29049"/>
                    <a:pt x="45180" y="29052"/>
                    <a:pt x="45104" y="29058"/>
                  </a:cubicBezTo>
                  <a:lnTo>
                    <a:pt x="45104" y="29058"/>
                  </a:lnTo>
                  <a:cubicBezTo>
                    <a:pt x="47944" y="28167"/>
                    <a:pt x="54027" y="25555"/>
                    <a:pt x="53695" y="19585"/>
                  </a:cubicBezTo>
                  <a:cubicBezTo>
                    <a:pt x="53458" y="15679"/>
                    <a:pt x="50872" y="14708"/>
                    <a:pt x="48357" y="14708"/>
                  </a:cubicBezTo>
                  <a:cubicBezTo>
                    <a:pt x="45868" y="14708"/>
                    <a:pt x="43449" y="15660"/>
                    <a:pt x="43449" y="15660"/>
                  </a:cubicBezTo>
                  <a:cubicBezTo>
                    <a:pt x="43449" y="15660"/>
                    <a:pt x="51575" y="12048"/>
                    <a:pt x="48121" y="8672"/>
                  </a:cubicBezTo>
                  <a:cubicBezTo>
                    <a:pt x="47079" y="7677"/>
                    <a:pt x="45967" y="7328"/>
                    <a:pt x="44919" y="7328"/>
                  </a:cubicBezTo>
                  <a:cubicBezTo>
                    <a:pt x="42477" y="7328"/>
                    <a:pt x="40385" y="9227"/>
                    <a:pt x="40348" y="9260"/>
                  </a:cubicBezTo>
                  <a:lnTo>
                    <a:pt x="40348" y="9260"/>
                  </a:lnTo>
                  <a:cubicBezTo>
                    <a:pt x="40399" y="9214"/>
                    <a:pt x="44382" y="5559"/>
                    <a:pt x="42978" y="3687"/>
                  </a:cubicBezTo>
                  <a:cubicBezTo>
                    <a:pt x="42550" y="3111"/>
                    <a:pt x="41667" y="2872"/>
                    <a:pt x="40600" y="2872"/>
                  </a:cubicBezTo>
                  <a:cubicBezTo>
                    <a:pt x="38243" y="2872"/>
                    <a:pt x="34983" y="4038"/>
                    <a:pt x="33714" y="5335"/>
                  </a:cubicBezTo>
                  <a:cubicBezTo>
                    <a:pt x="33683" y="5335"/>
                    <a:pt x="32166" y="0"/>
                    <a:pt x="248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1" name="Google Shape;3511;p75"/>
            <p:cNvSpPr/>
            <p:nvPr/>
          </p:nvSpPr>
          <p:spPr>
            <a:xfrm>
              <a:off x="-1180548" y="1440272"/>
              <a:ext cx="2567552" cy="3519385"/>
            </a:xfrm>
            <a:custGeom>
              <a:avLst/>
              <a:gdLst/>
              <a:ahLst/>
              <a:cxnLst/>
              <a:rect l="l" t="t" r="r" b="b"/>
              <a:pathLst>
                <a:path w="53960" h="59981" extrusionOk="0">
                  <a:moveTo>
                    <a:pt x="24850" y="0"/>
                  </a:moveTo>
                  <a:cubicBezTo>
                    <a:pt x="22889" y="0"/>
                    <a:pt x="20509" y="388"/>
                    <a:pt x="17628" y="1370"/>
                  </a:cubicBezTo>
                  <a:cubicBezTo>
                    <a:pt x="8560" y="4472"/>
                    <a:pt x="6244" y="11459"/>
                    <a:pt x="12760" y="12166"/>
                  </a:cubicBezTo>
                  <a:cubicBezTo>
                    <a:pt x="12760" y="12166"/>
                    <a:pt x="2514" y="13344"/>
                    <a:pt x="2514" y="20056"/>
                  </a:cubicBezTo>
                  <a:cubicBezTo>
                    <a:pt x="2514" y="23375"/>
                    <a:pt x="4704" y="24218"/>
                    <a:pt x="6932" y="24218"/>
                  </a:cubicBezTo>
                  <a:cubicBezTo>
                    <a:pt x="8673" y="24218"/>
                    <a:pt x="10438" y="23703"/>
                    <a:pt x="11196" y="23450"/>
                  </a:cubicBezTo>
                  <a:lnTo>
                    <a:pt x="11196" y="23450"/>
                  </a:lnTo>
                  <a:cubicBezTo>
                    <a:pt x="9167" y="24198"/>
                    <a:pt x="0" y="28018"/>
                    <a:pt x="4870" y="34463"/>
                  </a:cubicBezTo>
                  <a:cubicBezTo>
                    <a:pt x="4870" y="34463"/>
                    <a:pt x="7192" y="36328"/>
                    <a:pt x="10083" y="36328"/>
                  </a:cubicBezTo>
                  <a:cubicBezTo>
                    <a:pt x="11749" y="36328"/>
                    <a:pt x="13604" y="35709"/>
                    <a:pt x="15312" y="33757"/>
                  </a:cubicBezTo>
                  <a:lnTo>
                    <a:pt x="15312" y="33757"/>
                  </a:lnTo>
                  <a:cubicBezTo>
                    <a:pt x="15311" y="33757"/>
                    <a:pt x="12171" y="37683"/>
                    <a:pt x="15665" y="39331"/>
                  </a:cubicBezTo>
                  <a:cubicBezTo>
                    <a:pt x="16190" y="39582"/>
                    <a:pt x="16704" y="39684"/>
                    <a:pt x="17206" y="39684"/>
                  </a:cubicBezTo>
                  <a:cubicBezTo>
                    <a:pt x="19510" y="39684"/>
                    <a:pt x="21576" y="37525"/>
                    <a:pt x="23366" y="37525"/>
                  </a:cubicBezTo>
                  <a:cubicBezTo>
                    <a:pt x="23757" y="37525"/>
                    <a:pt x="24134" y="37628"/>
                    <a:pt x="24498" y="37879"/>
                  </a:cubicBezTo>
                  <a:cubicBezTo>
                    <a:pt x="24498" y="37879"/>
                    <a:pt x="29130" y="43492"/>
                    <a:pt x="26343" y="59980"/>
                  </a:cubicBezTo>
                  <a:lnTo>
                    <a:pt x="31446" y="59980"/>
                  </a:lnTo>
                  <a:cubicBezTo>
                    <a:pt x="31446" y="59980"/>
                    <a:pt x="27246" y="40980"/>
                    <a:pt x="33880" y="36897"/>
                  </a:cubicBezTo>
                  <a:cubicBezTo>
                    <a:pt x="33880" y="36897"/>
                    <a:pt x="34448" y="36568"/>
                    <a:pt x="35278" y="36568"/>
                  </a:cubicBezTo>
                  <a:cubicBezTo>
                    <a:pt x="36095" y="36568"/>
                    <a:pt x="37166" y="36887"/>
                    <a:pt x="38198" y="38154"/>
                  </a:cubicBezTo>
                  <a:cubicBezTo>
                    <a:pt x="38764" y="38848"/>
                    <a:pt x="39760" y="39176"/>
                    <a:pt x="40905" y="39176"/>
                  </a:cubicBezTo>
                  <a:cubicBezTo>
                    <a:pt x="43970" y="39176"/>
                    <a:pt x="48105" y="36826"/>
                    <a:pt x="47934" y="32854"/>
                  </a:cubicBezTo>
                  <a:cubicBezTo>
                    <a:pt x="47799" y="29765"/>
                    <a:pt x="46414" y="29101"/>
                    <a:pt x="45248" y="29101"/>
                  </a:cubicBezTo>
                  <a:cubicBezTo>
                    <a:pt x="45160" y="29101"/>
                    <a:pt x="45073" y="29105"/>
                    <a:pt x="44989" y="29111"/>
                  </a:cubicBezTo>
                  <a:lnTo>
                    <a:pt x="44989" y="29111"/>
                  </a:lnTo>
                  <a:cubicBezTo>
                    <a:pt x="47808" y="28235"/>
                    <a:pt x="53959" y="25627"/>
                    <a:pt x="53626" y="19625"/>
                  </a:cubicBezTo>
                  <a:cubicBezTo>
                    <a:pt x="53389" y="15718"/>
                    <a:pt x="50803" y="14747"/>
                    <a:pt x="48288" y="14747"/>
                  </a:cubicBezTo>
                  <a:cubicBezTo>
                    <a:pt x="45799" y="14747"/>
                    <a:pt x="43380" y="15699"/>
                    <a:pt x="43380" y="15699"/>
                  </a:cubicBezTo>
                  <a:cubicBezTo>
                    <a:pt x="43380" y="15699"/>
                    <a:pt x="51506" y="12087"/>
                    <a:pt x="48051" y="8711"/>
                  </a:cubicBezTo>
                  <a:cubicBezTo>
                    <a:pt x="47008" y="7703"/>
                    <a:pt x="45895" y="7350"/>
                    <a:pt x="44846" y="7350"/>
                  </a:cubicBezTo>
                  <a:cubicBezTo>
                    <a:pt x="42446" y="7350"/>
                    <a:pt x="40385" y="9203"/>
                    <a:pt x="40283" y="9296"/>
                  </a:cubicBezTo>
                  <a:lnTo>
                    <a:pt x="40283" y="9296"/>
                  </a:lnTo>
                  <a:cubicBezTo>
                    <a:pt x="40425" y="9166"/>
                    <a:pt x="44297" y="5576"/>
                    <a:pt x="42948" y="3726"/>
                  </a:cubicBezTo>
                  <a:cubicBezTo>
                    <a:pt x="42507" y="3151"/>
                    <a:pt x="41617" y="2911"/>
                    <a:pt x="40543" y="2911"/>
                  </a:cubicBezTo>
                  <a:cubicBezTo>
                    <a:pt x="38173" y="2911"/>
                    <a:pt x="34914" y="4078"/>
                    <a:pt x="33644" y="5375"/>
                  </a:cubicBezTo>
                  <a:cubicBezTo>
                    <a:pt x="33644" y="5344"/>
                    <a:pt x="32134" y="0"/>
                    <a:pt x="248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2" name="Google Shape;3512;p75"/>
            <p:cNvSpPr/>
            <p:nvPr/>
          </p:nvSpPr>
          <p:spPr>
            <a:xfrm>
              <a:off x="2641278" y="1131893"/>
              <a:ext cx="1739093" cy="2295833"/>
            </a:xfrm>
            <a:custGeom>
              <a:avLst/>
              <a:gdLst/>
              <a:ahLst/>
              <a:cxnLst/>
              <a:rect l="l" t="t" r="r" b="b"/>
              <a:pathLst>
                <a:path w="36549" h="48247" extrusionOk="0">
                  <a:moveTo>
                    <a:pt x="18255" y="0"/>
                  </a:moveTo>
                  <a:cubicBezTo>
                    <a:pt x="11739" y="0"/>
                    <a:pt x="6478" y="3415"/>
                    <a:pt x="6478" y="7577"/>
                  </a:cubicBezTo>
                  <a:cubicBezTo>
                    <a:pt x="6478" y="8008"/>
                    <a:pt x="6517" y="8401"/>
                    <a:pt x="6635" y="8794"/>
                  </a:cubicBezTo>
                  <a:cubicBezTo>
                    <a:pt x="4437" y="9893"/>
                    <a:pt x="3024" y="11620"/>
                    <a:pt x="3024" y="13504"/>
                  </a:cubicBezTo>
                  <a:cubicBezTo>
                    <a:pt x="3024" y="14996"/>
                    <a:pt x="3887" y="16370"/>
                    <a:pt x="5261" y="17391"/>
                  </a:cubicBezTo>
                  <a:cubicBezTo>
                    <a:pt x="3063" y="18490"/>
                    <a:pt x="1610" y="20217"/>
                    <a:pt x="1610" y="22141"/>
                  </a:cubicBezTo>
                  <a:cubicBezTo>
                    <a:pt x="1610" y="23868"/>
                    <a:pt x="2749" y="25399"/>
                    <a:pt x="4555" y="26459"/>
                  </a:cubicBezTo>
                  <a:cubicBezTo>
                    <a:pt x="2631" y="27558"/>
                    <a:pt x="1414" y="29168"/>
                    <a:pt x="1414" y="30934"/>
                  </a:cubicBezTo>
                  <a:cubicBezTo>
                    <a:pt x="1414" y="32426"/>
                    <a:pt x="2239" y="33800"/>
                    <a:pt x="3652" y="34820"/>
                  </a:cubicBezTo>
                  <a:cubicBezTo>
                    <a:pt x="1414" y="35920"/>
                    <a:pt x="1" y="37647"/>
                    <a:pt x="1" y="39570"/>
                  </a:cubicBezTo>
                  <a:cubicBezTo>
                    <a:pt x="1" y="42829"/>
                    <a:pt x="4123" y="45498"/>
                    <a:pt x="9226" y="45498"/>
                  </a:cubicBezTo>
                  <a:cubicBezTo>
                    <a:pt x="9501" y="45498"/>
                    <a:pt x="9815" y="45498"/>
                    <a:pt x="10129" y="45459"/>
                  </a:cubicBezTo>
                  <a:cubicBezTo>
                    <a:pt x="11621" y="47108"/>
                    <a:pt x="14683" y="48246"/>
                    <a:pt x="18255" y="48246"/>
                  </a:cubicBezTo>
                  <a:cubicBezTo>
                    <a:pt x="21827" y="48246"/>
                    <a:pt x="24929" y="47108"/>
                    <a:pt x="26420" y="45459"/>
                  </a:cubicBezTo>
                  <a:cubicBezTo>
                    <a:pt x="26695" y="45459"/>
                    <a:pt x="27009" y="45498"/>
                    <a:pt x="27323" y="45498"/>
                  </a:cubicBezTo>
                  <a:cubicBezTo>
                    <a:pt x="32387" y="45498"/>
                    <a:pt x="36548" y="42829"/>
                    <a:pt x="36548" y="39570"/>
                  </a:cubicBezTo>
                  <a:cubicBezTo>
                    <a:pt x="36509" y="37647"/>
                    <a:pt x="35096" y="35920"/>
                    <a:pt x="32858" y="34820"/>
                  </a:cubicBezTo>
                  <a:cubicBezTo>
                    <a:pt x="34272" y="33800"/>
                    <a:pt x="35096" y="32426"/>
                    <a:pt x="35096" y="30934"/>
                  </a:cubicBezTo>
                  <a:cubicBezTo>
                    <a:pt x="35096" y="29168"/>
                    <a:pt x="33879" y="27558"/>
                    <a:pt x="31955" y="26459"/>
                  </a:cubicBezTo>
                  <a:cubicBezTo>
                    <a:pt x="33761" y="25399"/>
                    <a:pt x="34900" y="23868"/>
                    <a:pt x="34900" y="22141"/>
                  </a:cubicBezTo>
                  <a:cubicBezTo>
                    <a:pt x="34900" y="20217"/>
                    <a:pt x="33447" y="18490"/>
                    <a:pt x="31249" y="17391"/>
                  </a:cubicBezTo>
                  <a:cubicBezTo>
                    <a:pt x="32623" y="16370"/>
                    <a:pt x="33486" y="14996"/>
                    <a:pt x="33486" y="13504"/>
                  </a:cubicBezTo>
                  <a:cubicBezTo>
                    <a:pt x="33486" y="11620"/>
                    <a:pt x="32073" y="9893"/>
                    <a:pt x="29875" y="8794"/>
                  </a:cubicBezTo>
                  <a:cubicBezTo>
                    <a:pt x="29993" y="8401"/>
                    <a:pt x="30032" y="8008"/>
                    <a:pt x="30032" y="7577"/>
                  </a:cubicBezTo>
                  <a:cubicBezTo>
                    <a:pt x="30032" y="3415"/>
                    <a:pt x="24772" y="0"/>
                    <a:pt x="18255" y="0"/>
                  </a:cubicBezTo>
                  <a:close/>
                </a:path>
              </a:pathLst>
            </a:custGeom>
            <a:solidFill>
              <a:srgbClr val="82A6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3" name="Google Shape;3513;p75"/>
            <p:cNvSpPr/>
            <p:nvPr/>
          </p:nvSpPr>
          <p:spPr>
            <a:xfrm>
              <a:off x="7955399" y="3536883"/>
              <a:ext cx="194327" cy="691220"/>
            </a:xfrm>
            <a:custGeom>
              <a:avLst/>
              <a:gdLst/>
              <a:ahLst/>
              <a:cxnLst/>
              <a:rect l="l" t="t" r="r" b="b"/>
              <a:pathLst>
                <a:path w="4084" h="14526" extrusionOk="0">
                  <a:moveTo>
                    <a:pt x="1" y="0"/>
                  </a:moveTo>
                  <a:lnTo>
                    <a:pt x="1" y="14525"/>
                  </a:lnTo>
                  <a:lnTo>
                    <a:pt x="4083" y="14525"/>
                  </a:lnTo>
                  <a:lnTo>
                    <a:pt x="4083" y="0"/>
                  </a:lnTo>
                  <a:close/>
                </a:path>
              </a:pathLst>
            </a:custGeom>
            <a:solidFill>
              <a:srgbClr val="82A6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4" name="Google Shape;3514;p75"/>
            <p:cNvSpPr/>
            <p:nvPr/>
          </p:nvSpPr>
          <p:spPr>
            <a:xfrm>
              <a:off x="7112987" y="1663343"/>
              <a:ext cx="1881031" cy="2138517"/>
            </a:xfrm>
            <a:custGeom>
              <a:avLst/>
              <a:gdLst/>
              <a:ahLst/>
              <a:cxnLst/>
              <a:rect l="l" t="t" r="r" b="b"/>
              <a:pathLst>
                <a:path w="39532" h="44941" extrusionOk="0">
                  <a:moveTo>
                    <a:pt x="19510" y="0"/>
                  </a:moveTo>
                  <a:cubicBezTo>
                    <a:pt x="19510" y="13975"/>
                    <a:pt x="10560" y="20178"/>
                    <a:pt x="4201" y="21356"/>
                  </a:cubicBezTo>
                  <a:cubicBezTo>
                    <a:pt x="4874" y="21560"/>
                    <a:pt x="5558" y="21647"/>
                    <a:pt x="6235" y="21647"/>
                  </a:cubicBezTo>
                  <a:cubicBezTo>
                    <a:pt x="9974" y="21647"/>
                    <a:pt x="13465" y="19000"/>
                    <a:pt x="13465" y="19000"/>
                  </a:cubicBezTo>
                  <a:lnTo>
                    <a:pt x="13465" y="19040"/>
                  </a:lnTo>
                  <a:cubicBezTo>
                    <a:pt x="11110" y="22102"/>
                    <a:pt x="7694" y="24182"/>
                    <a:pt x="3886" y="24810"/>
                  </a:cubicBezTo>
                  <a:cubicBezTo>
                    <a:pt x="3886" y="24810"/>
                    <a:pt x="5143" y="25553"/>
                    <a:pt x="7418" y="25553"/>
                  </a:cubicBezTo>
                  <a:cubicBezTo>
                    <a:pt x="8409" y="25553"/>
                    <a:pt x="9594" y="25412"/>
                    <a:pt x="10953" y="25006"/>
                  </a:cubicBezTo>
                  <a:lnTo>
                    <a:pt x="10953" y="25006"/>
                  </a:lnTo>
                  <a:cubicBezTo>
                    <a:pt x="8676" y="28343"/>
                    <a:pt x="5574" y="30973"/>
                    <a:pt x="1924" y="32661"/>
                  </a:cubicBezTo>
                  <a:cubicBezTo>
                    <a:pt x="1962" y="32700"/>
                    <a:pt x="2102" y="32717"/>
                    <a:pt x="2320" y="32717"/>
                  </a:cubicBezTo>
                  <a:cubicBezTo>
                    <a:pt x="3668" y="32717"/>
                    <a:pt x="8017" y="32042"/>
                    <a:pt x="10010" y="31366"/>
                  </a:cubicBezTo>
                  <a:lnTo>
                    <a:pt x="10010" y="31366"/>
                  </a:lnTo>
                  <a:cubicBezTo>
                    <a:pt x="8597" y="34232"/>
                    <a:pt x="5260" y="39178"/>
                    <a:pt x="0" y="39845"/>
                  </a:cubicBezTo>
                  <a:cubicBezTo>
                    <a:pt x="0" y="39845"/>
                    <a:pt x="1511" y="40159"/>
                    <a:pt x="3602" y="40159"/>
                  </a:cubicBezTo>
                  <a:cubicBezTo>
                    <a:pt x="5692" y="40159"/>
                    <a:pt x="8362" y="39845"/>
                    <a:pt x="10678" y="38589"/>
                  </a:cubicBezTo>
                  <a:lnTo>
                    <a:pt x="10678" y="38589"/>
                  </a:lnTo>
                  <a:cubicBezTo>
                    <a:pt x="10364" y="39374"/>
                    <a:pt x="7262" y="43889"/>
                    <a:pt x="4201" y="44831"/>
                  </a:cubicBezTo>
                  <a:cubicBezTo>
                    <a:pt x="5130" y="44881"/>
                    <a:pt x="6003" y="44904"/>
                    <a:pt x="6824" y="44904"/>
                  </a:cubicBezTo>
                  <a:cubicBezTo>
                    <a:pt x="18314" y="44904"/>
                    <a:pt x="19510" y="40356"/>
                    <a:pt x="19510" y="40356"/>
                  </a:cubicBezTo>
                  <a:cubicBezTo>
                    <a:pt x="19510" y="40356"/>
                    <a:pt x="20298" y="44941"/>
                    <a:pt x="32995" y="44941"/>
                  </a:cubicBezTo>
                  <a:cubicBezTo>
                    <a:pt x="33590" y="44941"/>
                    <a:pt x="34211" y="44930"/>
                    <a:pt x="34860" y="44909"/>
                  </a:cubicBezTo>
                  <a:cubicBezTo>
                    <a:pt x="34860" y="44909"/>
                    <a:pt x="27990" y="41141"/>
                    <a:pt x="27990" y="38864"/>
                  </a:cubicBezTo>
                  <a:lnTo>
                    <a:pt x="27990" y="38864"/>
                  </a:lnTo>
                  <a:cubicBezTo>
                    <a:pt x="30500" y="40438"/>
                    <a:pt x="33243" y="40849"/>
                    <a:pt x="35425" y="40849"/>
                  </a:cubicBezTo>
                  <a:cubicBezTo>
                    <a:pt x="37815" y="40849"/>
                    <a:pt x="39531" y="40356"/>
                    <a:pt x="39531" y="40356"/>
                  </a:cubicBezTo>
                  <a:cubicBezTo>
                    <a:pt x="34271" y="39649"/>
                    <a:pt x="30463" y="34389"/>
                    <a:pt x="29050" y="31523"/>
                  </a:cubicBezTo>
                  <a:lnTo>
                    <a:pt x="29050" y="31523"/>
                  </a:lnTo>
                  <a:cubicBezTo>
                    <a:pt x="30795" y="32125"/>
                    <a:pt x="34616" y="33142"/>
                    <a:pt x="36305" y="33142"/>
                  </a:cubicBezTo>
                  <a:cubicBezTo>
                    <a:pt x="36820" y="33142"/>
                    <a:pt x="37136" y="33048"/>
                    <a:pt x="37136" y="32818"/>
                  </a:cubicBezTo>
                  <a:cubicBezTo>
                    <a:pt x="32190" y="30188"/>
                    <a:pt x="29364" y="27283"/>
                    <a:pt x="27754" y="24849"/>
                  </a:cubicBezTo>
                  <a:lnTo>
                    <a:pt x="27754" y="24849"/>
                  </a:lnTo>
                  <a:cubicBezTo>
                    <a:pt x="29390" y="25399"/>
                    <a:pt x="30794" y="25582"/>
                    <a:pt x="31940" y="25582"/>
                  </a:cubicBezTo>
                  <a:cubicBezTo>
                    <a:pt x="34231" y="25582"/>
                    <a:pt x="35488" y="24849"/>
                    <a:pt x="35488" y="24849"/>
                  </a:cubicBezTo>
                  <a:cubicBezTo>
                    <a:pt x="32151" y="24261"/>
                    <a:pt x="29128" y="22612"/>
                    <a:pt x="26812" y="20139"/>
                  </a:cubicBezTo>
                  <a:lnTo>
                    <a:pt x="26812" y="20139"/>
                  </a:lnTo>
                  <a:cubicBezTo>
                    <a:pt x="28739" y="21492"/>
                    <a:pt x="30806" y="21838"/>
                    <a:pt x="32363" y="21838"/>
                  </a:cubicBezTo>
                  <a:cubicBezTo>
                    <a:pt x="33787" y="21838"/>
                    <a:pt x="34785" y="21548"/>
                    <a:pt x="34860" y="21473"/>
                  </a:cubicBezTo>
                  <a:cubicBezTo>
                    <a:pt x="30698" y="21473"/>
                    <a:pt x="19510" y="14093"/>
                    <a:pt x="19510" y="79"/>
                  </a:cubicBezTo>
                  <a:lnTo>
                    <a:pt x="195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515;p75"/>
            <p:cNvSpPr/>
            <p:nvPr/>
          </p:nvSpPr>
          <p:spPr>
            <a:xfrm>
              <a:off x="-158359" y="1830007"/>
              <a:ext cx="1572840" cy="2071661"/>
            </a:xfrm>
            <a:custGeom>
              <a:avLst/>
              <a:gdLst/>
              <a:ahLst/>
              <a:cxnLst/>
              <a:rect l="l" t="t" r="r" b="b"/>
              <a:pathLst>
                <a:path w="33055" h="43536" extrusionOk="0">
                  <a:moveTo>
                    <a:pt x="16528" y="0"/>
                  </a:moveTo>
                  <a:cubicBezTo>
                    <a:pt x="10639" y="0"/>
                    <a:pt x="5889" y="3062"/>
                    <a:pt x="5889" y="6831"/>
                  </a:cubicBezTo>
                  <a:cubicBezTo>
                    <a:pt x="5889" y="7223"/>
                    <a:pt x="5929" y="7577"/>
                    <a:pt x="6046" y="7930"/>
                  </a:cubicBezTo>
                  <a:cubicBezTo>
                    <a:pt x="4084" y="8911"/>
                    <a:pt x="2749" y="10442"/>
                    <a:pt x="2749" y="12209"/>
                  </a:cubicBezTo>
                  <a:cubicBezTo>
                    <a:pt x="2749" y="13544"/>
                    <a:pt x="3534" y="14761"/>
                    <a:pt x="4790" y="15703"/>
                  </a:cubicBezTo>
                  <a:cubicBezTo>
                    <a:pt x="2788" y="16684"/>
                    <a:pt x="1493" y="18215"/>
                    <a:pt x="1493" y="19982"/>
                  </a:cubicBezTo>
                  <a:cubicBezTo>
                    <a:pt x="1493" y="21513"/>
                    <a:pt x="2513" y="22926"/>
                    <a:pt x="4123" y="23907"/>
                  </a:cubicBezTo>
                  <a:cubicBezTo>
                    <a:pt x="2396" y="24889"/>
                    <a:pt x="1296" y="26341"/>
                    <a:pt x="1296" y="27951"/>
                  </a:cubicBezTo>
                  <a:cubicBezTo>
                    <a:pt x="1296" y="29285"/>
                    <a:pt x="2042" y="30502"/>
                    <a:pt x="3338" y="31444"/>
                  </a:cubicBezTo>
                  <a:cubicBezTo>
                    <a:pt x="1296" y="32426"/>
                    <a:pt x="1" y="33957"/>
                    <a:pt x="1" y="35723"/>
                  </a:cubicBezTo>
                  <a:cubicBezTo>
                    <a:pt x="1" y="38668"/>
                    <a:pt x="3730" y="41062"/>
                    <a:pt x="8363" y="41062"/>
                  </a:cubicBezTo>
                  <a:cubicBezTo>
                    <a:pt x="8637" y="41062"/>
                    <a:pt x="8912" y="41062"/>
                    <a:pt x="9148" y="41023"/>
                  </a:cubicBezTo>
                  <a:cubicBezTo>
                    <a:pt x="10522" y="42515"/>
                    <a:pt x="13309" y="43535"/>
                    <a:pt x="16528" y="43535"/>
                  </a:cubicBezTo>
                  <a:cubicBezTo>
                    <a:pt x="19747" y="43535"/>
                    <a:pt x="22534" y="42515"/>
                    <a:pt x="23869" y="41023"/>
                  </a:cubicBezTo>
                  <a:cubicBezTo>
                    <a:pt x="24144" y="41023"/>
                    <a:pt x="24418" y="41062"/>
                    <a:pt x="24693" y="41062"/>
                  </a:cubicBezTo>
                  <a:cubicBezTo>
                    <a:pt x="29286" y="41062"/>
                    <a:pt x="33055" y="38668"/>
                    <a:pt x="33055" y="35723"/>
                  </a:cubicBezTo>
                  <a:cubicBezTo>
                    <a:pt x="33015" y="33957"/>
                    <a:pt x="31720" y="32426"/>
                    <a:pt x="29718" y="31444"/>
                  </a:cubicBezTo>
                  <a:cubicBezTo>
                    <a:pt x="30974" y="30502"/>
                    <a:pt x="31720" y="29246"/>
                    <a:pt x="31720" y="27911"/>
                  </a:cubicBezTo>
                  <a:cubicBezTo>
                    <a:pt x="31720" y="26302"/>
                    <a:pt x="30621" y="24889"/>
                    <a:pt x="28894" y="23907"/>
                  </a:cubicBezTo>
                  <a:cubicBezTo>
                    <a:pt x="30503" y="22926"/>
                    <a:pt x="31524" y="21513"/>
                    <a:pt x="31524" y="19982"/>
                  </a:cubicBezTo>
                  <a:cubicBezTo>
                    <a:pt x="31524" y="18215"/>
                    <a:pt x="30228" y="16684"/>
                    <a:pt x="28226" y="15703"/>
                  </a:cubicBezTo>
                  <a:cubicBezTo>
                    <a:pt x="29482" y="14761"/>
                    <a:pt x="30268" y="13544"/>
                    <a:pt x="30268" y="12170"/>
                  </a:cubicBezTo>
                  <a:cubicBezTo>
                    <a:pt x="30268" y="10442"/>
                    <a:pt x="28972" y="8911"/>
                    <a:pt x="27009" y="7930"/>
                  </a:cubicBezTo>
                  <a:cubicBezTo>
                    <a:pt x="27088" y="7577"/>
                    <a:pt x="27127" y="7184"/>
                    <a:pt x="27127" y="6831"/>
                  </a:cubicBezTo>
                  <a:cubicBezTo>
                    <a:pt x="27127" y="3062"/>
                    <a:pt x="22377" y="0"/>
                    <a:pt x="165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6" name="Google Shape;3516;p75"/>
            <p:cNvSpPr/>
            <p:nvPr/>
          </p:nvSpPr>
          <p:spPr>
            <a:xfrm>
              <a:off x="542160" y="3809991"/>
              <a:ext cx="170012" cy="878038"/>
            </a:xfrm>
            <a:custGeom>
              <a:avLst/>
              <a:gdLst/>
              <a:ahLst/>
              <a:cxnLst/>
              <a:rect l="l" t="t" r="r" b="b"/>
              <a:pathLst>
                <a:path w="3573" h="18452" extrusionOk="0">
                  <a:moveTo>
                    <a:pt x="0" y="1"/>
                  </a:moveTo>
                  <a:lnTo>
                    <a:pt x="0" y="18451"/>
                  </a:lnTo>
                  <a:lnTo>
                    <a:pt x="3572" y="18451"/>
                  </a:lnTo>
                  <a:lnTo>
                    <a:pt x="3572" y="1"/>
                  </a:lnTo>
                  <a:close/>
                </a:path>
              </a:pathLst>
            </a:custGeom>
            <a:solidFill>
              <a:srgbClr val="9ABC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17" name="Google Shape;3517;p75"/>
          <p:cNvGrpSpPr/>
          <p:nvPr/>
        </p:nvGrpSpPr>
        <p:grpSpPr>
          <a:xfrm>
            <a:off x="-3512121" y="-2946955"/>
            <a:ext cx="5269922" cy="2530210"/>
            <a:chOff x="1937039" y="3937303"/>
            <a:chExt cx="5269922" cy="2530210"/>
          </a:xfrm>
        </p:grpSpPr>
        <p:sp>
          <p:nvSpPr>
            <p:cNvPr id="3518" name="Google Shape;3518;p75"/>
            <p:cNvSpPr/>
            <p:nvPr/>
          </p:nvSpPr>
          <p:spPr>
            <a:xfrm>
              <a:off x="1937039" y="3937303"/>
              <a:ext cx="345497" cy="2530210"/>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75"/>
            <p:cNvSpPr/>
            <p:nvPr/>
          </p:nvSpPr>
          <p:spPr>
            <a:xfrm>
              <a:off x="6861464" y="3937303"/>
              <a:ext cx="345497" cy="2530210"/>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22" name="Google Shape;3522;p75"/>
          <p:cNvSpPr/>
          <p:nvPr/>
        </p:nvSpPr>
        <p:spPr>
          <a:xfrm>
            <a:off x="-4491860" y="-5026883"/>
            <a:ext cx="7229400" cy="3717666"/>
          </a:xfrm>
          <a:prstGeom prst="roundRect">
            <a:avLst>
              <a:gd name="adj" fmla="val 11095"/>
            </a:avLst>
          </a:prstGeom>
          <a:solidFill>
            <a:srgbClr val="FFFFFF"/>
          </a:solidFill>
          <a:ln w="762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 name="Group 18">
            <a:extLst>
              <a:ext uri="{FF2B5EF4-FFF2-40B4-BE49-F238E27FC236}">
                <a16:creationId xmlns:a16="http://schemas.microsoft.com/office/drawing/2014/main" id="{25E410A1-F507-43FF-A894-FCAF493FCB57}"/>
              </a:ext>
            </a:extLst>
          </p:cNvPr>
          <p:cNvGrpSpPr/>
          <p:nvPr/>
        </p:nvGrpSpPr>
        <p:grpSpPr>
          <a:xfrm>
            <a:off x="-12130913" y="-5039854"/>
            <a:ext cx="7229400" cy="4610138"/>
            <a:chOff x="835540" y="844550"/>
            <a:chExt cx="7229400" cy="4610138"/>
          </a:xfrm>
        </p:grpSpPr>
        <p:grpSp>
          <p:nvGrpSpPr>
            <p:cNvPr id="20" name="Google Shape;3517;p75">
              <a:extLst>
                <a:ext uri="{FF2B5EF4-FFF2-40B4-BE49-F238E27FC236}">
                  <a16:creationId xmlns:a16="http://schemas.microsoft.com/office/drawing/2014/main" id="{38A4AC27-509B-4A27-A3D9-3F49A1FDD888}"/>
                </a:ext>
              </a:extLst>
            </p:cNvPr>
            <p:cNvGrpSpPr/>
            <p:nvPr/>
          </p:nvGrpSpPr>
          <p:grpSpPr>
            <a:xfrm>
              <a:off x="1815279" y="2924478"/>
              <a:ext cx="5269922" cy="2530210"/>
              <a:chOff x="1937039" y="3937303"/>
              <a:chExt cx="5269922" cy="2530210"/>
            </a:xfrm>
          </p:grpSpPr>
          <p:sp>
            <p:nvSpPr>
              <p:cNvPr id="22" name="Google Shape;3518;p75">
                <a:extLst>
                  <a:ext uri="{FF2B5EF4-FFF2-40B4-BE49-F238E27FC236}">
                    <a16:creationId xmlns:a16="http://schemas.microsoft.com/office/drawing/2014/main" id="{2DAD60FB-F391-402B-815D-7713819D7584}"/>
                  </a:ext>
                </a:extLst>
              </p:cNvPr>
              <p:cNvSpPr/>
              <p:nvPr/>
            </p:nvSpPr>
            <p:spPr>
              <a:xfrm>
                <a:off x="1937039" y="3937303"/>
                <a:ext cx="345497" cy="2530210"/>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3519;p75">
                <a:extLst>
                  <a:ext uri="{FF2B5EF4-FFF2-40B4-BE49-F238E27FC236}">
                    <a16:creationId xmlns:a16="http://schemas.microsoft.com/office/drawing/2014/main" id="{3BA6D13F-3FC4-49BC-A865-B91A306FFB6E}"/>
                  </a:ext>
                </a:extLst>
              </p:cNvPr>
              <p:cNvSpPr/>
              <p:nvPr/>
            </p:nvSpPr>
            <p:spPr>
              <a:xfrm>
                <a:off x="6861464" y="3937303"/>
                <a:ext cx="345497" cy="2530210"/>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3522;p75">
              <a:extLst>
                <a:ext uri="{FF2B5EF4-FFF2-40B4-BE49-F238E27FC236}">
                  <a16:creationId xmlns:a16="http://schemas.microsoft.com/office/drawing/2014/main" id="{4C8F87F2-D5EE-485C-A1D0-0E92C474D130}"/>
                </a:ext>
              </a:extLst>
            </p:cNvPr>
            <p:cNvSpPr/>
            <p:nvPr/>
          </p:nvSpPr>
          <p:spPr>
            <a:xfrm>
              <a:off x="835540" y="844550"/>
              <a:ext cx="7229400" cy="3717666"/>
            </a:xfrm>
            <a:prstGeom prst="roundRect">
              <a:avLst>
                <a:gd name="adj" fmla="val 11095"/>
              </a:avLst>
            </a:prstGeom>
            <a:solidFill>
              <a:srgbClr val="FFFFFF"/>
            </a:solidFill>
            <a:ln w="762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25" name="Table 24">
            <a:extLst>
              <a:ext uri="{FF2B5EF4-FFF2-40B4-BE49-F238E27FC236}">
                <a16:creationId xmlns:a16="http://schemas.microsoft.com/office/drawing/2014/main" id="{87DB77BF-5542-49A3-8B66-0C2C6F8B3DF8}"/>
              </a:ext>
            </a:extLst>
          </p:cNvPr>
          <p:cNvGraphicFramePr>
            <a:graphicFrameLocks noGrp="1"/>
          </p:cNvGraphicFramePr>
          <p:nvPr>
            <p:extLst>
              <p:ext uri="{D42A27DB-BD31-4B8C-83A1-F6EECF244321}">
                <p14:modId xmlns:p14="http://schemas.microsoft.com/office/powerpoint/2010/main" val="3237379896"/>
              </p:ext>
            </p:extLst>
          </p:nvPr>
        </p:nvGraphicFramePr>
        <p:xfrm>
          <a:off x="-4353510" y="-4835193"/>
          <a:ext cx="6952700" cy="3386874"/>
        </p:xfrm>
        <a:graphic>
          <a:graphicData uri="http://schemas.openxmlformats.org/drawingml/2006/table">
            <a:tbl>
              <a:tblPr firstRow="1" firstCol="1" bandRow="1">
                <a:tableStyleId>{97273FD9-47E8-44FA-BCE8-DAA0CA4FE539}</a:tableStyleId>
              </a:tblPr>
              <a:tblGrid>
                <a:gridCol w="620704">
                  <a:extLst>
                    <a:ext uri="{9D8B030D-6E8A-4147-A177-3AD203B41FA5}">
                      <a16:colId xmlns:a16="http://schemas.microsoft.com/office/drawing/2014/main" val="1217143523"/>
                    </a:ext>
                  </a:extLst>
                </a:gridCol>
                <a:gridCol w="1886672">
                  <a:extLst>
                    <a:ext uri="{9D8B030D-6E8A-4147-A177-3AD203B41FA5}">
                      <a16:colId xmlns:a16="http://schemas.microsoft.com/office/drawing/2014/main" val="2181393110"/>
                    </a:ext>
                  </a:extLst>
                </a:gridCol>
                <a:gridCol w="4445324">
                  <a:extLst>
                    <a:ext uri="{9D8B030D-6E8A-4147-A177-3AD203B41FA5}">
                      <a16:colId xmlns:a16="http://schemas.microsoft.com/office/drawing/2014/main" val="544454979"/>
                    </a:ext>
                  </a:extLst>
                </a:gridCol>
              </a:tblGrid>
              <a:tr h="440028">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800" kern="100" dirty="0">
                          <a:solidFill>
                            <a:srgbClr val="E15561"/>
                          </a:solidFill>
                          <a:effectLst/>
                          <a:latin typeface="Mouse Memoirs" panose="020B0604020202020204" charset="0"/>
                          <a:cs typeface="Catamaran" panose="020B0604020202020204" charset="0"/>
                        </a:rPr>
                        <a:t>Test ID</a:t>
                      </a:r>
                      <a:endParaRPr lang="en-US" sz="1800" kern="100" dirty="0">
                        <a:solidFill>
                          <a:srgbClr val="E15561"/>
                        </a:solidFill>
                        <a:effectLst/>
                        <a:latin typeface="Mouse Memoirs"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800" kern="100" dirty="0">
                          <a:solidFill>
                            <a:srgbClr val="E15561"/>
                          </a:solidFill>
                          <a:effectLst/>
                          <a:latin typeface="Mouse Memoirs" panose="020B0604020202020204" charset="0"/>
                          <a:cs typeface="Catamaran" panose="020B0604020202020204" charset="0"/>
                        </a:rPr>
                        <a:t>Description</a:t>
                      </a:r>
                      <a:endParaRPr lang="en-US" sz="1800" kern="100" dirty="0">
                        <a:solidFill>
                          <a:srgbClr val="E15561"/>
                        </a:solidFill>
                        <a:effectLst/>
                        <a:latin typeface="Mouse Memoirs"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800" kern="100" dirty="0">
                          <a:solidFill>
                            <a:srgbClr val="E15561"/>
                          </a:solidFill>
                          <a:effectLst/>
                          <a:latin typeface="Mouse Memoirs" panose="020B0604020202020204" charset="0"/>
                          <a:cs typeface="Catamaran" panose="020B0604020202020204" charset="0"/>
                        </a:rPr>
                        <a:t>Result</a:t>
                      </a:r>
                      <a:endParaRPr lang="en-US" sz="1800" kern="100" dirty="0">
                        <a:solidFill>
                          <a:srgbClr val="E15561"/>
                        </a:solidFill>
                        <a:effectLst/>
                        <a:latin typeface="Mouse Memoirs" panose="020B0604020202020204" charset="0"/>
                        <a:ea typeface="Times New Roman" panose="02020603050405020304" pitchFamily="18" charset="0"/>
                        <a:cs typeface="Catamaran" panose="020B0604020202020204" charset="0"/>
                      </a:endParaRPr>
                    </a:p>
                  </a:txBody>
                  <a:tcPr marL="64748" marR="64748" marT="0" marB="0" anchor="ctr"/>
                </a:tc>
                <a:extLst>
                  <a:ext uri="{0D108BD9-81ED-4DB2-BD59-A6C34878D82A}">
                    <a16:rowId xmlns:a16="http://schemas.microsoft.com/office/drawing/2014/main" val="1021431432"/>
                  </a:ext>
                </a:extLst>
              </a:tr>
              <a:tr h="491141">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T1</a:t>
                      </a:r>
                      <a:endParaRPr lang="en-US" sz="11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Single child seated with minimal movement</a:t>
                      </a:r>
                      <a:endParaRPr lang="en-US" sz="11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Detected by: C1001 sensor, Load sensor, Thermal sensor, IR sensors, and cameras.</a:t>
                      </a:r>
                      <a:endParaRPr lang="en-US" sz="11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extLst>
                  <a:ext uri="{0D108BD9-81ED-4DB2-BD59-A6C34878D82A}">
                    <a16:rowId xmlns:a16="http://schemas.microsoft.com/office/drawing/2014/main" val="3112316883"/>
                  </a:ext>
                </a:extLst>
              </a:tr>
              <a:tr h="491141">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100" kern="100">
                          <a:solidFill>
                            <a:srgbClr val="E15561"/>
                          </a:solidFill>
                          <a:effectLst/>
                          <a:latin typeface="Catamaran" panose="020B0604020202020204" charset="0"/>
                          <a:cs typeface="Catamaran" panose="020B0604020202020204" charset="0"/>
                        </a:rPr>
                        <a:t>T2</a:t>
                      </a:r>
                      <a:endParaRPr lang="en-US" sz="1100" kern="10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Child sleeping on seat</a:t>
                      </a:r>
                      <a:endParaRPr lang="en-US" sz="11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Detected by: C1001 sensor, Load sensor, and Thermal sensor.</a:t>
                      </a:r>
                    </a:p>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IR sensors and camera-1 (counter).</a:t>
                      </a:r>
                      <a:endParaRPr lang="en-US" sz="11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extLst>
                  <a:ext uri="{0D108BD9-81ED-4DB2-BD59-A6C34878D82A}">
                    <a16:rowId xmlns:a16="http://schemas.microsoft.com/office/drawing/2014/main" val="1270892108"/>
                  </a:ext>
                </a:extLst>
              </a:tr>
              <a:tr h="491141">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T3</a:t>
                      </a:r>
                      <a:endParaRPr lang="en-US" sz="11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Any sensor failure</a:t>
                      </a:r>
                      <a:endParaRPr lang="en-US" sz="11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defTabSz="914400" rtl="0" eaLnBrk="1" latinLnBrk="0" hangingPunct="1">
                        <a:lnSpc>
                          <a:spcPct val="150000"/>
                        </a:lnSpc>
                        <a:buNone/>
                      </a:pPr>
                      <a:r>
                        <a:rPr lang="en-US" sz="1100" kern="100" dirty="0">
                          <a:solidFill>
                            <a:srgbClr val="E15561"/>
                          </a:solidFill>
                          <a:effectLst/>
                          <a:latin typeface="Catamaran" panose="020B0604020202020204" charset="0"/>
                          <a:cs typeface="Catamaran" panose="020B0604020202020204" charset="0"/>
                        </a:rPr>
                        <a:t>The failure appears in the dashboard.</a:t>
                      </a:r>
                    </a:p>
                    <a:p>
                      <a:pPr marL="0" marR="0" algn="ctr" defTabSz="914400" rtl="0" eaLnBrk="1" latinLnBrk="0" hangingPunct="1">
                        <a:lnSpc>
                          <a:spcPct val="150000"/>
                        </a:lnSpc>
                        <a:buNone/>
                      </a:pPr>
                      <a:r>
                        <a:rPr lang="en-US" sz="1100" kern="100" dirty="0">
                          <a:solidFill>
                            <a:srgbClr val="E15561"/>
                          </a:solidFill>
                          <a:effectLst/>
                          <a:latin typeface="Catamaran" panose="020B0604020202020204" charset="0"/>
                          <a:cs typeface="Catamaran" panose="020B0604020202020204" charset="0"/>
                        </a:rPr>
                        <a:t>SMS to the driver</a:t>
                      </a:r>
                      <a:endParaRPr lang="en-US" sz="1100" kern="100" dirty="0">
                        <a:solidFill>
                          <a:srgbClr val="E15561"/>
                        </a:solidFill>
                        <a:effectLst/>
                        <a:latin typeface="Catamaran" panose="020B0604020202020204" charset="0"/>
                        <a:ea typeface="+mn-ea"/>
                        <a:cs typeface="Catamaran" panose="020B0604020202020204" charset="0"/>
                      </a:endParaRPr>
                    </a:p>
                  </a:txBody>
                  <a:tcPr marL="64748" marR="64748" marT="0" marB="0" anchor="ctr"/>
                </a:tc>
                <a:extLst>
                  <a:ext uri="{0D108BD9-81ED-4DB2-BD59-A6C34878D82A}">
                    <a16:rowId xmlns:a16="http://schemas.microsoft.com/office/drawing/2014/main" val="424990139"/>
                  </a:ext>
                </a:extLst>
              </a:tr>
              <a:tr h="491141">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T4</a:t>
                      </a:r>
                      <a:endParaRPr lang="en-US" sz="11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Multi-sensor human detection after engine OFF</a:t>
                      </a:r>
                      <a:endParaRPr lang="en-US" sz="11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The action sequence is activated</a:t>
                      </a:r>
                      <a:endParaRPr lang="en-US" sz="11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extLst>
                  <a:ext uri="{0D108BD9-81ED-4DB2-BD59-A6C34878D82A}">
                    <a16:rowId xmlns:a16="http://schemas.microsoft.com/office/drawing/2014/main" val="1595770660"/>
                  </a:ext>
                </a:extLst>
              </a:tr>
              <a:tr h="491141">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T5</a:t>
                      </a:r>
                      <a:endParaRPr lang="en-US" sz="11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Engine ON with multi-sensor human detection</a:t>
                      </a:r>
                      <a:endParaRPr lang="en-US" sz="11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No emergency actions are triggered when ignition is ON.</a:t>
                      </a:r>
                    </a:p>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Monitoring mode (Dashboard)</a:t>
                      </a:r>
                      <a:endParaRPr lang="en-US" sz="11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extLst>
                  <a:ext uri="{0D108BD9-81ED-4DB2-BD59-A6C34878D82A}">
                    <a16:rowId xmlns:a16="http://schemas.microsoft.com/office/drawing/2014/main" val="1641158761"/>
                  </a:ext>
                </a:extLst>
              </a:tr>
              <a:tr h="491141">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T6</a:t>
                      </a:r>
                      <a:endParaRPr lang="en-US" sz="11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100" kern="100">
                          <a:solidFill>
                            <a:srgbClr val="E15561"/>
                          </a:solidFill>
                          <a:effectLst/>
                          <a:latin typeface="Catamaran" panose="020B0604020202020204" charset="0"/>
                          <a:cs typeface="Catamaran" panose="020B0604020202020204" charset="0"/>
                        </a:rPr>
                        <a:t>Child lying on the bus floor</a:t>
                      </a:r>
                      <a:endParaRPr lang="en-US" sz="1100" kern="10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Detected by: C1001 sensor, Load sensor, Thermal sensor, IR sensors, and cameras.</a:t>
                      </a:r>
                      <a:endParaRPr lang="en-US" sz="11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extLst>
                  <a:ext uri="{0D108BD9-81ED-4DB2-BD59-A6C34878D82A}">
                    <a16:rowId xmlns:a16="http://schemas.microsoft.com/office/drawing/2014/main" val="810191471"/>
                  </a:ext>
                </a:extLst>
              </a:tr>
            </a:tbl>
          </a:graphicData>
        </a:graphic>
      </p:graphicFrame>
      <p:grpSp>
        <p:nvGrpSpPr>
          <p:cNvPr id="27" name="Group 26">
            <a:extLst>
              <a:ext uri="{FF2B5EF4-FFF2-40B4-BE49-F238E27FC236}">
                <a16:creationId xmlns:a16="http://schemas.microsoft.com/office/drawing/2014/main" id="{5EDED795-FBB7-436E-B859-3DA388CF47D3}"/>
              </a:ext>
            </a:extLst>
          </p:cNvPr>
          <p:cNvGrpSpPr/>
          <p:nvPr/>
        </p:nvGrpSpPr>
        <p:grpSpPr>
          <a:xfrm>
            <a:off x="1526091" y="1042578"/>
            <a:ext cx="6683554" cy="4457738"/>
            <a:chOff x="835540" y="844550"/>
            <a:chExt cx="7229400" cy="4610138"/>
          </a:xfrm>
        </p:grpSpPr>
        <p:grpSp>
          <p:nvGrpSpPr>
            <p:cNvPr id="28" name="Google Shape;3517;p75">
              <a:extLst>
                <a:ext uri="{FF2B5EF4-FFF2-40B4-BE49-F238E27FC236}">
                  <a16:creationId xmlns:a16="http://schemas.microsoft.com/office/drawing/2014/main" id="{9EC98C1D-E7E5-4FD8-B984-DE5A1E7EB326}"/>
                </a:ext>
              </a:extLst>
            </p:cNvPr>
            <p:cNvGrpSpPr/>
            <p:nvPr/>
          </p:nvGrpSpPr>
          <p:grpSpPr>
            <a:xfrm>
              <a:off x="1815279" y="2924478"/>
              <a:ext cx="5269922" cy="2530210"/>
              <a:chOff x="1937039" y="3937303"/>
              <a:chExt cx="5269922" cy="2530210"/>
            </a:xfrm>
          </p:grpSpPr>
          <p:sp>
            <p:nvSpPr>
              <p:cNvPr id="30" name="Google Shape;3518;p75">
                <a:extLst>
                  <a:ext uri="{FF2B5EF4-FFF2-40B4-BE49-F238E27FC236}">
                    <a16:creationId xmlns:a16="http://schemas.microsoft.com/office/drawing/2014/main" id="{9F4331F1-EE70-435E-81A0-767F8ADF81E1}"/>
                  </a:ext>
                </a:extLst>
              </p:cNvPr>
              <p:cNvSpPr/>
              <p:nvPr/>
            </p:nvSpPr>
            <p:spPr>
              <a:xfrm>
                <a:off x="1937039" y="3937303"/>
                <a:ext cx="345497" cy="2530210"/>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519;p75">
                <a:extLst>
                  <a:ext uri="{FF2B5EF4-FFF2-40B4-BE49-F238E27FC236}">
                    <a16:creationId xmlns:a16="http://schemas.microsoft.com/office/drawing/2014/main" id="{962CEE3A-6164-4048-B46E-57892CB300DB}"/>
                  </a:ext>
                </a:extLst>
              </p:cNvPr>
              <p:cNvSpPr/>
              <p:nvPr/>
            </p:nvSpPr>
            <p:spPr>
              <a:xfrm>
                <a:off x="6861464" y="3937303"/>
                <a:ext cx="345497" cy="2530210"/>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Google Shape;3522;p75">
              <a:extLst>
                <a:ext uri="{FF2B5EF4-FFF2-40B4-BE49-F238E27FC236}">
                  <a16:creationId xmlns:a16="http://schemas.microsoft.com/office/drawing/2014/main" id="{ADA747EB-5539-43E0-8C92-BE6CB4571D94}"/>
                </a:ext>
              </a:extLst>
            </p:cNvPr>
            <p:cNvSpPr/>
            <p:nvPr/>
          </p:nvSpPr>
          <p:spPr>
            <a:xfrm>
              <a:off x="835540" y="844550"/>
              <a:ext cx="7229400" cy="3717666"/>
            </a:xfrm>
            <a:prstGeom prst="roundRect">
              <a:avLst>
                <a:gd name="adj" fmla="val 11095"/>
              </a:avLst>
            </a:prstGeom>
            <a:solidFill>
              <a:srgbClr val="FFFFFF"/>
            </a:solidFill>
            <a:ln w="762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 name="Group 6">
            <a:extLst>
              <a:ext uri="{FF2B5EF4-FFF2-40B4-BE49-F238E27FC236}">
                <a16:creationId xmlns:a16="http://schemas.microsoft.com/office/drawing/2014/main" id="{17DB40D7-EC9D-4E26-84EB-21C239BB1FA0}"/>
              </a:ext>
            </a:extLst>
          </p:cNvPr>
          <p:cNvGrpSpPr/>
          <p:nvPr/>
        </p:nvGrpSpPr>
        <p:grpSpPr>
          <a:xfrm>
            <a:off x="-6112962" y="1029607"/>
            <a:ext cx="6683554" cy="4457738"/>
            <a:chOff x="-6112962" y="1029607"/>
            <a:chExt cx="6683554" cy="4457738"/>
          </a:xfrm>
        </p:grpSpPr>
        <p:grpSp>
          <p:nvGrpSpPr>
            <p:cNvPr id="33" name="Google Shape;3517;p75">
              <a:extLst>
                <a:ext uri="{FF2B5EF4-FFF2-40B4-BE49-F238E27FC236}">
                  <a16:creationId xmlns:a16="http://schemas.microsoft.com/office/drawing/2014/main" id="{CBCFDB7E-CF32-4139-AB2E-B1028F461EA5}"/>
                </a:ext>
              </a:extLst>
            </p:cNvPr>
            <p:cNvGrpSpPr/>
            <p:nvPr/>
          </p:nvGrpSpPr>
          <p:grpSpPr>
            <a:xfrm>
              <a:off x="-5207197" y="3040778"/>
              <a:ext cx="4872024" cy="2446567"/>
              <a:chOff x="1937039" y="3937303"/>
              <a:chExt cx="5269922" cy="2530210"/>
            </a:xfrm>
          </p:grpSpPr>
          <p:sp>
            <p:nvSpPr>
              <p:cNvPr id="35" name="Google Shape;3518;p75">
                <a:extLst>
                  <a:ext uri="{FF2B5EF4-FFF2-40B4-BE49-F238E27FC236}">
                    <a16:creationId xmlns:a16="http://schemas.microsoft.com/office/drawing/2014/main" id="{201E6B24-AF07-4E1D-8ABE-52C2024CC27A}"/>
                  </a:ext>
                </a:extLst>
              </p:cNvPr>
              <p:cNvSpPr/>
              <p:nvPr/>
            </p:nvSpPr>
            <p:spPr>
              <a:xfrm>
                <a:off x="1937039" y="3937303"/>
                <a:ext cx="345497" cy="2530210"/>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519;p75">
                <a:extLst>
                  <a:ext uri="{FF2B5EF4-FFF2-40B4-BE49-F238E27FC236}">
                    <a16:creationId xmlns:a16="http://schemas.microsoft.com/office/drawing/2014/main" id="{130E17E3-4781-4CA0-8EB7-CF3CF8158DC5}"/>
                  </a:ext>
                </a:extLst>
              </p:cNvPr>
              <p:cNvSpPr/>
              <p:nvPr/>
            </p:nvSpPr>
            <p:spPr>
              <a:xfrm>
                <a:off x="6861464" y="3937303"/>
                <a:ext cx="345497" cy="2530210"/>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522;p75">
              <a:extLst>
                <a:ext uri="{FF2B5EF4-FFF2-40B4-BE49-F238E27FC236}">
                  <a16:creationId xmlns:a16="http://schemas.microsoft.com/office/drawing/2014/main" id="{12C2366D-D400-463E-99EA-D9D629BC9D60}"/>
                </a:ext>
              </a:extLst>
            </p:cNvPr>
            <p:cNvSpPr/>
            <p:nvPr/>
          </p:nvSpPr>
          <p:spPr>
            <a:xfrm>
              <a:off x="-6112962" y="1029607"/>
              <a:ext cx="6683554" cy="3594769"/>
            </a:xfrm>
            <a:prstGeom prst="roundRect">
              <a:avLst>
                <a:gd name="adj" fmla="val 11095"/>
              </a:avLst>
            </a:prstGeom>
            <a:solidFill>
              <a:srgbClr val="FFFFFF"/>
            </a:solidFill>
            <a:ln w="762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37" name="Table 36">
            <a:extLst>
              <a:ext uri="{FF2B5EF4-FFF2-40B4-BE49-F238E27FC236}">
                <a16:creationId xmlns:a16="http://schemas.microsoft.com/office/drawing/2014/main" id="{8182B44D-E5C7-4176-B16C-27F36AEACFAE}"/>
              </a:ext>
            </a:extLst>
          </p:cNvPr>
          <p:cNvGraphicFramePr>
            <a:graphicFrameLocks noGrp="1"/>
          </p:cNvGraphicFramePr>
          <p:nvPr>
            <p:extLst>
              <p:ext uri="{D42A27DB-BD31-4B8C-83A1-F6EECF244321}">
                <p14:modId xmlns:p14="http://schemas.microsoft.com/office/powerpoint/2010/main" val="77511920"/>
              </p:ext>
            </p:extLst>
          </p:nvPr>
        </p:nvGraphicFramePr>
        <p:xfrm>
          <a:off x="1636401" y="1250262"/>
          <a:ext cx="6427747" cy="3131168"/>
        </p:xfrm>
        <a:graphic>
          <a:graphicData uri="http://schemas.openxmlformats.org/drawingml/2006/table">
            <a:tbl>
              <a:tblPr firstRow="1" firstCol="1" bandRow="1">
                <a:tableStyleId>{97273FD9-47E8-44FA-BCE8-DAA0CA4FE539}</a:tableStyleId>
              </a:tblPr>
              <a:tblGrid>
                <a:gridCol w="1055016">
                  <a:extLst>
                    <a:ext uri="{9D8B030D-6E8A-4147-A177-3AD203B41FA5}">
                      <a16:colId xmlns:a16="http://schemas.microsoft.com/office/drawing/2014/main" val="3688990838"/>
                    </a:ext>
                  </a:extLst>
                </a:gridCol>
                <a:gridCol w="1465290">
                  <a:extLst>
                    <a:ext uri="{9D8B030D-6E8A-4147-A177-3AD203B41FA5}">
                      <a16:colId xmlns:a16="http://schemas.microsoft.com/office/drawing/2014/main" val="581658314"/>
                    </a:ext>
                  </a:extLst>
                </a:gridCol>
                <a:gridCol w="2300504">
                  <a:extLst>
                    <a:ext uri="{9D8B030D-6E8A-4147-A177-3AD203B41FA5}">
                      <a16:colId xmlns:a16="http://schemas.microsoft.com/office/drawing/2014/main" val="2618925892"/>
                    </a:ext>
                  </a:extLst>
                </a:gridCol>
                <a:gridCol w="1606937">
                  <a:extLst>
                    <a:ext uri="{9D8B030D-6E8A-4147-A177-3AD203B41FA5}">
                      <a16:colId xmlns:a16="http://schemas.microsoft.com/office/drawing/2014/main" val="206247384"/>
                    </a:ext>
                  </a:extLst>
                </a:gridCol>
              </a:tblGrid>
              <a:tr h="593708">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800" kern="100" dirty="0">
                          <a:solidFill>
                            <a:srgbClr val="E15561"/>
                          </a:solidFill>
                          <a:effectLst/>
                          <a:latin typeface="Mouse Memoirs" panose="020B0604020202020204" charset="0"/>
                        </a:rPr>
                        <a:t>Condition ID</a:t>
                      </a:r>
                      <a:endParaRPr lang="en-US" sz="1800" kern="100" dirty="0">
                        <a:solidFill>
                          <a:srgbClr val="E15561"/>
                        </a:solidFill>
                        <a:effectLst/>
                        <a:latin typeface="Mouse Memoirs" panose="020B0604020202020204" charset="0"/>
                        <a:ea typeface="Times New Roman" panose="02020603050405020304" pitchFamily="18" charset="0"/>
                      </a:endParaRPr>
                    </a:p>
                  </a:txBody>
                  <a:tcPr marL="68580" marR="68580" marT="0" marB="0" anchor="ct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800" kern="100" dirty="0">
                          <a:solidFill>
                            <a:srgbClr val="E15561"/>
                          </a:solidFill>
                          <a:effectLst/>
                          <a:latin typeface="Mouse Memoirs" panose="020B0604020202020204" charset="0"/>
                        </a:rPr>
                        <a:t>Ignition State</a:t>
                      </a:r>
                      <a:endParaRPr lang="en-US" sz="1800" kern="100" dirty="0">
                        <a:solidFill>
                          <a:srgbClr val="E15561"/>
                        </a:solidFill>
                        <a:effectLst/>
                        <a:latin typeface="Mouse Memoirs" panose="020B0604020202020204" charset="0"/>
                        <a:ea typeface="Times New Roman" panose="02020603050405020304" pitchFamily="18" charset="0"/>
                      </a:endParaRPr>
                    </a:p>
                  </a:txBody>
                  <a:tcPr marL="68580" marR="68580" marT="0" marB="0" anchor="ct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800" kern="100" dirty="0">
                          <a:solidFill>
                            <a:srgbClr val="E15561"/>
                          </a:solidFill>
                          <a:effectLst/>
                          <a:latin typeface="Mouse Memoirs" panose="020B0604020202020204" charset="0"/>
                        </a:rPr>
                        <a:t>Active Detection Sources</a:t>
                      </a:r>
                      <a:endParaRPr lang="en-US" sz="1800" kern="100" dirty="0">
                        <a:solidFill>
                          <a:srgbClr val="E15561"/>
                        </a:solidFill>
                        <a:effectLst/>
                        <a:latin typeface="Mouse Memoirs" panose="020B0604020202020204" charset="0"/>
                        <a:ea typeface="Times New Roman" panose="02020603050405020304" pitchFamily="18" charset="0"/>
                      </a:endParaRPr>
                    </a:p>
                  </a:txBody>
                  <a:tcPr marL="68580" marR="68580" marT="0" marB="0" anchor="ct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800" kern="100" dirty="0">
                          <a:solidFill>
                            <a:srgbClr val="E15561"/>
                          </a:solidFill>
                          <a:effectLst/>
                          <a:latin typeface="Mouse Memoirs" panose="020B0604020202020204" charset="0"/>
                        </a:rPr>
                        <a:t>Emergency Action</a:t>
                      </a:r>
                      <a:endParaRPr lang="en-US" sz="1800" kern="100" dirty="0">
                        <a:solidFill>
                          <a:srgbClr val="E15561"/>
                        </a:solidFill>
                        <a:effectLst/>
                        <a:latin typeface="Mouse Memoirs" panose="020B0604020202020204" charset="0"/>
                        <a:ea typeface="Times New Roman" panose="02020603050405020304" pitchFamily="18" charset="0"/>
                      </a:endParaRPr>
                    </a:p>
                  </a:txBody>
                  <a:tcPr marL="68580" marR="68580" marT="0" marB="0" anchor="ctr"/>
                </a:tc>
                <a:extLst>
                  <a:ext uri="{0D108BD9-81ED-4DB2-BD59-A6C34878D82A}">
                    <a16:rowId xmlns:a16="http://schemas.microsoft.com/office/drawing/2014/main" val="939936269"/>
                  </a:ext>
                </a:extLst>
              </a:tr>
              <a:tr h="243147">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200" kern="100" dirty="0">
                          <a:solidFill>
                            <a:srgbClr val="E15561"/>
                          </a:solidFill>
                          <a:effectLst/>
                          <a:latin typeface="Catamaran" panose="020B0604020202020204" charset="0"/>
                          <a:cs typeface="Catamaran" panose="020B0604020202020204" charset="0"/>
                        </a:rPr>
                        <a:t>C1</a:t>
                      </a:r>
                      <a:endParaRPr lang="en-US" sz="12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200" kern="100" dirty="0">
                          <a:solidFill>
                            <a:srgbClr val="E15561"/>
                          </a:solidFill>
                          <a:effectLst/>
                          <a:latin typeface="Catamaran" panose="020B0604020202020204" charset="0"/>
                          <a:cs typeface="Catamaran" panose="020B0604020202020204" charset="0"/>
                        </a:rPr>
                        <a:t>ON</a:t>
                      </a:r>
                      <a:endParaRPr lang="en-US" sz="12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200" kern="100" dirty="0">
                          <a:solidFill>
                            <a:srgbClr val="E15561"/>
                          </a:solidFill>
                          <a:effectLst/>
                          <a:latin typeface="Catamaran" panose="020B0604020202020204" charset="0"/>
                          <a:cs typeface="Catamaran" panose="020B0604020202020204" charset="0"/>
                        </a:rPr>
                        <a:t>Any single or multiple sensors</a:t>
                      </a:r>
                      <a:endParaRPr lang="en-US" sz="12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200" kern="100" dirty="0">
                          <a:solidFill>
                            <a:srgbClr val="E15561"/>
                          </a:solidFill>
                          <a:effectLst/>
                          <a:latin typeface="Catamaran" panose="020B0604020202020204" charset="0"/>
                          <a:cs typeface="Catamaran" panose="020B0604020202020204" charset="0"/>
                        </a:rPr>
                        <a:t>No action</a:t>
                      </a:r>
                      <a:endParaRPr lang="en-US" sz="12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extLst>
                  <a:ext uri="{0D108BD9-81ED-4DB2-BD59-A6C34878D82A}">
                    <a16:rowId xmlns:a16="http://schemas.microsoft.com/office/drawing/2014/main" val="2163144567"/>
                  </a:ext>
                </a:extLst>
              </a:tr>
              <a:tr h="243147">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200" kern="100" dirty="0">
                          <a:solidFill>
                            <a:srgbClr val="E15561"/>
                          </a:solidFill>
                          <a:effectLst/>
                          <a:latin typeface="Catamaran" panose="020B0604020202020204" charset="0"/>
                          <a:cs typeface="Catamaran" panose="020B0604020202020204" charset="0"/>
                        </a:rPr>
                        <a:t>C2</a:t>
                      </a:r>
                      <a:endParaRPr lang="en-US" sz="12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200" kern="100" dirty="0">
                          <a:solidFill>
                            <a:srgbClr val="E15561"/>
                          </a:solidFill>
                          <a:effectLst/>
                          <a:latin typeface="Catamaran" panose="020B0604020202020204" charset="0"/>
                          <a:cs typeface="Catamaran" panose="020B0604020202020204" charset="0"/>
                        </a:rPr>
                        <a:t>ON</a:t>
                      </a:r>
                      <a:endParaRPr lang="en-US" sz="12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200" kern="100" dirty="0">
                          <a:solidFill>
                            <a:srgbClr val="E15561"/>
                          </a:solidFill>
                          <a:effectLst/>
                          <a:latin typeface="Catamaran" panose="020B0604020202020204" charset="0"/>
                          <a:cs typeface="Catamaran" panose="020B0604020202020204" charset="0"/>
                        </a:rPr>
                        <a:t>Any camera</a:t>
                      </a:r>
                      <a:endParaRPr lang="en-US" sz="12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200" kern="100" dirty="0">
                          <a:solidFill>
                            <a:srgbClr val="E15561"/>
                          </a:solidFill>
                          <a:effectLst/>
                          <a:latin typeface="Catamaran" panose="020B0604020202020204" charset="0"/>
                          <a:cs typeface="Catamaran" panose="020B0604020202020204" charset="0"/>
                        </a:rPr>
                        <a:t>No action</a:t>
                      </a:r>
                      <a:endParaRPr lang="en-US" sz="12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extLst>
                  <a:ext uri="{0D108BD9-81ED-4DB2-BD59-A6C34878D82A}">
                    <a16:rowId xmlns:a16="http://schemas.microsoft.com/office/drawing/2014/main" val="1111849058"/>
                  </a:ext>
                </a:extLst>
              </a:tr>
              <a:tr h="243147">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200" kern="100">
                          <a:solidFill>
                            <a:srgbClr val="E15561"/>
                          </a:solidFill>
                          <a:effectLst/>
                          <a:latin typeface="Catamaran" panose="020B0604020202020204" charset="0"/>
                          <a:cs typeface="Catamaran" panose="020B0604020202020204" charset="0"/>
                        </a:rPr>
                        <a:t>C3</a:t>
                      </a:r>
                      <a:endParaRPr lang="en-US" sz="1200" kern="10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200" kern="100" dirty="0">
                          <a:solidFill>
                            <a:srgbClr val="E15561"/>
                          </a:solidFill>
                          <a:effectLst/>
                          <a:latin typeface="Catamaran" panose="020B0604020202020204" charset="0"/>
                          <a:cs typeface="Catamaran" panose="020B0604020202020204" charset="0"/>
                        </a:rPr>
                        <a:t>OFF</a:t>
                      </a:r>
                      <a:endParaRPr lang="en-US" sz="12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200" kern="100" dirty="0">
                          <a:solidFill>
                            <a:srgbClr val="E15561"/>
                          </a:solidFill>
                          <a:effectLst/>
                          <a:latin typeface="Catamaran" panose="020B0604020202020204" charset="0"/>
                          <a:cs typeface="Catamaran" panose="020B0604020202020204" charset="0"/>
                        </a:rPr>
                        <a:t>Single sensor only</a:t>
                      </a:r>
                      <a:endParaRPr lang="en-US" sz="12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200" kern="100" dirty="0">
                          <a:solidFill>
                            <a:srgbClr val="E15561"/>
                          </a:solidFill>
                          <a:effectLst/>
                          <a:latin typeface="Catamaran" panose="020B0604020202020204" charset="0"/>
                          <a:cs typeface="Catamaran" panose="020B0604020202020204" charset="0"/>
                        </a:rPr>
                        <a:t>No action</a:t>
                      </a:r>
                      <a:endParaRPr lang="en-US" sz="12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extLst>
                  <a:ext uri="{0D108BD9-81ED-4DB2-BD59-A6C34878D82A}">
                    <a16:rowId xmlns:a16="http://schemas.microsoft.com/office/drawing/2014/main" val="2246268870"/>
                  </a:ext>
                </a:extLst>
              </a:tr>
              <a:tr h="243147">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200" kern="100">
                          <a:solidFill>
                            <a:srgbClr val="E15561"/>
                          </a:solidFill>
                          <a:effectLst/>
                          <a:latin typeface="Catamaran" panose="020B0604020202020204" charset="0"/>
                          <a:cs typeface="Catamaran" panose="020B0604020202020204" charset="0"/>
                        </a:rPr>
                        <a:t>C4</a:t>
                      </a:r>
                      <a:endParaRPr lang="en-US" sz="1200" kern="10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200" kern="100">
                          <a:solidFill>
                            <a:srgbClr val="E15561"/>
                          </a:solidFill>
                          <a:effectLst/>
                          <a:latin typeface="Catamaran" panose="020B0604020202020204" charset="0"/>
                          <a:cs typeface="Catamaran" panose="020B0604020202020204" charset="0"/>
                        </a:rPr>
                        <a:t>OFF</a:t>
                      </a:r>
                      <a:endParaRPr lang="en-US" sz="1200" kern="10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200" kern="100" dirty="0">
                          <a:solidFill>
                            <a:srgbClr val="E15561"/>
                          </a:solidFill>
                          <a:effectLst/>
                          <a:latin typeface="Catamaran" panose="020B0604020202020204" charset="0"/>
                          <a:cs typeface="Catamaran" panose="020B0604020202020204" charset="0"/>
                        </a:rPr>
                        <a:t>Camera 2 only</a:t>
                      </a:r>
                      <a:endParaRPr lang="en-US" sz="12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200" kern="100" dirty="0">
                          <a:solidFill>
                            <a:srgbClr val="E15561"/>
                          </a:solidFill>
                          <a:effectLst/>
                          <a:latin typeface="Catamaran" panose="020B0604020202020204" charset="0"/>
                          <a:cs typeface="Catamaran" panose="020B0604020202020204" charset="0"/>
                        </a:rPr>
                        <a:t>No action</a:t>
                      </a:r>
                      <a:endParaRPr lang="en-US" sz="12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extLst>
                  <a:ext uri="{0D108BD9-81ED-4DB2-BD59-A6C34878D82A}">
                    <a16:rowId xmlns:a16="http://schemas.microsoft.com/office/drawing/2014/main" val="2218212119"/>
                  </a:ext>
                </a:extLst>
              </a:tr>
              <a:tr h="243147">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200" kern="100">
                          <a:solidFill>
                            <a:srgbClr val="E15561"/>
                          </a:solidFill>
                          <a:effectLst/>
                          <a:latin typeface="Catamaran" panose="020B0604020202020204" charset="0"/>
                          <a:cs typeface="Catamaran" panose="020B0604020202020204" charset="0"/>
                        </a:rPr>
                        <a:t>C5</a:t>
                      </a:r>
                      <a:endParaRPr lang="en-US" sz="1200" kern="10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200" kern="100">
                          <a:solidFill>
                            <a:srgbClr val="E15561"/>
                          </a:solidFill>
                          <a:effectLst/>
                          <a:latin typeface="Catamaran" panose="020B0604020202020204" charset="0"/>
                          <a:cs typeface="Catamaran" panose="020B0604020202020204" charset="0"/>
                        </a:rPr>
                        <a:t>OFF</a:t>
                      </a:r>
                      <a:endParaRPr lang="en-US" sz="1200" kern="10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200" kern="100" dirty="0">
                          <a:solidFill>
                            <a:srgbClr val="E15561"/>
                          </a:solidFill>
                          <a:effectLst/>
                          <a:latin typeface="Catamaran" panose="020B0604020202020204" charset="0"/>
                          <a:cs typeface="Catamaran" panose="020B0604020202020204" charset="0"/>
                        </a:rPr>
                        <a:t>Any 2 or more sensors</a:t>
                      </a:r>
                      <a:endParaRPr lang="en-US" sz="12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200" kern="100" dirty="0">
                          <a:solidFill>
                            <a:srgbClr val="E15561"/>
                          </a:solidFill>
                          <a:effectLst/>
                          <a:latin typeface="Catamaran" panose="020B0604020202020204" charset="0"/>
                          <a:cs typeface="Catamaran" panose="020B0604020202020204" charset="0"/>
                        </a:rPr>
                        <a:t>Actions activated</a:t>
                      </a:r>
                      <a:endParaRPr lang="en-US" sz="12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extLst>
                  <a:ext uri="{0D108BD9-81ED-4DB2-BD59-A6C34878D82A}">
                    <a16:rowId xmlns:a16="http://schemas.microsoft.com/office/drawing/2014/main" val="3758469804"/>
                  </a:ext>
                </a:extLst>
              </a:tr>
              <a:tr h="243147">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200" kern="100">
                          <a:solidFill>
                            <a:srgbClr val="E15561"/>
                          </a:solidFill>
                          <a:effectLst/>
                          <a:latin typeface="Catamaran" panose="020B0604020202020204" charset="0"/>
                          <a:cs typeface="Catamaran" panose="020B0604020202020204" charset="0"/>
                        </a:rPr>
                        <a:t>C6</a:t>
                      </a:r>
                      <a:endParaRPr lang="en-US" sz="1200" kern="10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200" kern="100">
                          <a:solidFill>
                            <a:srgbClr val="E15561"/>
                          </a:solidFill>
                          <a:effectLst/>
                          <a:latin typeface="Catamaran" panose="020B0604020202020204" charset="0"/>
                          <a:cs typeface="Catamaran" panose="020B0604020202020204" charset="0"/>
                        </a:rPr>
                        <a:t>OFF</a:t>
                      </a:r>
                      <a:endParaRPr lang="en-US" sz="1200" kern="10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200" kern="100" dirty="0">
                          <a:solidFill>
                            <a:srgbClr val="E15561"/>
                          </a:solidFill>
                          <a:effectLst/>
                          <a:latin typeface="Catamaran" panose="020B0604020202020204" charset="0"/>
                          <a:cs typeface="Catamaran" panose="020B0604020202020204" charset="0"/>
                        </a:rPr>
                        <a:t>Sensor + Camera 2</a:t>
                      </a:r>
                      <a:endParaRPr lang="en-US" sz="12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200" kern="100" dirty="0">
                          <a:solidFill>
                            <a:srgbClr val="E15561"/>
                          </a:solidFill>
                          <a:effectLst/>
                          <a:latin typeface="Catamaran" panose="020B0604020202020204" charset="0"/>
                          <a:cs typeface="Catamaran" panose="020B0604020202020204" charset="0"/>
                        </a:rPr>
                        <a:t>Actions activated</a:t>
                      </a:r>
                      <a:endParaRPr lang="en-US" sz="12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extLst>
                  <a:ext uri="{0D108BD9-81ED-4DB2-BD59-A6C34878D82A}">
                    <a16:rowId xmlns:a16="http://schemas.microsoft.com/office/drawing/2014/main" val="3572062733"/>
                  </a:ext>
                </a:extLst>
              </a:tr>
              <a:tr h="508399">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200" kern="100">
                          <a:solidFill>
                            <a:srgbClr val="E15561"/>
                          </a:solidFill>
                          <a:effectLst/>
                          <a:latin typeface="Catamaran" panose="020B0604020202020204" charset="0"/>
                          <a:cs typeface="Catamaran" panose="020B0604020202020204" charset="0"/>
                        </a:rPr>
                        <a:t>C7</a:t>
                      </a:r>
                      <a:endParaRPr lang="en-US" sz="1200" kern="10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200" kern="100">
                          <a:solidFill>
                            <a:srgbClr val="E15561"/>
                          </a:solidFill>
                          <a:effectLst/>
                          <a:latin typeface="Catamaran" panose="020B0604020202020204" charset="0"/>
                          <a:cs typeface="Catamaran" panose="020B0604020202020204" charset="0"/>
                        </a:rPr>
                        <a:t>OFF</a:t>
                      </a:r>
                      <a:endParaRPr lang="en-US" sz="1200" kern="10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200" kern="100">
                          <a:solidFill>
                            <a:srgbClr val="E15561"/>
                          </a:solidFill>
                          <a:effectLst/>
                          <a:latin typeface="Catamaran" panose="020B0604020202020204" charset="0"/>
                          <a:cs typeface="Catamaran" panose="020B0604020202020204" charset="0"/>
                        </a:rPr>
                        <a:t>IR passenger count &gt; 0 + Sensor or Camera 2</a:t>
                      </a:r>
                      <a:endParaRPr lang="en-US" sz="1200" kern="10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200" kern="100" dirty="0">
                          <a:solidFill>
                            <a:srgbClr val="E15561"/>
                          </a:solidFill>
                          <a:effectLst/>
                          <a:latin typeface="Catamaran" panose="020B0604020202020204" charset="0"/>
                          <a:cs typeface="Catamaran" panose="020B0604020202020204" charset="0"/>
                        </a:rPr>
                        <a:t>Actions activated</a:t>
                      </a:r>
                      <a:endParaRPr lang="en-US" sz="12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extLst>
                  <a:ext uri="{0D108BD9-81ED-4DB2-BD59-A6C34878D82A}">
                    <a16:rowId xmlns:a16="http://schemas.microsoft.com/office/drawing/2014/main" val="310494853"/>
                  </a:ext>
                </a:extLst>
              </a:tr>
              <a:tr h="243147">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200" kern="100">
                          <a:solidFill>
                            <a:srgbClr val="E15561"/>
                          </a:solidFill>
                          <a:effectLst/>
                          <a:latin typeface="Catamaran" panose="020B0604020202020204" charset="0"/>
                          <a:cs typeface="Catamaran" panose="020B0604020202020204" charset="0"/>
                        </a:rPr>
                        <a:t>C8</a:t>
                      </a:r>
                      <a:endParaRPr lang="en-US" sz="1200" kern="10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200" kern="100">
                          <a:solidFill>
                            <a:srgbClr val="E15561"/>
                          </a:solidFill>
                          <a:effectLst/>
                          <a:latin typeface="Catamaran" panose="020B0604020202020204" charset="0"/>
                          <a:cs typeface="Catamaran" panose="020B0604020202020204" charset="0"/>
                        </a:rPr>
                        <a:t>OFF</a:t>
                      </a:r>
                      <a:endParaRPr lang="en-US" sz="1200" kern="10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200" kern="100">
                          <a:solidFill>
                            <a:srgbClr val="E15561"/>
                          </a:solidFill>
                          <a:effectLst/>
                          <a:latin typeface="Catamaran" panose="020B0604020202020204" charset="0"/>
                          <a:cs typeface="Catamaran" panose="020B0604020202020204" charset="0"/>
                        </a:rPr>
                        <a:t>Camera 1 detects face</a:t>
                      </a:r>
                      <a:endParaRPr lang="en-US" sz="1200" kern="10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200" kern="100" dirty="0">
                          <a:solidFill>
                            <a:srgbClr val="E15561"/>
                          </a:solidFill>
                          <a:effectLst/>
                          <a:latin typeface="Catamaran" panose="020B0604020202020204" charset="0"/>
                          <a:cs typeface="Catamaran" panose="020B0604020202020204" charset="0"/>
                        </a:rPr>
                        <a:t>Actions activated</a:t>
                      </a:r>
                      <a:endParaRPr lang="en-US" sz="12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extLst>
                  <a:ext uri="{0D108BD9-81ED-4DB2-BD59-A6C34878D82A}">
                    <a16:rowId xmlns:a16="http://schemas.microsoft.com/office/drawing/2014/main" val="508612424"/>
                  </a:ext>
                </a:extLst>
              </a:tr>
              <a:tr h="243147">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200" kern="100" dirty="0">
                          <a:solidFill>
                            <a:srgbClr val="E15561"/>
                          </a:solidFill>
                          <a:effectLst/>
                          <a:latin typeface="Catamaran" panose="020B0604020202020204" charset="0"/>
                          <a:cs typeface="Catamaran" panose="020B0604020202020204" charset="0"/>
                        </a:rPr>
                        <a:t>C9</a:t>
                      </a:r>
                      <a:endParaRPr lang="en-US" sz="12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200" kern="100">
                          <a:solidFill>
                            <a:srgbClr val="E15561"/>
                          </a:solidFill>
                          <a:effectLst/>
                          <a:latin typeface="Catamaran" panose="020B0604020202020204" charset="0"/>
                          <a:cs typeface="Catamaran" panose="020B0604020202020204" charset="0"/>
                        </a:rPr>
                        <a:t>OFF</a:t>
                      </a:r>
                      <a:endParaRPr lang="en-US" sz="1200" kern="10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200" kern="100">
                          <a:solidFill>
                            <a:srgbClr val="E15561"/>
                          </a:solidFill>
                          <a:effectLst/>
                          <a:latin typeface="Catamaran" panose="020B0604020202020204" charset="0"/>
                          <a:cs typeface="Catamaran" panose="020B0604020202020204" charset="0"/>
                        </a:rPr>
                        <a:t>Camera 1 count &gt; 0</a:t>
                      </a:r>
                      <a:endParaRPr lang="en-US" sz="1200" kern="10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200" kern="100" dirty="0">
                          <a:solidFill>
                            <a:srgbClr val="E15561"/>
                          </a:solidFill>
                          <a:effectLst/>
                          <a:latin typeface="Catamaran" panose="020B0604020202020204" charset="0"/>
                          <a:cs typeface="Catamaran" panose="020B0604020202020204" charset="0"/>
                        </a:rPr>
                        <a:t>Actions activated</a:t>
                      </a:r>
                      <a:endParaRPr lang="en-US" sz="12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8580" marR="68580" marT="0" marB="0" anchor="ctr"/>
                </a:tc>
                <a:extLst>
                  <a:ext uri="{0D108BD9-81ED-4DB2-BD59-A6C34878D82A}">
                    <a16:rowId xmlns:a16="http://schemas.microsoft.com/office/drawing/2014/main" val="3193861345"/>
                  </a:ext>
                </a:extLst>
              </a:tr>
            </a:tbl>
          </a:graphicData>
        </a:graphic>
      </p:graphicFrame>
      <p:graphicFrame>
        <p:nvGraphicFramePr>
          <p:cNvPr id="38" name="Table 37">
            <a:extLst>
              <a:ext uri="{FF2B5EF4-FFF2-40B4-BE49-F238E27FC236}">
                <a16:creationId xmlns:a16="http://schemas.microsoft.com/office/drawing/2014/main" id="{4BEF9ED5-ACD3-44BF-AA91-92AC8A553C65}"/>
              </a:ext>
            </a:extLst>
          </p:cNvPr>
          <p:cNvGraphicFramePr>
            <a:graphicFrameLocks noGrp="1"/>
          </p:cNvGraphicFramePr>
          <p:nvPr>
            <p:extLst>
              <p:ext uri="{D42A27DB-BD31-4B8C-83A1-F6EECF244321}">
                <p14:modId xmlns:p14="http://schemas.microsoft.com/office/powerpoint/2010/main" val="2984595876"/>
              </p:ext>
            </p:extLst>
          </p:nvPr>
        </p:nvGraphicFramePr>
        <p:xfrm>
          <a:off x="-6002652" y="1244096"/>
          <a:ext cx="6427746" cy="3317272"/>
        </p:xfrm>
        <a:graphic>
          <a:graphicData uri="http://schemas.openxmlformats.org/drawingml/2006/table">
            <a:tbl>
              <a:tblPr firstRow="1" firstCol="1" bandRow="1">
                <a:tableStyleId>{97273FD9-47E8-44FA-BCE8-DAA0CA4FE539}</a:tableStyleId>
              </a:tblPr>
              <a:tblGrid>
                <a:gridCol w="573839">
                  <a:extLst>
                    <a:ext uri="{9D8B030D-6E8A-4147-A177-3AD203B41FA5}">
                      <a16:colId xmlns:a16="http://schemas.microsoft.com/office/drawing/2014/main" val="1217143523"/>
                    </a:ext>
                  </a:extLst>
                </a:gridCol>
                <a:gridCol w="1744221">
                  <a:extLst>
                    <a:ext uri="{9D8B030D-6E8A-4147-A177-3AD203B41FA5}">
                      <a16:colId xmlns:a16="http://schemas.microsoft.com/office/drawing/2014/main" val="2181393110"/>
                    </a:ext>
                  </a:extLst>
                </a:gridCol>
                <a:gridCol w="4109686">
                  <a:extLst>
                    <a:ext uri="{9D8B030D-6E8A-4147-A177-3AD203B41FA5}">
                      <a16:colId xmlns:a16="http://schemas.microsoft.com/office/drawing/2014/main" val="544454979"/>
                    </a:ext>
                  </a:extLst>
                </a:gridCol>
              </a:tblGrid>
              <a:tr h="425482">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800" kern="100" dirty="0">
                          <a:solidFill>
                            <a:srgbClr val="E15561"/>
                          </a:solidFill>
                          <a:effectLst/>
                          <a:latin typeface="Mouse Memoirs" panose="020B0604020202020204" charset="0"/>
                          <a:cs typeface="Catamaran" panose="020B0604020202020204" charset="0"/>
                        </a:rPr>
                        <a:t>Test ID</a:t>
                      </a:r>
                      <a:endParaRPr lang="en-US" sz="1800" kern="100" dirty="0">
                        <a:solidFill>
                          <a:srgbClr val="E15561"/>
                        </a:solidFill>
                        <a:effectLst/>
                        <a:latin typeface="Mouse Memoirs"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800" kern="100" dirty="0">
                          <a:solidFill>
                            <a:srgbClr val="E15561"/>
                          </a:solidFill>
                          <a:effectLst/>
                          <a:latin typeface="Mouse Memoirs" panose="020B0604020202020204" charset="0"/>
                          <a:cs typeface="Catamaran" panose="020B0604020202020204" charset="0"/>
                        </a:rPr>
                        <a:t>Description</a:t>
                      </a:r>
                      <a:endParaRPr lang="en-US" sz="1800" kern="100" dirty="0">
                        <a:solidFill>
                          <a:srgbClr val="E15561"/>
                        </a:solidFill>
                        <a:effectLst/>
                        <a:latin typeface="Mouse Memoirs"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800" kern="100" dirty="0">
                          <a:solidFill>
                            <a:srgbClr val="E15561"/>
                          </a:solidFill>
                          <a:effectLst/>
                          <a:latin typeface="Mouse Memoirs" panose="020B0604020202020204" charset="0"/>
                          <a:cs typeface="Catamaran" panose="020B0604020202020204" charset="0"/>
                        </a:rPr>
                        <a:t>Result</a:t>
                      </a:r>
                      <a:endParaRPr lang="en-US" sz="1800" kern="100" dirty="0">
                        <a:solidFill>
                          <a:srgbClr val="E15561"/>
                        </a:solidFill>
                        <a:effectLst/>
                        <a:latin typeface="Mouse Memoirs" panose="020B0604020202020204" charset="0"/>
                        <a:ea typeface="Times New Roman" panose="02020603050405020304" pitchFamily="18" charset="0"/>
                        <a:cs typeface="Catamaran" panose="020B0604020202020204" charset="0"/>
                      </a:endParaRPr>
                    </a:p>
                  </a:txBody>
                  <a:tcPr marL="64748" marR="64748" marT="0" marB="0" anchor="ctr"/>
                </a:tc>
                <a:extLst>
                  <a:ext uri="{0D108BD9-81ED-4DB2-BD59-A6C34878D82A}">
                    <a16:rowId xmlns:a16="http://schemas.microsoft.com/office/drawing/2014/main" val="1021431432"/>
                  </a:ext>
                </a:extLst>
              </a:tr>
              <a:tr h="474905">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T1</a:t>
                      </a:r>
                      <a:endParaRPr lang="en-US" sz="11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Single child seated with minimal movement</a:t>
                      </a:r>
                      <a:endParaRPr lang="en-US" sz="11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Detected by: C1001 sensor, Load sensor, Thermal sensor, IR sensors, and cameras.</a:t>
                      </a:r>
                      <a:endParaRPr lang="en-US" sz="11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extLst>
                  <a:ext uri="{0D108BD9-81ED-4DB2-BD59-A6C34878D82A}">
                    <a16:rowId xmlns:a16="http://schemas.microsoft.com/office/drawing/2014/main" val="3112316883"/>
                  </a:ext>
                </a:extLst>
              </a:tr>
              <a:tr h="474905">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100" kern="100">
                          <a:solidFill>
                            <a:srgbClr val="E15561"/>
                          </a:solidFill>
                          <a:effectLst/>
                          <a:latin typeface="Catamaran" panose="020B0604020202020204" charset="0"/>
                          <a:cs typeface="Catamaran" panose="020B0604020202020204" charset="0"/>
                        </a:rPr>
                        <a:t>T2</a:t>
                      </a:r>
                      <a:endParaRPr lang="en-US" sz="1100" kern="10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Child sleeping on seat</a:t>
                      </a:r>
                      <a:endParaRPr lang="en-US" sz="11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Detected by: C1001 sensor, Load sensor, and Thermal sensor.</a:t>
                      </a:r>
                    </a:p>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IR sensors and camera-1 (counter).</a:t>
                      </a:r>
                      <a:endParaRPr lang="en-US" sz="11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extLst>
                  <a:ext uri="{0D108BD9-81ED-4DB2-BD59-A6C34878D82A}">
                    <a16:rowId xmlns:a16="http://schemas.microsoft.com/office/drawing/2014/main" val="1270892108"/>
                  </a:ext>
                </a:extLst>
              </a:tr>
              <a:tr h="474905">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T3</a:t>
                      </a:r>
                      <a:endParaRPr lang="en-US" sz="11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Any sensor failure</a:t>
                      </a:r>
                      <a:endParaRPr lang="en-US" sz="11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defTabSz="914400" rtl="0" eaLnBrk="1" latinLnBrk="0" hangingPunct="1">
                        <a:lnSpc>
                          <a:spcPct val="150000"/>
                        </a:lnSpc>
                        <a:buNone/>
                      </a:pPr>
                      <a:r>
                        <a:rPr lang="en-US" sz="1100" kern="100" dirty="0">
                          <a:solidFill>
                            <a:srgbClr val="E15561"/>
                          </a:solidFill>
                          <a:effectLst/>
                          <a:latin typeface="Catamaran" panose="020B0604020202020204" charset="0"/>
                          <a:cs typeface="Catamaran" panose="020B0604020202020204" charset="0"/>
                        </a:rPr>
                        <a:t>The failure appears in the dashboard.</a:t>
                      </a:r>
                    </a:p>
                    <a:p>
                      <a:pPr marL="0" marR="0" algn="ctr" defTabSz="914400" rtl="0" eaLnBrk="1" latinLnBrk="0" hangingPunct="1">
                        <a:lnSpc>
                          <a:spcPct val="150000"/>
                        </a:lnSpc>
                        <a:buNone/>
                      </a:pPr>
                      <a:r>
                        <a:rPr lang="en-US" sz="1100" kern="100" dirty="0">
                          <a:solidFill>
                            <a:srgbClr val="E15561"/>
                          </a:solidFill>
                          <a:effectLst/>
                          <a:latin typeface="Catamaran" panose="020B0604020202020204" charset="0"/>
                          <a:cs typeface="Catamaran" panose="020B0604020202020204" charset="0"/>
                        </a:rPr>
                        <a:t>SMS to the driver</a:t>
                      </a:r>
                      <a:endParaRPr lang="en-US" sz="1100" kern="100" dirty="0">
                        <a:solidFill>
                          <a:srgbClr val="E15561"/>
                        </a:solidFill>
                        <a:effectLst/>
                        <a:latin typeface="Catamaran" panose="020B0604020202020204" charset="0"/>
                        <a:ea typeface="+mn-ea"/>
                        <a:cs typeface="Catamaran" panose="020B0604020202020204" charset="0"/>
                      </a:endParaRPr>
                    </a:p>
                  </a:txBody>
                  <a:tcPr marL="64748" marR="64748" marT="0" marB="0" anchor="ctr"/>
                </a:tc>
                <a:extLst>
                  <a:ext uri="{0D108BD9-81ED-4DB2-BD59-A6C34878D82A}">
                    <a16:rowId xmlns:a16="http://schemas.microsoft.com/office/drawing/2014/main" val="424990139"/>
                  </a:ext>
                </a:extLst>
              </a:tr>
              <a:tr h="474905">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T4</a:t>
                      </a:r>
                      <a:endParaRPr lang="en-US" sz="11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Multi-sensor human detection after engine OFF</a:t>
                      </a:r>
                      <a:endParaRPr lang="en-US" sz="11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The action sequence is activated</a:t>
                      </a:r>
                      <a:endParaRPr lang="en-US" sz="11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extLst>
                  <a:ext uri="{0D108BD9-81ED-4DB2-BD59-A6C34878D82A}">
                    <a16:rowId xmlns:a16="http://schemas.microsoft.com/office/drawing/2014/main" val="1595770660"/>
                  </a:ext>
                </a:extLst>
              </a:tr>
              <a:tr h="474905">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T5</a:t>
                      </a:r>
                      <a:endParaRPr lang="en-US" sz="11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Engine ON with multi-sensor human detection</a:t>
                      </a:r>
                      <a:endParaRPr lang="en-US" sz="11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No emergency actions are triggered when ignition is ON.</a:t>
                      </a:r>
                    </a:p>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Monitoring mode (Dashboard)</a:t>
                      </a:r>
                      <a:endParaRPr lang="en-US" sz="11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extLst>
                  <a:ext uri="{0D108BD9-81ED-4DB2-BD59-A6C34878D82A}">
                    <a16:rowId xmlns:a16="http://schemas.microsoft.com/office/drawing/2014/main" val="1641158761"/>
                  </a:ext>
                </a:extLst>
              </a:tr>
              <a:tr h="474905">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T6</a:t>
                      </a:r>
                      <a:endParaRPr lang="en-US" sz="11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100" kern="100">
                          <a:solidFill>
                            <a:srgbClr val="E15561"/>
                          </a:solidFill>
                          <a:effectLst/>
                          <a:latin typeface="Catamaran" panose="020B0604020202020204" charset="0"/>
                          <a:cs typeface="Catamaran" panose="020B0604020202020204" charset="0"/>
                        </a:rPr>
                        <a:t>Child lying on the bus floor</a:t>
                      </a:r>
                      <a:endParaRPr lang="en-US" sz="1100" kern="10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100" kern="100" dirty="0">
                          <a:solidFill>
                            <a:srgbClr val="E15561"/>
                          </a:solidFill>
                          <a:effectLst/>
                          <a:latin typeface="Catamaran" panose="020B0604020202020204" charset="0"/>
                          <a:cs typeface="Catamaran" panose="020B0604020202020204" charset="0"/>
                        </a:rPr>
                        <a:t>Detected by: C1001 sensor, Load sensor, Thermal sensor, IR sensors, and cameras.</a:t>
                      </a:r>
                      <a:endParaRPr lang="en-US" sz="110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extLst>
                  <a:ext uri="{0D108BD9-81ED-4DB2-BD59-A6C34878D82A}">
                    <a16:rowId xmlns:a16="http://schemas.microsoft.com/office/drawing/2014/main" val="810191471"/>
                  </a:ext>
                </a:extLst>
              </a:tr>
            </a:tbl>
          </a:graphicData>
        </a:graphic>
      </p:graphicFrame>
    </p:spTree>
    <p:extLst>
      <p:ext uri="{BB962C8B-B14F-4D97-AF65-F5344CB8AC3E}">
        <p14:creationId xmlns:p14="http://schemas.microsoft.com/office/powerpoint/2010/main" val="21052670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oogle Shape;2312;p58">
            <a:extLst>
              <a:ext uri="{FF2B5EF4-FFF2-40B4-BE49-F238E27FC236}">
                <a16:creationId xmlns:a16="http://schemas.microsoft.com/office/drawing/2014/main" id="{9C038E1E-9FE9-46AF-B90D-79018A53E917}"/>
              </a:ext>
            </a:extLst>
          </p:cNvPr>
          <p:cNvGrpSpPr/>
          <p:nvPr/>
        </p:nvGrpSpPr>
        <p:grpSpPr>
          <a:xfrm>
            <a:off x="365760" y="53340"/>
            <a:ext cx="8412480" cy="5273078"/>
            <a:chOff x="3209290" y="59690"/>
            <a:chExt cx="8412480" cy="5273078"/>
          </a:xfrm>
        </p:grpSpPr>
        <p:sp>
          <p:nvSpPr>
            <p:cNvPr id="14" name="Google Shape;2313;p58">
              <a:extLst>
                <a:ext uri="{FF2B5EF4-FFF2-40B4-BE49-F238E27FC236}">
                  <a16:creationId xmlns:a16="http://schemas.microsoft.com/office/drawing/2014/main" id="{29CA878A-6633-446F-B12F-5BD20661BB76}"/>
                </a:ext>
              </a:extLst>
            </p:cNvPr>
            <p:cNvSpPr/>
            <p:nvPr/>
          </p:nvSpPr>
          <p:spPr>
            <a:xfrm>
              <a:off x="7151313" y="2802558"/>
              <a:ext cx="345497" cy="2530210"/>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sp>
          <p:nvSpPr>
            <p:cNvPr id="15" name="Google Shape;2314;p58">
              <a:extLst>
                <a:ext uri="{FF2B5EF4-FFF2-40B4-BE49-F238E27FC236}">
                  <a16:creationId xmlns:a16="http://schemas.microsoft.com/office/drawing/2014/main" id="{7A191305-08E5-4FF0-9FEE-4020C77AF1D4}"/>
                </a:ext>
              </a:extLst>
            </p:cNvPr>
            <p:cNvSpPr/>
            <p:nvPr/>
          </p:nvSpPr>
          <p:spPr>
            <a:xfrm>
              <a:off x="3209290" y="59690"/>
              <a:ext cx="8412480" cy="3157060"/>
            </a:xfrm>
            <a:prstGeom prst="roundRect">
              <a:avLst>
                <a:gd name="adj" fmla="val 6436"/>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dirty="0"/>
            </a:p>
          </p:txBody>
        </p:sp>
        <p:sp>
          <p:nvSpPr>
            <p:cNvPr id="16" name="Google Shape;2315;p58">
              <a:extLst>
                <a:ext uri="{FF2B5EF4-FFF2-40B4-BE49-F238E27FC236}">
                  <a16:creationId xmlns:a16="http://schemas.microsoft.com/office/drawing/2014/main" id="{EA25320B-89E7-447E-A6B0-19F012D8E911}"/>
                </a:ext>
              </a:extLst>
            </p:cNvPr>
            <p:cNvSpPr/>
            <p:nvPr/>
          </p:nvSpPr>
          <p:spPr>
            <a:xfrm>
              <a:off x="3371850" y="222249"/>
              <a:ext cx="8087360" cy="2828527"/>
            </a:xfrm>
            <a:prstGeom prst="roundRect">
              <a:avLst>
                <a:gd name="adj" fmla="val 2881"/>
              </a:avLst>
            </a:prstGeom>
            <a:no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grpSp>
          <p:nvGrpSpPr>
            <p:cNvPr id="17" name="Google Shape;2316;p58">
              <a:extLst>
                <a:ext uri="{FF2B5EF4-FFF2-40B4-BE49-F238E27FC236}">
                  <a16:creationId xmlns:a16="http://schemas.microsoft.com/office/drawing/2014/main" id="{6AA635B5-5CA6-48A0-8508-CFA3715C70D6}"/>
                </a:ext>
              </a:extLst>
            </p:cNvPr>
            <p:cNvGrpSpPr/>
            <p:nvPr/>
          </p:nvGrpSpPr>
          <p:grpSpPr>
            <a:xfrm>
              <a:off x="4288166" y="3316769"/>
              <a:ext cx="6325848" cy="1750295"/>
              <a:chOff x="4288166" y="3316769"/>
              <a:chExt cx="6325848" cy="1750295"/>
            </a:xfrm>
          </p:grpSpPr>
          <p:sp>
            <p:nvSpPr>
              <p:cNvPr id="18" name="Google Shape;2317;p58">
                <a:extLst>
                  <a:ext uri="{FF2B5EF4-FFF2-40B4-BE49-F238E27FC236}">
                    <a16:creationId xmlns:a16="http://schemas.microsoft.com/office/drawing/2014/main" id="{243F370A-7089-426C-84D1-AD84E9A4FDFE}"/>
                  </a:ext>
                </a:extLst>
              </p:cNvPr>
              <p:cNvSpPr/>
              <p:nvPr/>
            </p:nvSpPr>
            <p:spPr>
              <a:xfrm>
                <a:off x="4288166" y="3316769"/>
                <a:ext cx="6325848" cy="1750295"/>
              </a:xfrm>
              <a:prstGeom prst="roundRect">
                <a:avLst>
                  <a:gd name="adj" fmla="val 1254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dirty="0"/>
              </a:p>
            </p:txBody>
          </p:sp>
          <p:sp>
            <p:nvSpPr>
              <p:cNvPr id="19" name="Google Shape;2318;p58">
                <a:extLst>
                  <a:ext uri="{FF2B5EF4-FFF2-40B4-BE49-F238E27FC236}">
                    <a16:creationId xmlns:a16="http://schemas.microsoft.com/office/drawing/2014/main" id="{67935E6D-5A12-48DA-9347-F6E6870E59B2}"/>
                  </a:ext>
                </a:extLst>
              </p:cNvPr>
              <p:cNvSpPr/>
              <p:nvPr/>
            </p:nvSpPr>
            <p:spPr>
              <a:xfrm>
                <a:off x="4433946" y="3431942"/>
                <a:ext cx="6034288" cy="1519948"/>
              </a:xfrm>
              <a:prstGeom prst="roundRect">
                <a:avLst>
                  <a:gd name="adj" fmla="val 4656"/>
                </a:avLst>
              </a:prstGeom>
              <a:no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grpSp>
      </p:grpSp>
      <p:sp>
        <p:nvSpPr>
          <p:cNvPr id="20" name="Google Shape;2324;p58">
            <a:extLst>
              <a:ext uri="{FF2B5EF4-FFF2-40B4-BE49-F238E27FC236}">
                <a16:creationId xmlns:a16="http://schemas.microsoft.com/office/drawing/2014/main" id="{FA382363-19FE-41D4-A805-579CAC45FB45}"/>
              </a:ext>
            </a:extLst>
          </p:cNvPr>
          <p:cNvSpPr txBox="1">
            <a:spLocks noGrp="1"/>
          </p:cNvSpPr>
          <p:nvPr>
            <p:ph type="subTitle" idx="1"/>
          </p:nvPr>
        </p:nvSpPr>
        <p:spPr>
          <a:xfrm>
            <a:off x="1554856" y="3472977"/>
            <a:ext cx="6034288" cy="689100"/>
          </a:xfrm>
          <a:prstGeom prst="rect">
            <a:avLst/>
          </a:prstGeom>
        </p:spPr>
        <p:txBody>
          <a:bodyPr spcFirstLastPara="1" wrap="square" lIns="91425" tIns="91425" rIns="91425" bIns="91425" anchor="t" anchorCtr="0">
            <a:noAutofit/>
          </a:bodyPr>
          <a:lstStyle/>
          <a:p>
            <a:pPr marL="0" lvl="0" indent="0">
              <a:spcAft>
                <a:spcPts val="1200"/>
              </a:spcAft>
            </a:pPr>
            <a:r>
              <a:rPr lang="en-US" sz="1800" dirty="0">
                <a:solidFill>
                  <a:srgbClr val="FFFFFF"/>
                </a:solidFill>
                <a:latin typeface="Mouse Memoirs" panose="020B0604020202020204" charset="0"/>
              </a:rPr>
              <a:t>Multi-sensor fusion improved reliability and reduced false alarms.</a:t>
            </a:r>
          </a:p>
          <a:p>
            <a:pPr marL="0" lvl="0" indent="0">
              <a:spcAft>
                <a:spcPts val="1200"/>
              </a:spcAft>
            </a:pPr>
            <a:r>
              <a:rPr lang="en-US" sz="1800" dirty="0">
                <a:solidFill>
                  <a:srgbClr val="FFFFFF"/>
                </a:solidFill>
                <a:latin typeface="Mouse Memoirs" panose="020B0604020202020204" charset="0"/>
              </a:rPr>
              <a:t>Sensors-based, and vision-based detection achieved high accuracy.</a:t>
            </a:r>
          </a:p>
          <a:p>
            <a:pPr marL="0" lvl="0" indent="0">
              <a:spcAft>
                <a:spcPts val="1200"/>
              </a:spcAft>
            </a:pPr>
            <a:r>
              <a:rPr lang="en-US" sz="1800" dirty="0">
                <a:solidFill>
                  <a:srgbClr val="FFFFFF"/>
                </a:solidFill>
                <a:latin typeface="Mouse Memoirs" panose="020B0604020202020204" charset="0"/>
              </a:rPr>
              <a:t>GPS and ignition-state logic ensured safe and context-aware system operation.</a:t>
            </a:r>
          </a:p>
          <a:p>
            <a:pPr marL="0" lvl="0" indent="0" algn="ctr" rtl="0">
              <a:spcBef>
                <a:spcPts val="0"/>
              </a:spcBef>
              <a:spcAft>
                <a:spcPts val="1200"/>
              </a:spcAft>
              <a:buNone/>
            </a:pPr>
            <a:endParaRPr sz="4800" dirty="0">
              <a:latin typeface="Mouse Memoirs" panose="020B0604020202020204" charset="0"/>
            </a:endParaRPr>
          </a:p>
        </p:txBody>
      </p:sp>
      <p:graphicFrame>
        <p:nvGraphicFramePr>
          <p:cNvPr id="24" name="Table 23">
            <a:extLst>
              <a:ext uri="{FF2B5EF4-FFF2-40B4-BE49-F238E27FC236}">
                <a16:creationId xmlns:a16="http://schemas.microsoft.com/office/drawing/2014/main" id="{5141BA9D-DA8C-4790-A5E3-E9B309840457}"/>
              </a:ext>
            </a:extLst>
          </p:cNvPr>
          <p:cNvGraphicFramePr>
            <a:graphicFrameLocks noGrp="1"/>
          </p:cNvGraphicFramePr>
          <p:nvPr>
            <p:extLst>
              <p:ext uri="{D42A27DB-BD31-4B8C-83A1-F6EECF244321}">
                <p14:modId xmlns:p14="http://schemas.microsoft.com/office/powerpoint/2010/main" val="1541283469"/>
              </p:ext>
            </p:extLst>
          </p:nvPr>
        </p:nvGraphicFramePr>
        <p:xfrm>
          <a:off x="690880" y="282357"/>
          <a:ext cx="7833360" cy="2695609"/>
        </p:xfrm>
        <a:graphic>
          <a:graphicData uri="http://schemas.openxmlformats.org/drawingml/2006/table">
            <a:tbl>
              <a:tblPr>
                <a:tableStyleId>{97273FD9-47E8-44FA-BCE8-DAA0CA4FE539}</a:tableStyleId>
              </a:tblPr>
              <a:tblGrid>
                <a:gridCol w="1612147">
                  <a:extLst>
                    <a:ext uri="{9D8B030D-6E8A-4147-A177-3AD203B41FA5}">
                      <a16:colId xmlns:a16="http://schemas.microsoft.com/office/drawing/2014/main" val="1856175505"/>
                    </a:ext>
                  </a:extLst>
                </a:gridCol>
                <a:gridCol w="2020904">
                  <a:extLst>
                    <a:ext uri="{9D8B030D-6E8A-4147-A177-3AD203B41FA5}">
                      <a16:colId xmlns:a16="http://schemas.microsoft.com/office/drawing/2014/main" val="2950385272"/>
                    </a:ext>
                  </a:extLst>
                </a:gridCol>
                <a:gridCol w="1733619">
                  <a:extLst>
                    <a:ext uri="{9D8B030D-6E8A-4147-A177-3AD203B41FA5}">
                      <a16:colId xmlns:a16="http://schemas.microsoft.com/office/drawing/2014/main" val="3370341647"/>
                    </a:ext>
                  </a:extLst>
                </a:gridCol>
                <a:gridCol w="2466690">
                  <a:extLst>
                    <a:ext uri="{9D8B030D-6E8A-4147-A177-3AD203B41FA5}">
                      <a16:colId xmlns:a16="http://schemas.microsoft.com/office/drawing/2014/main" val="815559123"/>
                    </a:ext>
                  </a:extLst>
                </a:gridCol>
              </a:tblGrid>
              <a:tr h="380775">
                <a:tc>
                  <a:txBody>
                    <a:bodyPr/>
                    <a:lstStyle/>
                    <a:p>
                      <a:pPr algn="ctr">
                        <a:buNone/>
                      </a:pPr>
                      <a:r>
                        <a:rPr lang="en-US" sz="1400" dirty="0">
                          <a:solidFill>
                            <a:srgbClr val="FFFFFF"/>
                          </a:solidFill>
                          <a:latin typeface="Mouse Memoirs" panose="020B0604020202020204" charset="0"/>
                        </a:rPr>
                        <a:t>Component</a:t>
                      </a:r>
                      <a:endParaRPr lang="en-US" sz="1400" dirty="0">
                        <a:solidFill>
                          <a:srgbClr val="FFFFFF"/>
                        </a:solidFill>
                        <a:latin typeface="Mouse Memoirs" panose="020B0604020202020204" charset="0"/>
                        <a:cs typeface="Catamaran" panose="020B0604020202020204" charset="0"/>
                      </a:endParaRPr>
                    </a:p>
                  </a:txBody>
                  <a:tcPr marL="53065" marR="53065" marT="26533" marB="26533" anchor="ctr"/>
                </a:tc>
                <a:tc>
                  <a:txBody>
                    <a:bodyPr/>
                    <a:lstStyle/>
                    <a:p>
                      <a:pPr algn="ctr">
                        <a:buNone/>
                      </a:pPr>
                      <a:r>
                        <a:rPr lang="en-US" sz="1400" dirty="0">
                          <a:solidFill>
                            <a:srgbClr val="FFFFFF"/>
                          </a:solidFill>
                          <a:latin typeface="Mouse Memoirs" panose="020B0604020202020204" charset="0"/>
                        </a:rPr>
                        <a:t>Detection / Function Method</a:t>
                      </a:r>
                      <a:endParaRPr lang="en-US" sz="1400" dirty="0">
                        <a:solidFill>
                          <a:srgbClr val="FFFFFF"/>
                        </a:solidFill>
                        <a:latin typeface="Mouse Memoirs" panose="020B0604020202020204" charset="0"/>
                        <a:cs typeface="Catamaran" panose="020B0604020202020204" charset="0"/>
                      </a:endParaRPr>
                    </a:p>
                  </a:txBody>
                  <a:tcPr marL="53065" marR="53065" marT="26533" marB="26533" anchor="ctr"/>
                </a:tc>
                <a:tc>
                  <a:txBody>
                    <a:bodyPr/>
                    <a:lstStyle/>
                    <a:p>
                      <a:pPr algn="ctr">
                        <a:buNone/>
                      </a:pPr>
                      <a:r>
                        <a:rPr lang="en-US" sz="1400" dirty="0">
                          <a:solidFill>
                            <a:srgbClr val="FFFFFF"/>
                          </a:solidFill>
                          <a:latin typeface="Mouse Memoirs" panose="020B0604020202020204" charset="0"/>
                        </a:rPr>
                        <a:t>Performance Outcome</a:t>
                      </a:r>
                      <a:endParaRPr lang="en-US" sz="1400" dirty="0">
                        <a:solidFill>
                          <a:srgbClr val="FFFFFF"/>
                        </a:solidFill>
                        <a:latin typeface="Mouse Memoirs" panose="020B0604020202020204" charset="0"/>
                        <a:cs typeface="Catamaran" panose="020B0604020202020204" charset="0"/>
                      </a:endParaRPr>
                    </a:p>
                  </a:txBody>
                  <a:tcPr marL="53065" marR="53065" marT="26533" marB="26533" anchor="ctr"/>
                </a:tc>
                <a:tc>
                  <a:txBody>
                    <a:bodyPr/>
                    <a:lstStyle/>
                    <a:p>
                      <a:pPr algn="ctr">
                        <a:buNone/>
                      </a:pPr>
                      <a:r>
                        <a:rPr lang="en-US" sz="1400" dirty="0">
                          <a:solidFill>
                            <a:srgbClr val="FFFFFF"/>
                          </a:solidFill>
                          <a:latin typeface="Mouse Memoirs" panose="020B0604020202020204" charset="0"/>
                        </a:rPr>
                        <a:t>Key Observations</a:t>
                      </a:r>
                      <a:endParaRPr lang="en-US" sz="1400" dirty="0">
                        <a:solidFill>
                          <a:srgbClr val="FFFFFF"/>
                        </a:solidFill>
                        <a:latin typeface="Mouse Memoirs" panose="020B0604020202020204" charset="0"/>
                        <a:cs typeface="Catamaran" panose="020B0604020202020204" charset="0"/>
                      </a:endParaRPr>
                    </a:p>
                  </a:txBody>
                  <a:tcPr marL="53065" marR="53065" marT="26533" marB="26533" anchor="ctr"/>
                </a:tc>
                <a:extLst>
                  <a:ext uri="{0D108BD9-81ED-4DB2-BD59-A6C34878D82A}">
                    <a16:rowId xmlns:a16="http://schemas.microsoft.com/office/drawing/2014/main" val="4120648075"/>
                  </a:ext>
                </a:extLst>
              </a:tr>
              <a:tr h="325159">
                <a:tc>
                  <a:txBody>
                    <a:bodyPr/>
                    <a:lstStyle/>
                    <a:p>
                      <a:pPr algn="ctr">
                        <a:buNone/>
                      </a:pPr>
                      <a:r>
                        <a:rPr lang="en-US" sz="900" dirty="0">
                          <a:latin typeface="Catamaran" panose="020B0604020202020204" charset="0"/>
                          <a:cs typeface="Catamaran" panose="020B0604020202020204" charset="0"/>
                        </a:rPr>
                        <a:t>C1001 </a:t>
                      </a:r>
                      <a:r>
                        <a:rPr lang="en-US" sz="900" dirty="0" err="1">
                          <a:latin typeface="Catamaran" panose="020B0604020202020204" charset="0"/>
                          <a:cs typeface="Catamaran" panose="020B0604020202020204" charset="0"/>
                        </a:rPr>
                        <a:t>mmWave</a:t>
                      </a:r>
                      <a:r>
                        <a:rPr lang="en-US" sz="900" dirty="0">
                          <a:latin typeface="Catamaran" panose="020B0604020202020204" charset="0"/>
                          <a:cs typeface="Catamaran" panose="020B0604020202020204" charset="0"/>
                        </a:rPr>
                        <a:t> Sensor</a:t>
                      </a:r>
                      <a:endParaRPr lang="en-US" sz="900" dirty="0">
                        <a:solidFill>
                          <a:srgbClr val="FFFFFF"/>
                        </a:solidFill>
                        <a:latin typeface="Catamaran" panose="020B0604020202020204" charset="0"/>
                        <a:cs typeface="Catamaran" panose="020B0604020202020204" charset="0"/>
                      </a:endParaRPr>
                    </a:p>
                  </a:txBody>
                  <a:tcPr marL="53065" marR="53065" marT="26533" marB="26533" anchor="ctr"/>
                </a:tc>
                <a:tc>
                  <a:txBody>
                    <a:bodyPr/>
                    <a:lstStyle/>
                    <a:p>
                      <a:pPr algn="ctr">
                        <a:buNone/>
                      </a:pPr>
                      <a:r>
                        <a:rPr lang="en-US" sz="900" dirty="0">
                          <a:latin typeface="Catamaran" panose="020B0604020202020204" charset="0"/>
                          <a:cs typeface="Catamaran" panose="020B0604020202020204" charset="0"/>
                        </a:rPr>
                        <a:t>Presence and micro-movement detection</a:t>
                      </a:r>
                      <a:endParaRPr lang="en-US" sz="900" dirty="0">
                        <a:solidFill>
                          <a:srgbClr val="FFFFFF"/>
                        </a:solidFill>
                        <a:latin typeface="Catamaran" panose="020B0604020202020204" charset="0"/>
                        <a:cs typeface="Catamaran" panose="020B0604020202020204" charset="0"/>
                      </a:endParaRPr>
                    </a:p>
                  </a:txBody>
                  <a:tcPr marL="53065" marR="53065" marT="26533" marB="26533" anchor="ctr"/>
                </a:tc>
                <a:tc>
                  <a:txBody>
                    <a:bodyPr/>
                    <a:lstStyle/>
                    <a:p>
                      <a:pPr algn="ctr">
                        <a:buNone/>
                      </a:pPr>
                      <a:r>
                        <a:rPr lang="en-US" sz="900" dirty="0">
                          <a:latin typeface="Catamaran" panose="020B0604020202020204" charset="0"/>
                          <a:cs typeface="Catamaran" panose="020B0604020202020204" charset="0"/>
                        </a:rPr>
                        <a:t>High accuracy after calibration</a:t>
                      </a:r>
                      <a:endParaRPr lang="en-US" sz="900" dirty="0">
                        <a:solidFill>
                          <a:srgbClr val="FFFFFF"/>
                        </a:solidFill>
                        <a:latin typeface="Catamaran" panose="020B0604020202020204" charset="0"/>
                        <a:cs typeface="Catamaran" panose="020B0604020202020204" charset="0"/>
                      </a:endParaRPr>
                    </a:p>
                  </a:txBody>
                  <a:tcPr marL="53065" marR="53065" marT="26533" marB="26533" anchor="ctr"/>
                </a:tc>
                <a:tc>
                  <a:txBody>
                    <a:bodyPr/>
                    <a:lstStyle/>
                    <a:p>
                      <a:pPr algn="ctr">
                        <a:buNone/>
                      </a:pPr>
                      <a:r>
                        <a:rPr lang="en-US" sz="900" dirty="0">
                          <a:latin typeface="Catamaran" panose="020B0604020202020204" charset="0"/>
                          <a:cs typeface="Catamaran" panose="020B0604020202020204" charset="0"/>
                        </a:rPr>
                        <a:t>Effective for detecting motionless occupants</a:t>
                      </a:r>
                      <a:endParaRPr lang="en-US" sz="900" dirty="0">
                        <a:solidFill>
                          <a:srgbClr val="FFFFFF"/>
                        </a:solidFill>
                        <a:latin typeface="Catamaran" panose="020B0604020202020204" charset="0"/>
                        <a:cs typeface="Catamaran" panose="020B0604020202020204" charset="0"/>
                      </a:endParaRPr>
                    </a:p>
                  </a:txBody>
                  <a:tcPr marL="53065" marR="53065" marT="26533" marB="26533" anchor="ctr"/>
                </a:tc>
                <a:extLst>
                  <a:ext uri="{0D108BD9-81ED-4DB2-BD59-A6C34878D82A}">
                    <a16:rowId xmlns:a16="http://schemas.microsoft.com/office/drawing/2014/main" val="2768167699"/>
                  </a:ext>
                </a:extLst>
              </a:tr>
              <a:tr h="197262">
                <a:tc>
                  <a:txBody>
                    <a:bodyPr/>
                    <a:lstStyle/>
                    <a:p>
                      <a:pPr algn="ctr">
                        <a:buNone/>
                      </a:pPr>
                      <a:r>
                        <a:rPr lang="en-US" sz="900" dirty="0">
                          <a:latin typeface="Catamaran" panose="020B0604020202020204" charset="0"/>
                          <a:cs typeface="Catamaran" panose="020B0604020202020204" charset="0"/>
                        </a:rPr>
                        <a:t>AMG8833 Thermal Sensor</a:t>
                      </a:r>
                      <a:endParaRPr lang="en-US" sz="900" dirty="0">
                        <a:solidFill>
                          <a:srgbClr val="FFFFFF"/>
                        </a:solidFill>
                        <a:latin typeface="Catamaran" panose="020B0604020202020204" charset="0"/>
                        <a:cs typeface="Catamaran" panose="020B0604020202020204" charset="0"/>
                      </a:endParaRPr>
                    </a:p>
                  </a:txBody>
                  <a:tcPr marL="53065" marR="53065" marT="26533" marB="26533" anchor="ctr"/>
                </a:tc>
                <a:tc>
                  <a:txBody>
                    <a:bodyPr/>
                    <a:lstStyle/>
                    <a:p>
                      <a:pPr algn="ctr">
                        <a:buNone/>
                      </a:pPr>
                      <a:r>
                        <a:rPr lang="en-US" sz="900" dirty="0">
                          <a:latin typeface="Catamaran" panose="020B0604020202020204" charset="0"/>
                          <a:cs typeface="Catamaran" panose="020B0604020202020204" charset="0"/>
                        </a:rPr>
                        <a:t>Body heat detection (thermal array)</a:t>
                      </a:r>
                      <a:endParaRPr lang="en-US" sz="900" dirty="0">
                        <a:solidFill>
                          <a:srgbClr val="FFFFFF"/>
                        </a:solidFill>
                        <a:latin typeface="Catamaran" panose="020B0604020202020204" charset="0"/>
                        <a:cs typeface="Catamaran" panose="020B0604020202020204" charset="0"/>
                      </a:endParaRPr>
                    </a:p>
                  </a:txBody>
                  <a:tcPr marL="53065" marR="53065" marT="26533" marB="26533" anchor="ctr"/>
                </a:tc>
                <a:tc>
                  <a:txBody>
                    <a:bodyPr/>
                    <a:lstStyle/>
                    <a:p>
                      <a:pPr algn="ctr">
                        <a:buNone/>
                      </a:pPr>
                      <a:r>
                        <a:rPr lang="en-US" sz="900" dirty="0">
                          <a:latin typeface="Catamaran" panose="020B0604020202020204" charset="0"/>
                          <a:cs typeface="Catamaran" panose="020B0604020202020204" charset="0"/>
                        </a:rPr>
                        <a:t>Very high reliability</a:t>
                      </a:r>
                      <a:endParaRPr lang="en-US" sz="900" dirty="0">
                        <a:solidFill>
                          <a:srgbClr val="FFFFFF"/>
                        </a:solidFill>
                        <a:latin typeface="Catamaran" panose="020B0604020202020204" charset="0"/>
                        <a:cs typeface="Catamaran" panose="020B0604020202020204" charset="0"/>
                      </a:endParaRPr>
                    </a:p>
                  </a:txBody>
                  <a:tcPr marL="53065" marR="53065" marT="26533" marB="26533" anchor="ctr"/>
                </a:tc>
                <a:tc>
                  <a:txBody>
                    <a:bodyPr/>
                    <a:lstStyle/>
                    <a:p>
                      <a:pPr algn="ctr">
                        <a:buNone/>
                      </a:pPr>
                      <a:r>
                        <a:rPr lang="en-US" sz="900" dirty="0">
                          <a:latin typeface="Catamaran" panose="020B0604020202020204" charset="0"/>
                          <a:cs typeface="Catamaran" panose="020B0604020202020204" charset="0"/>
                        </a:rPr>
                        <a:t>Independent of lighting conditions</a:t>
                      </a:r>
                      <a:endParaRPr lang="en-US" sz="900" dirty="0">
                        <a:solidFill>
                          <a:srgbClr val="FFFFFF"/>
                        </a:solidFill>
                        <a:latin typeface="Catamaran" panose="020B0604020202020204" charset="0"/>
                        <a:cs typeface="Catamaran" panose="020B0604020202020204" charset="0"/>
                      </a:endParaRPr>
                    </a:p>
                  </a:txBody>
                  <a:tcPr marL="53065" marR="53065" marT="26533" marB="26533" anchor="ctr"/>
                </a:tc>
                <a:extLst>
                  <a:ext uri="{0D108BD9-81ED-4DB2-BD59-A6C34878D82A}">
                    <a16:rowId xmlns:a16="http://schemas.microsoft.com/office/drawing/2014/main" val="168544979"/>
                  </a:ext>
                </a:extLst>
              </a:tr>
              <a:tr h="281802">
                <a:tc>
                  <a:txBody>
                    <a:bodyPr/>
                    <a:lstStyle/>
                    <a:p>
                      <a:pPr algn="ctr">
                        <a:buNone/>
                      </a:pPr>
                      <a:r>
                        <a:rPr lang="en-US" sz="900" dirty="0">
                          <a:latin typeface="Catamaran" panose="020B0604020202020204" charset="0"/>
                          <a:cs typeface="Catamaran" panose="020B0604020202020204" charset="0"/>
                        </a:rPr>
                        <a:t>HX711 Load Cell</a:t>
                      </a:r>
                      <a:endParaRPr lang="en-US" sz="900" dirty="0">
                        <a:solidFill>
                          <a:srgbClr val="FFFFFF"/>
                        </a:solidFill>
                        <a:latin typeface="Catamaran" panose="020B0604020202020204" charset="0"/>
                        <a:cs typeface="Catamaran" panose="020B0604020202020204" charset="0"/>
                      </a:endParaRPr>
                    </a:p>
                  </a:txBody>
                  <a:tcPr marL="53065" marR="53065" marT="26533" marB="26533" anchor="ctr"/>
                </a:tc>
                <a:tc>
                  <a:txBody>
                    <a:bodyPr/>
                    <a:lstStyle/>
                    <a:p>
                      <a:pPr algn="ctr">
                        <a:buNone/>
                      </a:pPr>
                      <a:r>
                        <a:rPr lang="en-US" sz="900" dirty="0">
                          <a:latin typeface="Catamaran" panose="020B0604020202020204" charset="0"/>
                          <a:cs typeface="Catamaran" panose="020B0604020202020204" charset="0"/>
                        </a:rPr>
                        <a:t>Seat pressure sensing</a:t>
                      </a:r>
                      <a:endParaRPr lang="en-US" sz="900" dirty="0">
                        <a:solidFill>
                          <a:srgbClr val="FFFFFF"/>
                        </a:solidFill>
                        <a:latin typeface="Catamaran" panose="020B0604020202020204" charset="0"/>
                        <a:cs typeface="Catamaran" panose="020B0604020202020204" charset="0"/>
                      </a:endParaRPr>
                    </a:p>
                  </a:txBody>
                  <a:tcPr marL="53065" marR="53065" marT="26533" marB="26533" anchor="ctr"/>
                </a:tc>
                <a:tc>
                  <a:txBody>
                    <a:bodyPr/>
                    <a:lstStyle/>
                    <a:p>
                      <a:pPr algn="ctr">
                        <a:buNone/>
                      </a:pPr>
                      <a:r>
                        <a:rPr lang="en-US" sz="900" dirty="0">
                          <a:latin typeface="Catamaran" panose="020B0604020202020204" charset="0"/>
                          <a:cs typeface="Catamaran" panose="020B0604020202020204" charset="0"/>
                        </a:rPr>
                        <a:t>Stable and consistent readings</a:t>
                      </a:r>
                      <a:endParaRPr lang="en-US" sz="900" dirty="0">
                        <a:solidFill>
                          <a:srgbClr val="FFFFFF"/>
                        </a:solidFill>
                        <a:latin typeface="Catamaran" panose="020B0604020202020204" charset="0"/>
                        <a:cs typeface="Catamaran" panose="020B0604020202020204" charset="0"/>
                      </a:endParaRPr>
                    </a:p>
                  </a:txBody>
                  <a:tcPr marL="53065" marR="53065" marT="26533" marB="26533" anchor="ctr"/>
                </a:tc>
                <a:tc>
                  <a:txBody>
                    <a:bodyPr/>
                    <a:lstStyle/>
                    <a:p>
                      <a:pPr algn="ctr">
                        <a:buNone/>
                      </a:pPr>
                      <a:r>
                        <a:rPr lang="en-US" sz="900">
                          <a:latin typeface="Catamaran" panose="020B0604020202020204" charset="0"/>
                          <a:cs typeface="Catamaran" panose="020B0604020202020204" charset="0"/>
                        </a:rPr>
                        <a:t>Requires correct calibration and seat placement</a:t>
                      </a:r>
                      <a:endParaRPr lang="en-US" sz="900">
                        <a:solidFill>
                          <a:srgbClr val="FFFFFF"/>
                        </a:solidFill>
                        <a:latin typeface="Catamaran" panose="020B0604020202020204" charset="0"/>
                        <a:cs typeface="Catamaran" panose="020B0604020202020204" charset="0"/>
                      </a:endParaRPr>
                    </a:p>
                  </a:txBody>
                  <a:tcPr marL="53065" marR="53065" marT="26533" marB="26533" anchor="ctr"/>
                </a:tc>
                <a:extLst>
                  <a:ext uri="{0D108BD9-81ED-4DB2-BD59-A6C34878D82A}">
                    <a16:rowId xmlns:a16="http://schemas.microsoft.com/office/drawing/2014/main" val="2162136747"/>
                  </a:ext>
                </a:extLst>
              </a:tr>
              <a:tr h="205798">
                <a:tc>
                  <a:txBody>
                    <a:bodyPr/>
                    <a:lstStyle/>
                    <a:p>
                      <a:pPr algn="ctr">
                        <a:buNone/>
                      </a:pPr>
                      <a:r>
                        <a:rPr lang="en-US" sz="900">
                          <a:latin typeface="Catamaran" panose="020B0604020202020204" charset="0"/>
                          <a:cs typeface="Catamaran" panose="020B0604020202020204" charset="0"/>
                        </a:rPr>
                        <a:t>IR Motion Sensors</a:t>
                      </a:r>
                      <a:endParaRPr lang="en-US" sz="900">
                        <a:solidFill>
                          <a:srgbClr val="FFFFFF"/>
                        </a:solidFill>
                        <a:latin typeface="Catamaran" panose="020B0604020202020204" charset="0"/>
                        <a:cs typeface="Catamaran" panose="020B0604020202020204" charset="0"/>
                      </a:endParaRPr>
                    </a:p>
                  </a:txBody>
                  <a:tcPr marL="53065" marR="53065" marT="26533" marB="26533" anchor="ctr"/>
                </a:tc>
                <a:tc>
                  <a:txBody>
                    <a:bodyPr/>
                    <a:lstStyle/>
                    <a:p>
                      <a:pPr algn="ctr">
                        <a:buNone/>
                      </a:pPr>
                      <a:r>
                        <a:rPr lang="en-US" sz="900" dirty="0">
                          <a:latin typeface="Catamaran" panose="020B0604020202020204" charset="0"/>
                          <a:cs typeface="Catamaran" panose="020B0604020202020204" charset="0"/>
                        </a:rPr>
                        <a:t>Infrared motion detection</a:t>
                      </a:r>
                      <a:endParaRPr lang="en-US" sz="900" dirty="0">
                        <a:solidFill>
                          <a:srgbClr val="FFFFFF"/>
                        </a:solidFill>
                        <a:latin typeface="Catamaran" panose="020B0604020202020204" charset="0"/>
                        <a:cs typeface="Catamaran" panose="020B0604020202020204" charset="0"/>
                      </a:endParaRPr>
                    </a:p>
                  </a:txBody>
                  <a:tcPr marL="53065" marR="53065" marT="26533" marB="26533" anchor="ctr"/>
                </a:tc>
                <a:tc>
                  <a:txBody>
                    <a:bodyPr/>
                    <a:lstStyle/>
                    <a:p>
                      <a:pPr algn="ctr">
                        <a:buNone/>
                      </a:pPr>
                      <a:r>
                        <a:rPr lang="en-US" sz="900" dirty="0">
                          <a:latin typeface="Catamaran" panose="020B0604020202020204" charset="0"/>
                          <a:cs typeface="Catamaran" panose="020B0604020202020204" charset="0"/>
                        </a:rPr>
                        <a:t>Fast response</a:t>
                      </a:r>
                      <a:endParaRPr lang="en-US" sz="900" dirty="0">
                        <a:solidFill>
                          <a:srgbClr val="FFFFFF"/>
                        </a:solidFill>
                        <a:latin typeface="Catamaran" panose="020B0604020202020204" charset="0"/>
                        <a:cs typeface="Catamaran" panose="020B0604020202020204" charset="0"/>
                      </a:endParaRPr>
                    </a:p>
                  </a:txBody>
                  <a:tcPr marL="53065" marR="53065" marT="26533" marB="26533" anchor="ctr"/>
                </a:tc>
                <a:tc>
                  <a:txBody>
                    <a:bodyPr/>
                    <a:lstStyle/>
                    <a:p>
                      <a:pPr algn="ctr">
                        <a:buNone/>
                      </a:pPr>
                      <a:r>
                        <a:rPr lang="en-US" sz="900">
                          <a:latin typeface="Catamaran" panose="020B0604020202020204" charset="0"/>
                          <a:cs typeface="Catamaran" panose="020B0604020202020204" charset="0"/>
                        </a:rPr>
                        <a:t>Limited effectiveness for stationary occupants</a:t>
                      </a:r>
                      <a:endParaRPr lang="en-US" sz="900">
                        <a:solidFill>
                          <a:srgbClr val="FFFFFF"/>
                        </a:solidFill>
                        <a:latin typeface="Catamaran" panose="020B0604020202020204" charset="0"/>
                        <a:cs typeface="Catamaran" panose="020B0604020202020204" charset="0"/>
                      </a:endParaRPr>
                    </a:p>
                  </a:txBody>
                  <a:tcPr marL="53065" marR="53065" marT="26533" marB="26533" anchor="ctr"/>
                </a:tc>
                <a:extLst>
                  <a:ext uri="{0D108BD9-81ED-4DB2-BD59-A6C34878D82A}">
                    <a16:rowId xmlns:a16="http://schemas.microsoft.com/office/drawing/2014/main" val="4212258876"/>
                  </a:ext>
                </a:extLst>
              </a:tr>
              <a:tr h="325159">
                <a:tc>
                  <a:txBody>
                    <a:bodyPr/>
                    <a:lstStyle/>
                    <a:p>
                      <a:pPr algn="ctr">
                        <a:buNone/>
                      </a:pPr>
                      <a:r>
                        <a:rPr lang="en-US" sz="900">
                          <a:latin typeface="Catamaran" panose="020B0604020202020204" charset="0"/>
                          <a:cs typeface="Catamaran" panose="020B0604020202020204" charset="0"/>
                        </a:rPr>
                        <a:t>DHT Sensor</a:t>
                      </a:r>
                      <a:endParaRPr lang="en-US" sz="900">
                        <a:solidFill>
                          <a:srgbClr val="FFFFFF"/>
                        </a:solidFill>
                        <a:latin typeface="Catamaran" panose="020B0604020202020204" charset="0"/>
                        <a:cs typeface="Catamaran" panose="020B0604020202020204" charset="0"/>
                      </a:endParaRPr>
                    </a:p>
                  </a:txBody>
                  <a:tcPr marL="53065" marR="53065" marT="26533" marB="26533" anchor="ctr"/>
                </a:tc>
                <a:tc>
                  <a:txBody>
                    <a:bodyPr/>
                    <a:lstStyle/>
                    <a:p>
                      <a:pPr algn="ctr">
                        <a:buNone/>
                      </a:pPr>
                      <a:r>
                        <a:rPr lang="en-US" sz="900" dirty="0">
                          <a:latin typeface="Catamaran" panose="020B0604020202020204" charset="0"/>
                          <a:cs typeface="Catamaran" panose="020B0604020202020204" charset="0"/>
                        </a:rPr>
                        <a:t>Temperature and humidity monitoring</a:t>
                      </a:r>
                      <a:endParaRPr lang="en-US" sz="900" dirty="0">
                        <a:solidFill>
                          <a:srgbClr val="FFFFFF"/>
                        </a:solidFill>
                        <a:latin typeface="Catamaran" panose="020B0604020202020204" charset="0"/>
                        <a:cs typeface="Catamaran" panose="020B0604020202020204" charset="0"/>
                      </a:endParaRPr>
                    </a:p>
                  </a:txBody>
                  <a:tcPr marL="53065" marR="53065" marT="26533" marB="26533" anchor="ctr"/>
                </a:tc>
                <a:tc>
                  <a:txBody>
                    <a:bodyPr/>
                    <a:lstStyle/>
                    <a:p>
                      <a:pPr algn="ctr">
                        <a:buNone/>
                      </a:pPr>
                      <a:r>
                        <a:rPr lang="en-US" sz="900" dirty="0">
                          <a:latin typeface="Catamaran" panose="020B0604020202020204" charset="0"/>
                          <a:cs typeface="Catamaran" panose="020B0604020202020204" charset="0"/>
                        </a:rPr>
                        <a:t>Accurate environmental readings</a:t>
                      </a:r>
                      <a:endParaRPr lang="en-US" sz="900" dirty="0">
                        <a:solidFill>
                          <a:srgbClr val="FFFFFF"/>
                        </a:solidFill>
                        <a:latin typeface="Catamaran" panose="020B0604020202020204" charset="0"/>
                        <a:cs typeface="Catamaran" panose="020B0604020202020204" charset="0"/>
                      </a:endParaRPr>
                    </a:p>
                  </a:txBody>
                  <a:tcPr marL="53065" marR="53065" marT="26533" marB="26533" anchor="ctr"/>
                </a:tc>
                <a:tc>
                  <a:txBody>
                    <a:bodyPr/>
                    <a:lstStyle/>
                    <a:p>
                      <a:pPr algn="ctr">
                        <a:buNone/>
                      </a:pPr>
                      <a:r>
                        <a:rPr lang="en-US" sz="900" dirty="0">
                          <a:latin typeface="Catamaran" panose="020B0604020202020204" charset="0"/>
                          <a:cs typeface="Catamaran" panose="020B0604020202020204" charset="0"/>
                        </a:rPr>
                        <a:t>Supports heat-risk assessment, not presence detection</a:t>
                      </a:r>
                      <a:endParaRPr lang="en-US" sz="900" dirty="0">
                        <a:solidFill>
                          <a:srgbClr val="FFFFFF"/>
                        </a:solidFill>
                        <a:latin typeface="Catamaran" panose="020B0604020202020204" charset="0"/>
                        <a:cs typeface="Catamaran" panose="020B0604020202020204" charset="0"/>
                      </a:endParaRPr>
                    </a:p>
                  </a:txBody>
                  <a:tcPr marL="53065" marR="53065" marT="26533" marB="26533" anchor="ctr"/>
                </a:tc>
                <a:extLst>
                  <a:ext uri="{0D108BD9-81ED-4DB2-BD59-A6C34878D82A}">
                    <a16:rowId xmlns:a16="http://schemas.microsoft.com/office/drawing/2014/main" val="3046033394"/>
                  </a:ext>
                </a:extLst>
              </a:tr>
              <a:tr h="281802">
                <a:tc>
                  <a:txBody>
                    <a:bodyPr/>
                    <a:lstStyle/>
                    <a:p>
                      <a:pPr algn="ctr">
                        <a:buNone/>
                      </a:pPr>
                      <a:r>
                        <a:rPr lang="en-US" sz="900">
                          <a:latin typeface="Catamaran" panose="020B0604020202020204" charset="0"/>
                          <a:cs typeface="Catamaran" panose="020B0604020202020204" charset="0"/>
                        </a:rPr>
                        <a:t>Camera 1 (Face Recognition)</a:t>
                      </a:r>
                      <a:endParaRPr lang="en-US" sz="900">
                        <a:solidFill>
                          <a:srgbClr val="FFFFFF"/>
                        </a:solidFill>
                        <a:latin typeface="Catamaran" panose="020B0604020202020204" charset="0"/>
                        <a:cs typeface="Catamaran" panose="020B0604020202020204" charset="0"/>
                      </a:endParaRPr>
                    </a:p>
                  </a:txBody>
                  <a:tcPr marL="53065" marR="53065" marT="26533" marB="26533" anchor="ctr"/>
                </a:tc>
                <a:tc>
                  <a:txBody>
                    <a:bodyPr/>
                    <a:lstStyle/>
                    <a:p>
                      <a:pPr algn="ctr">
                        <a:buNone/>
                      </a:pPr>
                      <a:r>
                        <a:rPr lang="en-US" sz="900" dirty="0">
                          <a:latin typeface="Catamaran" panose="020B0604020202020204" charset="0"/>
                          <a:cs typeface="Catamaran" panose="020B0604020202020204" charset="0"/>
                        </a:rPr>
                        <a:t>Visual identification of faces</a:t>
                      </a:r>
                      <a:endParaRPr lang="en-US" sz="900" dirty="0">
                        <a:solidFill>
                          <a:srgbClr val="FFFFFF"/>
                        </a:solidFill>
                        <a:latin typeface="Catamaran" panose="020B0604020202020204" charset="0"/>
                        <a:cs typeface="Catamaran" panose="020B0604020202020204" charset="0"/>
                      </a:endParaRPr>
                    </a:p>
                  </a:txBody>
                  <a:tcPr marL="53065" marR="53065" marT="26533" marB="26533" anchor="ctr"/>
                </a:tc>
                <a:tc>
                  <a:txBody>
                    <a:bodyPr/>
                    <a:lstStyle/>
                    <a:p>
                      <a:pPr algn="ctr">
                        <a:buNone/>
                      </a:pPr>
                      <a:r>
                        <a:rPr lang="en-US" sz="900" dirty="0">
                          <a:latin typeface="Catamaran" panose="020B0604020202020204" charset="0"/>
                          <a:cs typeface="Catamaran" panose="020B0604020202020204" charset="0"/>
                        </a:rPr>
                        <a:t>High confidence detection</a:t>
                      </a:r>
                      <a:endParaRPr lang="en-US" sz="900" dirty="0">
                        <a:solidFill>
                          <a:srgbClr val="FFFFFF"/>
                        </a:solidFill>
                        <a:latin typeface="Catamaran" panose="020B0604020202020204" charset="0"/>
                        <a:cs typeface="Catamaran" panose="020B0604020202020204" charset="0"/>
                      </a:endParaRPr>
                    </a:p>
                  </a:txBody>
                  <a:tcPr marL="53065" marR="53065" marT="26533" marB="26533" anchor="ctr"/>
                </a:tc>
                <a:tc>
                  <a:txBody>
                    <a:bodyPr/>
                    <a:lstStyle/>
                    <a:p>
                      <a:pPr algn="ctr">
                        <a:buNone/>
                      </a:pPr>
                      <a:r>
                        <a:rPr lang="en-US" sz="900" dirty="0">
                          <a:latin typeface="Catamaran" panose="020B0604020202020204" charset="0"/>
                          <a:cs typeface="Catamaran" panose="020B0604020202020204" charset="0"/>
                        </a:rPr>
                        <a:t>Allows direct alert triggering due to high reliability</a:t>
                      </a:r>
                      <a:endParaRPr lang="en-US" sz="900" dirty="0">
                        <a:solidFill>
                          <a:srgbClr val="FFFFFF"/>
                        </a:solidFill>
                        <a:latin typeface="Catamaran" panose="020B0604020202020204" charset="0"/>
                        <a:cs typeface="Catamaran" panose="020B0604020202020204" charset="0"/>
                      </a:endParaRPr>
                    </a:p>
                  </a:txBody>
                  <a:tcPr marL="53065" marR="53065" marT="26533" marB="26533" anchor="ctr"/>
                </a:tc>
                <a:extLst>
                  <a:ext uri="{0D108BD9-81ED-4DB2-BD59-A6C34878D82A}">
                    <a16:rowId xmlns:a16="http://schemas.microsoft.com/office/drawing/2014/main" val="3245983644"/>
                  </a:ext>
                </a:extLst>
              </a:tr>
              <a:tr h="205798">
                <a:tc>
                  <a:txBody>
                    <a:bodyPr/>
                    <a:lstStyle/>
                    <a:p>
                      <a:pPr algn="ctr">
                        <a:buNone/>
                      </a:pPr>
                      <a:r>
                        <a:rPr lang="en-US" sz="900" dirty="0">
                          <a:latin typeface="Catamaran" panose="020B0604020202020204" charset="0"/>
                          <a:cs typeface="Catamaran" panose="020B0604020202020204" charset="0"/>
                        </a:rPr>
                        <a:t>Camera 2 (Motion Detection)</a:t>
                      </a:r>
                      <a:endParaRPr lang="en-US" sz="900" dirty="0">
                        <a:solidFill>
                          <a:srgbClr val="FFFFFF"/>
                        </a:solidFill>
                        <a:latin typeface="Catamaran" panose="020B0604020202020204" charset="0"/>
                        <a:cs typeface="Catamaran" panose="020B0604020202020204" charset="0"/>
                      </a:endParaRPr>
                    </a:p>
                  </a:txBody>
                  <a:tcPr marL="53065" marR="53065" marT="26533" marB="26533" anchor="ctr"/>
                </a:tc>
                <a:tc>
                  <a:txBody>
                    <a:bodyPr/>
                    <a:lstStyle/>
                    <a:p>
                      <a:pPr algn="ctr">
                        <a:buNone/>
                      </a:pPr>
                      <a:r>
                        <a:rPr lang="en-US" sz="900" dirty="0">
                          <a:latin typeface="Catamaran" panose="020B0604020202020204" charset="0"/>
                          <a:cs typeface="Catamaran" panose="020B0604020202020204" charset="0"/>
                        </a:rPr>
                        <a:t>Visual motion tracking</a:t>
                      </a:r>
                      <a:endParaRPr lang="en-US" sz="900" dirty="0">
                        <a:solidFill>
                          <a:srgbClr val="FFFFFF"/>
                        </a:solidFill>
                        <a:latin typeface="Catamaran" panose="020B0604020202020204" charset="0"/>
                        <a:cs typeface="Catamaran" panose="020B0604020202020204" charset="0"/>
                      </a:endParaRPr>
                    </a:p>
                  </a:txBody>
                  <a:tcPr marL="53065" marR="53065" marT="26533" marB="26533" anchor="ctr"/>
                </a:tc>
                <a:tc>
                  <a:txBody>
                    <a:bodyPr/>
                    <a:lstStyle/>
                    <a:p>
                      <a:pPr algn="ctr">
                        <a:buNone/>
                      </a:pPr>
                      <a:r>
                        <a:rPr lang="en-US" sz="900" dirty="0">
                          <a:latin typeface="Catamaran" panose="020B0604020202020204" charset="0"/>
                          <a:cs typeface="Catamaran" panose="020B0604020202020204" charset="0"/>
                        </a:rPr>
                        <a:t>Reliable for movement detection</a:t>
                      </a:r>
                      <a:endParaRPr lang="en-US" sz="900" dirty="0">
                        <a:solidFill>
                          <a:srgbClr val="FFFFFF"/>
                        </a:solidFill>
                        <a:latin typeface="Catamaran" panose="020B0604020202020204" charset="0"/>
                        <a:cs typeface="Catamaran" panose="020B0604020202020204" charset="0"/>
                      </a:endParaRPr>
                    </a:p>
                  </a:txBody>
                  <a:tcPr marL="53065" marR="53065" marT="26533" marB="26533" anchor="ctr"/>
                </a:tc>
                <a:tc>
                  <a:txBody>
                    <a:bodyPr/>
                    <a:lstStyle/>
                    <a:p>
                      <a:pPr algn="ctr">
                        <a:buNone/>
                      </a:pPr>
                      <a:r>
                        <a:rPr lang="en-US" sz="900" dirty="0">
                          <a:latin typeface="Catamaran" panose="020B0604020202020204" charset="0"/>
                          <a:cs typeface="Catamaran" panose="020B0604020202020204" charset="0"/>
                        </a:rPr>
                        <a:t>Requires confirmation from other sensors</a:t>
                      </a:r>
                      <a:endParaRPr lang="en-US" sz="900" dirty="0">
                        <a:solidFill>
                          <a:srgbClr val="FFFFFF"/>
                        </a:solidFill>
                        <a:latin typeface="Catamaran" panose="020B0604020202020204" charset="0"/>
                        <a:cs typeface="Catamaran" panose="020B0604020202020204" charset="0"/>
                      </a:endParaRPr>
                    </a:p>
                  </a:txBody>
                  <a:tcPr marL="53065" marR="53065" marT="26533" marB="26533" anchor="ctr"/>
                </a:tc>
                <a:extLst>
                  <a:ext uri="{0D108BD9-81ED-4DB2-BD59-A6C34878D82A}">
                    <a16:rowId xmlns:a16="http://schemas.microsoft.com/office/drawing/2014/main" val="4214792440"/>
                  </a:ext>
                </a:extLst>
              </a:tr>
              <a:tr h="281802">
                <a:tc>
                  <a:txBody>
                    <a:bodyPr/>
                    <a:lstStyle/>
                    <a:p>
                      <a:pPr algn="ctr">
                        <a:buNone/>
                      </a:pPr>
                      <a:r>
                        <a:rPr lang="en-US" sz="900">
                          <a:latin typeface="Catamaran" panose="020B0604020202020204" charset="0"/>
                          <a:cs typeface="Catamaran" panose="020B0604020202020204" charset="0"/>
                        </a:rPr>
                        <a:t>GPS Module</a:t>
                      </a:r>
                      <a:endParaRPr lang="en-US" sz="900">
                        <a:solidFill>
                          <a:srgbClr val="FFFFFF"/>
                        </a:solidFill>
                        <a:latin typeface="Catamaran" panose="020B0604020202020204" charset="0"/>
                        <a:cs typeface="Catamaran" panose="020B0604020202020204" charset="0"/>
                      </a:endParaRPr>
                    </a:p>
                  </a:txBody>
                  <a:tcPr marL="53065" marR="53065" marT="26533" marB="26533" anchor="ctr"/>
                </a:tc>
                <a:tc>
                  <a:txBody>
                    <a:bodyPr/>
                    <a:lstStyle/>
                    <a:p>
                      <a:pPr algn="ctr">
                        <a:buNone/>
                      </a:pPr>
                      <a:r>
                        <a:rPr lang="en-US" sz="900" dirty="0">
                          <a:latin typeface="Catamaran" panose="020B0604020202020204" charset="0"/>
                          <a:cs typeface="Catamaran" panose="020B0604020202020204" charset="0"/>
                        </a:rPr>
                        <a:t>Real-time location tracking</a:t>
                      </a:r>
                      <a:endParaRPr lang="en-US" sz="900" dirty="0">
                        <a:solidFill>
                          <a:srgbClr val="FFFFFF"/>
                        </a:solidFill>
                        <a:latin typeface="Catamaran" panose="020B0604020202020204" charset="0"/>
                        <a:cs typeface="Catamaran" panose="020B0604020202020204" charset="0"/>
                      </a:endParaRPr>
                    </a:p>
                  </a:txBody>
                  <a:tcPr marL="53065" marR="53065" marT="26533" marB="26533" anchor="ctr"/>
                </a:tc>
                <a:tc>
                  <a:txBody>
                    <a:bodyPr/>
                    <a:lstStyle/>
                    <a:p>
                      <a:pPr algn="ctr">
                        <a:buNone/>
                      </a:pPr>
                      <a:r>
                        <a:rPr lang="en-US" sz="900">
                          <a:latin typeface="Catamaran" panose="020B0604020202020204" charset="0"/>
                          <a:cs typeface="Catamaran" panose="020B0604020202020204" charset="0"/>
                        </a:rPr>
                        <a:t>Accurate positioning</a:t>
                      </a:r>
                      <a:endParaRPr lang="en-US" sz="900">
                        <a:solidFill>
                          <a:srgbClr val="FFFFFF"/>
                        </a:solidFill>
                        <a:latin typeface="Catamaran" panose="020B0604020202020204" charset="0"/>
                        <a:cs typeface="Catamaran" panose="020B0604020202020204" charset="0"/>
                      </a:endParaRPr>
                    </a:p>
                  </a:txBody>
                  <a:tcPr marL="53065" marR="53065" marT="26533" marB="26533" anchor="ctr"/>
                </a:tc>
                <a:tc>
                  <a:txBody>
                    <a:bodyPr/>
                    <a:lstStyle/>
                    <a:p>
                      <a:pPr algn="ctr">
                        <a:buNone/>
                      </a:pPr>
                      <a:r>
                        <a:rPr lang="en-US" sz="900" dirty="0">
                          <a:latin typeface="Catamaran" panose="020B0604020202020204" charset="0"/>
                          <a:cs typeface="Catamaran" panose="020B0604020202020204" charset="0"/>
                        </a:rPr>
                        <a:t>Enables location reporting during emergencies</a:t>
                      </a:r>
                      <a:endParaRPr lang="en-US" sz="900" dirty="0">
                        <a:solidFill>
                          <a:srgbClr val="FFFFFF"/>
                        </a:solidFill>
                        <a:latin typeface="Catamaran" panose="020B0604020202020204" charset="0"/>
                        <a:cs typeface="Catamaran" panose="020B0604020202020204" charset="0"/>
                      </a:endParaRPr>
                    </a:p>
                  </a:txBody>
                  <a:tcPr marL="53065" marR="53065" marT="26533" marB="26533" anchor="ctr"/>
                </a:tc>
                <a:extLst>
                  <a:ext uri="{0D108BD9-81ED-4DB2-BD59-A6C34878D82A}">
                    <a16:rowId xmlns:a16="http://schemas.microsoft.com/office/drawing/2014/main" val="530404414"/>
                  </a:ext>
                </a:extLst>
              </a:tr>
              <a:tr h="205798">
                <a:tc>
                  <a:txBody>
                    <a:bodyPr/>
                    <a:lstStyle/>
                    <a:p>
                      <a:pPr algn="ctr">
                        <a:buNone/>
                      </a:pPr>
                      <a:r>
                        <a:rPr lang="en-US" sz="900">
                          <a:latin typeface="Catamaran" panose="020B0604020202020204" charset="0"/>
                          <a:cs typeface="Catamaran" panose="020B0604020202020204" charset="0"/>
                        </a:rPr>
                        <a:t>Ignition Status Input</a:t>
                      </a:r>
                      <a:endParaRPr lang="en-US" sz="900">
                        <a:solidFill>
                          <a:srgbClr val="FFFFFF"/>
                        </a:solidFill>
                        <a:latin typeface="Catamaran" panose="020B0604020202020204" charset="0"/>
                        <a:cs typeface="Catamaran" panose="020B0604020202020204" charset="0"/>
                      </a:endParaRPr>
                    </a:p>
                  </a:txBody>
                  <a:tcPr marL="53065" marR="53065" marT="26533" marB="26533" anchor="ctr"/>
                </a:tc>
                <a:tc>
                  <a:txBody>
                    <a:bodyPr/>
                    <a:lstStyle/>
                    <a:p>
                      <a:pPr algn="ctr">
                        <a:buNone/>
                      </a:pPr>
                      <a:r>
                        <a:rPr lang="en-US" sz="900" dirty="0">
                          <a:latin typeface="Catamaran" panose="020B0604020202020204" charset="0"/>
                          <a:cs typeface="Catamaran" panose="020B0604020202020204" charset="0"/>
                        </a:rPr>
                        <a:t>Engine ON/OFF state detection</a:t>
                      </a:r>
                      <a:endParaRPr lang="en-US" sz="900" dirty="0">
                        <a:solidFill>
                          <a:srgbClr val="FFFFFF"/>
                        </a:solidFill>
                        <a:latin typeface="Catamaran" panose="020B0604020202020204" charset="0"/>
                        <a:cs typeface="Catamaran" panose="020B0604020202020204" charset="0"/>
                      </a:endParaRPr>
                    </a:p>
                  </a:txBody>
                  <a:tcPr marL="53065" marR="53065" marT="26533" marB="26533" anchor="ctr"/>
                </a:tc>
                <a:tc>
                  <a:txBody>
                    <a:bodyPr/>
                    <a:lstStyle/>
                    <a:p>
                      <a:pPr algn="ctr">
                        <a:buNone/>
                      </a:pPr>
                      <a:r>
                        <a:rPr lang="en-US" sz="900" dirty="0">
                          <a:latin typeface="Catamaran" panose="020B0604020202020204" charset="0"/>
                          <a:cs typeface="Catamaran" panose="020B0604020202020204" charset="0"/>
                        </a:rPr>
                        <a:t>Highly reliable</a:t>
                      </a:r>
                      <a:endParaRPr lang="en-US" sz="900" dirty="0">
                        <a:solidFill>
                          <a:srgbClr val="FFFFFF"/>
                        </a:solidFill>
                        <a:latin typeface="Catamaran" panose="020B0604020202020204" charset="0"/>
                        <a:cs typeface="Catamaran" panose="020B0604020202020204" charset="0"/>
                      </a:endParaRPr>
                    </a:p>
                  </a:txBody>
                  <a:tcPr marL="53065" marR="53065" marT="26533" marB="26533" anchor="ctr"/>
                </a:tc>
                <a:tc>
                  <a:txBody>
                    <a:bodyPr/>
                    <a:lstStyle/>
                    <a:p>
                      <a:pPr algn="ctr">
                        <a:buNone/>
                      </a:pPr>
                      <a:r>
                        <a:rPr lang="en-US" sz="900" dirty="0">
                          <a:latin typeface="Catamaran" panose="020B0604020202020204" charset="0"/>
                          <a:cs typeface="Catamaran" panose="020B0604020202020204" charset="0"/>
                        </a:rPr>
                        <a:t>Prevents false alarms during bus operation</a:t>
                      </a:r>
                      <a:endParaRPr lang="en-US" sz="900" dirty="0">
                        <a:solidFill>
                          <a:srgbClr val="FFFFFF"/>
                        </a:solidFill>
                        <a:latin typeface="Catamaran" panose="020B0604020202020204" charset="0"/>
                        <a:cs typeface="Catamaran" panose="020B0604020202020204" charset="0"/>
                      </a:endParaRPr>
                    </a:p>
                  </a:txBody>
                  <a:tcPr marL="53065" marR="53065" marT="26533" marB="26533" anchor="ctr"/>
                </a:tc>
                <a:extLst>
                  <a:ext uri="{0D108BD9-81ED-4DB2-BD59-A6C34878D82A}">
                    <a16:rowId xmlns:a16="http://schemas.microsoft.com/office/drawing/2014/main" val="1365745423"/>
                  </a:ext>
                </a:extLst>
              </a:tr>
            </a:tbl>
          </a:graphicData>
        </a:graphic>
      </p:graphicFrame>
    </p:spTree>
    <p:extLst>
      <p:ext uri="{BB962C8B-B14F-4D97-AF65-F5344CB8AC3E}">
        <p14:creationId xmlns:p14="http://schemas.microsoft.com/office/powerpoint/2010/main" val="23380632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08"/>
        <p:cNvGrpSpPr/>
        <p:nvPr/>
      </p:nvGrpSpPr>
      <p:grpSpPr>
        <a:xfrm>
          <a:off x="0" y="0"/>
          <a:ext cx="0" cy="0"/>
          <a:chOff x="0" y="0"/>
          <a:chExt cx="0" cy="0"/>
        </a:xfrm>
      </p:grpSpPr>
      <p:grpSp>
        <p:nvGrpSpPr>
          <p:cNvPr id="3509" name="Google Shape;3509;p75"/>
          <p:cNvGrpSpPr/>
          <p:nvPr/>
        </p:nvGrpSpPr>
        <p:grpSpPr>
          <a:xfrm flipH="1">
            <a:off x="-174987" y="2198093"/>
            <a:ext cx="9676013" cy="3640204"/>
            <a:chOff x="-1180548" y="1131893"/>
            <a:chExt cx="10174567" cy="3827765"/>
          </a:xfrm>
        </p:grpSpPr>
        <p:sp>
          <p:nvSpPr>
            <p:cNvPr id="3510" name="Google Shape;3510;p75"/>
            <p:cNvSpPr/>
            <p:nvPr/>
          </p:nvSpPr>
          <p:spPr>
            <a:xfrm>
              <a:off x="5256778" y="1440279"/>
              <a:ext cx="2570740" cy="2854196"/>
            </a:xfrm>
            <a:custGeom>
              <a:avLst/>
              <a:gdLst/>
              <a:ahLst/>
              <a:cxnLst/>
              <a:rect l="l" t="t" r="r" b="b"/>
              <a:pathLst>
                <a:path w="54027" h="59981" extrusionOk="0">
                  <a:moveTo>
                    <a:pt x="24883" y="0"/>
                  </a:moveTo>
                  <a:cubicBezTo>
                    <a:pt x="22921" y="0"/>
                    <a:pt x="20541" y="387"/>
                    <a:pt x="17658" y="1370"/>
                  </a:cubicBezTo>
                  <a:cubicBezTo>
                    <a:pt x="8590" y="4472"/>
                    <a:pt x="6274" y="11459"/>
                    <a:pt x="12751" y="12166"/>
                  </a:cubicBezTo>
                  <a:cubicBezTo>
                    <a:pt x="12751" y="12166"/>
                    <a:pt x="2544" y="13344"/>
                    <a:pt x="2544" y="20056"/>
                  </a:cubicBezTo>
                  <a:cubicBezTo>
                    <a:pt x="2544" y="23375"/>
                    <a:pt x="4734" y="24218"/>
                    <a:pt x="6962" y="24218"/>
                  </a:cubicBezTo>
                  <a:cubicBezTo>
                    <a:pt x="8693" y="24218"/>
                    <a:pt x="10448" y="23708"/>
                    <a:pt x="11213" y="23455"/>
                  </a:cubicBezTo>
                  <a:lnTo>
                    <a:pt x="11213" y="23455"/>
                  </a:lnTo>
                  <a:cubicBezTo>
                    <a:pt x="9153" y="24213"/>
                    <a:pt x="1" y="28030"/>
                    <a:pt x="4860" y="34463"/>
                  </a:cubicBezTo>
                  <a:cubicBezTo>
                    <a:pt x="4860" y="34463"/>
                    <a:pt x="7199" y="36328"/>
                    <a:pt x="10101" y="36328"/>
                  </a:cubicBezTo>
                  <a:cubicBezTo>
                    <a:pt x="11774" y="36328"/>
                    <a:pt x="13634" y="35709"/>
                    <a:pt x="15342" y="33757"/>
                  </a:cubicBezTo>
                  <a:lnTo>
                    <a:pt x="15342" y="33757"/>
                  </a:lnTo>
                  <a:cubicBezTo>
                    <a:pt x="15341" y="33758"/>
                    <a:pt x="12202" y="37683"/>
                    <a:pt x="15656" y="39331"/>
                  </a:cubicBezTo>
                  <a:cubicBezTo>
                    <a:pt x="16187" y="39582"/>
                    <a:pt x="16706" y="39684"/>
                    <a:pt x="17212" y="39684"/>
                  </a:cubicBezTo>
                  <a:cubicBezTo>
                    <a:pt x="19535" y="39684"/>
                    <a:pt x="21601" y="37525"/>
                    <a:pt x="23372" y="37525"/>
                  </a:cubicBezTo>
                  <a:cubicBezTo>
                    <a:pt x="23758" y="37525"/>
                    <a:pt x="24131" y="37628"/>
                    <a:pt x="24488" y="37879"/>
                  </a:cubicBezTo>
                  <a:cubicBezTo>
                    <a:pt x="24488" y="37879"/>
                    <a:pt x="29160" y="43492"/>
                    <a:pt x="26373" y="59980"/>
                  </a:cubicBezTo>
                  <a:lnTo>
                    <a:pt x="31476" y="59980"/>
                  </a:lnTo>
                  <a:cubicBezTo>
                    <a:pt x="31476" y="59980"/>
                    <a:pt x="27315" y="40980"/>
                    <a:pt x="33949" y="36897"/>
                  </a:cubicBezTo>
                  <a:cubicBezTo>
                    <a:pt x="33949" y="36897"/>
                    <a:pt x="34507" y="36568"/>
                    <a:pt x="35327" y="36568"/>
                  </a:cubicBezTo>
                  <a:cubicBezTo>
                    <a:pt x="36134" y="36568"/>
                    <a:pt x="37196" y="36887"/>
                    <a:pt x="38228" y="38154"/>
                  </a:cubicBezTo>
                  <a:cubicBezTo>
                    <a:pt x="38790" y="38843"/>
                    <a:pt x="39777" y="39169"/>
                    <a:pt x="40914" y="39169"/>
                  </a:cubicBezTo>
                  <a:cubicBezTo>
                    <a:pt x="43983" y="39169"/>
                    <a:pt x="48146" y="36796"/>
                    <a:pt x="48003" y="32815"/>
                  </a:cubicBezTo>
                  <a:cubicBezTo>
                    <a:pt x="47869" y="29719"/>
                    <a:pt x="46497" y="29049"/>
                    <a:pt x="45335" y="29049"/>
                  </a:cubicBezTo>
                  <a:cubicBezTo>
                    <a:pt x="45257" y="29049"/>
                    <a:pt x="45180" y="29052"/>
                    <a:pt x="45104" y="29058"/>
                  </a:cubicBezTo>
                  <a:lnTo>
                    <a:pt x="45104" y="29058"/>
                  </a:lnTo>
                  <a:cubicBezTo>
                    <a:pt x="47944" y="28167"/>
                    <a:pt x="54027" y="25555"/>
                    <a:pt x="53695" y="19585"/>
                  </a:cubicBezTo>
                  <a:cubicBezTo>
                    <a:pt x="53458" y="15679"/>
                    <a:pt x="50872" y="14708"/>
                    <a:pt x="48357" y="14708"/>
                  </a:cubicBezTo>
                  <a:cubicBezTo>
                    <a:pt x="45868" y="14708"/>
                    <a:pt x="43449" y="15660"/>
                    <a:pt x="43449" y="15660"/>
                  </a:cubicBezTo>
                  <a:cubicBezTo>
                    <a:pt x="43449" y="15660"/>
                    <a:pt x="51575" y="12048"/>
                    <a:pt x="48121" y="8672"/>
                  </a:cubicBezTo>
                  <a:cubicBezTo>
                    <a:pt x="47079" y="7677"/>
                    <a:pt x="45967" y="7328"/>
                    <a:pt x="44919" y="7328"/>
                  </a:cubicBezTo>
                  <a:cubicBezTo>
                    <a:pt x="42477" y="7328"/>
                    <a:pt x="40385" y="9227"/>
                    <a:pt x="40348" y="9260"/>
                  </a:cubicBezTo>
                  <a:lnTo>
                    <a:pt x="40348" y="9260"/>
                  </a:lnTo>
                  <a:cubicBezTo>
                    <a:pt x="40399" y="9214"/>
                    <a:pt x="44382" y="5559"/>
                    <a:pt x="42978" y="3687"/>
                  </a:cubicBezTo>
                  <a:cubicBezTo>
                    <a:pt x="42550" y="3111"/>
                    <a:pt x="41667" y="2872"/>
                    <a:pt x="40600" y="2872"/>
                  </a:cubicBezTo>
                  <a:cubicBezTo>
                    <a:pt x="38243" y="2872"/>
                    <a:pt x="34983" y="4038"/>
                    <a:pt x="33714" y="5335"/>
                  </a:cubicBezTo>
                  <a:cubicBezTo>
                    <a:pt x="33683" y="5335"/>
                    <a:pt x="32166" y="0"/>
                    <a:pt x="248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1" name="Google Shape;3511;p75"/>
            <p:cNvSpPr/>
            <p:nvPr/>
          </p:nvSpPr>
          <p:spPr>
            <a:xfrm>
              <a:off x="-1180548" y="1440272"/>
              <a:ext cx="2567552" cy="3519385"/>
            </a:xfrm>
            <a:custGeom>
              <a:avLst/>
              <a:gdLst/>
              <a:ahLst/>
              <a:cxnLst/>
              <a:rect l="l" t="t" r="r" b="b"/>
              <a:pathLst>
                <a:path w="53960" h="59981" extrusionOk="0">
                  <a:moveTo>
                    <a:pt x="24850" y="0"/>
                  </a:moveTo>
                  <a:cubicBezTo>
                    <a:pt x="22889" y="0"/>
                    <a:pt x="20509" y="388"/>
                    <a:pt x="17628" y="1370"/>
                  </a:cubicBezTo>
                  <a:cubicBezTo>
                    <a:pt x="8560" y="4472"/>
                    <a:pt x="6244" y="11459"/>
                    <a:pt x="12760" y="12166"/>
                  </a:cubicBezTo>
                  <a:cubicBezTo>
                    <a:pt x="12760" y="12166"/>
                    <a:pt x="2514" y="13344"/>
                    <a:pt x="2514" y="20056"/>
                  </a:cubicBezTo>
                  <a:cubicBezTo>
                    <a:pt x="2514" y="23375"/>
                    <a:pt x="4704" y="24218"/>
                    <a:pt x="6932" y="24218"/>
                  </a:cubicBezTo>
                  <a:cubicBezTo>
                    <a:pt x="8673" y="24218"/>
                    <a:pt x="10438" y="23703"/>
                    <a:pt x="11196" y="23450"/>
                  </a:cubicBezTo>
                  <a:lnTo>
                    <a:pt x="11196" y="23450"/>
                  </a:lnTo>
                  <a:cubicBezTo>
                    <a:pt x="9167" y="24198"/>
                    <a:pt x="0" y="28018"/>
                    <a:pt x="4870" y="34463"/>
                  </a:cubicBezTo>
                  <a:cubicBezTo>
                    <a:pt x="4870" y="34463"/>
                    <a:pt x="7192" y="36328"/>
                    <a:pt x="10083" y="36328"/>
                  </a:cubicBezTo>
                  <a:cubicBezTo>
                    <a:pt x="11749" y="36328"/>
                    <a:pt x="13604" y="35709"/>
                    <a:pt x="15312" y="33757"/>
                  </a:cubicBezTo>
                  <a:lnTo>
                    <a:pt x="15312" y="33757"/>
                  </a:lnTo>
                  <a:cubicBezTo>
                    <a:pt x="15311" y="33757"/>
                    <a:pt x="12171" y="37683"/>
                    <a:pt x="15665" y="39331"/>
                  </a:cubicBezTo>
                  <a:cubicBezTo>
                    <a:pt x="16190" y="39582"/>
                    <a:pt x="16704" y="39684"/>
                    <a:pt x="17206" y="39684"/>
                  </a:cubicBezTo>
                  <a:cubicBezTo>
                    <a:pt x="19510" y="39684"/>
                    <a:pt x="21576" y="37525"/>
                    <a:pt x="23366" y="37525"/>
                  </a:cubicBezTo>
                  <a:cubicBezTo>
                    <a:pt x="23757" y="37525"/>
                    <a:pt x="24134" y="37628"/>
                    <a:pt x="24498" y="37879"/>
                  </a:cubicBezTo>
                  <a:cubicBezTo>
                    <a:pt x="24498" y="37879"/>
                    <a:pt x="29130" y="43492"/>
                    <a:pt x="26343" y="59980"/>
                  </a:cubicBezTo>
                  <a:lnTo>
                    <a:pt x="31446" y="59980"/>
                  </a:lnTo>
                  <a:cubicBezTo>
                    <a:pt x="31446" y="59980"/>
                    <a:pt x="27246" y="40980"/>
                    <a:pt x="33880" y="36897"/>
                  </a:cubicBezTo>
                  <a:cubicBezTo>
                    <a:pt x="33880" y="36897"/>
                    <a:pt x="34448" y="36568"/>
                    <a:pt x="35278" y="36568"/>
                  </a:cubicBezTo>
                  <a:cubicBezTo>
                    <a:pt x="36095" y="36568"/>
                    <a:pt x="37166" y="36887"/>
                    <a:pt x="38198" y="38154"/>
                  </a:cubicBezTo>
                  <a:cubicBezTo>
                    <a:pt x="38764" y="38848"/>
                    <a:pt x="39760" y="39176"/>
                    <a:pt x="40905" y="39176"/>
                  </a:cubicBezTo>
                  <a:cubicBezTo>
                    <a:pt x="43970" y="39176"/>
                    <a:pt x="48105" y="36826"/>
                    <a:pt x="47934" y="32854"/>
                  </a:cubicBezTo>
                  <a:cubicBezTo>
                    <a:pt x="47799" y="29765"/>
                    <a:pt x="46414" y="29101"/>
                    <a:pt x="45248" y="29101"/>
                  </a:cubicBezTo>
                  <a:cubicBezTo>
                    <a:pt x="45160" y="29101"/>
                    <a:pt x="45073" y="29105"/>
                    <a:pt x="44989" y="29111"/>
                  </a:cubicBezTo>
                  <a:lnTo>
                    <a:pt x="44989" y="29111"/>
                  </a:lnTo>
                  <a:cubicBezTo>
                    <a:pt x="47808" y="28235"/>
                    <a:pt x="53959" y="25627"/>
                    <a:pt x="53626" y="19625"/>
                  </a:cubicBezTo>
                  <a:cubicBezTo>
                    <a:pt x="53389" y="15718"/>
                    <a:pt x="50803" y="14747"/>
                    <a:pt x="48288" y="14747"/>
                  </a:cubicBezTo>
                  <a:cubicBezTo>
                    <a:pt x="45799" y="14747"/>
                    <a:pt x="43380" y="15699"/>
                    <a:pt x="43380" y="15699"/>
                  </a:cubicBezTo>
                  <a:cubicBezTo>
                    <a:pt x="43380" y="15699"/>
                    <a:pt x="51506" y="12087"/>
                    <a:pt x="48051" y="8711"/>
                  </a:cubicBezTo>
                  <a:cubicBezTo>
                    <a:pt x="47008" y="7703"/>
                    <a:pt x="45895" y="7350"/>
                    <a:pt x="44846" y="7350"/>
                  </a:cubicBezTo>
                  <a:cubicBezTo>
                    <a:pt x="42446" y="7350"/>
                    <a:pt x="40385" y="9203"/>
                    <a:pt x="40283" y="9296"/>
                  </a:cubicBezTo>
                  <a:lnTo>
                    <a:pt x="40283" y="9296"/>
                  </a:lnTo>
                  <a:cubicBezTo>
                    <a:pt x="40425" y="9166"/>
                    <a:pt x="44297" y="5576"/>
                    <a:pt x="42948" y="3726"/>
                  </a:cubicBezTo>
                  <a:cubicBezTo>
                    <a:pt x="42507" y="3151"/>
                    <a:pt x="41617" y="2911"/>
                    <a:pt x="40543" y="2911"/>
                  </a:cubicBezTo>
                  <a:cubicBezTo>
                    <a:pt x="38173" y="2911"/>
                    <a:pt x="34914" y="4078"/>
                    <a:pt x="33644" y="5375"/>
                  </a:cubicBezTo>
                  <a:cubicBezTo>
                    <a:pt x="33644" y="5344"/>
                    <a:pt x="32134" y="0"/>
                    <a:pt x="248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2" name="Google Shape;3512;p75"/>
            <p:cNvSpPr/>
            <p:nvPr/>
          </p:nvSpPr>
          <p:spPr>
            <a:xfrm>
              <a:off x="2641278" y="1131893"/>
              <a:ext cx="1739093" cy="2295833"/>
            </a:xfrm>
            <a:custGeom>
              <a:avLst/>
              <a:gdLst/>
              <a:ahLst/>
              <a:cxnLst/>
              <a:rect l="l" t="t" r="r" b="b"/>
              <a:pathLst>
                <a:path w="36549" h="48247" extrusionOk="0">
                  <a:moveTo>
                    <a:pt x="18255" y="0"/>
                  </a:moveTo>
                  <a:cubicBezTo>
                    <a:pt x="11739" y="0"/>
                    <a:pt x="6478" y="3415"/>
                    <a:pt x="6478" y="7577"/>
                  </a:cubicBezTo>
                  <a:cubicBezTo>
                    <a:pt x="6478" y="8008"/>
                    <a:pt x="6517" y="8401"/>
                    <a:pt x="6635" y="8794"/>
                  </a:cubicBezTo>
                  <a:cubicBezTo>
                    <a:pt x="4437" y="9893"/>
                    <a:pt x="3024" y="11620"/>
                    <a:pt x="3024" y="13504"/>
                  </a:cubicBezTo>
                  <a:cubicBezTo>
                    <a:pt x="3024" y="14996"/>
                    <a:pt x="3887" y="16370"/>
                    <a:pt x="5261" y="17391"/>
                  </a:cubicBezTo>
                  <a:cubicBezTo>
                    <a:pt x="3063" y="18490"/>
                    <a:pt x="1610" y="20217"/>
                    <a:pt x="1610" y="22141"/>
                  </a:cubicBezTo>
                  <a:cubicBezTo>
                    <a:pt x="1610" y="23868"/>
                    <a:pt x="2749" y="25399"/>
                    <a:pt x="4555" y="26459"/>
                  </a:cubicBezTo>
                  <a:cubicBezTo>
                    <a:pt x="2631" y="27558"/>
                    <a:pt x="1414" y="29168"/>
                    <a:pt x="1414" y="30934"/>
                  </a:cubicBezTo>
                  <a:cubicBezTo>
                    <a:pt x="1414" y="32426"/>
                    <a:pt x="2239" y="33800"/>
                    <a:pt x="3652" y="34820"/>
                  </a:cubicBezTo>
                  <a:cubicBezTo>
                    <a:pt x="1414" y="35920"/>
                    <a:pt x="1" y="37647"/>
                    <a:pt x="1" y="39570"/>
                  </a:cubicBezTo>
                  <a:cubicBezTo>
                    <a:pt x="1" y="42829"/>
                    <a:pt x="4123" y="45498"/>
                    <a:pt x="9226" y="45498"/>
                  </a:cubicBezTo>
                  <a:cubicBezTo>
                    <a:pt x="9501" y="45498"/>
                    <a:pt x="9815" y="45498"/>
                    <a:pt x="10129" y="45459"/>
                  </a:cubicBezTo>
                  <a:cubicBezTo>
                    <a:pt x="11621" y="47108"/>
                    <a:pt x="14683" y="48246"/>
                    <a:pt x="18255" y="48246"/>
                  </a:cubicBezTo>
                  <a:cubicBezTo>
                    <a:pt x="21827" y="48246"/>
                    <a:pt x="24929" y="47108"/>
                    <a:pt x="26420" y="45459"/>
                  </a:cubicBezTo>
                  <a:cubicBezTo>
                    <a:pt x="26695" y="45459"/>
                    <a:pt x="27009" y="45498"/>
                    <a:pt x="27323" y="45498"/>
                  </a:cubicBezTo>
                  <a:cubicBezTo>
                    <a:pt x="32387" y="45498"/>
                    <a:pt x="36548" y="42829"/>
                    <a:pt x="36548" y="39570"/>
                  </a:cubicBezTo>
                  <a:cubicBezTo>
                    <a:pt x="36509" y="37647"/>
                    <a:pt x="35096" y="35920"/>
                    <a:pt x="32858" y="34820"/>
                  </a:cubicBezTo>
                  <a:cubicBezTo>
                    <a:pt x="34272" y="33800"/>
                    <a:pt x="35096" y="32426"/>
                    <a:pt x="35096" y="30934"/>
                  </a:cubicBezTo>
                  <a:cubicBezTo>
                    <a:pt x="35096" y="29168"/>
                    <a:pt x="33879" y="27558"/>
                    <a:pt x="31955" y="26459"/>
                  </a:cubicBezTo>
                  <a:cubicBezTo>
                    <a:pt x="33761" y="25399"/>
                    <a:pt x="34900" y="23868"/>
                    <a:pt x="34900" y="22141"/>
                  </a:cubicBezTo>
                  <a:cubicBezTo>
                    <a:pt x="34900" y="20217"/>
                    <a:pt x="33447" y="18490"/>
                    <a:pt x="31249" y="17391"/>
                  </a:cubicBezTo>
                  <a:cubicBezTo>
                    <a:pt x="32623" y="16370"/>
                    <a:pt x="33486" y="14996"/>
                    <a:pt x="33486" y="13504"/>
                  </a:cubicBezTo>
                  <a:cubicBezTo>
                    <a:pt x="33486" y="11620"/>
                    <a:pt x="32073" y="9893"/>
                    <a:pt x="29875" y="8794"/>
                  </a:cubicBezTo>
                  <a:cubicBezTo>
                    <a:pt x="29993" y="8401"/>
                    <a:pt x="30032" y="8008"/>
                    <a:pt x="30032" y="7577"/>
                  </a:cubicBezTo>
                  <a:cubicBezTo>
                    <a:pt x="30032" y="3415"/>
                    <a:pt x="24772" y="0"/>
                    <a:pt x="18255" y="0"/>
                  </a:cubicBezTo>
                  <a:close/>
                </a:path>
              </a:pathLst>
            </a:custGeom>
            <a:solidFill>
              <a:srgbClr val="82A6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3" name="Google Shape;3513;p75"/>
            <p:cNvSpPr/>
            <p:nvPr/>
          </p:nvSpPr>
          <p:spPr>
            <a:xfrm>
              <a:off x="7955399" y="3536883"/>
              <a:ext cx="194327" cy="691220"/>
            </a:xfrm>
            <a:custGeom>
              <a:avLst/>
              <a:gdLst/>
              <a:ahLst/>
              <a:cxnLst/>
              <a:rect l="l" t="t" r="r" b="b"/>
              <a:pathLst>
                <a:path w="4084" h="14526" extrusionOk="0">
                  <a:moveTo>
                    <a:pt x="1" y="0"/>
                  </a:moveTo>
                  <a:lnTo>
                    <a:pt x="1" y="14525"/>
                  </a:lnTo>
                  <a:lnTo>
                    <a:pt x="4083" y="14525"/>
                  </a:lnTo>
                  <a:lnTo>
                    <a:pt x="4083" y="0"/>
                  </a:lnTo>
                  <a:close/>
                </a:path>
              </a:pathLst>
            </a:custGeom>
            <a:solidFill>
              <a:srgbClr val="82A6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4" name="Google Shape;3514;p75"/>
            <p:cNvSpPr/>
            <p:nvPr/>
          </p:nvSpPr>
          <p:spPr>
            <a:xfrm>
              <a:off x="7112987" y="1663343"/>
              <a:ext cx="1881031" cy="2138517"/>
            </a:xfrm>
            <a:custGeom>
              <a:avLst/>
              <a:gdLst/>
              <a:ahLst/>
              <a:cxnLst/>
              <a:rect l="l" t="t" r="r" b="b"/>
              <a:pathLst>
                <a:path w="39532" h="44941" extrusionOk="0">
                  <a:moveTo>
                    <a:pt x="19510" y="0"/>
                  </a:moveTo>
                  <a:cubicBezTo>
                    <a:pt x="19510" y="13975"/>
                    <a:pt x="10560" y="20178"/>
                    <a:pt x="4201" y="21356"/>
                  </a:cubicBezTo>
                  <a:cubicBezTo>
                    <a:pt x="4874" y="21560"/>
                    <a:pt x="5558" y="21647"/>
                    <a:pt x="6235" y="21647"/>
                  </a:cubicBezTo>
                  <a:cubicBezTo>
                    <a:pt x="9974" y="21647"/>
                    <a:pt x="13465" y="19000"/>
                    <a:pt x="13465" y="19000"/>
                  </a:cubicBezTo>
                  <a:lnTo>
                    <a:pt x="13465" y="19040"/>
                  </a:lnTo>
                  <a:cubicBezTo>
                    <a:pt x="11110" y="22102"/>
                    <a:pt x="7694" y="24182"/>
                    <a:pt x="3886" y="24810"/>
                  </a:cubicBezTo>
                  <a:cubicBezTo>
                    <a:pt x="3886" y="24810"/>
                    <a:pt x="5143" y="25553"/>
                    <a:pt x="7418" y="25553"/>
                  </a:cubicBezTo>
                  <a:cubicBezTo>
                    <a:pt x="8409" y="25553"/>
                    <a:pt x="9594" y="25412"/>
                    <a:pt x="10953" y="25006"/>
                  </a:cubicBezTo>
                  <a:lnTo>
                    <a:pt x="10953" y="25006"/>
                  </a:lnTo>
                  <a:cubicBezTo>
                    <a:pt x="8676" y="28343"/>
                    <a:pt x="5574" y="30973"/>
                    <a:pt x="1924" y="32661"/>
                  </a:cubicBezTo>
                  <a:cubicBezTo>
                    <a:pt x="1962" y="32700"/>
                    <a:pt x="2102" y="32717"/>
                    <a:pt x="2320" y="32717"/>
                  </a:cubicBezTo>
                  <a:cubicBezTo>
                    <a:pt x="3668" y="32717"/>
                    <a:pt x="8017" y="32042"/>
                    <a:pt x="10010" y="31366"/>
                  </a:cubicBezTo>
                  <a:lnTo>
                    <a:pt x="10010" y="31366"/>
                  </a:lnTo>
                  <a:cubicBezTo>
                    <a:pt x="8597" y="34232"/>
                    <a:pt x="5260" y="39178"/>
                    <a:pt x="0" y="39845"/>
                  </a:cubicBezTo>
                  <a:cubicBezTo>
                    <a:pt x="0" y="39845"/>
                    <a:pt x="1511" y="40159"/>
                    <a:pt x="3602" y="40159"/>
                  </a:cubicBezTo>
                  <a:cubicBezTo>
                    <a:pt x="5692" y="40159"/>
                    <a:pt x="8362" y="39845"/>
                    <a:pt x="10678" y="38589"/>
                  </a:cubicBezTo>
                  <a:lnTo>
                    <a:pt x="10678" y="38589"/>
                  </a:lnTo>
                  <a:cubicBezTo>
                    <a:pt x="10364" y="39374"/>
                    <a:pt x="7262" y="43889"/>
                    <a:pt x="4201" y="44831"/>
                  </a:cubicBezTo>
                  <a:cubicBezTo>
                    <a:pt x="5130" y="44881"/>
                    <a:pt x="6003" y="44904"/>
                    <a:pt x="6824" y="44904"/>
                  </a:cubicBezTo>
                  <a:cubicBezTo>
                    <a:pt x="18314" y="44904"/>
                    <a:pt x="19510" y="40356"/>
                    <a:pt x="19510" y="40356"/>
                  </a:cubicBezTo>
                  <a:cubicBezTo>
                    <a:pt x="19510" y="40356"/>
                    <a:pt x="20298" y="44941"/>
                    <a:pt x="32995" y="44941"/>
                  </a:cubicBezTo>
                  <a:cubicBezTo>
                    <a:pt x="33590" y="44941"/>
                    <a:pt x="34211" y="44930"/>
                    <a:pt x="34860" y="44909"/>
                  </a:cubicBezTo>
                  <a:cubicBezTo>
                    <a:pt x="34860" y="44909"/>
                    <a:pt x="27990" y="41141"/>
                    <a:pt x="27990" y="38864"/>
                  </a:cubicBezTo>
                  <a:lnTo>
                    <a:pt x="27990" y="38864"/>
                  </a:lnTo>
                  <a:cubicBezTo>
                    <a:pt x="30500" y="40438"/>
                    <a:pt x="33243" y="40849"/>
                    <a:pt x="35425" y="40849"/>
                  </a:cubicBezTo>
                  <a:cubicBezTo>
                    <a:pt x="37815" y="40849"/>
                    <a:pt x="39531" y="40356"/>
                    <a:pt x="39531" y="40356"/>
                  </a:cubicBezTo>
                  <a:cubicBezTo>
                    <a:pt x="34271" y="39649"/>
                    <a:pt x="30463" y="34389"/>
                    <a:pt x="29050" y="31523"/>
                  </a:cubicBezTo>
                  <a:lnTo>
                    <a:pt x="29050" y="31523"/>
                  </a:lnTo>
                  <a:cubicBezTo>
                    <a:pt x="30795" y="32125"/>
                    <a:pt x="34616" y="33142"/>
                    <a:pt x="36305" y="33142"/>
                  </a:cubicBezTo>
                  <a:cubicBezTo>
                    <a:pt x="36820" y="33142"/>
                    <a:pt x="37136" y="33048"/>
                    <a:pt x="37136" y="32818"/>
                  </a:cubicBezTo>
                  <a:cubicBezTo>
                    <a:pt x="32190" y="30188"/>
                    <a:pt x="29364" y="27283"/>
                    <a:pt x="27754" y="24849"/>
                  </a:cubicBezTo>
                  <a:lnTo>
                    <a:pt x="27754" y="24849"/>
                  </a:lnTo>
                  <a:cubicBezTo>
                    <a:pt x="29390" y="25399"/>
                    <a:pt x="30794" y="25582"/>
                    <a:pt x="31940" y="25582"/>
                  </a:cubicBezTo>
                  <a:cubicBezTo>
                    <a:pt x="34231" y="25582"/>
                    <a:pt x="35488" y="24849"/>
                    <a:pt x="35488" y="24849"/>
                  </a:cubicBezTo>
                  <a:cubicBezTo>
                    <a:pt x="32151" y="24261"/>
                    <a:pt x="29128" y="22612"/>
                    <a:pt x="26812" y="20139"/>
                  </a:cubicBezTo>
                  <a:lnTo>
                    <a:pt x="26812" y="20139"/>
                  </a:lnTo>
                  <a:cubicBezTo>
                    <a:pt x="28739" y="21492"/>
                    <a:pt x="30806" y="21838"/>
                    <a:pt x="32363" y="21838"/>
                  </a:cubicBezTo>
                  <a:cubicBezTo>
                    <a:pt x="33787" y="21838"/>
                    <a:pt x="34785" y="21548"/>
                    <a:pt x="34860" y="21473"/>
                  </a:cubicBezTo>
                  <a:cubicBezTo>
                    <a:pt x="30698" y="21473"/>
                    <a:pt x="19510" y="14093"/>
                    <a:pt x="19510" y="79"/>
                  </a:cubicBezTo>
                  <a:lnTo>
                    <a:pt x="195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515;p75"/>
            <p:cNvSpPr/>
            <p:nvPr/>
          </p:nvSpPr>
          <p:spPr>
            <a:xfrm>
              <a:off x="-158359" y="1830007"/>
              <a:ext cx="1572840" cy="2071661"/>
            </a:xfrm>
            <a:custGeom>
              <a:avLst/>
              <a:gdLst/>
              <a:ahLst/>
              <a:cxnLst/>
              <a:rect l="l" t="t" r="r" b="b"/>
              <a:pathLst>
                <a:path w="33055" h="43536" extrusionOk="0">
                  <a:moveTo>
                    <a:pt x="16528" y="0"/>
                  </a:moveTo>
                  <a:cubicBezTo>
                    <a:pt x="10639" y="0"/>
                    <a:pt x="5889" y="3062"/>
                    <a:pt x="5889" y="6831"/>
                  </a:cubicBezTo>
                  <a:cubicBezTo>
                    <a:pt x="5889" y="7223"/>
                    <a:pt x="5929" y="7577"/>
                    <a:pt x="6046" y="7930"/>
                  </a:cubicBezTo>
                  <a:cubicBezTo>
                    <a:pt x="4084" y="8911"/>
                    <a:pt x="2749" y="10442"/>
                    <a:pt x="2749" y="12209"/>
                  </a:cubicBezTo>
                  <a:cubicBezTo>
                    <a:pt x="2749" y="13544"/>
                    <a:pt x="3534" y="14761"/>
                    <a:pt x="4790" y="15703"/>
                  </a:cubicBezTo>
                  <a:cubicBezTo>
                    <a:pt x="2788" y="16684"/>
                    <a:pt x="1493" y="18215"/>
                    <a:pt x="1493" y="19982"/>
                  </a:cubicBezTo>
                  <a:cubicBezTo>
                    <a:pt x="1493" y="21513"/>
                    <a:pt x="2513" y="22926"/>
                    <a:pt x="4123" y="23907"/>
                  </a:cubicBezTo>
                  <a:cubicBezTo>
                    <a:pt x="2396" y="24889"/>
                    <a:pt x="1296" y="26341"/>
                    <a:pt x="1296" y="27951"/>
                  </a:cubicBezTo>
                  <a:cubicBezTo>
                    <a:pt x="1296" y="29285"/>
                    <a:pt x="2042" y="30502"/>
                    <a:pt x="3338" y="31444"/>
                  </a:cubicBezTo>
                  <a:cubicBezTo>
                    <a:pt x="1296" y="32426"/>
                    <a:pt x="1" y="33957"/>
                    <a:pt x="1" y="35723"/>
                  </a:cubicBezTo>
                  <a:cubicBezTo>
                    <a:pt x="1" y="38668"/>
                    <a:pt x="3730" y="41062"/>
                    <a:pt x="8363" y="41062"/>
                  </a:cubicBezTo>
                  <a:cubicBezTo>
                    <a:pt x="8637" y="41062"/>
                    <a:pt x="8912" y="41062"/>
                    <a:pt x="9148" y="41023"/>
                  </a:cubicBezTo>
                  <a:cubicBezTo>
                    <a:pt x="10522" y="42515"/>
                    <a:pt x="13309" y="43535"/>
                    <a:pt x="16528" y="43535"/>
                  </a:cubicBezTo>
                  <a:cubicBezTo>
                    <a:pt x="19747" y="43535"/>
                    <a:pt x="22534" y="42515"/>
                    <a:pt x="23869" y="41023"/>
                  </a:cubicBezTo>
                  <a:cubicBezTo>
                    <a:pt x="24144" y="41023"/>
                    <a:pt x="24418" y="41062"/>
                    <a:pt x="24693" y="41062"/>
                  </a:cubicBezTo>
                  <a:cubicBezTo>
                    <a:pt x="29286" y="41062"/>
                    <a:pt x="33055" y="38668"/>
                    <a:pt x="33055" y="35723"/>
                  </a:cubicBezTo>
                  <a:cubicBezTo>
                    <a:pt x="33015" y="33957"/>
                    <a:pt x="31720" y="32426"/>
                    <a:pt x="29718" y="31444"/>
                  </a:cubicBezTo>
                  <a:cubicBezTo>
                    <a:pt x="30974" y="30502"/>
                    <a:pt x="31720" y="29246"/>
                    <a:pt x="31720" y="27911"/>
                  </a:cubicBezTo>
                  <a:cubicBezTo>
                    <a:pt x="31720" y="26302"/>
                    <a:pt x="30621" y="24889"/>
                    <a:pt x="28894" y="23907"/>
                  </a:cubicBezTo>
                  <a:cubicBezTo>
                    <a:pt x="30503" y="22926"/>
                    <a:pt x="31524" y="21513"/>
                    <a:pt x="31524" y="19982"/>
                  </a:cubicBezTo>
                  <a:cubicBezTo>
                    <a:pt x="31524" y="18215"/>
                    <a:pt x="30228" y="16684"/>
                    <a:pt x="28226" y="15703"/>
                  </a:cubicBezTo>
                  <a:cubicBezTo>
                    <a:pt x="29482" y="14761"/>
                    <a:pt x="30268" y="13544"/>
                    <a:pt x="30268" y="12170"/>
                  </a:cubicBezTo>
                  <a:cubicBezTo>
                    <a:pt x="30268" y="10442"/>
                    <a:pt x="28972" y="8911"/>
                    <a:pt x="27009" y="7930"/>
                  </a:cubicBezTo>
                  <a:cubicBezTo>
                    <a:pt x="27088" y="7577"/>
                    <a:pt x="27127" y="7184"/>
                    <a:pt x="27127" y="6831"/>
                  </a:cubicBezTo>
                  <a:cubicBezTo>
                    <a:pt x="27127" y="3062"/>
                    <a:pt x="22377" y="0"/>
                    <a:pt x="165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6" name="Google Shape;3516;p75"/>
            <p:cNvSpPr/>
            <p:nvPr/>
          </p:nvSpPr>
          <p:spPr>
            <a:xfrm>
              <a:off x="542160" y="3809991"/>
              <a:ext cx="170012" cy="878038"/>
            </a:xfrm>
            <a:custGeom>
              <a:avLst/>
              <a:gdLst/>
              <a:ahLst/>
              <a:cxnLst/>
              <a:rect l="l" t="t" r="r" b="b"/>
              <a:pathLst>
                <a:path w="3573" h="18452" extrusionOk="0">
                  <a:moveTo>
                    <a:pt x="0" y="1"/>
                  </a:moveTo>
                  <a:lnTo>
                    <a:pt x="0" y="18451"/>
                  </a:lnTo>
                  <a:lnTo>
                    <a:pt x="3572" y="18451"/>
                  </a:lnTo>
                  <a:lnTo>
                    <a:pt x="3572" y="1"/>
                  </a:lnTo>
                  <a:close/>
                </a:path>
              </a:pathLst>
            </a:custGeom>
            <a:solidFill>
              <a:srgbClr val="9ABC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roup 26">
            <a:extLst>
              <a:ext uri="{FF2B5EF4-FFF2-40B4-BE49-F238E27FC236}">
                <a16:creationId xmlns:a16="http://schemas.microsoft.com/office/drawing/2014/main" id="{5EDED795-FBB7-436E-B859-3DA388CF47D3}"/>
              </a:ext>
            </a:extLst>
          </p:cNvPr>
          <p:cNvGrpSpPr/>
          <p:nvPr/>
        </p:nvGrpSpPr>
        <p:grpSpPr>
          <a:xfrm>
            <a:off x="1526091" y="1042578"/>
            <a:ext cx="6683554" cy="4457738"/>
            <a:chOff x="835540" y="844550"/>
            <a:chExt cx="7229400" cy="4610138"/>
          </a:xfrm>
        </p:grpSpPr>
        <p:grpSp>
          <p:nvGrpSpPr>
            <p:cNvPr id="28" name="Google Shape;3517;p75">
              <a:extLst>
                <a:ext uri="{FF2B5EF4-FFF2-40B4-BE49-F238E27FC236}">
                  <a16:creationId xmlns:a16="http://schemas.microsoft.com/office/drawing/2014/main" id="{9EC98C1D-E7E5-4FD8-B984-DE5A1E7EB326}"/>
                </a:ext>
              </a:extLst>
            </p:cNvPr>
            <p:cNvGrpSpPr/>
            <p:nvPr/>
          </p:nvGrpSpPr>
          <p:grpSpPr>
            <a:xfrm>
              <a:off x="1815279" y="2924478"/>
              <a:ext cx="5269922" cy="2530210"/>
              <a:chOff x="1937039" y="3937303"/>
              <a:chExt cx="5269922" cy="2530210"/>
            </a:xfrm>
          </p:grpSpPr>
          <p:sp>
            <p:nvSpPr>
              <p:cNvPr id="30" name="Google Shape;3518;p75">
                <a:extLst>
                  <a:ext uri="{FF2B5EF4-FFF2-40B4-BE49-F238E27FC236}">
                    <a16:creationId xmlns:a16="http://schemas.microsoft.com/office/drawing/2014/main" id="{9F4331F1-EE70-435E-81A0-767F8ADF81E1}"/>
                  </a:ext>
                </a:extLst>
              </p:cNvPr>
              <p:cNvSpPr/>
              <p:nvPr/>
            </p:nvSpPr>
            <p:spPr>
              <a:xfrm>
                <a:off x="1937039" y="3937303"/>
                <a:ext cx="345497" cy="2530210"/>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519;p75">
                <a:extLst>
                  <a:ext uri="{FF2B5EF4-FFF2-40B4-BE49-F238E27FC236}">
                    <a16:creationId xmlns:a16="http://schemas.microsoft.com/office/drawing/2014/main" id="{962CEE3A-6164-4048-B46E-57892CB300DB}"/>
                  </a:ext>
                </a:extLst>
              </p:cNvPr>
              <p:cNvSpPr/>
              <p:nvPr/>
            </p:nvSpPr>
            <p:spPr>
              <a:xfrm>
                <a:off x="6861464" y="3937303"/>
                <a:ext cx="345497" cy="2530210"/>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Google Shape;3522;p75">
              <a:extLst>
                <a:ext uri="{FF2B5EF4-FFF2-40B4-BE49-F238E27FC236}">
                  <a16:creationId xmlns:a16="http://schemas.microsoft.com/office/drawing/2014/main" id="{ADA747EB-5539-43E0-8C92-BE6CB4571D94}"/>
                </a:ext>
              </a:extLst>
            </p:cNvPr>
            <p:cNvSpPr/>
            <p:nvPr/>
          </p:nvSpPr>
          <p:spPr>
            <a:xfrm>
              <a:off x="835540" y="844550"/>
              <a:ext cx="7229400" cy="3717666"/>
            </a:xfrm>
            <a:prstGeom prst="roundRect">
              <a:avLst>
                <a:gd name="adj" fmla="val 11095"/>
              </a:avLst>
            </a:prstGeom>
            <a:solidFill>
              <a:srgbClr val="FFFFFF"/>
            </a:solidFill>
            <a:ln w="762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38" name="Table 37">
            <a:extLst>
              <a:ext uri="{FF2B5EF4-FFF2-40B4-BE49-F238E27FC236}">
                <a16:creationId xmlns:a16="http://schemas.microsoft.com/office/drawing/2014/main" id="{4BEF9ED5-ACD3-44BF-AA91-92AC8A553C65}"/>
              </a:ext>
            </a:extLst>
          </p:cNvPr>
          <p:cNvGraphicFramePr>
            <a:graphicFrameLocks noGrp="1"/>
          </p:cNvGraphicFramePr>
          <p:nvPr>
            <p:extLst>
              <p:ext uri="{D42A27DB-BD31-4B8C-83A1-F6EECF244321}">
                <p14:modId xmlns:p14="http://schemas.microsoft.com/office/powerpoint/2010/main" val="3019408176"/>
              </p:ext>
            </p:extLst>
          </p:nvPr>
        </p:nvGraphicFramePr>
        <p:xfrm>
          <a:off x="1735488" y="1180563"/>
          <a:ext cx="6332261" cy="3362872"/>
        </p:xfrm>
        <a:graphic>
          <a:graphicData uri="http://schemas.openxmlformats.org/drawingml/2006/table">
            <a:tbl>
              <a:tblPr firstRow="1" firstCol="1" bandRow="1">
                <a:tableStyleId>{97273FD9-47E8-44FA-BCE8-DAA0CA4FE539}</a:tableStyleId>
              </a:tblPr>
              <a:tblGrid>
                <a:gridCol w="664115">
                  <a:extLst>
                    <a:ext uri="{9D8B030D-6E8A-4147-A177-3AD203B41FA5}">
                      <a16:colId xmlns:a16="http://schemas.microsoft.com/office/drawing/2014/main" val="1217143523"/>
                    </a:ext>
                  </a:extLst>
                </a:gridCol>
                <a:gridCol w="1619509">
                  <a:extLst>
                    <a:ext uri="{9D8B030D-6E8A-4147-A177-3AD203B41FA5}">
                      <a16:colId xmlns:a16="http://schemas.microsoft.com/office/drawing/2014/main" val="2181393110"/>
                    </a:ext>
                  </a:extLst>
                </a:gridCol>
                <a:gridCol w="4048637">
                  <a:extLst>
                    <a:ext uri="{9D8B030D-6E8A-4147-A177-3AD203B41FA5}">
                      <a16:colId xmlns:a16="http://schemas.microsoft.com/office/drawing/2014/main" val="544454979"/>
                    </a:ext>
                  </a:extLst>
                </a:gridCol>
              </a:tblGrid>
              <a:tr h="442557">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600" kern="100" dirty="0">
                          <a:solidFill>
                            <a:srgbClr val="E15561"/>
                          </a:solidFill>
                          <a:effectLst/>
                          <a:latin typeface="Mouse Memoirs" panose="020B0604020202020204" charset="0"/>
                          <a:cs typeface="Catamaran" panose="020B0604020202020204" charset="0"/>
                        </a:rPr>
                        <a:t>Test ID</a:t>
                      </a:r>
                      <a:endParaRPr lang="en-US" sz="1600" kern="100" dirty="0">
                        <a:solidFill>
                          <a:srgbClr val="E15561"/>
                        </a:solidFill>
                        <a:effectLst/>
                        <a:latin typeface="Mouse Memoirs"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600" kern="100" dirty="0">
                          <a:solidFill>
                            <a:srgbClr val="E15561"/>
                          </a:solidFill>
                          <a:effectLst/>
                          <a:latin typeface="Mouse Memoirs" panose="020B0604020202020204" charset="0"/>
                          <a:cs typeface="Catamaran" panose="020B0604020202020204" charset="0"/>
                        </a:rPr>
                        <a:t>Description</a:t>
                      </a:r>
                      <a:endParaRPr lang="en-US" sz="1600" kern="100" dirty="0">
                        <a:solidFill>
                          <a:srgbClr val="E15561"/>
                        </a:solidFill>
                        <a:effectLst/>
                        <a:latin typeface="Mouse Memoirs"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600" kern="100" dirty="0">
                          <a:solidFill>
                            <a:srgbClr val="E15561"/>
                          </a:solidFill>
                          <a:effectLst/>
                          <a:latin typeface="Mouse Memoirs" panose="020B0604020202020204" charset="0"/>
                          <a:cs typeface="Catamaran" panose="020B0604020202020204" charset="0"/>
                        </a:rPr>
                        <a:t>Result</a:t>
                      </a:r>
                      <a:endParaRPr lang="en-US" sz="1600" kern="100" dirty="0">
                        <a:solidFill>
                          <a:srgbClr val="E15561"/>
                        </a:solidFill>
                        <a:effectLst/>
                        <a:latin typeface="Mouse Memoirs" panose="020B0604020202020204" charset="0"/>
                        <a:ea typeface="Times New Roman" panose="02020603050405020304" pitchFamily="18" charset="0"/>
                        <a:cs typeface="Catamaran" panose="020B0604020202020204" charset="0"/>
                      </a:endParaRPr>
                    </a:p>
                  </a:txBody>
                  <a:tcPr marL="64748" marR="64748" marT="0" marB="0" anchor="ctr"/>
                </a:tc>
                <a:extLst>
                  <a:ext uri="{0D108BD9-81ED-4DB2-BD59-A6C34878D82A}">
                    <a16:rowId xmlns:a16="http://schemas.microsoft.com/office/drawing/2014/main" val="1021431432"/>
                  </a:ext>
                </a:extLst>
              </a:tr>
              <a:tr h="407445">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050" kern="100" dirty="0">
                          <a:solidFill>
                            <a:srgbClr val="E15561"/>
                          </a:solidFill>
                          <a:effectLst/>
                          <a:latin typeface="Catamaran" panose="020B0604020202020204" charset="0"/>
                          <a:cs typeface="Catamaran" panose="020B0604020202020204" charset="0"/>
                        </a:rPr>
                        <a:t>T1</a:t>
                      </a:r>
                      <a:endParaRPr lang="en-US" sz="105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050" kern="100" dirty="0">
                          <a:solidFill>
                            <a:srgbClr val="E15561"/>
                          </a:solidFill>
                          <a:effectLst/>
                          <a:latin typeface="Catamaran" panose="020B0604020202020204" charset="0"/>
                          <a:cs typeface="Catamaran" panose="020B0604020202020204" charset="0"/>
                        </a:rPr>
                        <a:t>Single child seated with minimal movement</a:t>
                      </a:r>
                      <a:endParaRPr lang="en-US" sz="105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050" kern="100" dirty="0">
                          <a:solidFill>
                            <a:srgbClr val="E15561"/>
                          </a:solidFill>
                          <a:effectLst/>
                          <a:latin typeface="Catamaran" panose="020B0604020202020204" charset="0"/>
                          <a:cs typeface="Catamaran" panose="020B0604020202020204" charset="0"/>
                        </a:rPr>
                        <a:t>Detected by: C1001 sensor, Load sensor, Thermal sensor, IR sensors, and cameras.</a:t>
                      </a:r>
                      <a:endParaRPr lang="en-US" sz="105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extLst>
                  <a:ext uri="{0D108BD9-81ED-4DB2-BD59-A6C34878D82A}">
                    <a16:rowId xmlns:a16="http://schemas.microsoft.com/office/drawing/2014/main" val="3112316883"/>
                  </a:ext>
                </a:extLst>
              </a:tr>
              <a:tr h="407445">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050" kern="100">
                          <a:solidFill>
                            <a:srgbClr val="E15561"/>
                          </a:solidFill>
                          <a:effectLst/>
                          <a:latin typeface="Catamaran" panose="020B0604020202020204" charset="0"/>
                          <a:cs typeface="Catamaran" panose="020B0604020202020204" charset="0"/>
                        </a:rPr>
                        <a:t>T2</a:t>
                      </a:r>
                      <a:endParaRPr lang="en-US" sz="1050" kern="10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050" kern="100" dirty="0">
                          <a:solidFill>
                            <a:srgbClr val="E15561"/>
                          </a:solidFill>
                          <a:effectLst/>
                          <a:latin typeface="Catamaran" panose="020B0604020202020204" charset="0"/>
                          <a:cs typeface="Catamaran" panose="020B0604020202020204" charset="0"/>
                        </a:rPr>
                        <a:t>Child sleeping on seat</a:t>
                      </a:r>
                      <a:endParaRPr lang="en-US" sz="105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050" kern="100" dirty="0">
                          <a:solidFill>
                            <a:srgbClr val="E15561"/>
                          </a:solidFill>
                          <a:effectLst/>
                          <a:latin typeface="Catamaran" panose="020B0604020202020204" charset="0"/>
                          <a:cs typeface="Catamaran" panose="020B0604020202020204" charset="0"/>
                        </a:rPr>
                        <a:t>Detected by: C1001 sensor, Load sensor, and Thermal sensor.</a:t>
                      </a:r>
                    </a:p>
                    <a:p>
                      <a:pPr marL="0" marR="0" algn="ctr">
                        <a:lnSpc>
                          <a:spcPct val="150000"/>
                        </a:lnSpc>
                        <a:buNone/>
                      </a:pPr>
                      <a:r>
                        <a:rPr lang="en-US" sz="1050" kern="100" dirty="0">
                          <a:solidFill>
                            <a:srgbClr val="E15561"/>
                          </a:solidFill>
                          <a:effectLst/>
                          <a:latin typeface="Catamaran" panose="020B0604020202020204" charset="0"/>
                          <a:cs typeface="Catamaran" panose="020B0604020202020204" charset="0"/>
                        </a:rPr>
                        <a:t>IR sensors and camera-1 (counter).</a:t>
                      </a:r>
                      <a:endParaRPr lang="en-US" sz="105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extLst>
                  <a:ext uri="{0D108BD9-81ED-4DB2-BD59-A6C34878D82A}">
                    <a16:rowId xmlns:a16="http://schemas.microsoft.com/office/drawing/2014/main" val="1270892108"/>
                  </a:ext>
                </a:extLst>
              </a:tr>
              <a:tr h="407445">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050" kern="100" dirty="0">
                          <a:solidFill>
                            <a:srgbClr val="E15561"/>
                          </a:solidFill>
                          <a:effectLst/>
                          <a:latin typeface="Catamaran" panose="020B0604020202020204" charset="0"/>
                          <a:cs typeface="Catamaran" panose="020B0604020202020204" charset="0"/>
                        </a:rPr>
                        <a:t>T3</a:t>
                      </a:r>
                      <a:endParaRPr lang="en-US" sz="105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050" kern="100" dirty="0">
                          <a:solidFill>
                            <a:srgbClr val="E15561"/>
                          </a:solidFill>
                          <a:effectLst/>
                          <a:latin typeface="Catamaran" panose="020B0604020202020204" charset="0"/>
                          <a:cs typeface="Catamaran" panose="020B0604020202020204" charset="0"/>
                        </a:rPr>
                        <a:t>Any sensor failure</a:t>
                      </a:r>
                      <a:endParaRPr lang="en-US" sz="105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defTabSz="914400" rtl="0" eaLnBrk="1" latinLnBrk="0" hangingPunct="1">
                        <a:lnSpc>
                          <a:spcPct val="150000"/>
                        </a:lnSpc>
                        <a:buNone/>
                      </a:pPr>
                      <a:r>
                        <a:rPr lang="en-US" sz="1050" kern="100" dirty="0">
                          <a:solidFill>
                            <a:srgbClr val="E15561"/>
                          </a:solidFill>
                          <a:effectLst/>
                          <a:latin typeface="Catamaran" panose="020B0604020202020204" charset="0"/>
                          <a:cs typeface="Catamaran" panose="020B0604020202020204" charset="0"/>
                        </a:rPr>
                        <a:t>The failure appears in the dashboard.</a:t>
                      </a:r>
                    </a:p>
                    <a:p>
                      <a:pPr marL="0" marR="0" algn="ctr" defTabSz="914400" rtl="0" eaLnBrk="1" latinLnBrk="0" hangingPunct="1">
                        <a:lnSpc>
                          <a:spcPct val="150000"/>
                        </a:lnSpc>
                        <a:buNone/>
                      </a:pPr>
                      <a:r>
                        <a:rPr lang="en-US" sz="1050" kern="100" dirty="0">
                          <a:solidFill>
                            <a:srgbClr val="E15561"/>
                          </a:solidFill>
                          <a:effectLst/>
                          <a:latin typeface="Catamaran" panose="020B0604020202020204" charset="0"/>
                          <a:cs typeface="Catamaran" panose="020B0604020202020204" charset="0"/>
                        </a:rPr>
                        <a:t>SMS to the driver</a:t>
                      </a:r>
                      <a:endParaRPr lang="en-US" sz="1050" kern="100" dirty="0">
                        <a:solidFill>
                          <a:srgbClr val="E15561"/>
                        </a:solidFill>
                        <a:effectLst/>
                        <a:latin typeface="Catamaran" panose="020B0604020202020204" charset="0"/>
                        <a:ea typeface="+mn-ea"/>
                        <a:cs typeface="Catamaran" panose="020B0604020202020204" charset="0"/>
                      </a:endParaRPr>
                    </a:p>
                  </a:txBody>
                  <a:tcPr marL="64748" marR="64748" marT="0" marB="0" anchor="ctr"/>
                </a:tc>
                <a:extLst>
                  <a:ext uri="{0D108BD9-81ED-4DB2-BD59-A6C34878D82A}">
                    <a16:rowId xmlns:a16="http://schemas.microsoft.com/office/drawing/2014/main" val="424990139"/>
                  </a:ext>
                </a:extLst>
              </a:tr>
              <a:tr h="620025">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050" kern="100" dirty="0">
                          <a:solidFill>
                            <a:srgbClr val="E15561"/>
                          </a:solidFill>
                          <a:effectLst/>
                          <a:latin typeface="Catamaran" panose="020B0604020202020204" charset="0"/>
                          <a:cs typeface="Catamaran" panose="020B0604020202020204" charset="0"/>
                        </a:rPr>
                        <a:t>T4</a:t>
                      </a:r>
                      <a:endParaRPr lang="en-US" sz="105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050" kern="100" dirty="0">
                          <a:solidFill>
                            <a:srgbClr val="E15561"/>
                          </a:solidFill>
                          <a:effectLst/>
                          <a:latin typeface="Catamaran" panose="020B0604020202020204" charset="0"/>
                          <a:cs typeface="Catamaran" panose="020B0604020202020204" charset="0"/>
                        </a:rPr>
                        <a:t>Multi-sensor human detection after engine OFF</a:t>
                      </a:r>
                      <a:endParaRPr lang="en-US" sz="105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050" kern="100" dirty="0">
                          <a:solidFill>
                            <a:srgbClr val="E15561"/>
                          </a:solidFill>
                          <a:effectLst/>
                          <a:latin typeface="Catamaran" panose="020B0604020202020204" charset="0"/>
                          <a:cs typeface="Catamaran" panose="020B0604020202020204" charset="0"/>
                        </a:rPr>
                        <a:t>The action sequence is activated</a:t>
                      </a:r>
                      <a:endParaRPr lang="en-US" sz="105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extLst>
                  <a:ext uri="{0D108BD9-81ED-4DB2-BD59-A6C34878D82A}">
                    <a16:rowId xmlns:a16="http://schemas.microsoft.com/office/drawing/2014/main" val="1595770660"/>
                  </a:ext>
                </a:extLst>
              </a:tr>
              <a:tr h="407445">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050" kern="100" dirty="0">
                          <a:solidFill>
                            <a:srgbClr val="E15561"/>
                          </a:solidFill>
                          <a:effectLst/>
                          <a:latin typeface="Catamaran" panose="020B0604020202020204" charset="0"/>
                          <a:cs typeface="Catamaran" panose="020B0604020202020204" charset="0"/>
                        </a:rPr>
                        <a:t>T5</a:t>
                      </a:r>
                      <a:endParaRPr lang="en-US" sz="105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050" kern="100" dirty="0">
                          <a:solidFill>
                            <a:srgbClr val="E15561"/>
                          </a:solidFill>
                          <a:effectLst/>
                          <a:latin typeface="Catamaran" panose="020B0604020202020204" charset="0"/>
                          <a:cs typeface="Catamaran" panose="020B0604020202020204" charset="0"/>
                        </a:rPr>
                        <a:t>Engine ON with multi-sensor human detection</a:t>
                      </a:r>
                      <a:endParaRPr lang="en-US" sz="105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050" kern="100" dirty="0">
                          <a:solidFill>
                            <a:srgbClr val="E15561"/>
                          </a:solidFill>
                          <a:effectLst/>
                          <a:latin typeface="Catamaran" panose="020B0604020202020204" charset="0"/>
                          <a:cs typeface="Catamaran" panose="020B0604020202020204" charset="0"/>
                        </a:rPr>
                        <a:t>No emergency actions are triggered when ignition is ON.</a:t>
                      </a:r>
                    </a:p>
                    <a:p>
                      <a:pPr marL="0" marR="0" algn="ctr">
                        <a:lnSpc>
                          <a:spcPct val="150000"/>
                        </a:lnSpc>
                        <a:buNone/>
                      </a:pPr>
                      <a:r>
                        <a:rPr lang="en-US" sz="1050" kern="100" dirty="0">
                          <a:solidFill>
                            <a:srgbClr val="E15561"/>
                          </a:solidFill>
                          <a:effectLst/>
                          <a:latin typeface="Catamaran" panose="020B0604020202020204" charset="0"/>
                          <a:cs typeface="Catamaran" panose="020B0604020202020204" charset="0"/>
                        </a:rPr>
                        <a:t>Monitoring mode (Dashboard)</a:t>
                      </a:r>
                      <a:endParaRPr lang="en-US" sz="105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extLst>
                  <a:ext uri="{0D108BD9-81ED-4DB2-BD59-A6C34878D82A}">
                    <a16:rowId xmlns:a16="http://schemas.microsoft.com/office/drawing/2014/main" val="1641158761"/>
                  </a:ext>
                </a:extLst>
              </a:tr>
              <a:tr h="407445">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ptos" panose="02110004020202020204"/>
                          <a:sym typeface="Arial"/>
                        </a:defRPr>
                      </a:lvl9pPr>
                    </a:lstStyle>
                    <a:p>
                      <a:pPr marL="0" marR="0" algn="ctr">
                        <a:lnSpc>
                          <a:spcPct val="150000"/>
                        </a:lnSpc>
                        <a:buNone/>
                      </a:pPr>
                      <a:r>
                        <a:rPr lang="en-US" sz="1050" kern="100" dirty="0">
                          <a:solidFill>
                            <a:srgbClr val="E15561"/>
                          </a:solidFill>
                          <a:effectLst/>
                          <a:latin typeface="Catamaran" panose="020B0604020202020204" charset="0"/>
                          <a:cs typeface="Catamaran" panose="020B0604020202020204" charset="0"/>
                        </a:rPr>
                        <a:t>T6</a:t>
                      </a:r>
                      <a:endParaRPr lang="en-US" sz="105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050" kern="100" dirty="0">
                          <a:solidFill>
                            <a:srgbClr val="E15561"/>
                          </a:solidFill>
                          <a:effectLst/>
                          <a:latin typeface="Catamaran" panose="020B0604020202020204" charset="0"/>
                          <a:cs typeface="Catamaran" panose="020B0604020202020204" charset="0"/>
                        </a:rPr>
                        <a:t>Child lying on the bus floor</a:t>
                      </a:r>
                      <a:endParaRPr lang="en-US" sz="105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ptos" panose="02110004020202020204"/>
                          <a:sym typeface="Arial"/>
                        </a:defRPr>
                      </a:lvl9pPr>
                    </a:lstStyle>
                    <a:p>
                      <a:pPr marL="0" marR="0" algn="ctr">
                        <a:lnSpc>
                          <a:spcPct val="150000"/>
                        </a:lnSpc>
                        <a:buNone/>
                      </a:pPr>
                      <a:r>
                        <a:rPr lang="en-US" sz="1050" kern="100" dirty="0">
                          <a:solidFill>
                            <a:srgbClr val="E15561"/>
                          </a:solidFill>
                          <a:effectLst/>
                          <a:latin typeface="Catamaran" panose="020B0604020202020204" charset="0"/>
                          <a:cs typeface="Catamaran" panose="020B0604020202020204" charset="0"/>
                        </a:rPr>
                        <a:t>Detected by: C1001 sensor, Load sensor, Thermal sensor, IR sensors, and cameras.</a:t>
                      </a:r>
                      <a:endParaRPr lang="en-US" sz="1050" kern="100" dirty="0">
                        <a:solidFill>
                          <a:srgbClr val="E15561"/>
                        </a:solidFill>
                        <a:effectLst/>
                        <a:latin typeface="Catamaran" panose="020B0604020202020204" charset="0"/>
                        <a:ea typeface="Times New Roman" panose="02020603050405020304" pitchFamily="18" charset="0"/>
                        <a:cs typeface="Catamaran" panose="020B0604020202020204" charset="0"/>
                      </a:endParaRPr>
                    </a:p>
                  </a:txBody>
                  <a:tcPr marL="64748" marR="64748" marT="0" marB="0" anchor="ctr"/>
                </a:tc>
                <a:extLst>
                  <a:ext uri="{0D108BD9-81ED-4DB2-BD59-A6C34878D82A}">
                    <a16:rowId xmlns:a16="http://schemas.microsoft.com/office/drawing/2014/main" val="810191471"/>
                  </a:ext>
                </a:extLst>
              </a:tr>
            </a:tbl>
          </a:graphicData>
        </a:graphic>
      </p:graphicFrame>
    </p:spTree>
    <p:extLst>
      <p:ext uri="{BB962C8B-B14F-4D97-AF65-F5344CB8AC3E}">
        <p14:creationId xmlns:p14="http://schemas.microsoft.com/office/powerpoint/2010/main" val="32850282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326B0D60-B554-4072-AB55-2903DAC14552}"/>
              </a:ext>
            </a:extLst>
          </p:cNvPr>
          <p:cNvSpPr/>
          <p:nvPr/>
        </p:nvSpPr>
        <p:spPr>
          <a:xfrm>
            <a:off x="6119422" y="1388935"/>
            <a:ext cx="2315545" cy="2969724"/>
          </a:xfrm>
          <a:prstGeom prst="rect">
            <a:avLst/>
          </a:prstGeom>
          <a:solidFill>
            <a:srgbClr val="020202"/>
          </a:solidFill>
          <a:ln>
            <a:solidFill>
              <a:schemeClr val="accent6"/>
            </a:solidFill>
          </a:ln>
        </p:spPr>
        <p:txBody>
          <a:bodyPr wrap="square">
            <a:spAutoFit/>
          </a:bodyPr>
          <a:lstStyle/>
          <a:p>
            <a:pPr algn="ctr">
              <a:lnSpc>
                <a:spcPct val="150000"/>
              </a:lnSpc>
            </a:pPr>
            <a:endParaRPr lang="en-US" sz="1050" dirty="0">
              <a:latin typeface="Mouse Memoirs" panose="020B0604020202020204" charset="0"/>
              <a:cs typeface="Catamaran" panose="020B0604020202020204" charset="0"/>
            </a:endParaRPr>
          </a:p>
          <a:p>
            <a:pPr algn="ctr">
              <a:lnSpc>
                <a:spcPct val="150000"/>
              </a:lnSpc>
            </a:pPr>
            <a:endParaRPr lang="en-US" sz="1050" dirty="0">
              <a:latin typeface="Mouse Memoirs" panose="020B0604020202020204" charset="0"/>
              <a:cs typeface="Catamaran" panose="020B0604020202020204" charset="0"/>
            </a:endParaRPr>
          </a:p>
          <a:p>
            <a:pPr algn="ctr">
              <a:lnSpc>
                <a:spcPct val="150000"/>
              </a:lnSpc>
            </a:pPr>
            <a:endParaRPr lang="en-US" sz="1050" dirty="0">
              <a:latin typeface="Mouse Memoirs" panose="020B0604020202020204" charset="0"/>
              <a:cs typeface="Catamaran" panose="020B0604020202020204" charset="0"/>
            </a:endParaRPr>
          </a:p>
          <a:p>
            <a:pPr algn="ctr">
              <a:lnSpc>
                <a:spcPct val="150000"/>
              </a:lnSpc>
            </a:pPr>
            <a:endParaRPr lang="en-US" sz="1050" dirty="0">
              <a:latin typeface="Mouse Memoirs" panose="020B0604020202020204" charset="0"/>
              <a:cs typeface="Catamaran" panose="020B0604020202020204" charset="0"/>
            </a:endParaRPr>
          </a:p>
          <a:p>
            <a:pPr algn="ctr">
              <a:lnSpc>
                <a:spcPct val="150000"/>
              </a:lnSpc>
            </a:pPr>
            <a:endParaRPr lang="en-US" sz="1050" dirty="0">
              <a:latin typeface="Mouse Memoirs" panose="020B0604020202020204" charset="0"/>
              <a:cs typeface="Catamaran" panose="020B0604020202020204" charset="0"/>
            </a:endParaRPr>
          </a:p>
          <a:p>
            <a:pPr algn="ctr">
              <a:lnSpc>
                <a:spcPct val="150000"/>
              </a:lnSpc>
            </a:pPr>
            <a:endParaRPr lang="en-US" sz="1050" dirty="0">
              <a:latin typeface="Mouse Memoirs" panose="020B0604020202020204" charset="0"/>
              <a:cs typeface="Catamaran" panose="020B0604020202020204" charset="0"/>
            </a:endParaRPr>
          </a:p>
          <a:p>
            <a:pPr algn="ctr">
              <a:lnSpc>
                <a:spcPct val="150000"/>
              </a:lnSpc>
            </a:pPr>
            <a:endParaRPr lang="en-US" sz="1050" dirty="0">
              <a:latin typeface="Mouse Memoirs" panose="020B0604020202020204" charset="0"/>
              <a:cs typeface="Catamaran" panose="020B0604020202020204" charset="0"/>
            </a:endParaRPr>
          </a:p>
          <a:p>
            <a:pPr algn="ctr">
              <a:lnSpc>
                <a:spcPct val="150000"/>
              </a:lnSpc>
            </a:pPr>
            <a:endParaRPr lang="en-US" sz="1050" dirty="0">
              <a:latin typeface="Mouse Memoirs" panose="020B0604020202020204" charset="0"/>
              <a:cs typeface="Catamaran" panose="020B0604020202020204" charset="0"/>
            </a:endParaRPr>
          </a:p>
          <a:p>
            <a:pPr algn="ctr">
              <a:lnSpc>
                <a:spcPct val="150000"/>
              </a:lnSpc>
            </a:pPr>
            <a:endParaRPr lang="en-US" sz="1050" dirty="0">
              <a:latin typeface="Mouse Memoirs" panose="020B0604020202020204" charset="0"/>
              <a:cs typeface="Catamaran" panose="020B0604020202020204" charset="0"/>
            </a:endParaRPr>
          </a:p>
          <a:p>
            <a:pPr algn="ctr">
              <a:lnSpc>
                <a:spcPct val="150000"/>
              </a:lnSpc>
            </a:pPr>
            <a:endParaRPr lang="en-US" sz="1050" dirty="0">
              <a:latin typeface="Mouse Memoirs" panose="020B0604020202020204" charset="0"/>
              <a:cs typeface="Catamaran" panose="020B0604020202020204" charset="0"/>
            </a:endParaRPr>
          </a:p>
          <a:p>
            <a:pPr algn="ctr">
              <a:lnSpc>
                <a:spcPct val="150000"/>
              </a:lnSpc>
            </a:pPr>
            <a:endParaRPr lang="en-US" sz="1050" dirty="0">
              <a:latin typeface="Mouse Memoirs" panose="020B0604020202020204" charset="0"/>
              <a:cs typeface="Catamaran" panose="020B0604020202020204" charset="0"/>
            </a:endParaRPr>
          </a:p>
          <a:p>
            <a:pPr algn="ctr">
              <a:lnSpc>
                <a:spcPct val="150000"/>
              </a:lnSpc>
            </a:pPr>
            <a:endParaRPr lang="en-US" sz="1050" dirty="0">
              <a:latin typeface="Mouse Memoirs" panose="020B0604020202020204" charset="0"/>
              <a:cs typeface="Catamaran" panose="020B0604020202020204" charset="0"/>
            </a:endParaRPr>
          </a:p>
        </p:txBody>
      </p:sp>
      <p:pic>
        <p:nvPicPr>
          <p:cNvPr id="28" name="Picture 27">
            <a:extLst>
              <a:ext uri="{FF2B5EF4-FFF2-40B4-BE49-F238E27FC236}">
                <a16:creationId xmlns:a16="http://schemas.microsoft.com/office/drawing/2014/main" id="{FD29CAC7-79F1-4038-987D-670D4FD2670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61077" y="727347"/>
            <a:ext cx="2232233" cy="535538"/>
          </a:xfrm>
          <a:prstGeom prst="rect">
            <a:avLst/>
          </a:prstGeom>
          <a:noFill/>
        </p:spPr>
      </p:pic>
      <p:sp>
        <p:nvSpPr>
          <p:cNvPr id="29" name="Rectangle 28">
            <a:extLst>
              <a:ext uri="{FF2B5EF4-FFF2-40B4-BE49-F238E27FC236}">
                <a16:creationId xmlns:a16="http://schemas.microsoft.com/office/drawing/2014/main" id="{68926249-BF92-41E3-B935-C5C9A48FEEF2}"/>
              </a:ext>
            </a:extLst>
          </p:cNvPr>
          <p:cNvSpPr/>
          <p:nvPr/>
        </p:nvSpPr>
        <p:spPr>
          <a:xfrm>
            <a:off x="6030229" y="501697"/>
            <a:ext cx="2420351" cy="761188"/>
          </a:xfrm>
          <a:prstGeom prst="rect">
            <a:avLst/>
          </a:prstGeom>
          <a:solidFill>
            <a:srgbClr val="9EDADA"/>
          </a:solidFill>
          <a:ln>
            <a:solidFill>
              <a:srgbClr val="9EDA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oogle Shape;2774;p67">
            <a:extLst>
              <a:ext uri="{FF2B5EF4-FFF2-40B4-BE49-F238E27FC236}">
                <a16:creationId xmlns:a16="http://schemas.microsoft.com/office/drawing/2014/main" id="{3DEA026F-A8E0-413A-95A6-51D87E8C0F1D}"/>
              </a:ext>
            </a:extLst>
          </p:cNvPr>
          <p:cNvGrpSpPr/>
          <p:nvPr/>
        </p:nvGrpSpPr>
        <p:grpSpPr>
          <a:xfrm>
            <a:off x="360000" y="2203967"/>
            <a:ext cx="3524593" cy="2576833"/>
            <a:chOff x="4288659" y="1265311"/>
            <a:chExt cx="4305000" cy="3278810"/>
          </a:xfrm>
        </p:grpSpPr>
        <p:sp>
          <p:nvSpPr>
            <p:cNvPr id="7" name="Google Shape;2775;p67">
              <a:extLst>
                <a:ext uri="{FF2B5EF4-FFF2-40B4-BE49-F238E27FC236}">
                  <a16:creationId xmlns:a16="http://schemas.microsoft.com/office/drawing/2014/main" id="{753E623B-3B0C-4581-AEA2-363151594215}"/>
                </a:ext>
              </a:extLst>
            </p:cNvPr>
            <p:cNvSpPr/>
            <p:nvPr/>
          </p:nvSpPr>
          <p:spPr>
            <a:xfrm>
              <a:off x="4288659" y="1265311"/>
              <a:ext cx="4305000" cy="2723700"/>
            </a:xfrm>
            <a:prstGeom prst="roundRect">
              <a:avLst>
                <a:gd name="adj" fmla="val 385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776;p67">
              <a:extLst>
                <a:ext uri="{FF2B5EF4-FFF2-40B4-BE49-F238E27FC236}">
                  <a16:creationId xmlns:a16="http://schemas.microsoft.com/office/drawing/2014/main" id="{9043CF00-E933-4099-8A9B-470795F90997}"/>
                </a:ext>
              </a:extLst>
            </p:cNvPr>
            <p:cNvSpPr/>
            <p:nvPr/>
          </p:nvSpPr>
          <p:spPr>
            <a:xfrm>
              <a:off x="4317929" y="1294982"/>
              <a:ext cx="4246500" cy="2664300"/>
            </a:xfrm>
            <a:prstGeom prst="roundRect">
              <a:avLst>
                <a:gd name="adj" fmla="val 3282"/>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777;p67">
              <a:extLst>
                <a:ext uri="{FF2B5EF4-FFF2-40B4-BE49-F238E27FC236}">
                  <a16:creationId xmlns:a16="http://schemas.microsoft.com/office/drawing/2014/main" id="{4238509A-1717-4BBC-8AB2-FD267E313DE8}"/>
                </a:ext>
              </a:extLst>
            </p:cNvPr>
            <p:cNvSpPr/>
            <p:nvPr/>
          </p:nvSpPr>
          <p:spPr>
            <a:xfrm>
              <a:off x="5704289" y="3959295"/>
              <a:ext cx="1470128" cy="584826"/>
            </a:xfrm>
            <a:custGeom>
              <a:avLst/>
              <a:gdLst/>
              <a:ahLst/>
              <a:cxnLst/>
              <a:rect l="l" t="t" r="r" b="b"/>
              <a:pathLst>
                <a:path w="65999" h="24926" extrusionOk="0">
                  <a:moveTo>
                    <a:pt x="13372" y="0"/>
                  </a:moveTo>
                  <a:cubicBezTo>
                    <a:pt x="13051" y="1881"/>
                    <a:pt x="12653" y="8225"/>
                    <a:pt x="11445" y="11283"/>
                  </a:cubicBezTo>
                  <a:cubicBezTo>
                    <a:pt x="10237" y="14341"/>
                    <a:pt x="7883" y="16511"/>
                    <a:pt x="6125" y="18346"/>
                  </a:cubicBezTo>
                  <a:cubicBezTo>
                    <a:pt x="4367" y="20181"/>
                    <a:pt x="1875" y="21297"/>
                    <a:pt x="896" y="22291"/>
                  </a:cubicBezTo>
                  <a:cubicBezTo>
                    <a:pt x="-82" y="23285"/>
                    <a:pt x="-174" y="23896"/>
                    <a:pt x="254" y="24309"/>
                  </a:cubicBezTo>
                  <a:cubicBezTo>
                    <a:pt x="682" y="24722"/>
                    <a:pt x="805" y="24692"/>
                    <a:pt x="3465" y="24768"/>
                  </a:cubicBezTo>
                  <a:cubicBezTo>
                    <a:pt x="6125" y="24845"/>
                    <a:pt x="10925" y="24768"/>
                    <a:pt x="16215" y="24768"/>
                  </a:cubicBezTo>
                  <a:cubicBezTo>
                    <a:pt x="21505" y="24768"/>
                    <a:pt x="28630" y="24768"/>
                    <a:pt x="35204" y="24768"/>
                  </a:cubicBezTo>
                  <a:cubicBezTo>
                    <a:pt x="41778" y="24768"/>
                    <a:pt x="50783" y="24768"/>
                    <a:pt x="55660" y="24768"/>
                  </a:cubicBezTo>
                  <a:cubicBezTo>
                    <a:pt x="60537" y="24768"/>
                    <a:pt x="62754" y="25104"/>
                    <a:pt x="64466" y="24768"/>
                  </a:cubicBezTo>
                  <a:cubicBezTo>
                    <a:pt x="66178" y="24432"/>
                    <a:pt x="66056" y="23346"/>
                    <a:pt x="65934" y="22750"/>
                  </a:cubicBezTo>
                  <a:cubicBezTo>
                    <a:pt x="65812" y="22154"/>
                    <a:pt x="65353" y="22765"/>
                    <a:pt x="63732" y="21190"/>
                  </a:cubicBezTo>
                  <a:cubicBezTo>
                    <a:pt x="62111" y="19615"/>
                    <a:pt x="57999" y="16512"/>
                    <a:pt x="56210" y="13301"/>
                  </a:cubicBezTo>
                  <a:cubicBezTo>
                    <a:pt x="54421" y="10091"/>
                    <a:pt x="53505" y="4083"/>
                    <a:pt x="53000" y="1927"/>
                  </a:cubicBezTo>
                  <a:cubicBezTo>
                    <a:pt x="52496" y="-229"/>
                    <a:pt x="53153" y="627"/>
                    <a:pt x="53183" y="367"/>
                  </a:cubicBezTo>
                </a:path>
              </a:pathLst>
            </a:custGeom>
            <a:solidFill>
              <a:schemeClr val="lt1"/>
            </a:solidFill>
            <a:ln>
              <a:noFill/>
            </a:ln>
          </p:spPr>
          <p:txBody>
            <a:bodyPr/>
            <a:lstStyle/>
            <a:p>
              <a:endParaRPr lang="en-US"/>
            </a:p>
          </p:txBody>
        </p:sp>
      </p:grpSp>
      <p:pic>
        <p:nvPicPr>
          <p:cNvPr id="14" name="Picture 13">
            <a:extLst>
              <a:ext uri="{FF2B5EF4-FFF2-40B4-BE49-F238E27FC236}">
                <a16:creationId xmlns:a16="http://schemas.microsoft.com/office/drawing/2014/main" id="{6C3378E3-ABAA-44DE-82C7-B0192315DAA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1200" y="2355973"/>
            <a:ext cx="3218400" cy="1836511"/>
          </a:xfrm>
          <a:prstGeom prst="rect">
            <a:avLst/>
          </a:prstGeom>
        </p:spPr>
      </p:pic>
      <p:pic>
        <p:nvPicPr>
          <p:cNvPr id="16" name="Picture 15">
            <a:extLst>
              <a:ext uri="{FF2B5EF4-FFF2-40B4-BE49-F238E27FC236}">
                <a16:creationId xmlns:a16="http://schemas.microsoft.com/office/drawing/2014/main" id="{0D6936CB-9E32-42CC-BC47-1FF5B34C0E24}"/>
              </a:ext>
            </a:extLst>
          </p:cNvPr>
          <p:cNvPicPr>
            <a:picLocks noChangeAspect="1"/>
          </p:cNvPicPr>
          <p:nvPr/>
        </p:nvPicPr>
        <p:blipFill>
          <a:blip r:embed="rId4"/>
          <a:stretch>
            <a:fillRect/>
          </a:stretch>
        </p:blipFill>
        <p:spPr>
          <a:xfrm>
            <a:off x="513120" y="2353896"/>
            <a:ext cx="3218400" cy="1838588"/>
          </a:xfrm>
          <a:prstGeom prst="rect">
            <a:avLst/>
          </a:prstGeom>
        </p:spPr>
      </p:pic>
      <p:pic>
        <p:nvPicPr>
          <p:cNvPr id="17" name="Picture 16">
            <a:extLst>
              <a:ext uri="{FF2B5EF4-FFF2-40B4-BE49-F238E27FC236}">
                <a16:creationId xmlns:a16="http://schemas.microsoft.com/office/drawing/2014/main" id="{F8A663E8-981A-4735-AC84-0262FA584D41}"/>
              </a:ext>
            </a:extLst>
          </p:cNvPr>
          <p:cNvPicPr>
            <a:picLocks noChangeAspect="1"/>
          </p:cNvPicPr>
          <p:nvPr/>
        </p:nvPicPr>
        <p:blipFill>
          <a:blip r:embed="rId5"/>
          <a:stretch>
            <a:fillRect/>
          </a:stretch>
        </p:blipFill>
        <p:spPr>
          <a:xfrm>
            <a:off x="4254669" y="1255395"/>
            <a:ext cx="1468755" cy="2962276"/>
          </a:xfrm>
          <a:prstGeom prst="rect">
            <a:avLst/>
          </a:prstGeom>
        </p:spPr>
      </p:pic>
      <p:pic>
        <p:nvPicPr>
          <p:cNvPr id="18" name="Picture 17">
            <a:extLst>
              <a:ext uri="{FF2B5EF4-FFF2-40B4-BE49-F238E27FC236}">
                <a16:creationId xmlns:a16="http://schemas.microsoft.com/office/drawing/2014/main" id="{AACE396D-8552-4A40-A4B8-874D0E91004C}"/>
              </a:ext>
            </a:extLst>
          </p:cNvPr>
          <p:cNvPicPr>
            <a:picLocks noChangeAspect="1"/>
          </p:cNvPicPr>
          <p:nvPr/>
        </p:nvPicPr>
        <p:blipFill>
          <a:blip r:embed="rId6"/>
          <a:stretch>
            <a:fillRect/>
          </a:stretch>
        </p:blipFill>
        <p:spPr>
          <a:xfrm>
            <a:off x="498709" y="2361087"/>
            <a:ext cx="3218400" cy="1818181"/>
          </a:xfrm>
          <a:prstGeom prst="rect">
            <a:avLst/>
          </a:prstGeom>
        </p:spPr>
      </p:pic>
      <p:grpSp>
        <p:nvGrpSpPr>
          <p:cNvPr id="22" name="Group 21">
            <a:extLst>
              <a:ext uri="{FF2B5EF4-FFF2-40B4-BE49-F238E27FC236}">
                <a16:creationId xmlns:a16="http://schemas.microsoft.com/office/drawing/2014/main" id="{BBE6A537-1261-4EDD-83B1-289010E23633}"/>
              </a:ext>
            </a:extLst>
          </p:cNvPr>
          <p:cNvGrpSpPr/>
          <p:nvPr/>
        </p:nvGrpSpPr>
        <p:grpSpPr>
          <a:xfrm>
            <a:off x="555563" y="2397622"/>
            <a:ext cx="3198001" cy="1818181"/>
            <a:chOff x="360000" y="-503581"/>
            <a:chExt cx="3198001" cy="1818181"/>
          </a:xfrm>
        </p:grpSpPr>
        <p:sp>
          <p:nvSpPr>
            <p:cNvPr id="20" name="Rectangle 19">
              <a:extLst>
                <a:ext uri="{FF2B5EF4-FFF2-40B4-BE49-F238E27FC236}">
                  <a16:creationId xmlns:a16="http://schemas.microsoft.com/office/drawing/2014/main" id="{B006E3DF-971A-40C7-B62A-D20C259F9A2B}"/>
                </a:ext>
              </a:extLst>
            </p:cNvPr>
            <p:cNvSpPr/>
            <p:nvPr/>
          </p:nvSpPr>
          <p:spPr>
            <a:xfrm>
              <a:off x="360000" y="-503581"/>
              <a:ext cx="3198001" cy="1818181"/>
            </a:xfrm>
            <a:prstGeom prst="rect">
              <a:avLst/>
            </a:prstGeom>
            <a:solidFill>
              <a:srgbClr val="F1C441"/>
            </a:solidFill>
            <a:ln>
              <a:solidFill>
                <a:srgbClr val="1117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DAD85168-F884-4E62-BEF5-40360FDE2E35}"/>
                </a:ext>
              </a:extLst>
            </p:cNvPr>
            <p:cNvPicPr>
              <a:picLocks noChangeAspect="1"/>
            </p:cNvPicPr>
            <p:nvPr/>
          </p:nvPicPr>
          <p:blipFill rotWithShape="1">
            <a:blip r:embed="rId7">
              <a:extLst>
                <a:ext uri="{28A0092B-C50C-407E-A947-70E740481C1C}">
                  <a14:useLocalDpi xmlns:a14="http://schemas.microsoft.com/office/drawing/2010/main" val="0"/>
                </a:ext>
              </a:extLst>
            </a:blip>
            <a:srcRect b="5908"/>
            <a:stretch>
              <a:fillRect/>
            </a:stretch>
          </p:blipFill>
          <p:spPr bwMode="auto">
            <a:xfrm>
              <a:off x="397738" y="-339687"/>
              <a:ext cx="3122524" cy="1199317"/>
            </a:xfrm>
            <a:prstGeom prst="rect">
              <a:avLst/>
            </a:prstGeom>
            <a:noFill/>
            <a:ln>
              <a:noFill/>
            </a:ln>
            <a:extLst>
              <a:ext uri="{53640926-AAD7-44D8-BBD7-CCE9431645EC}">
                <a14:shadowObscured xmlns:a14="http://schemas.microsoft.com/office/drawing/2010/main"/>
              </a:ext>
            </a:extLst>
          </p:spPr>
        </p:pic>
      </p:grpSp>
      <p:pic>
        <p:nvPicPr>
          <p:cNvPr id="24" name="Picture 23">
            <a:extLst>
              <a:ext uri="{FF2B5EF4-FFF2-40B4-BE49-F238E27FC236}">
                <a16:creationId xmlns:a16="http://schemas.microsoft.com/office/drawing/2014/main" id="{12901C76-B65D-489D-8D6C-1117BEB71D0A}"/>
              </a:ext>
            </a:extLst>
          </p:cNvPr>
          <p:cNvPicPr>
            <a:picLocks noChangeAspect="1"/>
          </p:cNvPicPr>
          <p:nvPr/>
        </p:nvPicPr>
        <p:blipFill>
          <a:blip r:embed="rId8"/>
          <a:stretch>
            <a:fillRect/>
          </a:stretch>
        </p:blipFill>
        <p:spPr>
          <a:xfrm>
            <a:off x="4251598" y="1254342"/>
            <a:ext cx="1468755" cy="2960408"/>
          </a:xfrm>
          <a:prstGeom prst="rect">
            <a:avLst/>
          </a:prstGeom>
        </p:spPr>
      </p:pic>
      <p:sp>
        <p:nvSpPr>
          <p:cNvPr id="13" name="Google Shape;2811;p69">
            <a:extLst>
              <a:ext uri="{FF2B5EF4-FFF2-40B4-BE49-F238E27FC236}">
                <a16:creationId xmlns:a16="http://schemas.microsoft.com/office/drawing/2014/main" id="{4FE2060A-26C5-468C-A274-209AF86AD092}"/>
              </a:ext>
            </a:extLst>
          </p:cNvPr>
          <p:cNvSpPr/>
          <p:nvPr/>
        </p:nvSpPr>
        <p:spPr>
          <a:xfrm>
            <a:off x="4212903" y="993600"/>
            <a:ext cx="1549136" cy="3507717"/>
          </a:xfrm>
          <a:custGeom>
            <a:avLst/>
            <a:gdLst/>
            <a:ahLst/>
            <a:cxnLst/>
            <a:rect l="l" t="t" r="r" b="b"/>
            <a:pathLst>
              <a:path w="103480" h="206345" extrusionOk="0">
                <a:moveTo>
                  <a:pt x="61741" y="8558"/>
                </a:moveTo>
                <a:cubicBezTo>
                  <a:pt x="62649" y="8558"/>
                  <a:pt x="62637" y="9975"/>
                  <a:pt x="61704" y="9975"/>
                </a:cubicBezTo>
                <a:cubicBezTo>
                  <a:pt x="61677" y="9975"/>
                  <a:pt x="61650" y="9973"/>
                  <a:pt x="61623" y="9971"/>
                </a:cubicBezTo>
                <a:lnTo>
                  <a:pt x="40979" y="9971"/>
                </a:lnTo>
                <a:cubicBezTo>
                  <a:pt x="40952" y="9973"/>
                  <a:pt x="40925" y="9975"/>
                  <a:pt x="40898" y="9975"/>
                </a:cubicBezTo>
                <a:cubicBezTo>
                  <a:pt x="39965" y="9975"/>
                  <a:pt x="39952" y="8558"/>
                  <a:pt x="40861" y="8558"/>
                </a:cubicBezTo>
                <a:cubicBezTo>
                  <a:pt x="40899" y="8558"/>
                  <a:pt x="40938" y="8561"/>
                  <a:pt x="40979" y="8566"/>
                </a:cubicBezTo>
                <a:lnTo>
                  <a:pt x="61623" y="8566"/>
                </a:lnTo>
                <a:cubicBezTo>
                  <a:pt x="61664" y="8561"/>
                  <a:pt x="61703" y="8558"/>
                  <a:pt x="61741" y="8558"/>
                </a:cubicBezTo>
                <a:close/>
                <a:moveTo>
                  <a:pt x="100713" y="16164"/>
                </a:moveTo>
                <a:lnTo>
                  <a:pt x="100713" y="189567"/>
                </a:lnTo>
                <a:lnTo>
                  <a:pt x="2987" y="189567"/>
                </a:lnTo>
                <a:lnTo>
                  <a:pt x="2987" y="16164"/>
                </a:lnTo>
                <a:close/>
                <a:moveTo>
                  <a:pt x="22357" y="196638"/>
                </a:moveTo>
                <a:lnTo>
                  <a:pt x="22313" y="197165"/>
                </a:lnTo>
                <a:lnTo>
                  <a:pt x="18448" y="197165"/>
                </a:lnTo>
                <a:lnTo>
                  <a:pt x="18448" y="196638"/>
                </a:lnTo>
                <a:close/>
                <a:moveTo>
                  <a:pt x="53277" y="196726"/>
                </a:moveTo>
                <a:cubicBezTo>
                  <a:pt x="53365" y="196726"/>
                  <a:pt x="53453" y="196814"/>
                  <a:pt x="53453" y="196945"/>
                </a:cubicBezTo>
                <a:lnTo>
                  <a:pt x="53453" y="199976"/>
                </a:lnTo>
                <a:cubicBezTo>
                  <a:pt x="53453" y="200064"/>
                  <a:pt x="53365" y="200152"/>
                  <a:pt x="53234" y="200152"/>
                </a:cubicBezTo>
                <a:lnTo>
                  <a:pt x="50203" y="200152"/>
                </a:lnTo>
                <a:cubicBezTo>
                  <a:pt x="50071" y="200152"/>
                  <a:pt x="49983" y="200064"/>
                  <a:pt x="49983" y="199976"/>
                </a:cubicBezTo>
                <a:lnTo>
                  <a:pt x="49983" y="196945"/>
                </a:lnTo>
                <a:cubicBezTo>
                  <a:pt x="49983" y="196814"/>
                  <a:pt x="50071" y="196726"/>
                  <a:pt x="50203" y="196726"/>
                </a:cubicBezTo>
                <a:close/>
                <a:moveTo>
                  <a:pt x="80706" y="196517"/>
                </a:moveTo>
                <a:cubicBezTo>
                  <a:pt x="80761" y="196517"/>
                  <a:pt x="80816" y="196528"/>
                  <a:pt x="80860" y="196550"/>
                </a:cubicBezTo>
                <a:cubicBezTo>
                  <a:pt x="80948" y="196638"/>
                  <a:pt x="80948" y="196770"/>
                  <a:pt x="80860" y="196858"/>
                </a:cubicBezTo>
                <a:lnTo>
                  <a:pt x="79455" y="198263"/>
                </a:lnTo>
                <a:cubicBezTo>
                  <a:pt x="79367" y="198351"/>
                  <a:pt x="79323" y="198439"/>
                  <a:pt x="79323" y="198527"/>
                </a:cubicBezTo>
                <a:cubicBezTo>
                  <a:pt x="79323" y="198614"/>
                  <a:pt x="79367" y="198702"/>
                  <a:pt x="79455" y="198790"/>
                </a:cubicBezTo>
                <a:lnTo>
                  <a:pt x="80860" y="200196"/>
                </a:lnTo>
                <a:cubicBezTo>
                  <a:pt x="80948" y="200284"/>
                  <a:pt x="80948" y="200415"/>
                  <a:pt x="80860" y="200503"/>
                </a:cubicBezTo>
                <a:cubicBezTo>
                  <a:pt x="80816" y="200547"/>
                  <a:pt x="80761" y="200569"/>
                  <a:pt x="80706" y="200569"/>
                </a:cubicBezTo>
                <a:cubicBezTo>
                  <a:pt x="80652" y="200569"/>
                  <a:pt x="80597" y="200547"/>
                  <a:pt x="80553" y="200503"/>
                </a:cubicBezTo>
                <a:lnTo>
                  <a:pt x="79147" y="199098"/>
                </a:lnTo>
                <a:cubicBezTo>
                  <a:pt x="79015" y="198922"/>
                  <a:pt x="78928" y="198746"/>
                  <a:pt x="78928" y="198527"/>
                </a:cubicBezTo>
                <a:cubicBezTo>
                  <a:pt x="78928" y="198307"/>
                  <a:pt x="79015" y="198131"/>
                  <a:pt x="79147" y="198000"/>
                </a:cubicBezTo>
                <a:lnTo>
                  <a:pt x="80553" y="196550"/>
                </a:lnTo>
                <a:cubicBezTo>
                  <a:pt x="80597" y="196528"/>
                  <a:pt x="80652" y="196517"/>
                  <a:pt x="80706" y="196517"/>
                </a:cubicBezTo>
                <a:close/>
                <a:moveTo>
                  <a:pt x="15461" y="1"/>
                </a:moveTo>
                <a:cubicBezTo>
                  <a:pt x="6940" y="1"/>
                  <a:pt x="1" y="6941"/>
                  <a:pt x="1" y="15461"/>
                </a:cubicBezTo>
                <a:lnTo>
                  <a:pt x="1" y="190884"/>
                </a:lnTo>
                <a:cubicBezTo>
                  <a:pt x="1" y="199405"/>
                  <a:pt x="6940" y="206345"/>
                  <a:pt x="15461" y="206345"/>
                </a:cubicBezTo>
                <a:lnTo>
                  <a:pt x="88019" y="206345"/>
                </a:lnTo>
                <a:cubicBezTo>
                  <a:pt x="96540" y="206345"/>
                  <a:pt x="103480" y="199405"/>
                  <a:pt x="103480" y="190884"/>
                </a:cubicBezTo>
                <a:lnTo>
                  <a:pt x="103480" y="15461"/>
                </a:lnTo>
                <a:cubicBezTo>
                  <a:pt x="103480" y="6941"/>
                  <a:pt x="96540" y="1"/>
                  <a:pt x="880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dirty="0"/>
          </a:p>
        </p:txBody>
      </p:sp>
      <p:grpSp>
        <p:nvGrpSpPr>
          <p:cNvPr id="49" name="Group 48">
            <a:extLst>
              <a:ext uri="{FF2B5EF4-FFF2-40B4-BE49-F238E27FC236}">
                <a16:creationId xmlns:a16="http://schemas.microsoft.com/office/drawing/2014/main" id="{6C9B37DB-21FF-4008-B2B9-7FB4A9502763}"/>
              </a:ext>
            </a:extLst>
          </p:cNvPr>
          <p:cNvGrpSpPr/>
          <p:nvPr/>
        </p:nvGrpSpPr>
        <p:grpSpPr>
          <a:xfrm>
            <a:off x="6090349" y="1267254"/>
            <a:ext cx="2360232" cy="3337362"/>
            <a:chOff x="9271000" y="1182356"/>
            <a:chExt cx="2360232" cy="3337362"/>
          </a:xfrm>
        </p:grpSpPr>
        <p:sp>
          <p:nvSpPr>
            <p:cNvPr id="43" name="Google Shape;2792;p68">
              <a:extLst>
                <a:ext uri="{FF2B5EF4-FFF2-40B4-BE49-F238E27FC236}">
                  <a16:creationId xmlns:a16="http://schemas.microsoft.com/office/drawing/2014/main" id="{D5427C53-D0ED-4277-82D1-1F8FF219A7FC}"/>
                </a:ext>
              </a:extLst>
            </p:cNvPr>
            <p:cNvSpPr/>
            <p:nvPr/>
          </p:nvSpPr>
          <p:spPr>
            <a:xfrm>
              <a:off x="10369917" y="4370848"/>
              <a:ext cx="163058" cy="99196"/>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Rectangle: Rounded Corners 44">
              <a:extLst>
                <a:ext uri="{FF2B5EF4-FFF2-40B4-BE49-F238E27FC236}">
                  <a16:creationId xmlns:a16="http://schemas.microsoft.com/office/drawing/2014/main" id="{E141DE92-CA53-4CEE-B0A7-9DF3A83D44D7}"/>
                </a:ext>
              </a:extLst>
            </p:cNvPr>
            <p:cNvSpPr/>
            <p:nvPr/>
          </p:nvSpPr>
          <p:spPr>
            <a:xfrm>
              <a:off x="9272498" y="1182356"/>
              <a:ext cx="2358734" cy="160565"/>
            </a:xfrm>
            <a:prstGeom prst="roundRect">
              <a:avLst>
                <a:gd name="adj" fmla="val 50000"/>
              </a:avLst>
            </a:prstGeom>
            <a:solidFill>
              <a:srgbClr val="E155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Frame 45">
              <a:extLst>
                <a:ext uri="{FF2B5EF4-FFF2-40B4-BE49-F238E27FC236}">
                  <a16:creationId xmlns:a16="http://schemas.microsoft.com/office/drawing/2014/main" id="{1FAB7A50-0F96-4E2F-992B-773FE24ABF06}"/>
                </a:ext>
              </a:extLst>
            </p:cNvPr>
            <p:cNvSpPr/>
            <p:nvPr/>
          </p:nvSpPr>
          <p:spPr>
            <a:xfrm>
              <a:off x="9271000" y="1242712"/>
              <a:ext cx="2360231" cy="3128136"/>
            </a:xfrm>
            <a:prstGeom prst="frame">
              <a:avLst>
                <a:gd name="adj1" fmla="val 2440"/>
              </a:avLst>
            </a:prstGeom>
            <a:solidFill>
              <a:srgbClr val="E155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7" name="Rectangle: Rounded Corners 46">
              <a:extLst>
                <a:ext uri="{FF2B5EF4-FFF2-40B4-BE49-F238E27FC236}">
                  <a16:creationId xmlns:a16="http://schemas.microsoft.com/office/drawing/2014/main" id="{31573478-0C8A-4C89-BC08-901E67C2F6A4}"/>
                </a:ext>
              </a:extLst>
            </p:cNvPr>
            <p:cNvSpPr/>
            <p:nvPr/>
          </p:nvSpPr>
          <p:spPr>
            <a:xfrm>
              <a:off x="9272498" y="4272190"/>
              <a:ext cx="2358734" cy="247528"/>
            </a:xfrm>
            <a:prstGeom prst="roundRect">
              <a:avLst>
                <a:gd name="adj" fmla="val 26730"/>
              </a:avLst>
            </a:prstGeom>
            <a:solidFill>
              <a:srgbClr val="E155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Google Shape;2792;p68">
              <a:extLst>
                <a:ext uri="{FF2B5EF4-FFF2-40B4-BE49-F238E27FC236}">
                  <a16:creationId xmlns:a16="http://schemas.microsoft.com/office/drawing/2014/main" id="{E1A79C1E-FB96-4954-8405-CC08D637A8CD}"/>
                </a:ext>
              </a:extLst>
            </p:cNvPr>
            <p:cNvSpPr/>
            <p:nvPr/>
          </p:nvSpPr>
          <p:spPr>
            <a:xfrm>
              <a:off x="10332565" y="4306123"/>
              <a:ext cx="250562" cy="12945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0" name="Rectangle 49">
            <a:extLst>
              <a:ext uri="{FF2B5EF4-FFF2-40B4-BE49-F238E27FC236}">
                <a16:creationId xmlns:a16="http://schemas.microsoft.com/office/drawing/2014/main" id="{234872F3-63FC-4E9E-8DCE-08543DA834C3}"/>
              </a:ext>
            </a:extLst>
          </p:cNvPr>
          <p:cNvSpPr/>
          <p:nvPr/>
        </p:nvSpPr>
        <p:spPr>
          <a:xfrm>
            <a:off x="360000" y="589527"/>
            <a:ext cx="4572000" cy="1344727"/>
          </a:xfrm>
          <a:prstGeom prst="rect">
            <a:avLst/>
          </a:prstGeom>
        </p:spPr>
        <p:txBody>
          <a:bodyPr>
            <a:spAutoFit/>
          </a:bodyPr>
          <a:lstStyle/>
          <a:p>
            <a:pPr lvl="0" algn="ctr">
              <a:lnSpc>
                <a:spcPct val="150000"/>
              </a:lnSpc>
            </a:pPr>
            <a:r>
              <a:rPr lang="en-US" dirty="0">
                <a:solidFill>
                  <a:srgbClr val="FFFFFF"/>
                </a:solidFill>
                <a:latin typeface="Mouse Memoirs" panose="020B0604020202020204" charset="0"/>
                <a:cs typeface="Catamaran" panose="020B0604020202020204" charset="0"/>
              </a:rPr>
              <a:t>Accurate child presence detection across all scenarios.</a:t>
            </a:r>
          </a:p>
          <a:p>
            <a:pPr lvl="0" algn="ctr">
              <a:lnSpc>
                <a:spcPct val="150000"/>
              </a:lnSpc>
            </a:pPr>
            <a:r>
              <a:rPr lang="en-US" dirty="0">
                <a:solidFill>
                  <a:srgbClr val="FFFFFF"/>
                </a:solidFill>
                <a:latin typeface="Mouse Memoirs" panose="020B0604020202020204" charset="0"/>
                <a:cs typeface="Catamaran" panose="020B0604020202020204" charset="0"/>
              </a:rPr>
              <a:t>Correct alert escalation without false triggering.</a:t>
            </a:r>
          </a:p>
          <a:p>
            <a:pPr lvl="0" algn="ctr">
              <a:lnSpc>
                <a:spcPct val="150000"/>
              </a:lnSpc>
            </a:pPr>
            <a:r>
              <a:rPr lang="en-US" dirty="0">
                <a:solidFill>
                  <a:srgbClr val="FFFFFF"/>
                </a:solidFill>
                <a:latin typeface="Mouse Memoirs" panose="020B0604020202020204" charset="0"/>
                <a:cs typeface="Catamaran" panose="020B0604020202020204" charset="0"/>
              </a:rPr>
              <a:t>Stable system performance after integration.</a:t>
            </a:r>
          </a:p>
          <a:p>
            <a:pPr lvl="0" algn="ctr">
              <a:lnSpc>
                <a:spcPct val="150000"/>
              </a:lnSpc>
            </a:pPr>
            <a:r>
              <a:rPr lang="en-US" dirty="0">
                <a:solidFill>
                  <a:srgbClr val="FFFFFF"/>
                </a:solidFill>
                <a:latin typeface="Mouse Memoirs" panose="020B0604020202020204" charset="0"/>
                <a:cs typeface="Catamaran" panose="020B0604020202020204" charset="0"/>
              </a:rPr>
              <a:t>Readiness for final deployment.</a:t>
            </a:r>
            <a:endParaRPr lang="en-US" sz="2000" dirty="0"/>
          </a:p>
        </p:txBody>
      </p:sp>
      <p:pic>
        <p:nvPicPr>
          <p:cNvPr id="54" name="Picture 53">
            <a:extLst>
              <a:ext uri="{FF2B5EF4-FFF2-40B4-BE49-F238E27FC236}">
                <a16:creationId xmlns:a16="http://schemas.microsoft.com/office/drawing/2014/main" id="{6914388F-34A5-4906-90D4-5D63573C9F48}"/>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10000" b="90000" l="10000" r="90000"/>
                    </a14:imgEffect>
                  </a14:imgLayer>
                </a14:imgProps>
              </a:ext>
            </a:extLst>
          </a:blip>
          <a:stretch>
            <a:fillRect/>
          </a:stretch>
        </p:blipFill>
        <p:spPr>
          <a:xfrm>
            <a:off x="5762039" y="2284923"/>
            <a:ext cx="3058537" cy="2231179"/>
          </a:xfrm>
          <a:prstGeom prst="rect">
            <a:avLst/>
          </a:prstGeom>
        </p:spPr>
      </p:pic>
      <p:grpSp>
        <p:nvGrpSpPr>
          <p:cNvPr id="57" name="Group 56">
            <a:extLst>
              <a:ext uri="{FF2B5EF4-FFF2-40B4-BE49-F238E27FC236}">
                <a16:creationId xmlns:a16="http://schemas.microsoft.com/office/drawing/2014/main" id="{1B3CB10D-A2BF-47D1-92C6-B89EBCCA3637}"/>
              </a:ext>
            </a:extLst>
          </p:cNvPr>
          <p:cNvGrpSpPr/>
          <p:nvPr/>
        </p:nvGrpSpPr>
        <p:grpSpPr>
          <a:xfrm>
            <a:off x="6223026" y="2604987"/>
            <a:ext cx="2108334" cy="1460126"/>
            <a:chOff x="9614942" y="2540114"/>
            <a:chExt cx="2108334" cy="1460126"/>
          </a:xfrm>
        </p:grpSpPr>
        <p:sp>
          <p:nvSpPr>
            <p:cNvPr id="56" name="Rectangle 55">
              <a:extLst>
                <a:ext uri="{FF2B5EF4-FFF2-40B4-BE49-F238E27FC236}">
                  <a16:creationId xmlns:a16="http://schemas.microsoft.com/office/drawing/2014/main" id="{EFBD00FF-F125-426B-A976-D4225E108CB8}"/>
                </a:ext>
              </a:extLst>
            </p:cNvPr>
            <p:cNvSpPr/>
            <p:nvPr/>
          </p:nvSpPr>
          <p:spPr>
            <a:xfrm>
              <a:off x="9614942" y="2540114"/>
              <a:ext cx="2108334" cy="1460126"/>
            </a:xfrm>
            <a:prstGeom prst="rect">
              <a:avLst/>
            </a:prstGeom>
            <a:solidFill>
              <a:srgbClr val="0202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5" name="Picture 54">
              <a:extLst>
                <a:ext uri="{FF2B5EF4-FFF2-40B4-BE49-F238E27FC236}">
                  <a16:creationId xmlns:a16="http://schemas.microsoft.com/office/drawing/2014/main" id="{A00AF252-163A-4B11-8E9B-45EE340D7005}"/>
                </a:ext>
              </a:extLst>
            </p:cNvPr>
            <p:cNvPicPr>
              <a:picLocks noChangeAspect="1"/>
            </p:cNvPicPr>
            <p:nvPr/>
          </p:nvPicPr>
          <p:blipFill rotWithShape="1">
            <a:blip r:embed="rId11"/>
            <a:srcRect l="17468" t="59842" r="56187" b="23739"/>
            <a:stretch/>
          </p:blipFill>
          <p:spPr>
            <a:xfrm>
              <a:off x="9671860" y="2862612"/>
              <a:ext cx="1994498" cy="908102"/>
            </a:xfrm>
            <a:prstGeom prst="rect">
              <a:avLst/>
            </a:prstGeom>
          </p:spPr>
        </p:pic>
      </p:grpSp>
    </p:spTree>
    <p:extLst>
      <p:ext uri="{BB962C8B-B14F-4D97-AF65-F5344CB8AC3E}">
        <p14:creationId xmlns:p14="http://schemas.microsoft.com/office/powerpoint/2010/main" val="39453518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750"/>
                                        <p:tgtEl>
                                          <p:spTgt spid="14"/>
                                        </p:tgtEl>
                                      </p:cBhvr>
                                    </p:animEffect>
                                  </p:childTnLst>
                                </p:cTn>
                              </p:par>
                              <p:par>
                                <p:cTn id="8" presetID="10" presetClass="entr" presetSubtype="0" fill="hold" nodeType="withEffect">
                                  <p:stCondLst>
                                    <p:cond delay="250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1000"/>
                                        <p:tgtEl>
                                          <p:spTgt spid="16"/>
                                        </p:tgtEl>
                                      </p:cBhvr>
                                    </p:animEffect>
                                  </p:childTnLst>
                                </p:cTn>
                              </p:par>
                              <p:par>
                                <p:cTn id="11" presetID="10" presetClass="entr" presetSubtype="0" fill="hold" nodeType="withEffect">
                                  <p:stCondLst>
                                    <p:cond delay="500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nodeType="withEffect">
                                  <p:stCondLst>
                                    <p:cond delay="750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par>
                                <p:cTn id="17" presetID="10"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nodeType="withEffect">
                                  <p:stCondLst>
                                    <p:cond delay="1000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par>
                                <p:cTn id="23" presetID="42" presetClass="path" presetSubtype="0" accel="50000" decel="50000" fill="hold" nodeType="withEffect">
                                  <p:stCondLst>
                                    <p:cond delay="11500"/>
                                  </p:stCondLst>
                                  <p:childTnLst>
                                    <p:animMotion origin="layout" path="M -3.33333E-6 -0.00247 L 0.00087 0.13704 " pathEditMode="relative" rAng="0" ptsTypes="AA">
                                      <p:cBhvr>
                                        <p:cTn id="24" dur="1000" fill="hold"/>
                                        <p:tgtEl>
                                          <p:spTgt spid="28"/>
                                        </p:tgtEl>
                                        <p:attrNameLst>
                                          <p:attrName>ppt_x</p:attrName>
                                          <p:attrName>ppt_y</p:attrName>
                                        </p:attrNameLst>
                                      </p:cBhvr>
                                      <p:rCtr x="35" y="6975"/>
                                    </p:animMotion>
                                  </p:childTnLst>
                                </p:cTn>
                              </p:par>
                              <p:par>
                                <p:cTn id="25" presetID="53" presetClass="entr" presetSubtype="16" fill="hold" nodeType="withEffect">
                                  <p:stCondLst>
                                    <p:cond delay="13500"/>
                                  </p:stCondLst>
                                  <p:childTnLst>
                                    <p:set>
                                      <p:cBhvr>
                                        <p:cTn id="26" dur="1" fill="hold">
                                          <p:stCondLst>
                                            <p:cond delay="0"/>
                                          </p:stCondLst>
                                        </p:cTn>
                                        <p:tgtEl>
                                          <p:spTgt spid="57"/>
                                        </p:tgtEl>
                                        <p:attrNameLst>
                                          <p:attrName>style.visibility</p:attrName>
                                        </p:attrNameLst>
                                      </p:cBhvr>
                                      <p:to>
                                        <p:strVal val="visible"/>
                                      </p:to>
                                    </p:set>
                                    <p:anim calcmode="lin" valueType="num">
                                      <p:cBhvr>
                                        <p:cTn id="27" dur="500" fill="hold"/>
                                        <p:tgtEl>
                                          <p:spTgt spid="57"/>
                                        </p:tgtEl>
                                        <p:attrNameLst>
                                          <p:attrName>ppt_w</p:attrName>
                                        </p:attrNameLst>
                                      </p:cBhvr>
                                      <p:tavLst>
                                        <p:tav tm="0">
                                          <p:val>
                                            <p:fltVal val="0"/>
                                          </p:val>
                                        </p:tav>
                                        <p:tav tm="100000">
                                          <p:val>
                                            <p:strVal val="#ppt_w"/>
                                          </p:val>
                                        </p:tav>
                                      </p:tavLst>
                                    </p:anim>
                                    <p:anim calcmode="lin" valueType="num">
                                      <p:cBhvr>
                                        <p:cTn id="28" dur="500" fill="hold"/>
                                        <p:tgtEl>
                                          <p:spTgt spid="57"/>
                                        </p:tgtEl>
                                        <p:attrNameLst>
                                          <p:attrName>ppt_h</p:attrName>
                                        </p:attrNameLst>
                                      </p:cBhvr>
                                      <p:tavLst>
                                        <p:tav tm="0">
                                          <p:val>
                                            <p:fltVal val="0"/>
                                          </p:val>
                                        </p:tav>
                                        <p:tav tm="100000">
                                          <p:val>
                                            <p:strVal val="#ppt_h"/>
                                          </p:val>
                                        </p:tav>
                                      </p:tavLst>
                                    </p:anim>
                                    <p:animEffect transition="in" filter="fade">
                                      <p:cBhvr>
                                        <p:cTn id="29" dur="500"/>
                                        <p:tgtEl>
                                          <p:spTgt spid="57"/>
                                        </p:tgtEl>
                                      </p:cBhvr>
                                    </p:animEffect>
                                  </p:childTnLst>
                                </p:cTn>
                              </p:par>
                              <p:par>
                                <p:cTn id="30" presetID="10" presetClass="entr" presetSubtype="0" fill="hold" nodeType="withEffect">
                                  <p:stCondLst>
                                    <p:cond delay="0"/>
                                  </p:stCondLst>
                                  <p:childTnLst>
                                    <p:set>
                                      <p:cBhvr>
                                        <p:cTn id="31" dur="1" fill="hold">
                                          <p:stCondLst>
                                            <p:cond delay="0"/>
                                          </p:stCondLst>
                                        </p:cTn>
                                        <p:tgtEl>
                                          <p:spTgt spid="54"/>
                                        </p:tgtEl>
                                        <p:attrNameLst>
                                          <p:attrName>style.visibility</p:attrName>
                                        </p:attrNameLst>
                                      </p:cBhvr>
                                      <p:to>
                                        <p:strVal val="visible"/>
                                      </p:to>
                                    </p:set>
                                    <p:animEffect transition="in" filter="fade">
                                      <p:cBhvr>
                                        <p:cTn id="32"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DD32E-FAA7-4789-A45B-8731C6D47F4D}"/>
              </a:ext>
            </a:extLst>
          </p:cNvPr>
          <p:cNvSpPr>
            <a:spLocks noGrp="1"/>
          </p:cNvSpPr>
          <p:nvPr>
            <p:ph type="title"/>
          </p:nvPr>
        </p:nvSpPr>
        <p:spPr>
          <a:xfrm>
            <a:off x="70522" y="2950058"/>
            <a:ext cx="1477312" cy="502309"/>
          </a:xfrm>
        </p:spPr>
        <p:txBody>
          <a:bodyPr>
            <a:noAutofit/>
          </a:bodyPr>
          <a:lstStyle/>
          <a:p>
            <a:r>
              <a:rPr lang="en-US" sz="1800" dirty="0">
                <a:solidFill>
                  <a:srgbClr val="E69E1A"/>
                </a:solidFill>
              </a:rPr>
              <a:t>Evaluated against defined project objectives</a:t>
            </a:r>
            <a:br>
              <a:rPr lang="en-US" sz="1800" dirty="0">
                <a:solidFill>
                  <a:srgbClr val="E69E1A"/>
                </a:solidFill>
              </a:rPr>
            </a:br>
            <a:endParaRPr lang="en-US" sz="1800" dirty="0">
              <a:solidFill>
                <a:srgbClr val="E69E1A"/>
              </a:solidFill>
            </a:endParaRPr>
          </a:p>
        </p:txBody>
      </p:sp>
      <p:sp>
        <p:nvSpPr>
          <p:cNvPr id="5" name="Title 4">
            <a:extLst>
              <a:ext uri="{FF2B5EF4-FFF2-40B4-BE49-F238E27FC236}">
                <a16:creationId xmlns:a16="http://schemas.microsoft.com/office/drawing/2014/main" id="{CB49F764-DA82-40CF-A82D-1B3272BCAC07}"/>
              </a:ext>
            </a:extLst>
          </p:cNvPr>
          <p:cNvSpPr>
            <a:spLocks noGrp="1"/>
          </p:cNvSpPr>
          <p:nvPr>
            <p:ph type="title" idx="3"/>
          </p:nvPr>
        </p:nvSpPr>
        <p:spPr>
          <a:xfrm>
            <a:off x="1547834" y="2931907"/>
            <a:ext cx="1477312" cy="527535"/>
          </a:xfrm>
        </p:spPr>
        <p:txBody>
          <a:bodyPr>
            <a:normAutofit fontScale="90000"/>
          </a:bodyPr>
          <a:lstStyle/>
          <a:p>
            <a:r>
              <a:rPr lang="en-US" sz="2000" dirty="0"/>
              <a:t>Correct detection and alert escalation achieved</a:t>
            </a:r>
            <a:br>
              <a:rPr lang="en-US" dirty="0"/>
            </a:br>
            <a:endParaRPr lang="en-US" dirty="0"/>
          </a:p>
        </p:txBody>
      </p:sp>
      <p:sp>
        <p:nvSpPr>
          <p:cNvPr id="8" name="Title 7">
            <a:extLst>
              <a:ext uri="{FF2B5EF4-FFF2-40B4-BE49-F238E27FC236}">
                <a16:creationId xmlns:a16="http://schemas.microsoft.com/office/drawing/2014/main" id="{2D5C86C9-2D39-49F5-B1D2-712A2CC02BFD}"/>
              </a:ext>
            </a:extLst>
          </p:cNvPr>
          <p:cNvSpPr>
            <a:spLocks noGrp="1"/>
          </p:cNvSpPr>
          <p:nvPr>
            <p:ph type="title" idx="6"/>
          </p:nvPr>
        </p:nvSpPr>
        <p:spPr>
          <a:xfrm>
            <a:off x="4278630" y="2890559"/>
            <a:ext cx="1477312" cy="518348"/>
          </a:xfrm>
        </p:spPr>
        <p:txBody>
          <a:bodyPr>
            <a:noAutofit/>
          </a:bodyPr>
          <a:lstStyle/>
          <a:p>
            <a:pPr lvl="0"/>
            <a:r>
              <a:rPr lang="en-US" sz="1800" dirty="0">
                <a:solidFill>
                  <a:srgbClr val="993366"/>
                </a:solidFill>
              </a:rPr>
              <a:t>False alarms reduced through multi-sensor validation</a:t>
            </a:r>
          </a:p>
        </p:txBody>
      </p:sp>
      <p:sp>
        <p:nvSpPr>
          <p:cNvPr id="12" name="Rectangle 11">
            <a:extLst>
              <a:ext uri="{FF2B5EF4-FFF2-40B4-BE49-F238E27FC236}">
                <a16:creationId xmlns:a16="http://schemas.microsoft.com/office/drawing/2014/main" id="{D74D5307-8F6A-4A42-957E-DE1B9353435D}"/>
              </a:ext>
            </a:extLst>
          </p:cNvPr>
          <p:cNvSpPr/>
          <p:nvPr/>
        </p:nvSpPr>
        <p:spPr>
          <a:xfrm>
            <a:off x="-267286" y="2216717"/>
            <a:ext cx="9678572" cy="456550"/>
          </a:xfrm>
          <a:prstGeom prst="rect">
            <a:avLst/>
          </a:prstGeom>
          <a:solidFill>
            <a:srgbClr val="A8A8A8"/>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878BC9B2-B666-4E8B-B077-2FABCEBA8876}"/>
              </a:ext>
            </a:extLst>
          </p:cNvPr>
          <p:cNvCxnSpPr>
            <a:cxnSpLocks/>
            <a:stCxn id="12" idx="1"/>
            <a:endCxn id="12" idx="3"/>
          </p:cNvCxnSpPr>
          <p:nvPr/>
        </p:nvCxnSpPr>
        <p:spPr>
          <a:xfrm>
            <a:off x="-267286" y="2444992"/>
            <a:ext cx="9678572" cy="0"/>
          </a:xfrm>
          <a:prstGeom prst="line">
            <a:avLst/>
          </a:prstGeom>
          <a:ln w="28575">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54" name="Group 53">
            <a:extLst>
              <a:ext uri="{FF2B5EF4-FFF2-40B4-BE49-F238E27FC236}">
                <a16:creationId xmlns:a16="http://schemas.microsoft.com/office/drawing/2014/main" id="{73C4EE0C-E5ED-4413-BABC-BFBC0EB06B2F}"/>
              </a:ext>
            </a:extLst>
          </p:cNvPr>
          <p:cNvGrpSpPr/>
          <p:nvPr/>
        </p:nvGrpSpPr>
        <p:grpSpPr>
          <a:xfrm>
            <a:off x="459141" y="2079157"/>
            <a:ext cx="700074" cy="700074"/>
            <a:chOff x="321377" y="1751763"/>
            <a:chExt cx="700074" cy="700074"/>
          </a:xfrm>
        </p:grpSpPr>
        <p:grpSp>
          <p:nvGrpSpPr>
            <p:cNvPr id="15" name="Google Shape;2557;p62">
              <a:extLst>
                <a:ext uri="{FF2B5EF4-FFF2-40B4-BE49-F238E27FC236}">
                  <a16:creationId xmlns:a16="http://schemas.microsoft.com/office/drawing/2014/main" id="{AC9B43B8-A608-4EAA-ABB5-CD4426C8C4DB}"/>
                </a:ext>
              </a:extLst>
            </p:cNvPr>
            <p:cNvGrpSpPr/>
            <p:nvPr/>
          </p:nvGrpSpPr>
          <p:grpSpPr>
            <a:xfrm>
              <a:off x="321377" y="1751763"/>
              <a:ext cx="700074" cy="700074"/>
              <a:chOff x="1803781" y="1600197"/>
              <a:chExt cx="828588" cy="828588"/>
            </a:xfrm>
          </p:grpSpPr>
          <p:sp>
            <p:nvSpPr>
              <p:cNvPr id="16" name="Google Shape;2558;p62">
                <a:extLst>
                  <a:ext uri="{FF2B5EF4-FFF2-40B4-BE49-F238E27FC236}">
                    <a16:creationId xmlns:a16="http://schemas.microsoft.com/office/drawing/2014/main" id="{1CDF0FBF-D9FF-4C5F-9C64-208707517B35}"/>
                  </a:ext>
                </a:extLst>
              </p:cNvPr>
              <p:cNvSpPr/>
              <p:nvPr/>
            </p:nvSpPr>
            <p:spPr>
              <a:xfrm rot="2700000">
                <a:off x="1803781" y="1600197"/>
                <a:ext cx="828588" cy="828588"/>
              </a:xfrm>
              <a:prstGeom prst="roundRect">
                <a:avLst>
                  <a:gd name="adj" fmla="val 8047"/>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559;p62">
                <a:extLst>
                  <a:ext uri="{FF2B5EF4-FFF2-40B4-BE49-F238E27FC236}">
                    <a16:creationId xmlns:a16="http://schemas.microsoft.com/office/drawing/2014/main" id="{9A7BACBD-109F-4A70-93F4-A62268EC0337}"/>
                  </a:ext>
                </a:extLst>
              </p:cNvPr>
              <p:cNvSpPr/>
              <p:nvPr/>
            </p:nvSpPr>
            <p:spPr>
              <a:xfrm rot="2700000">
                <a:off x="1834965" y="1631379"/>
                <a:ext cx="766222" cy="766221"/>
              </a:xfrm>
              <a:prstGeom prst="roundRect">
                <a:avLst>
                  <a:gd name="adj" fmla="val 804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 name="Google Shape;2578;p62">
              <a:extLst>
                <a:ext uri="{FF2B5EF4-FFF2-40B4-BE49-F238E27FC236}">
                  <a16:creationId xmlns:a16="http://schemas.microsoft.com/office/drawing/2014/main" id="{C44899DB-B2B9-45F3-B885-D1ACCDEA0F63}"/>
                </a:ext>
              </a:extLst>
            </p:cNvPr>
            <p:cNvSpPr/>
            <p:nvPr/>
          </p:nvSpPr>
          <p:spPr>
            <a:xfrm>
              <a:off x="434402" y="1874659"/>
              <a:ext cx="474025" cy="456550"/>
            </a:xfrm>
            <a:custGeom>
              <a:avLst/>
              <a:gdLst/>
              <a:ahLst/>
              <a:cxnLst/>
              <a:rect l="l" t="t" r="r" b="b"/>
              <a:pathLst>
                <a:path w="18961" h="18262" extrusionOk="0">
                  <a:moveTo>
                    <a:pt x="15727" y="7538"/>
                  </a:moveTo>
                  <a:cubicBezTo>
                    <a:pt x="16030" y="7538"/>
                    <a:pt x="16262" y="7771"/>
                    <a:pt x="16262" y="8073"/>
                  </a:cubicBezTo>
                  <a:lnTo>
                    <a:pt x="16262" y="10213"/>
                  </a:lnTo>
                  <a:cubicBezTo>
                    <a:pt x="16262" y="10493"/>
                    <a:pt x="16006" y="10748"/>
                    <a:pt x="15727" y="10748"/>
                  </a:cubicBezTo>
                  <a:lnTo>
                    <a:pt x="3956" y="10748"/>
                  </a:lnTo>
                  <a:cubicBezTo>
                    <a:pt x="3653" y="10725"/>
                    <a:pt x="3421" y="10493"/>
                    <a:pt x="3421" y="10213"/>
                  </a:cubicBezTo>
                  <a:lnTo>
                    <a:pt x="3421" y="8073"/>
                  </a:lnTo>
                  <a:cubicBezTo>
                    <a:pt x="3421" y="7771"/>
                    <a:pt x="3653" y="7538"/>
                    <a:pt x="3956" y="7538"/>
                  </a:cubicBezTo>
                  <a:close/>
                  <a:moveTo>
                    <a:pt x="9841" y="1"/>
                  </a:moveTo>
                  <a:cubicBezTo>
                    <a:pt x="6143" y="1"/>
                    <a:pt x="2816" y="2234"/>
                    <a:pt x="1397" y="5630"/>
                  </a:cubicBezTo>
                  <a:cubicBezTo>
                    <a:pt x="1" y="9050"/>
                    <a:pt x="769" y="12982"/>
                    <a:pt x="3397" y="15587"/>
                  </a:cubicBezTo>
                  <a:cubicBezTo>
                    <a:pt x="5141" y="17331"/>
                    <a:pt x="7468" y="18262"/>
                    <a:pt x="9841" y="18262"/>
                  </a:cubicBezTo>
                  <a:cubicBezTo>
                    <a:pt x="11015" y="18262"/>
                    <a:pt x="12200" y="18034"/>
                    <a:pt x="13331" y="17565"/>
                  </a:cubicBezTo>
                  <a:cubicBezTo>
                    <a:pt x="16751" y="16146"/>
                    <a:pt x="18961" y="12819"/>
                    <a:pt x="18961" y="9143"/>
                  </a:cubicBezTo>
                  <a:cubicBezTo>
                    <a:pt x="18938" y="4095"/>
                    <a:pt x="14866" y="24"/>
                    <a:pt x="984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4"/>
                </a:solidFill>
              </a:endParaRPr>
            </a:p>
          </p:txBody>
        </p:sp>
      </p:grpSp>
      <p:pic>
        <p:nvPicPr>
          <p:cNvPr id="23" name="Picture 22">
            <a:extLst>
              <a:ext uri="{FF2B5EF4-FFF2-40B4-BE49-F238E27FC236}">
                <a16:creationId xmlns:a16="http://schemas.microsoft.com/office/drawing/2014/main" id="{280283F7-31B3-4F25-BEE6-DEA86A0F3DEC}"/>
              </a:ext>
            </a:extLst>
          </p:cNvPr>
          <p:cNvPicPr>
            <a:picLocks noChangeAspect="1"/>
          </p:cNvPicPr>
          <p:nvPr/>
        </p:nvPicPr>
        <p:blipFill>
          <a:blip r:embed="rId2"/>
          <a:stretch>
            <a:fillRect/>
          </a:stretch>
        </p:blipFill>
        <p:spPr>
          <a:xfrm>
            <a:off x="1813183" y="1979260"/>
            <a:ext cx="944962" cy="944962"/>
          </a:xfrm>
          <a:prstGeom prst="rect">
            <a:avLst/>
          </a:prstGeom>
        </p:spPr>
      </p:pic>
      <p:grpSp>
        <p:nvGrpSpPr>
          <p:cNvPr id="28" name="Google Shape;2563;p62">
            <a:extLst>
              <a:ext uri="{FF2B5EF4-FFF2-40B4-BE49-F238E27FC236}">
                <a16:creationId xmlns:a16="http://schemas.microsoft.com/office/drawing/2014/main" id="{62368EB1-8E9E-41EB-88DA-C537F095FE1A}"/>
              </a:ext>
            </a:extLst>
          </p:cNvPr>
          <p:cNvGrpSpPr/>
          <p:nvPr/>
        </p:nvGrpSpPr>
        <p:grpSpPr>
          <a:xfrm>
            <a:off x="6262120" y="1915690"/>
            <a:ext cx="990054" cy="990054"/>
            <a:chOff x="1632175" y="1428591"/>
            <a:chExt cx="1171800" cy="1171800"/>
          </a:xfrm>
        </p:grpSpPr>
        <p:sp>
          <p:nvSpPr>
            <p:cNvPr id="29" name="Google Shape;2564;p62">
              <a:extLst>
                <a:ext uri="{FF2B5EF4-FFF2-40B4-BE49-F238E27FC236}">
                  <a16:creationId xmlns:a16="http://schemas.microsoft.com/office/drawing/2014/main" id="{C17B5660-9AEB-43EE-990F-3832D534B783}"/>
                </a:ext>
              </a:extLst>
            </p:cNvPr>
            <p:cNvSpPr/>
            <p:nvPr/>
          </p:nvSpPr>
          <p:spPr>
            <a:xfrm rot="2700000">
              <a:off x="1803781" y="1600197"/>
              <a:ext cx="828588" cy="828588"/>
            </a:xfrm>
            <a:prstGeom prst="roundRect">
              <a:avLst>
                <a:gd name="adj" fmla="val 8047"/>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565;p62">
              <a:extLst>
                <a:ext uri="{FF2B5EF4-FFF2-40B4-BE49-F238E27FC236}">
                  <a16:creationId xmlns:a16="http://schemas.microsoft.com/office/drawing/2014/main" id="{24BF8C10-4E95-4724-95FB-4E000E5EBF1E}"/>
                </a:ext>
              </a:extLst>
            </p:cNvPr>
            <p:cNvSpPr/>
            <p:nvPr/>
          </p:nvSpPr>
          <p:spPr>
            <a:xfrm rot="2700000">
              <a:off x="1834965" y="1631381"/>
              <a:ext cx="766221" cy="766221"/>
            </a:xfrm>
            <a:prstGeom prst="roundRect">
              <a:avLst>
                <a:gd name="adj" fmla="val 804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1" name="Google Shape;2566;p62">
            <a:extLst>
              <a:ext uri="{FF2B5EF4-FFF2-40B4-BE49-F238E27FC236}">
                <a16:creationId xmlns:a16="http://schemas.microsoft.com/office/drawing/2014/main" id="{986BB2B6-84B1-4DC7-99B6-251BC59B8829}"/>
              </a:ext>
            </a:extLst>
          </p:cNvPr>
          <p:cNvGrpSpPr/>
          <p:nvPr/>
        </p:nvGrpSpPr>
        <p:grpSpPr>
          <a:xfrm>
            <a:off x="7940705" y="1934167"/>
            <a:ext cx="990054" cy="990054"/>
            <a:chOff x="1632175" y="1428591"/>
            <a:chExt cx="1171800" cy="1171800"/>
          </a:xfrm>
        </p:grpSpPr>
        <p:sp>
          <p:nvSpPr>
            <p:cNvPr id="32" name="Google Shape;2567;p62">
              <a:extLst>
                <a:ext uri="{FF2B5EF4-FFF2-40B4-BE49-F238E27FC236}">
                  <a16:creationId xmlns:a16="http://schemas.microsoft.com/office/drawing/2014/main" id="{EE9A06BF-1B44-42E7-86EA-ABC2A6580CB4}"/>
                </a:ext>
              </a:extLst>
            </p:cNvPr>
            <p:cNvSpPr/>
            <p:nvPr/>
          </p:nvSpPr>
          <p:spPr>
            <a:xfrm rot="2700000">
              <a:off x="1803781" y="1600197"/>
              <a:ext cx="828588" cy="828588"/>
            </a:xfrm>
            <a:prstGeom prst="roundRect">
              <a:avLst>
                <a:gd name="adj" fmla="val 8047"/>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568;p62">
              <a:extLst>
                <a:ext uri="{FF2B5EF4-FFF2-40B4-BE49-F238E27FC236}">
                  <a16:creationId xmlns:a16="http://schemas.microsoft.com/office/drawing/2014/main" id="{4794B732-15A0-4CE6-8E4F-51BF4C9289BD}"/>
                </a:ext>
              </a:extLst>
            </p:cNvPr>
            <p:cNvSpPr/>
            <p:nvPr/>
          </p:nvSpPr>
          <p:spPr>
            <a:xfrm rot="2700000">
              <a:off x="1834965" y="1631381"/>
              <a:ext cx="766221" cy="766221"/>
            </a:xfrm>
            <a:prstGeom prst="roundRect">
              <a:avLst>
                <a:gd name="adj" fmla="val 8047"/>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2580;p62">
            <a:extLst>
              <a:ext uri="{FF2B5EF4-FFF2-40B4-BE49-F238E27FC236}">
                <a16:creationId xmlns:a16="http://schemas.microsoft.com/office/drawing/2014/main" id="{107E7EB7-B45A-4EBF-BB1A-35AC609F7CBC}"/>
              </a:ext>
            </a:extLst>
          </p:cNvPr>
          <p:cNvSpPr/>
          <p:nvPr/>
        </p:nvSpPr>
        <p:spPr>
          <a:xfrm>
            <a:off x="6519847" y="2182438"/>
            <a:ext cx="474600" cy="456550"/>
          </a:xfrm>
          <a:custGeom>
            <a:avLst/>
            <a:gdLst/>
            <a:ahLst/>
            <a:cxnLst/>
            <a:rect l="l" t="t" r="r" b="b"/>
            <a:pathLst>
              <a:path w="18984" h="18262" extrusionOk="0">
                <a:moveTo>
                  <a:pt x="11974" y="3377"/>
                </a:moveTo>
                <a:cubicBezTo>
                  <a:pt x="12097" y="3377"/>
                  <a:pt x="12222" y="3420"/>
                  <a:pt x="12331" y="3513"/>
                </a:cubicBezTo>
                <a:lnTo>
                  <a:pt x="15145" y="6026"/>
                </a:lnTo>
                <a:cubicBezTo>
                  <a:pt x="15425" y="6235"/>
                  <a:pt x="15448" y="6654"/>
                  <a:pt x="15169" y="6887"/>
                </a:cubicBezTo>
                <a:lnTo>
                  <a:pt x="12354" y="9399"/>
                </a:lnTo>
                <a:cubicBezTo>
                  <a:pt x="12246" y="9493"/>
                  <a:pt x="12120" y="9535"/>
                  <a:pt x="11997" y="9535"/>
                </a:cubicBezTo>
                <a:cubicBezTo>
                  <a:pt x="11725" y="9535"/>
                  <a:pt x="11470" y="9325"/>
                  <a:pt x="11470" y="9004"/>
                </a:cubicBezTo>
                <a:lnTo>
                  <a:pt x="11470" y="7538"/>
                </a:lnTo>
                <a:lnTo>
                  <a:pt x="9329" y="7538"/>
                </a:lnTo>
                <a:cubicBezTo>
                  <a:pt x="9316" y="7538"/>
                  <a:pt x="9302" y="7537"/>
                  <a:pt x="9288" y="7537"/>
                </a:cubicBezTo>
                <a:cubicBezTo>
                  <a:pt x="8704" y="7537"/>
                  <a:pt x="8259" y="8017"/>
                  <a:pt x="8259" y="8608"/>
                </a:cubicBezTo>
                <a:lnTo>
                  <a:pt x="8259" y="14471"/>
                </a:lnTo>
                <a:cubicBezTo>
                  <a:pt x="8259" y="14773"/>
                  <a:pt x="8003" y="15006"/>
                  <a:pt x="7724" y="15006"/>
                </a:cubicBezTo>
                <a:lnTo>
                  <a:pt x="6631" y="15006"/>
                </a:lnTo>
                <a:cubicBezTo>
                  <a:pt x="6328" y="15006"/>
                  <a:pt x="6096" y="14773"/>
                  <a:pt x="6096" y="14471"/>
                </a:cubicBezTo>
                <a:lnTo>
                  <a:pt x="6096" y="8073"/>
                </a:lnTo>
                <a:cubicBezTo>
                  <a:pt x="6096" y="6584"/>
                  <a:pt x="7282" y="5398"/>
                  <a:pt x="8771" y="5398"/>
                </a:cubicBezTo>
                <a:lnTo>
                  <a:pt x="11446" y="5398"/>
                </a:lnTo>
                <a:lnTo>
                  <a:pt x="11446" y="3909"/>
                </a:lnTo>
                <a:cubicBezTo>
                  <a:pt x="11446" y="3588"/>
                  <a:pt x="11701" y="3377"/>
                  <a:pt x="11974" y="3377"/>
                </a:cubicBezTo>
                <a:close/>
                <a:moveTo>
                  <a:pt x="9865" y="1"/>
                </a:moveTo>
                <a:cubicBezTo>
                  <a:pt x="6166" y="1"/>
                  <a:pt x="2839" y="2234"/>
                  <a:pt x="1420" y="5630"/>
                </a:cubicBezTo>
                <a:cubicBezTo>
                  <a:pt x="1" y="9050"/>
                  <a:pt x="792" y="12982"/>
                  <a:pt x="3397" y="15587"/>
                </a:cubicBezTo>
                <a:cubicBezTo>
                  <a:pt x="5141" y="17331"/>
                  <a:pt x="7478" y="18262"/>
                  <a:pt x="9858" y="18262"/>
                </a:cubicBezTo>
                <a:cubicBezTo>
                  <a:pt x="11035" y="18262"/>
                  <a:pt x="12223" y="18034"/>
                  <a:pt x="13354" y="17565"/>
                </a:cubicBezTo>
                <a:cubicBezTo>
                  <a:pt x="16751" y="16146"/>
                  <a:pt x="18984" y="12819"/>
                  <a:pt x="18984" y="9143"/>
                </a:cubicBezTo>
                <a:cubicBezTo>
                  <a:pt x="18961" y="4095"/>
                  <a:pt x="14890" y="24"/>
                  <a:pt x="98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4"/>
              </a:solidFill>
            </a:endParaRPr>
          </a:p>
        </p:txBody>
      </p:sp>
      <p:sp>
        <p:nvSpPr>
          <p:cNvPr id="35" name="Google Shape;2581;p62">
            <a:extLst>
              <a:ext uri="{FF2B5EF4-FFF2-40B4-BE49-F238E27FC236}">
                <a16:creationId xmlns:a16="http://schemas.microsoft.com/office/drawing/2014/main" id="{3F87C0F5-600F-4569-8C9E-B630A13C3411}"/>
              </a:ext>
            </a:extLst>
          </p:cNvPr>
          <p:cNvSpPr/>
          <p:nvPr/>
        </p:nvSpPr>
        <p:spPr>
          <a:xfrm>
            <a:off x="8198720" y="2201215"/>
            <a:ext cx="474025" cy="455975"/>
          </a:xfrm>
          <a:custGeom>
            <a:avLst/>
            <a:gdLst/>
            <a:ahLst/>
            <a:cxnLst/>
            <a:rect l="l" t="t" r="r" b="b"/>
            <a:pathLst>
              <a:path w="18961" h="18239" extrusionOk="0">
                <a:moveTo>
                  <a:pt x="8236" y="2519"/>
                </a:moveTo>
                <a:cubicBezTo>
                  <a:pt x="8393" y="2519"/>
                  <a:pt x="8550" y="2594"/>
                  <a:pt x="8655" y="2746"/>
                </a:cubicBezTo>
                <a:lnTo>
                  <a:pt x="11191" y="5561"/>
                </a:lnTo>
                <a:cubicBezTo>
                  <a:pt x="11493" y="5886"/>
                  <a:pt x="11237" y="6445"/>
                  <a:pt x="10795" y="6445"/>
                </a:cubicBezTo>
                <a:lnTo>
                  <a:pt x="9306" y="6445"/>
                </a:lnTo>
                <a:lnTo>
                  <a:pt x="9306" y="10190"/>
                </a:lnTo>
                <a:lnTo>
                  <a:pt x="11982" y="10190"/>
                </a:lnTo>
                <a:lnTo>
                  <a:pt x="11982" y="8701"/>
                </a:lnTo>
                <a:cubicBezTo>
                  <a:pt x="11982" y="8380"/>
                  <a:pt x="12237" y="8170"/>
                  <a:pt x="12509" y="8170"/>
                </a:cubicBezTo>
                <a:cubicBezTo>
                  <a:pt x="12632" y="8170"/>
                  <a:pt x="12758" y="8212"/>
                  <a:pt x="12866" y="8306"/>
                </a:cubicBezTo>
                <a:lnTo>
                  <a:pt x="15681" y="10818"/>
                </a:lnTo>
                <a:cubicBezTo>
                  <a:pt x="15960" y="11028"/>
                  <a:pt x="15983" y="11470"/>
                  <a:pt x="15681" y="11679"/>
                </a:cubicBezTo>
                <a:lnTo>
                  <a:pt x="12866" y="14191"/>
                </a:lnTo>
                <a:cubicBezTo>
                  <a:pt x="12758" y="14285"/>
                  <a:pt x="12632" y="14327"/>
                  <a:pt x="12509" y="14327"/>
                </a:cubicBezTo>
                <a:cubicBezTo>
                  <a:pt x="12237" y="14327"/>
                  <a:pt x="11982" y="14117"/>
                  <a:pt x="11982" y="13796"/>
                </a:cubicBezTo>
                <a:lnTo>
                  <a:pt x="11982" y="12330"/>
                </a:lnTo>
                <a:lnTo>
                  <a:pt x="9306" y="12330"/>
                </a:lnTo>
                <a:lnTo>
                  <a:pt x="9306" y="14471"/>
                </a:lnTo>
                <a:cubicBezTo>
                  <a:pt x="9306" y="14750"/>
                  <a:pt x="9074" y="15006"/>
                  <a:pt x="8771" y="15006"/>
                </a:cubicBezTo>
                <a:lnTo>
                  <a:pt x="7701" y="15006"/>
                </a:lnTo>
                <a:cubicBezTo>
                  <a:pt x="7399" y="15006"/>
                  <a:pt x="7166" y="14750"/>
                  <a:pt x="7166" y="14471"/>
                </a:cubicBezTo>
                <a:lnTo>
                  <a:pt x="7166" y="6445"/>
                </a:lnTo>
                <a:lnTo>
                  <a:pt x="5701" y="6445"/>
                </a:lnTo>
                <a:cubicBezTo>
                  <a:pt x="5235" y="6445"/>
                  <a:pt x="4979" y="5886"/>
                  <a:pt x="5282" y="5561"/>
                </a:cubicBezTo>
                <a:lnTo>
                  <a:pt x="7818" y="2746"/>
                </a:lnTo>
                <a:cubicBezTo>
                  <a:pt x="7922" y="2594"/>
                  <a:pt x="8079" y="2519"/>
                  <a:pt x="8236" y="2519"/>
                </a:cubicBezTo>
                <a:close/>
                <a:moveTo>
                  <a:pt x="9841" y="1"/>
                </a:moveTo>
                <a:cubicBezTo>
                  <a:pt x="6143" y="1"/>
                  <a:pt x="2816" y="2211"/>
                  <a:pt x="1397" y="5630"/>
                </a:cubicBezTo>
                <a:cubicBezTo>
                  <a:pt x="1" y="9027"/>
                  <a:pt x="769" y="12958"/>
                  <a:pt x="3397" y="15564"/>
                </a:cubicBezTo>
                <a:cubicBezTo>
                  <a:pt x="5141" y="17307"/>
                  <a:pt x="7468" y="18238"/>
                  <a:pt x="9841" y="18238"/>
                </a:cubicBezTo>
                <a:cubicBezTo>
                  <a:pt x="11015" y="18238"/>
                  <a:pt x="12200" y="18011"/>
                  <a:pt x="13331" y="17541"/>
                </a:cubicBezTo>
                <a:cubicBezTo>
                  <a:pt x="16751" y="16122"/>
                  <a:pt x="18961" y="12796"/>
                  <a:pt x="18961" y="9120"/>
                </a:cubicBezTo>
                <a:cubicBezTo>
                  <a:pt x="18938" y="4072"/>
                  <a:pt x="14866" y="1"/>
                  <a:pt x="984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4"/>
              </a:solidFill>
            </a:endParaRPr>
          </a:p>
        </p:txBody>
      </p:sp>
      <p:grpSp>
        <p:nvGrpSpPr>
          <p:cNvPr id="43" name="Google Shape;2563;p62">
            <a:extLst>
              <a:ext uri="{FF2B5EF4-FFF2-40B4-BE49-F238E27FC236}">
                <a16:creationId xmlns:a16="http://schemas.microsoft.com/office/drawing/2014/main" id="{FBAFD29E-E955-409C-BD4C-38CDF3FDF157}"/>
              </a:ext>
            </a:extLst>
          </p:cNvPr>
          <p:cNvGrpSpPr/>
          <p:nvPr/>
        </p:nvGrpSpPr>
        <p:grpSpPr>
          <a:xfrm>
            <a:off x="4498577" y="1915691"/>
            <a:ext cx="990054" cy="990054"/>
            <a:chOff x="1632175" y="1428591"/>
            <a:chExt cx="1171800" cy="1171800"/>
          </a:xfrm>
        </p:grpSpPr>
        <p:sp>
          <p:nvSpPr>
            <p:cNvPr id="44" name="Google Shape;2564;p62">
              <a:extLst>
                <a:ext uri="{FF2B5EF4-FFF2-40B4-BE49-F238E27FC236}">
                  <a16:creationId xmlns:a16="http://schemas.microsoft.com/office/drawing/2014/main" id="{2AD6522C-E8BB-4C61-AF07-A67D979DBAAA}"/>
                </a:ext>
              </a:extLst>
            </p:cNvPr>
            <p:cNvSpPr/>
            <p:nvPr/>
          </p:nvSpPr>
          <p:spPr>
            <a:xfrm rot="2700000">
              <a:off x="1803781" y="1600197"/>
              <a:ext cx="828588" cy="828588"/>
            </a:xfrm>
            <a:prstGeom prst="roundRect">
              <a:avLst>
                <a:gd name="adj" fmla="val 8047"/>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565;p62">
              <a:extLst>
                <a:ext uri="{FF2B5EF4-FFF2-40B4-BE49-F238E27FC236}">
                  <a16:creationId xmlns:a16="http://schemas.microsoft.com/office/drawing/2014/main" id="{D467A235-BA98-428F-A8DA-67EDE3D49F78}"/>
                </a:ext>
              </a:extLst>
            </p:cNvPr>
            <p:cNvSpPr/>
            <p:nvPr/>
          </p:nvSpPr>
          <p:spPr>
            <a:xfrm rot="2700000">
              <a:off x="1834965" y="1631381"/>
              <a:ext cx="766221" cy="766221"/>
            </a:xfrm>
            <a:prstGeom prst="roundRect">
              <a:avLst>
                <a:gd name="adj" fmla="val 8047"/>
              </a:avLst>
            </a:prstGeom>
            <a:solidFill>
              <a:srgbClr val="9933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7" name="Google Shape;3609;p77">
            <a:extLst>
              <a:ext uri="{FF2B5EF4-FFF2-40B4-BE49-F238E27FC236}">
                <a16:creationId xmlns:a16="http://schemas.microsoft.com/office/drawing/2014/main" id="{AFF8C2DC-DFA3-4AA8-9550-4FDFD56DCFDA}"/>
              </a:ext>
            </a:extLst>
          </p:cNvPr>
          <p:cNvSpPr/>
          <p:nvPr/>
        </p:nvSpPr>
        <p:spPr>
          <a:xfrm>
            <a:off x="4748741" y="2141504"/>
            <a:ext cx="489725" cy="429900"/>
          </a:xfrm>
          <a:custGeom>
            <a:avLst/>
            <a:gdLst/>
            <a:ahLst/>
            <a:cxnLst/>
            <a:rect l="l" t="t" r="r" b="b"/>
            <a:pathLst>
              <a:path w="19589" h="17196" extrusionOk="0">
                <a:moveTo>
                  <a:pt x="12508" y="5446"/>
                </a:moveTo>
                <a:cubicBezTo>
                  <a:pt x="12791" y="5446"/>
                  <a:pt x="13005" y="5693"/>
                  <a:pt x="13005" y="5982"/>
                </a:cubicBezTo>
                <a:lnTo>
                  <a:pt x="13005" y="9798"/>
                </a:lnTo>
                <a:lnTo>
                  <a:pt x="13912" y="10728"/>
                </a:lnTo>
                <a:cubicBezTo>
                  <a:pt x="14028" y="10821"/>
                  <a:pt x="14075" y="10961"/>
                  <a:pt x="14075" y="11101"/>
                </a:cubicBezTo>
                <a:lnTo>
                  <a:pt x="14075" y="14520"/>
                </a:lnTo>
                <a:cubicBezTo>
                  <a:pt x="14075" y="14823"/>
                  <a:pt x="13842" y="15055"/>
                  <a:pt x="13540" y="15055"/>
                </a:cubicBezTo>
                <a:lnTo>
                  <a:pt x="12470" y="15055"/>
                </a:lnTo>
                <a:cubicBezTo>
                  <a:pt x="12167" y="15055"/>
                  <a:pt x="11935" y="14823"/>
                  <a:pt x="11935" y="14520"/>
                </a:cubicBezTo>
                <a:lnTo>
                  <a:pt x="11935" y="11752"/>
                </a:lnTo>
                <a:lnTo>
                  <a:pt x="11027" y="10845"/>
                </a:lnTo>
                <a:cubicBezTo>
                  <a:pt x="10934" y="10752"/>
                  <a:pt x="10865" y="10612"/>
                  <a:pt x="10865" y="10472"/>
                </a:cubicBezTo>
                <a:lnTo>
                  <a:pt x="10865" y="5982"/>
                </a:lnTo>
                <a:cubicBezTo>
                  <a:pt x="10865" y="5680"/>
                  <a:pt x="11097" y="5447"/>
                  <a:pt x="11400" y="5447"/>
                </a:cubicBezTo>
                <a:lnTo>
                  <a:pt x="12470" y="5447"/>
                </a:lnTo>
                <a:cubicBezTo>
                  <a:pt x="12483" y="5446"/>
                  <a:pt x="12495" y="5446"/>
                  <a:pt x="12508" y="5446"/>
                </a:cubicBezTo>
                <a:close/>
                <a:moveTo>
                  <a:pt x="8189" y="5447"/>
                </a:moveTo>
                <a:cubicBezTo>
                  <a:pt x="8468" y="5447"/>
                  <a:pt x="8724" y="5680"/>
                  <a:pt x="8724" y="5982"/>
                </a:cubicBezTo>
                <a:lnTo>
                  <a:pt x="8724" y="10472"/>
                </a:lnTo>
                <a:cubicBezTo>
                  <a:pt x="8724" y="10612"/>
                  <a:pt x="8678" y="10752"/>
                  <a:pt x="8585" y="10845"/>
                </a:cubicBezTo>
                <a:lnTo>
                  <a:pt x="7654" y="11752"/>
                </a:lnTo>
                <a:lnTo>
                  <a:pt x="7654" y="14520"/>
                </a:lnTo>
                <a:cubicBezTo>
                  <a:pt x="7677" y="14823"/>
                  <a:pt x="7421" y="15079"/>
                  <a:pt x="7119" y="15079"/>
                </a:cubicBezTo>
                <a:lnTo>
                  <a:pt x="6049" y="15079"/>
                </a:lnTo>
                <a:cubicBezTo>
                  <a:pt x="5746" y="15079"/>
                  <a:pt x="5514" y="14846"/>
                  <a:pt x="5514" y="14544"/>
                </a:cubicBezTo>
                <a:lnTo>
                  <a:pt x="5514" y="11101"/>
                </a:lnTo>
                <a:cubicBezTo>
                  <a:pt x="5514" y="10961"/>
                  <a:pt x="5560" y="10821"/>
                  <a:pt x="5677" y="10705"/>
                </a:cubicBezTo>
                <a:lnTo>
                  <a:pt x="6584" y="9798"/>
                </a:lnTo>
                <a:lnTo>
                  <a:pt x="6584" y="5982"/>
                </a:lnTo>
                <a:cubicBezTo>
                  <a:pt x="6584" y="5680"/>
                  <a:pt x="6817" y="5447"/>
                  <a:pt x="7119" y="5447"/>
                </a:cubicBezTo>
                <a:close/>
                <a:moveTo>
                  <a:pt x="9795" y="1"/>
                </a:moveTo>
                <a:cubicBezTo>
                  <a:pt x="8899" y="1"/>
                  <a:pt x="8005" y="443"/>
                  <a:pt x="7491" y="1330"/>
                </a:cubicBezTo>
                <a:lnTo>
                  <a:pt x="1047" y="13171"/>
                </a:lnTo>
                <a:cubicBezTo>
                  <a:pt x="0" y="14939"/>
                  <a:pt x="1280" y="17196"/>
                  <a:pt x="3350" y="17196"/>
                </a:cubicBezTo>
                <a:lnTo>
                  <a:pt x="16238" y="17196"/>
                </a:lnTo>
                <a:cubicBezTo>
                  <a:pt x="18309" y="17196"/>
                  <a:pt x="19588" y="14962"/>
                  <a:pt x="18565" y="13171"/>
                </a:cubicBezTo>
                <a:lnTo>
                  <a:pt x="12098" y="1306"/>
                </a:lnTo>
                <a:cubicBezTo>
                  <a:pt x="11576" y="437"/>
                  <a:pt x="10684" y="1"/>
                  <a:pt x="979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accent4"/>
              </a:solidFill>
            </a:endParaRPr>
          </a:p>
        </p:txBody>
      </p:sp>
      <p:pic>
        <p:nvPicPr>
          <p:cNvPr id="48" name="Picture 47">
            <a:extLst>
              <a:ext uri="{FF2B5EF4-FFF2-40B4-BE49-F238E27FC236}">
                <a16:creationId xmlns:a16="http://schemas.microsoft.com/office/drawing/2014/main" id="{4A456CEE-189D-457D-8A88-7763014CBE24}"/>
              </a:ext>
            </a:extLst>
          </p:cNvPr>
          <p:cNvPicPr>
            <a:picLocks noChangeAspect="1"/>
          </p:cNvPicPr>
          <p:nvPr/>
        </p:nvPicPr>
        <p:blipFill>
          <a:blip r:embed="rId3"/>
          <a:stretch>
            <a:fillRect/>
          </a:stretch>
        </p:blipFill>
        <p:spPr>
          <a:xfrm flipH="1">
            <a:off x="2951646" y="1940941"/>
            <a:ext cx="1353429" cy="676715"/>
          </a:xfrm>
          <a:prstGeom prst="rect">
            <a:avLst/>
          </a:prstGeom>
        </p:spPr>
      </p:pic>
      <p:sp>
        <p:nvSpPr>
          <p:cNvPr id="55" name="Title 7">
            <a:extLst>
              <a:ext uri="{FF2B5EF4-FFF2-40B4-BE49-F238E27FC236}">
                <a16:creationId xmlns:a16="http://schemas.microsoft.com/office/drawing/2014/main" id="{9ACDD07B-67BF-4B21-859F-173D4D3E3270}"/>
              </a:ext>
            </a:extLst>
          </p:cNvPr>
          <p:cNvSpPr txBox="1">
            <a:spLocks/>
          </p:cNvSpPr>
          <p:nvPr/>
        </p:nvSpPr>
        <p:spPr>
          <a:xfrm>
            <a:off x="5979790" y="2888724"/>
            <a:ext cx="1477312" cy="51834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6"/>
              </a:buClr>
              <a:buSzPts val="2400"/>
              <a:buFont typeface="Mouse Memoirs"/>
              <a:buNone/>
              <a:defRPr sz="2800" b="0" i="0" u="none" strike="noStrike" cap="none">
                <a:solidFill>
                  <a:schemeClr val="accent3"/>
                </a:solidFill>
                <a:latin typeface="Mouse Memoirs"/>
                <a:ea typeface="Mouse Memoirs"/>
                <a:cs typeface="Mouse Memoirs"/>
                <a:sym typeface="Mouse Memoirs"/>
              </a:defRPr>
            </a:lvl1pPr>
            <a:lvl2pPr marR="0" lvl="1" algn="ct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r>
              <a:rPr lang="en-US" sz="1800" dirty="0">
                <a:solidFill>
                  <a:srgbClr val="5587AC"/>
                </a:solidFill>
              </a:rPr>
              <a:t>Consistent and repeatable system behavior</a:t>
            </a:r>
          </a:p>
        </p:txBody>
      </p:sp>
      <p:sp>
        <p:nvSpPr>
          <p:cNvPr id="56" name="Title 7">
            <a:extLst>
              <a:ext uri="{FF2B5EF4-FFF2-40B4-BE49-F238E27FC236}">
                <a16:creationId xmlns:a16="http://schemas.microsoft.com/office/drawing/2014/main" id="{72D52DA0-11E0-48F3-BC83-D488F212157D}"/>
              </a:ext>
            </a:extLst>
          </p:cNvPr>
          <p:cNvSpPr txBox="1">
            <a:spLocks/>
          </p:cNvSpPr>
          <p:nvPr/>
        </p:nvSpPr>
        <p:spPr>
          <a:xfrm>
            <a:off x="7656841" y="2909711"/>
            <a:ext cx="1477312" cy="51834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6"/>
              </a:buClr>
              <a:buSzPts val="2400"/>
              <a:buFont typeface="Mouse Memoirs"/>
              <a:buNone/>
              <a:defRPr sz="2800" b="0" i="0" u="none" strike="noStrike" cap="none">
                <a:solidFill>
                  <a:schemeClr val="accent3"/>
                </a:solidFill>
                <a:latin typeface="Mouse Memoirs"/>
                <a:ea typeface="Mouse Memoirs"/>
                <a:cs typeface="Mouse Memoirs"/>
                <a:sym typeface="Mouse Memoirs"/>
              </a:defRPr>
            </a:lvl1pPr>
            <a:lvl2pPr marR="0" lvl="1" algn="ct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r>
              <a:rPr lang="en-US" sz="1800" dirty="0">
                <a:solidFill>
                  <a:srgbClr val="7BA145"/>
                </a:solidFill>
              </a:rPr>
              <a:t>Reliable and safe performance for a safety-critical application</a:t>
            </a:r>
          </a:p>
          <a:p>
            <a:endParaRPr lang="en-US" sz="1800" dirty="0"/>
          </a:p>
        </p:txBody>
      </p:sp>
      <p:sp>
        <p:nvSpPr>
          <p:cNvPr id="57" name="Google Shape;3141;p70">
            <a:extLst>
              <a:ext uri="{FF2B5EF4-FFF2-40B4-BE49-F238E27FC236}">
                <a16:creationId xmlns:a16="http://schemas.microsoft.com/office/drawing/2014/main" id="{63E07805-9F7C-4DD0-B0E9-159221583373}"/>
              </a:ext>
            </a:extLst>
          </p:cNvPr>
          <p:cNvSpPr/>
          <p:nvPr/>
        </p:nvSpPr>
        <p:spPr>
          <a:xfrm>
            <a:off x="2766602" y="42661"/>
            <a:ext cx="1492672" cy="1950962"/>
          </a:xfrm>
          <a:custGeom>
            <a:avLst/>
            <a:gdLst/>
            <a:ahLst/>
            <a:cxnLst/>
            <a:rect l="l" t="t" r="r" b="b"/>
            <a:pathLst>
              <a:path w="16803" h="20292" extrusionOk="0">
                <a:moveTo>
                  <a:pt x="8803" y="4091"/>
                </a:moveTo>
                <a:cubicBezTo>
                  <a:pt x="10758" y="4091"/>
                  <a:pt x="12639" y="5609"/>
                  <a:pt x="12639" y="7905"/>
                </a:cubicBezTo>
                <a:cubicBezTo>
                  <a:pt x="12639" y="9997"/>
                  <a:pt x="10944" y="11713"/>
                  <a:pt x="8851" y="11713"/>
                </a:cubicBezTo>
                <a:cubicBezTo>
                  <a:pt x="5441" y="11713"/>
                  <a:pt x="3746" y="7612"/>
                  <a:pt x="6152" y="5205"/>
                </a:cubicBezTo>
                <a:cubicBezTo>
                  <a:pt x="6922" y="4435"/>
                  <a:pt x="7871" y="4091"/>
                  <a:pt x="8803" y="4091"/>
                </a:cubicBezTo>
                <a:close/>
                <a:moveTo>
                  <a:pt x="8852" y="1"/>
                </a:moveTo>
                <a:cubicBezTo>
                  <a:pt x="8535" y="1"/>
                  <a:pt x="8213" y="19"/>
                  <a:pt x="7889" y="58"/>
                </a:cubicBezTo>
                <a:cubicBezTo>
                  <a:pt x="3181" y="623"/>
                  <a:pt x="1" y="5164"/>
                  <a:pt x="1110" y="9788"/>
                </a:cubicBezTo>
                <a:cubicBezTo>
                  <a:pt x="1298" y="10583"/>
                  <a:pt x="1612" y="11336"/>
                  <a:pt x="2030" y="12026"/>
                </a:cubicBezTo>
                <a:cubicBezTo>
                  <a:pt x="3683" y="15249"/>
                  <a:pt x="6006" y="18052"/>
                  <a:pt x="8831" y="20291"/>
                </a:cubicBezTo>
                <a:cubicBezTo>
                  <a:pt x="8831" y="20291"/>
                  <a:pt x="15149" y="14537"/>
                  <a:pt x="16384" y="10415"/>
                </a:cubicBezTo>
                <a:cubicBezTo>
                  <a:pt x="16656" y="9599"/>
                  <a:pt x="16802" y="8762"/>
                  <a:pt x="16802" y="7905"/>
                </a:cubicBezTo>
                <a:cubicBezTo>
                  <a:pt x="16763" y="3481"/>
                  <a:pt x="13167" y="1"/>
                  <a:pt x="885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Oval 58">
            <a:extLst>
              <a:ext uri="{FF2B5EF4-FFF2-40B4-BE49-F238E27FC236}">
                <a16:creationId xmlns:a16="http://schemas.microsoft.com/office/drawing/2014/main" id="{6FC372FD-0979-4F41-A82E-52B12D212F02}"/>
              </a:ext>
            </a:extLst>
          </p:cNvPr>
          <p:cNvSpPr/>
          <p:nvPr/>
        </p:nvSpPr>
        <p:spPr>
          <a:xfrm>
            <a:off x="2951646" y="220388"/>
            <a:ext cx="1201254" cy="1141868"/>
          </a:xfrm>
          <a:prstGeom prst="ellipse">
            <a:avLst/>
          </a:prstGeom>
          <a:solidFill>
            <a:srgbClr val="9EDA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C70DDCDB-046B-4664-BC2A-7C8EEF420DFD}"/>
              </a:ext>
            </a:extLst>
          </p:cNvPr>
          <p:cNvSpPr/>
          <p:nvPr/>
        </p:nvSpPr>
        <p:spPr>
          <a:xfrm>
            <a:off x="2828561" y="386759"/>
            <a:ext cx="1476514" cy="707886"/>
          </a:xfrm>
          <a:prstGeom prst="rect">
            <a:avLst/>
          </a:prstGeom>
        </p:spPr>
        <p:txBody>
          <a:bodyPr wrap="square">
            <a:spAutoFit/>
          </a:bodyPr>
          <a:lstStyle/>
          <a:p>
            <a:pPr lvl="0" algn="ctr"/>
            <a:r>
              <a:rPr lang="en-US" sz="2000" b="1" dirty="0">
                <a:solidFill>
                  <a:srgbClr val="FFFFFF"/>
                </a:solidFill>
                <a:latin typeface="Mouse Memoirs" panose="020B0604020202020204" charset="0"/>
              </a:rPr>
              <a:t>Evaluation and Quality of Results</a:t>
            </a:r>
            <a:endParaRPr lang="en-US" sz="2000" dirty="0">
              <a:solidFill>
                <a:srgbClr val="FFFFFF"/>
              </a:solidFill>
              <a:latin typeface="Mouse Memoirs" panose="020B0604020202020204" charset="0"/>
            </a:endParaRPr>
          </a:p>
        </p:txBody>
      </p:sp>
      <p:sp>
        <p:nvSpPr>
          <p:cNvPr id="70" name="Google Shape;3190;p72">
            <a:extLst>
              <a:ext uri="{FF2B5EF4-FFF2-40B4-BE49-F238E27FC236}">
                <a16:creationId xmlns:a16="http://schemas.microsoft.com/office/drawing/2014/main" id="{68A41896-FEC5-4105-AD7F-C193588C57CB}"/>
              </a:ext>
            </a:extLst>
          </p:cNvPr>
          <p:cNvSpPr/>
          <p:nvPr/>
        </p:nvSpPr>
        <p:spPr>
          <a:xfrm>
            <a:off x="104" y="4570800"/>
            <a:ext cx="9143896" cy="5727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1" name="Google Shape;3191;p72">
            <a:extLst>
              <a:ext uri="{FF2B5EF4-FFF2-40B4-BE49-F238E27FC236}">
                <a16:creationId xmlns:a16="http://schemas.microsoft.com/office/drawing/2014/main" id="{D7EB3743-3C19-4A91-8A36-0A65E32456B3}"/>
              </a:ext>
            </a:extLst>
          </p:cNvPr>
          <p:cNvCxnSpPr/>
          <p:nvPr/>
        </p:nvCxnSpPr>
        <p:spPr>
          <a:xfrm>
            <a:off x="8376" y="4857150"/>
            <a:ext cx="9143896" cy="0"/>
          </a:xfrm>
          <a:prstGeom prst="straightConnector1">
            <a:avLst/>
          </a:prstGeom>
          <a:noFill/>
          <a:ln w="9525" cap="flat" cmpd="sng">
            <a:solidFill>
              <a:srgbClr val="FFFFFF"/>
            </a:solidFill>
            <a:prstDash val="solid"/>
            <a:round/>
            <a:headEnd type="none" w="med" len="med"/>
            <a:tailEnd type="none" w="med" len="med"/>
          </a:ln>
        </p:spPr>
      </p:cxnSp>
      <p:sp>
        <p:nvSpPr>
          <p:cNvPr id="72" name="Google Shape;3199;p72">
            <a:extLst>
              <a:ext uri="{FF2B5EF4-FFF2-40B4-BE49-F238E27FC236}">
                <a16:creationId xmlns:a16="http://schemas.microsoft.com/office/drawing/2014/main" id="{022D4385-A404-4AA6-976B-15D547CF9540}"/>
              </a:ext>
            </a:extLst>
          </p:cNvPr>
          <p:cNvSpPr/>
          <p:nvPr/>
        </p:nvSpPr>
        <p:spPr>
          <a:xfrm>
            <a:off x="77620" y="4430026"/>
            <a:ext cx="641719" cy="713474"/>
          </a:xfrm>
          <a:custGeom>
            <a:avLst/>
            <a:gdLst/>
            <a:ahLst/>
            <a:cxnLst/>
            <a:rect l="l" t="t" r="r" b="b"/>
            <a:pathLst>
              <a:path w="53960" h="59981" extrusionOk="0">
                <a:moveTo>
                  <a:pt x="24850" y="0"/>
                </a:moveTo>
                <a:cubicBezTo>
                  <a:pt x="22889" y="0"/>
                  <a:pt x="20509" y="388"/>
                  <a:pt x="17628" y="1370"/>
                </a:cubicBezTo>
                <a:cubicBezTo>
                  <a:pt x="8560" y="4472"/>
                  <a:pt x="6244" y="11459"/>
                  <a:pt x="12760" y="12166"/>
                </a:cubicBezTo>
                <a:cubicBezTo>
                  <a:pt x="12760" y="12166"/>
                  <a:pt x="2514" y="13344"/>
                  <a:pt x="2514" y="20056"/>
                </a:cubicBezTo>
                <a:cubicBezTo>
                  <a:pt x="2514" y="23375"/>
                  <a:pt x="4704" y="24218"/>
                  <a:pt x="6932" y="24218"/>
                </a:cubicBezTo>
                <a:cubicBezTo>
                  <a:pt x="8673" y="24218"/>
                  <a:pt x="10438" y="23703"/>
                  <a:pt x="11196" y="23450"/>
                </a:cubicBezTo>
                <a:lnTo>
                  <a:pt x="11196" y="23450"/>
                </a:lnTo>
                <a:cubicBezTo>
                  <a:pt x="9167" y="24198"/>
                  <a:pt x="0" y="28018"/>
                  <a:pt x="4870" y="34463"/>
                </a:cubicBezTo>
                <a:cubicBezTo>
                  <a:pt x="4870" y="34463"/>
                  <a:pt x="7192" y="36328"/>
                  <a:pt x="10083" y="36328"/>
                </a:cubicBezTo>
                <a:cubicBezTo>
                  <a:pt x="11749" y="36328"/>
                  <a:pt x="13604" y="35709"/>
                  <a:pt x="15312" y="33757"/>
                </a:cubicBezTo>
                <a:lnTo>
                  <a:pt x="15312" y="33757"/>
                </a:lnTo>
                <a:cubicBezTo>
                  <a:pt x="15311" y="33757"/>
                  <a:pt x="12171" y="37683"/>
                  <a:pt x="15665" y="39331"/>
                </a:cubicBezTo>
                <a:cubicBezTo>
                  <a:pt x="16190" y="39582"/>
                  <a:pt x="16704" y="39684"/>
                  <a:pt x="17206" y="39684"/>
                </a:cubicBezTo>
                <a:cubicBezTo>
                  <a:pt x="19510" y="39684"/>
                  <a:pt x="21576" y="37525"/>
                  <a:pt x="23366" y="37525"/>
                </a:cubicBezTo>
                <a:cubicBezTo>
                  <a:pt x="23757" y="37525"/>
                  <a:pt x="24134" y="37628"/>
                  <a:pt x="24498" y="37879"/>
                </a:cubicBezTo>
                <a:cubicBezTo>
                  <a:pt x="24498" y="37879"/>
                  <a:pt x="29130" y="43492"/>
                  <a:pt x="26343" y="59980"/>
                </a:cubicBezTo>
                <a:lnTo>
                  <a:pt x="31446" y="59980"/>
                </a:lnTo>
                <a:cubicBezTo>
                  <a:pt x="31446" y="59980"/>
                  <a:pt x="27246" y="40980"/>
                  <a:pt x="33880" y="36897"/>
                </a:cubicBezTo>
                <a:cubicBezTo>
                  <a:pt x="33880" y="36897"/>
                  <a:pt x="34448" y="36568"/>
                  <a:pt x="35278" y="36568"/>
                </a:cubicBezTo>
                <a:cubicBezTo>
                  <a:pt x="36095" y="36568"/>
                  <a:pt x="37166" y="36887"/>
                  <a:pt x="38198" y="38154"/>
                </a:cubicBezTo>
                <a:cubicBezTo>
                  <a:pt x="38764" y="38848"/>
                  <a:pt x="39760" y="39176"/>
                  <a:pt x="40905" y="39176"/>
                </a:cubicBezTo>
                <a:cubicBezTo>
                  <a:pt x="43970" y="39176"/>
                  <a:pt x="48105" y="36826"/>
                  <a:pt x="47934" y="32854"/>
                </a:cubicBezTo>
                <a:cubicBezTo>
                  <a:pt x="47799" y="29765"/>
                  <a:pt x="46414" y="29101"/>
                  <a:pt x="45248" y="29101"/>
                </a:cubicBezTo>
                <a:cubicBezTo>
                  <a:pt x="45160" y="29101"/>
                  <a:pt x="45073" y="29105"/>
                  <a:pt x="44989" y="29111"/>
                </a:cubicBezTo>
                <a:lnTo>
                  <a:pt x="44989" y="29111"/>
                </a:lnTo>
                <a:cubicBezTo>
                  <a:pt x="47808" y="28235"/>
                  <a:pt x="53959" y="25627"/>
                  <a:pt x="53626" y="19625"/>
                </a:cubicBezTo>
                <a:cubicBezTo>
                  <a:pt x="53389" y="15718"/>
                  <a:pt x="50803" y="14747"/>
                  <a:pt x="48288" y="14747"/>
                </a:cubicBezTo>
                <a:cubicBezTo>
                  <a:pt x="45799" y="14747"/>
                  <a:pt x="43380" y="15699"/>
                  <a:pt x="43380" y="15699"/>
                </a:cubicBezTo>
                <a:cubicBezTo>
                  <a:pt x="43380" y="15699"/>
                  <a:pt x="51506" y="12087"/>
                  <a:pt x="48051" y="8711"/>
                </a:cubicBezTo>
                <a:cubicBezTo>
                  <a:pt x="47008" y="7703"/>
                  <a:pt x="45895" y="7350"/>
                  <a:pt x="44846" y="7350"/>
                </a:cubicBezTo>
                <a:cubicBezTo>
                  <a:pt x="42446" y="7350"/>
                  <a:pt x="40385" y="9203"/>
                  <a:pt x="40283" y="9296"/>
                </a:cubicBezTo>
                <a:lnTo>
                  <a:pt x="40283" y="9296"/>
                </a:lnTo>
                <a:cubicBezTo>
                  <a:pt x="40425" y="9166"/>
                  <a:pt x="44297" y="5576"/>
                  <a:pt x="42948" y="3726"/>
                </a:cubicBezTo>
                <a:cubicBezTo>
                  <a:pt x="42507" y="3151"/>
                  <a:pt x="41617" y="2911"/>
                  <a:pt x="40543" y="2911"/>
                </a:cubicBezTo>
                <a:cubicBezTo>
                  <a:pt x="38173" y="2911"/>
                  <a:pt x="34914" y="4078"/>
                  <a:pt x="33644" y="5375"/>
                </a:cubicBezTo>
                <a:cubicBezTo>
                  <a:pt x="33644" y="5344"/>
                  <a:pt x="32134" y="0"/>
                  <a:pt x="248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73" name="Google Shape;3364;p72">
            <a:extLst>
              <a:ext uri="{FF2B5EF4-FFF2-40B4-BE49-F238E27FC236}">
                <a16:creationId xmlns:a16="http://schemas.microsoft.com/office/drawing/2014/main" id="{17C46071-C260-4CC6-8E58-989CB16FD9AA}"/>
              </a:ext>
            </a:extLst>
          </p:cNvPr>
          <p:cNvGrpSpPr/>
          <p:nvPr/>
        </p:nvGrpSpPr>
        <p:grpSpPr>
          <a:xfrm>
            <a:off x="7214914" y="3916466"/>
            <a:ext cx="535822" cy="933905"/>
            <a:chOff x="6282452" y="1236847"/>
            <a:chExt cx="1533549" cy="2672881"/>
          </a:xfrm>
        </p:grpSpPr>
        <p:grpSp>
          <p:nvGrpSpPr>
            <p:cNvPr id="74" name="Google Shape;3365;p72">
              <a:extLst>
                <a:ext uri="{FF2B5EF4-FFF2-40B4-BE49-F238E27FC236}">
                  <a16:creationId xmlns:a16="http://schemas.microsoft.com/office/drawing/2014/main" id="{18DA8E5A-045D-4FE4-B739-9BC81C0D91C5}"/>
                </a:ext>
              </a:extLst>
            </p:cNvPr>
            <p:cNvGrpSpPr/>
            <p:nvPr/>
          </p:nvGrpSpPr>
          <p:grpSpPr>
            <a:xfrm>
              <a:off x="6282452" y="1236847"/>
              <a:ext cx="1533549" cy="2672881"/>
              <a:chOff x="12645075" y="2835438"/>
              <a:chExt cx="725700" cy="1264850"/>
            </a:xfrm>
          </p:grpSpPr>
          <p:sp>
            <p:nvSpPr>
              <p:cNvPr id="78" name="Google Shape;3366;p72">
                <a:extLst>
                  <a:ext uri="{FF2B5EF4-FFF2-40B4-BE49-F238E27FC236}">
                    <a16:creationId xmlns:a16="http://schemas.microsoft.com/office/drawing/2014/main" id="{B4E54846-A989-4765-BC0E-61B2600B2000}"/>
                  </a:ext>
                </a:extLst>
              </p:cNvPr>
              <p:cNvSpPr/>
              <p:nvPr/>
            </p:nvSpPr>
            <p:spPr>
              <a:xfrm>
                <a:off x="12664825" y="3367913"/>
                <a:ext cx="25" cy="25"/>
              </a:xfrm>
              <a:custGeom>
                <a:avLst/>
                <a:gdLst/>
                <a:ahLst/>
                <a:cxnLst/>
                <a:rect l="l" t="t" r="r" b="b"/>
                <a:pathLst>
                  <a:path w="1" h="1" extrusionOk="0">
                    <a:moveTo>
                      <a:pt x="0" y="1"/>
                    </a:moveTo>
                    <a:lnTo>
                      <a:pt x="0" y="1"/>
                    </a:lnTo>
                    <a:close/>
                  </a:path>
                </a:pathLst>
              </a:custGeom>
              <a:solidFill>
                <a:srgbClr val="3A16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3367;p72">
                <a:extLst>
                  <a:ext uri="{FF2B5EF4-FFF2-40B4-BE49-F238E27FC236}">
                    <a16:creationId xmlns:a16="http://schemas.microsoft.com/office/drawing/2014/main" id="{0A9EC92B-1669-47C0-A4D8-BCC0FA8EF9A6}"/>
                  </a:ext>
                </a:extLst>
              </p:cNvPr>
              <p:cNvSpPr/>
              <p:nvPr/>
            </p:nvSpPr>
            <p:spPr>
              <a:xfrm>
                <a:off x="12722400" y="3335213"/>
                <a:ext cx="617100" cy="430125"/>
              </a:xfrm>
              <a:custGeom>
                <a:avLst/>
                <a:gdLst/>
                <a:ahLst/>
                <a:cxnLst/>
                <a:rect l="l" t="t" r="r" b="b"/>
                <a:pathLst>
                  <a:path w="24684" h="17205" extrusionOk="0">
                    <a:moveTo>
                      <a:pt x="1877" y="1"/>
                    </a:moveTo>
                    <a:lnTo>
                      <a:pt x="1" y="1423"/>
                    </a:lnTo>
                    <a:lnTo>
                      <a:pt x="2702" y="5517"/>
                    </a:lnTo>
                    <a:cubicBezTo>
                      <a:pt x="2987" y="5972"/>
                      <a:pt x="3385" y="6314"/>
                      <a:pt x="3840" y="6541"/>
                    </a:cubicBezTo>
                    <a:lnTo>
                      <a:pt x="8048" y="8674"/>
                    </a:lnTo>
                    <a:cubicBezTo>
                      <a:pt x="7906" y="10124"/>
                      <a:pt x="7792" y="11518"/>
                      <a:pt x="7821" y="12314"/>
                    </a:cubicBezTo>
                    <a:cubicBezTo>
                      <a:pt x="7906" y="13935"/>
                      <a:pt x="8105" y="15584"/>
                      <a:pt x="8418" y="17205"/>
                    </a:cubicBezTo>
                    <a:lnTo>
                      <a:pt x="20503" y="17205"/>
                    </a:lnTo>
                    <a:cubicBezTo>
                      <a:pt x="20816" y="15584"/>
                      <a:pt x="21015" y="13935"/>
                      <a:pt x="21101" y="12314"/>
                    </a:cubicBezTo>
                    <a:cubicBezTo>
                      <a:pt x="21101" y="11944"/>
                      <a:pt x="21101" y="11432"/>
                      <a:pt x="21072" y="10892"/>
                    </a:cubicBezTo>
                    <a:lnTo>
                      <a:pt x="21072" y="10892"/>
                    </a:lnTo>
                    <a:cubicBezTo>
                      <a:pt x="21584" y="12399"/>
                      <a:pt x="21897" y="13963"/>
                      <a:pt x="22039" y="15527"/>
                    </a:cubicBezTo>
                    <a:lnTo>
                      <a:pt x="24172" y="15186"/>
                    </a:lnTo>
                    <a:cubicBezTo>
                      <a:pt x="24172" y="15186"/>
                      <a:pt x="24684" y="13935"/>
                      <a:pt x="23774" y="10067"/>
                    </a:cubicBezTo>
                    <a:cubicBezTo>
                      <a:pt x="22864" y="6257"/>
                      <a:pt x="20390" y="4636"/>
                      <a:pt x="20390" y="4636"/>
                    </a:cubicBezTo>
                    <a:lnTo>
                      <a:pt x="20361" y="4664"/>
                    </a:lnTo>
                    <a:lnTo>
                      <a:pt x="20361" y="4636"/>
                    </a:lnTo>
                    <a:cubicBezTo>
                      <a:pt x="19707" y="3726"/>
                      <a:pt x="17575" y="3043"/>
                      <a:pt x="17120" y="2958"/>
                    </a:cubicBezTo>
                    <a:lnTo>
                      <a:pt x="11830" y="2958"/>
                    </a:lnTo>
                    <a:cubicBezTo>
                      <a:pt x="11375" y="3043"/>
                      <a:pt x="9584" y="3271"/>
                      <a:pt x="8589" y="3897"/>
                    </a:cubicBezTo>
                    <a:lnTo>
                      <a:pt x="5574" y="3527"/>
                    </a:lnTo>
                    <a:cubicBezTo>
                      <a:pt x="4721" y="3442"/>
                      <a:pt x="3953" y="2958"/>
                      <a:pt x="3441" y="2247"/>
                    </a:cubicBezTo>
                    <a:lnTo>
                      <a:pt x="18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3368;p72">
                <a:extLst>
                  <a:ext uri="{FF2B5EF4-FFF2-40B4-BE49-F238E27FC236}">
                    <a16:creationId xmlns:a16="http://schemas.microsoft.com/office/drawing/2014/main" id="{40B16ED7-566C-4A15-9DA7-C8444A272084}"/>
                  </a:ext>
                </a:extLst>
              </p:cNvPr>
              <p:cNvSpPr/>
              <p:nvPr/>
            </p:nvSpPr>
            <p:spPr>
              <a:xfrm>
                <a:off x="13045875" y="3352288"/>
                <a:ext cx="76800" cy="90300"/>
              </a:xfrm>
              <a:custGeom>
                <a:avLst/>
                <a:gdLst/>
                <a:ahLst/>
                <a:cxnLst/>
                <a:rect l="l" t="t" r="r" b="b"/>
                <a:pathLst>
                  <a:path w="3072" h="3612" extrusionOk="0">
                    <a:moveTo>
                      <a:pt x="1536" y="0"/>
                    </a:moveTo>
                    <a:lnTo>
                      <a:pt x="0" y="398"/>
                    </a:lnTo>
                    <a:lnTo>
                      <a:pt x="0" y="1507"/>
                    </a:lnTo>
                    <a:lnTo>
                      <a:pt x="1536" y="3612"/>
                    </a:lnTo>
                    <a:lnTo>
                      <a:pt x="3072" y="1507"/>
                    </a:lnTo>
                    <a:lnTo>
                      <a:pt x="3072" y="398"/>
                    </a:lnTo>
                    <a:lnTo>
                      <a:pt x="1536" y="0"/>
                    </a:lnTo>
                    <a:close/>
                  </a:path>
                </a:pathLst>
              </a:custGeom>
              <a:solidFill>
                <a:srgbClr val="FFC2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3369;p72">
                <a:extLst>
                  <a:ext uri="{FF2B5EF4-FFF2-40B4-BE49-F238E27FC236}">
                    <a16:creationId xmlns:a16="http://schemas.microsoft.com/office/drawing/2014/main" id="{1CCC2D0D-87BF-41B8-A995-CE08632E4D67}"/>
                  </a:ext>
                </a:extLst>
              </p:cNvPr>
              <p:cNvSpPr/>
              <p:nvPr/>
            </p:nvSpPr>
            <p:spPr>
              <a:xfrm>
                <a:off x="12812675" y="3197938"/>
                <a:ext cx="101000" cy="79800"/>
              </a:xfrm>
              <a:custGeom>
                <a:avLst/>
                <a:gdLst/>
                <a:ahLst/>
                <a:cxnLst/>
                <a:rect l="l" t="t" r="r" b="b"/>
                <a:pathLst>
                  <a:path w="4040" h="3192" extrusionOk="0">
                    <a:moveTo>
                      <a:pt x="1287" y="0"/>
                    </a:moveTo>
                    <a:cubicBezTo>
                      <a:pt x="892" y="0"/>
                      <a:pt x="370" y="192"/>
                      <a:pt x="200" y="1141"/>
                    </a:cubicBezTo>
                    <a:cubicBezTo>
                      <a:pt x="1" y="2382"/>
                      <a:pt x="1322" y="3192"/>
                      <a:pt x="2345" y="3192"/>
                    </a:cubicBezTo>
                    <a:cubicBezTo>
                      <a:pt x="2635" y="3192"/>
                      <a:pt x="2900" y="3127"/>
                      <a:pt x="3101" y="2989"/>
                    </a:cubicBezTo>
                    <a:cubicBezTo>
                      <a:pt x="4039" y="2335"/>
                      <a:pt x="2532" y="117"/>
                      <a:pt x="1764" y="89"/>
                    </a:cubicBezTo>
                    <a:cubicBezTo>
                      <a:pt x="1764" y="89"/>
                      <a:pt x="1555" y="0"/>
                      <a:pt x="1287" y="0"/>
                    </a:cubicBezTo>
                    <a:close/>
                  </a:path>
                </a:pathLst>
              </a:custGeom>
              <a:solidFill>
                <a:srgbClr val="FFC2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3370;p72">
                <a:extLst>
                  <a:ext uri="{FF2B5EF4-FFF2-40B4-BE49-F238E27FC236}">
                    <a16:creationId xmlns:a16="http://schemas.microsoft.com/office/drawing/2014/main" id="{7DFB0ED1-644D-4763-80CF-581C1A2B15E9}"/>
                  </a:ext>
                </a:extLst>
              </p:cNvPr>
              <p:cNvSpPr/>
              <p:nvPr/>
            </p:nvSpPr>
            <p:spPr>
              <a:xfrm>
                <a:off x="13254875" y="3197938"/>
                <a:ext cx="101000" cy="79800"/>
              </a:xfrm>
              <a:custGeom>
                <a:avLst/>
                <a:gdLst/>
                <a:ahLst/>
                <a:cxnLst/>
                <a:rect l="l" t="t" r="r" b="b"/>
                <a:pathLst>
                  <a:path w="4040" h="3192" extrusionOk="0">
                    <a:moveTo>
                      <a:pt x="2761" y="0"/>
                    </a:moveTo>
                    <a:cubicBezTo>
                      <a:pt x="2489" y="0"/>
                      <a:pt x="2276" y="89"/>
                      <a:pt x="2276" y="89"/>
                    </a:cubicBezTo>
                    <a:cubicBezTo>
                      <a:pt x="1479" y="117"/>
                      <a:pt x="1" y="2335"/>
                      <a:pt x="939" y="2989"/>
                    </a:cubicBezTo>
                    <a:cubicBezTo>
                      <a:pt x="1140" y="3127"/>
                      <a:pt x="1405" y="3192"/>
                      <a:pt x="1694" y="3192"/>
                    </a:cubicBezTo>
                    <a:cubicBezTo>
                      <a:pt x="2718" y="3192"/>
                      <a:pt x="4039" y="2382"/>
                      <a:pt x="3840" y="1141"/>
                    </a:cubicBezTo>
                    <a:cubicBezTo>
                      <a:pt x="3687" y="192"/>
                      <a:pt x="3161" y="0"/>
                      <a:pt x="2761" y="0"/>
                    </a:cubicBezTo>
                    <a:close/>
                  </a:path>
                </a:pathLst>
              </a:custGeom>
              <a:solidFill>
                <a:srgbClr val="FFC2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3371;p72">
                <a:extLst>
                  <a:ext uri="{FF2B5EF4-FFF2-40B4-BE49-F238E27FC236}">
                    <a16:creationId xmlns:a16="http://schemas.microsoft.com/office/drawing/2014/main" id="{43126860-EE3A-4B80-AD31-30E19E3B5B0A}"/>
                  </a:ext>
                </a:extLst>
              </p:cNvPr>
              <p:cNvSpPr/>
              <p:nvPr/>
            </p:nvSpPr>
            <p:spPr>
              <a:xfrm>
                <a:off x="13296825" y="3214363"/>
                <a:ext cx="34150" cy="51500"/>
              </a:xfrm>
              <a:custGeom>
                <a:avLst/>
                <a:gdLst/>
                <a:ahLst/>
                <a:cxnLst/>
                <a:rect l="l" t="t" r="r" b="b"/>
                <a:pathLst>
                  <a:path w="1366" h="2060" extrusionOk="0">
                    <a:moveTo>
                      <a:pt x="1195" y="1"/>
                    </a:moveTo>
                    <a:cubicBezTo>
                      <a:pt x="882" y="114"/>
                      <a:pt x="569" y="285"/>
                      <a:pt x="342" y="512"/>
                    </a:cubicBezTo>
                    <a:cubicBezTo>
                      <a:pt x="228" y="626"/>
                      <a:pt x="114" y="797"/>
                      <a:pt x="57" y="967"/>
                    </a:cubicBezTo>
                    <a:cubicBezTo>
                      <a:pt x="0" y="1138"/>
                      <a:pt x="0" y="1337"/>
                      <a:pt x="57" y="1536"/>
                    </a:cubicBezTo>
                    <a:cubicBezTo>
                      <a:pt x="86" y="1593"/>
                      <a:pt x="86" y="1621"/>
                      <a:pt x="114" y="1678"/>
                    </a:cubicBezTo>
                    <a:cubicBezTo>
                      <a:pt x="143" y="1707"/>
                      <a:pt x="171" y="1764"/>
                      <a:pt x="200" y="1792"/>
                    </a:cubicBezTo>
                    <a:cubicBezTo>
                      <a:pt x="256" y="1877"/>
                      <a:pt x="342" y="1963"/>
                      <a:pt x="427" y="2020"/>
                    </a:cubicBezTo>
                    <a:cubicBezTo>
                      <a:pt x="507" y="2040"/>
                      <a:pt x="588" y="2060"/>
                      <a:pt x="668" y="2060"/>
                    </a:cubicBezTo>
                    <a:cubicBezTo>
                      <a:pt x="702" y="2060"/>
                      <a:pt x="735" y="2056"/>
                      <a:pt x="768" y="2048"/>
                    </a:cubicBezTo>
                    <a:cubicBezTo>
                      <a:pt x="854" y="2020"/>
                      <a:pt x="967" y="1991"/>
                      <a:pt x="1024" y="1934"/>
                    </a:cubicBezTo>
                    <a:cubicBezTo>
                      <a:pt x="1195" y="1820"/>
                      <a:pt x="1309" y="1650"/>
                      <a:pt x="1337" y="1479"/>
                    </a:cubicBezTo>
                    <a:cubicBezTo>
                      <a:pt x="1365" y="1394"/>
                      <a:pt x="1365" y="1280"/>
                      <a:pt x="1309" y="1195"/>
                    </a:cubicBezTo>
                    <a:cubicBezTo>
                      <a:pt x="1280" y="1110"/>
                      <a:pt x="1195" y="1053"/>
                      <a:pt x="1110" y="1053"/>
                    </a:cubicBezTo>
                    <a:cubicBezTo>
                      <a:pt x="1166" y="1081"/>
                      <a:pt x="1223" y="1166"/>
                      <a:pt x="1223" y="1223"/>
                    </a:cubicBezTo>
                    <a:cubicBezTo>
                      <a:pt x="1223" y="1280"/>
                      <a:pt x="1195" y="1365"/>
                      <a:pt x="1166" y="1422"/>
                    </a:cubicBezTo>
                    <a:cubicBezTo>
                      <a:pt x="1110" y="1536"/>
                      <a:pt x="996" y="1621"/>
                      <a:pt x="882" y="1678"/>
                    </a:cubicBezTo>
                    <a:cubicBezTo>
                      <a:pt x="839" y="1707"/>
                      <a:pt x="790" y="1721"/>
                      <a:pt x="740" y="1721"/>
                    </a:cubicBezTo>
                    <a:cubicBezTo>
                      <a:pt x="690" y="1721"/>
                      <a:pt x="640" y="1707"/>
                      <a:pt x="598" y="1678"/>
                    </a:cubicBezTo>
                    <a:cubicBezTo>
                      <a:pt x="512" y="1621"/>
                      <a:pt x="455" y="1508"/>
                      <a:pt x="427" y="1422"/>
                    </a:cubicBezTo>
                    <a:cubicBezTo>
                      <a:pt x="342" y="1166"/>
                      <a:pt x="427" y="882"/>
                      <a:pt x="569" y="711"/>
                    </a:cubicBezTo>
                    <a:cubicBezTo>
                      <a:pt x="768" y="455"/>
                      <a:pt x="967" y="228"/>
                      <a:pt x="1195" y="1"/>
                    </a:cubicBezTo>
                    <a:close/>
                  </a:path>
                </a:pathLst>
              </a:custGeom>
              <a:solidFill>
                <a:srgbClr val="E890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3372;p72">
                <a:extLst>
                  <a:ext uri="{FF2B5EF4-FFF2-40B4-BE49-F238E27FC236}">
                    <a16:creationId xmlns:a16="http://schemas.microsoft.com/office/drawing/2014/main" id="{D9D7921B-F3C2-40E9-B392-F182927CB511}"/>
                  </a:ext>
                </a:extLst>
              </p:cNvPr>
              <p:cNvSpPr/>
              <p:nvPr/>
            </p:nvSpPr>
            <p:spPr>
              <a:xfrm>
                <a:off x="12837575" y="3214363"/>
                <a:ext cx="34150" cy="51500"/>
              </a:xfrm>
              <a:custGeom>
                <a:avLst/>
                <a:gdLst/>
                <a:ahLst/>
                <a:cxnLst/>
                <a:rect l="l" t="t" r="r" b="b"/>
                <a:pathLst>
                  <a:path w="1366" h="2060" extrusionOk="0">
                    <a:moveTo>
                      <a:pt x="171" y="1"/>
                    </a:moveTo>
                    <a:cubicBezTo>
                      <a:pt x="399" y="228"/>
                      <a:pt x="598" y="455"/>
                      <a:pt x="768" y="711"/>
                    </a:cubicBezTo>
                    <a:cubicBezTo>
                      <a:pt x="939" y="882"/>
                      <a:pt x="996" y="1166"/>
                      <a:pt x="939" y="1422"/>
                    </a:cubicBezTo>
                    <a:cubicBezTo>
                      <a:pt x="910" y="1508"/>
                      <a:pt x="854" y="1621"/>
                      <a:pt x="768" y="1678"/>
                    </a:cubicBezTo>
                    <a:cubicBezTo>
                      <a:pt x="726" y="1707"/>
                      <a:pt x="676" y="1721"/>
                      <a:pt x="626" y="1721"/>
                    </a:cubicBezTo>
                    <a:cubicBezTo>
                      <a:pt x="576" y="1721"/>
                      <a:pt x="526" y="1707"/>
                      <a:pt x="484" y="1678"/>
                    </a:cubicBezTo>
                    <a:cubicBezTo>
                      <a:pt x="370" y="1621"/>
                      <a:pt x="256" y="1536"/>
                      <a:pt x="199" y="1422"/>
                    </a:cubicBezTo>
                    <a:cubicBezTo>
                      <a:pt x="171" y="1365"/>
                      <a:pt x="143" y="1280"/>
                      <a:pt x="143" y="1223"/>
                    </a:cubicBezTo>
                    <a:cubicBezTo>
                      <a:pt x="143" y="1166"/>
                      <a:pt x="199" y="1081"/>
                      <a:pt x="256" y="1053"/>
                    </a:cubicBezTo>
                    <a:cubicBezTo>
                      <a:pt x="143" y="1053"/>
                      <a:pt x="86" y="1110"/>
                      <a:pt x="29" y="1195"/>
                    </a:cubicBezTo>
                    <a:cubicBezTo>
                      <a:pt x="0" y="1280"/>
                      <a:pt x="0" y="1394"/>
                      <a:pt x="29" y="1479"/>
                    </a:cubicBezTo>
                    <a:cubicBezTo>
                      <a:pt x="57" y="1650"/>
                      <a:pt x="171" y="1820"/>
                      <a:pt x="313" y="1934"/>
                    </a:cubicBezTo>
                    <a:cubicBezTo>
                      <a:pt x="399" y="1991"/>
                      <a:pt x="484" y="2020"/>
                      <a:pt x="598" y="2048"/>
                    </a:cubicBezTo>
                    <a:cubicBezTo>
                      <a:pt x="631" y="2056"/>
                      <a:pt x="664" y="2060"/>
                      <a:pt x="698" y="2060"/>
                    </a:cubicBezTo>
                    <a:cubicBezTo>
                      <a:pt x="778" y="2060"/>
                      <a:pt x="858" y="2040"/>
                      <a:pt x="939" y="2020"/>
                    </a:cubicBezTo>
                    <a:cubicBezTo>
                      <a:pt x="1024" y="1963"/>
                      <a:pt x="1109" y="1877"/>
                      <a:pt x="1166" y="1792"/>
                    </a:cubicBezTo>
                    <a:cubicBezTo>
                      <a:pt x="1195" y="1764"/>
                      <a:pt x="1223" y="1707"/>
                      <a:pt x="1252" y="1678"/>
                    </a:cubicBezTo>
                    <a:lnTo>
                      <a:pt x="1308" y="1536"/>
                    </a:lnTo>
                    <a:cubicBezTo>
                      <a:pt x="1365" y="1337"/>
                      <a:pt x="1365" y="1138"/>
                      <a:pt x="1308" y="967"/>
                    </a:cubicBezTo>
                    <a:cubicBezTo>
                      <a:pt x="1223" y="797"/>
                      <a:pt x="1138" y="626"/>
                      <a:pt x="1024" y="512"/>
                    </a:cubicBezTo>
                    <a:cubicBezTo>
                      <a:pt x="768" y="285"/>
                      <a:pt x="484" y="114"/>
                      <a:pt x="171" y="1"/>
                    </a:cubicBezTo>
                    <a:close/>
                  </a:path>
                </a:pathLst>
              </a:custGeom>
              <a:solidFill>
                <a:srgbClr val="E890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3373;p72">
                <a:extLst>
                  <a:ext uri="{FF2B5EF4-FFF2-40B4-BE49-F238E27FC236}">
                    <a16:creationId xmlns:a16="http://schemas.microsoft.com/office/drawing/2014/main" id="{9BAB8A74-FAE2-41D8-A97F-42A1BE417B8B}"/>
                  </a:ext>
                </a:extLst>
              </p:cNvPr>
              <p:cNvSpPr/>
              <p:nvPr/>
            </p:nvSpPr>
            <p:spPr>
              <a:xfrm>
                <a:off x="12933550" y="3765313"/>
                <a:ext cx="301450" cy="258100"/>
              </a:xfrm>
              <a:custGeom>
                <a:avLst/>
                <a:gdLst/>
                <a:ahLst/>
                <a:cxnLst/>
                <a:rect l="l" t="t" r="r" b="b"/>
                <a:pathLst>
                  <a:path w="12058" h="10324" extrusionOk="0">
                    <a:moveTo>
                      <a:pt x="0" y="1"/>
                    </a:moveTo>
                    <a:lnTo>
                      <a:pt x="1820" y="10323"/>
                    </a:lnTo>
                    <a:lnTo>
                      <a:pt x="5346" y="10323"/>
                    </a:lnTo>
                    <a:lnTo>
                      <a:pt x="6029" y="2674"/>
                    </a:lnTo>
                    <a:lnTo>
                      <a:pt x="6711" y="10323"/>
                    </a:lnTo>
                    <a:lnTo>
                      <a:pt x="10238" y="10323"/>
                    </a:lnTo>
                    <a:lnTo>
                      <a:pt x="120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3374;p72">
                <a:extLst>
                  <a:ext uri="{FF2B5EF4-FFF2-40B4-BE49-F238E27FC236}">
                    <a16:creationId xmlns:a16="http://schemas.microsoft.com/office/drawing/2014/main" id="{6B8FB9DD-1115-4B5E-B3D3-25855638437D}"/>
                  </a:ext>
                </a:extLst>
              </p:cNvPr>
              <p:cNvSpPr/>
              <p:nvPr/>
            </p:nvSpPr>
            <p:spPr>
              <a:xfrm>
                <a:off x="13259150" y="3714838"/>
                <a:ext cx="76800" cy="106425"/>
              </a:xfrm>
              <a:custGeom>
                <a:avLst/>
                <a:gdLst/>
                <a:ahLst/>
                <a:cxnLst/>
                <a:rect l="l" t="t" r="r" b="b"/>
                <a:pathLst>
                  <a:path w="3072" h="4257" extrusionOk="0">
                    <a:moveTo>
                      <a:pt x="2702" y="1"/>
                    </a:moveTo>
                    <a:lnTo>
                      <a:pt x="569" y="399"/>
                    </a:lnTo>
                    <a:cubicBezTo>
                      <a:pt x="569" y="399"/>
                      <a:pt x="0" y="1537"/>
                      <a:pt x="313" y="2020"/>
                    </a:cubicBezTo>
                    <a:cubicBezTo>
                      <a:pt x="424" y="2242"/>
                      <a:pt x="640" y="2360"/>
                      <a:pt x="851" y="2360"/>
                    </a:cubicBezTo>
                    <a:cubicBezTo>
                      <a:pt x="910" y="2360"/>
                      <a:pt x="968" y="2351"/>
                      <a:pt x="1024" y="2333"/>
                    </a:cubicBezTo>
                    <a:lnTo>
                      <a:pt x="1024" y="2333"/>
                    </a:lnTo>
                    <a:cubicBezTo>
                      <a:pt x="1024" y="2333"/>
                      <a:pt x="626" y="3755"/>
                      <a:pt x="1024" y="4124"/>
                    </a:cubicBezTo>
                    <a:cubicBezTo>
                      <a:pt x="1122" y="4208"/>
                      <a:pt x="1277" y="4256"/>
                      <a:pt x="1459" y="4256"/>
                    </a:cubicBezTo>
                    <a:cubicBezTo>
                      <a:pt x="2012" y="4256"/>
                      <a:pt x="2808" y="3810"/>
                      <a:pt x="2958" y="2589"/>
                    </a:cubicBezTo>
                    <a:cubicBezTo>
                      <a:pt x="3072" y="1736"/>
                      <a:pt x="2986" y="826"/>
                      <a:pt x="2702" y="1"/>
                    </a:cubicBezTo>
                    <a:close/>
                  </a:path>
                </a:pathLst>
              </a:custGeom>
              <a:solidFill>
                <a:srgbClr val="FFC2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3375;p72">
                <a:extLst>
                  <a:ext uri="{FF2B5EF4-FFF2-40B4-BE49-F238E27FC236}">
                    <a16:creationId xmlns:a16="http://schemas.microsoft.com/office/drawing/2014/main" id="{7036151C-5233-43F7-96CA-951D693F767A}"/>
                  </a:ext>
                </a:extLst>
              </p:cNvPr>
              <p:cNvSpPr/>
              <p:nvPr/>
            </p:nvSpPr>
            <p:spPr>
              <a:xfrm>
                <a:off x="13061500" y="3442563"/>
                <a:ext cx="45525" cy="54050"/>
              </a:xfrm>
              <a:custGeom>
                <a:avLst/>
                <a:gdLst/>
                <a:ahLst/>
                <a:cxnLst/>
                <a:rect l="l" t="t" r="r" b="b"/>
                <a:pathLst>
                  <a:path w="1821" h="2162" extrusionOk="0">
                    <a:moveTo>
                      <a:pt x="911" y="1"/>
                    </a:moveTo>
                    <a:lnTo>
                      <a:pt x="1" y="939"/>
                    </a:lnTo>
                    <a:lnTo>
                      <a:pt x="911" y="2162"/>
                    </a:lnTo>
                    <a:lnTo>
                      <a:pt x="1821" y="939"/>
                    </a:lnTo>
                    <a:lnTo>
                      <a:pt x="91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3376;p72">
                <a:extLst>
                  <a:ext uri="{FF2B5EF4-FFF2-40B4-BE49-F238E27FC236}">
                    <a16:creationId xmlns:a16="http://schemas.microsoft.com/office/drawing/2014/main" id="{0C1E0C7E-3FB1-4541-AE2F-7833718B2CC4}"/>
                  </a:ext>
                </a:extLst>
              </p:cNvPr>
              <p:cNvSpPr/>
              <p:nvPr/>
            </p:nvSpPr>
            <p:spPr>
              <a:xfrm>
                <a:off x="13050850" y="3478813"/>
                <a:ext cx="66125" cy="201225"/>
              </a:xfrm>
              <a:custGeom>
                <a:avLst/>
                <a:gdLst/>
                <a:ahLst/>
                <a:cxnLst/>
                <a:rect l="l" t="t" r="r" b="b"/>
                <a:pathLst>
                  <a:path w="2645" h="8049" extrusionOk="0">
                    <a:moveTo>
                      <a:pt x="797" y="1"/>
                    </a:moveTo>
                    <a:lnTo>
                      <a:pt x="0" y="6598"/>
                    </a:lnTo>
                    <a:lnTo>
                      <a:pt x="1337" y="8049"/>
                    </a:lnTo>
                    <a:lnTo>
                      <a:pt x="2645" y="6598"/>
                    </a:lnTo>
                    <a:lnTo>
                      <a:pt x="1877" y="1"/>
                    </a:lnTo>
                    <a:lnTo>
                      <a:pt x="1337" y="712"/>
                    </a:lnTo>
                    <a:lnTo>
                      <a:pt x="79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3377;p72">
                <a:extLst>
                  <a:ext uri="{FF2B5EF4-FFF2-40B4-BE49-F238E27FC236}">
                    <a16:creationId xmlns:a16="http://schemas.microsoft.com/office/drawing/2014/main" id="{B96C0291-2B44-4B20-972D-5DA5FB3E9112}"/>
                  </a:ext>
                </a:extLst>
              </p:cNvPr>
              <p:cNvSpPr/>
              <p:nvPr/>
            </p:nvSpPr>
            <p:spPr>
              <a:xfrm>
                <a:off x="12930700" y="3750388"/>
                <a:ext cx="307150" cy="31300"/>
              </a:xfrm>
              <a:custGeom>
                <a:avLst/>
                <a:gdLst/>
                <a:ahLst/>
                <a:cxnLst/>
                <a:rect l="l" t="t" r="r" b="b"/>
                <a:pathLst>
                  <a:path w="12286" h="1252" extrusionOk="0">
                    <a:moveTo>
                      <a:pt x="1" y="1"/>
                    </a:moveTo>
                    <a:lnTo>
                      <a:pt x="228" y="1252"/>
                    </a:lnTo>
                    <a:lnTo>
                      <a:pt x="12058" y="1252"/>
                    </a:lnTo>
                    <a:lnTo>
                      <a:pt x="1228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3378;p72">
                <a:extLst>
                  <a:ext uri="{FF2B5EF4-FFF2-40B4-BE49-F238E27FC236}">
                    <a16:creationId xmlns:a16="http://schemas.microsoft.com/office/drawing/2014/main" id="{ED82F83B-21FB-416A-88B8-5B0AD61DC668}"/>
                  </a:ext>
                </a:extLst>
              </p:cNvPr>
              <p:cNvSpPr/>
              <p:nvPr/>
            </p:nvSpPr>
            <p:spPr>
              <a:xfrm>
                <a:off x="13043750" y="3734763"/>
                <a:ext cx="81775" cy="61150"/>
              </a:xfrm>
              <a:custGeom>
                <a:avLst/>
                <a:gdLst/>
                <a:ahLst/>
                <a:cxnLst/>
                <a:rect l="l" t="t" r="r" b="b"/>
                <a:pathLst>
                  <a:path w="3271" h="2446" extrusionOk="0">
                    <a:moveTo>
                      <a:pt x="2616" y="626"/>
                    </a:moveTo>
                    <a:lnTo>
                      <a:pt x="2616" y="1820"/>
                    </a:lnTo>
                    <a:lnTo>
                      <a:pt x="597" y="1820"/>
                    </a:lnTo>
                    <a:lnTo>
                      <a:pt x="597" y="626"/>
                    </a:lnTo>
                    <a:close/>
                    <a:moveTo>
                      <a:pt x="569" y="0"/>
                    </a:moveTo>
                    <a:cubicBezTo>
                      <a:pt x="228" y="0"/>
                      <a:pt x="0" y="256"/>
                      <a:pt x="0" y="569"/>
                    </a:cubicBezTo>
                    <a:lnTo>
                      <a:pt x="0" y="1877"/>
                    </a:lnTo>
                    <a:cubicBezTo>
                      <a:pt x="0" y="2190"/>
                      <a:pt x="228" y="2446"/>
                      <a:pt x="569" y="2446"/>
                    </a:cubicBezTo>
                    <a:lnTo>
                      <a:pt x="2702" y="2446"/>
                    </a:lnTo>
                    <a:cubicBezTo>
                      <a:pt x="3014" y="2446"/>
                      <a:pt x="3270" y="2190"/>
                      <a:pt x="3270" y="1877"/>
                    </a:cubicBezTo>
                    <a:lnTo>
                      <a:pt x="3270" y="569"/>
                    </a:lnTo>
                    <a:cubicBezTo>
                      <a:pt x="3270" y="256"/>
                      <a:pt x="3014" y="0"/>
                      <a:pt x="27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3379;p72">
                <a:extLst>
                  <a:ext uri="{FF2B5EF4-FFF2-40B4-BE49-F238E27FC236}">
                    <a16:creationId xmlns:a16="http://schemas.microsoft.com/office/drawing/2014/main" id="{B0795A5A-AAE1-40A1-91D0-E5339B9A6505}"/>
                  </a:ext>
                </a:extLst>
              </p:cNvPr>
              <p:cNvSpPr/>
              <p:nvPr/>
            </p:nvSpPr>
            <p:spPr>
              <a:xfrm>
                <a:off x="12645075" y="3226513"/>
                <a:ext cx="133525" cy="144375"/>
              </a:xfrm>
              <a:custGeom>
                <a:avLst/>
                <a:gdLst/>
                <a:ahLst/>
                <a:cxnLst/>
                <a:rect l="l" t="t" r="r" b="b"/>
                <a:pathLst>
                  <a:path w="5341" h="5775" extrusionOk="0">
                    <a:moveTo>
                      <a:pt x="2887" y="1"/>
                    </a:moveTo>
                    <a:cubicBezTo>
                      <a:pt x="2771" y="1"/>
                      <a:pt x="2660" y="115"/>
                      <a:pt x="2582" y="368"/>
                    </a:cubicBezTo>
                    <a:cubicBezTo>
                      <a:pt x="2326" y="1192"/>
                      <a:pt x="2866" y="2159"/>
                      <a:pt x="2582" y="2557"/>
                    </a:cubicBezTo>
                    <a:cubicBezTo>
                      <a:pt x="2572" y="2569"/>
                      <a:pt x="2562" y="2575"/>
                      <a:pt x="2549" y="2575"/>
                    </a:cubicBezTo>
                    <a:cubicBezTo>
                      <a:pt x="2322" y="2575"/>
                      <a:pt x="1606" y="599"/>
                      <a:pt x="1009" y="599"/>
                    </a:cubicBezTo>
                    <a:cubicBezTo>
                      <a:pt x="954" y="599"/>
                      <a:pt x="900" y="615"/>
                      <a:pt x="847" y="652"/>
                    </a:cubicBezTo>
                    <a:cubicBezTo>
                      <a:pt x="193" y="1079"/>
                      <a:pt x="1331" y="2529"/>
                      <a:pt x="1842" y="3041"/>
                    </a:cubicBezTo>
                    <a:cubicBezTo>
                      <a:pt x="2013" y="3211"/>
                      <a:pt x="1991" y="3278"/>
                      <a:pt x="1864" y="3278"/>
                    </a:cubicBezTo>
                    <a:cubicBezTo>
                      <a:pt x="1609" y="3278"/>
                      <a:pt x="932" y="3012"/>
                      <a:pt x="534" y="2785"/>
                    </a:cubicBezTo>
                    <a:cubicBezTo>
                      <a:pt x="449" y="2740"/>
                      <a:pt x="377" y="2720"/>
                      <a:pt x="315" y="2720"/>
                    </a:cubicBezTo>
                    <a:cubicBezTo>
                      <a:pt x="30" y="2720"/>
                      <a:pt x="1" y="3148"/>
                      <a:pt x="165" y="3382"/>
                    </a:cubicBezTo>
                    <a:cubicBezTo>
                      <a:pt x="392" y="3695"/>
                      <a:pt x="648" y="3752"/>
                      <a:pt x="932" y="3894"/>
                    </a:cubicBezTo>
                    <a:cubicBezTo>
                      <a:pt x="1359" y="4064"/>
                      <a:pt x="1729" y="4377"/>
                      <a:pt x="2013" y="4747"/>
                    </a:cubicBezTo>
                    <a:cubicBezTo>
                      <a:pt x="2354" y="5259"/>
                      <a:pt x="2582" y="5685"/>
                      <a:pt x="3264" y="5771"/>
                    </a:cubicBezTo>
                    <a:cubicBezTo>
                      <a:pt x="3288" y="5774"/>
                      <a:pt x="3312" y="5775"/>
                      <a:pt x="3336" y="5775"/>
                    </a:cubicBezTo>
                    <a:cubicBezTo>
                      <a:pt x="4007" y="5775"/>
                      <a:pt x="4828" y="4662"/>
                      <a:pt x="4828" y="4662"/>
                    </a:cubicBezTo>
                    <a:cubicBezTo>
                      <a:pt x="4999" y="4320"/>
                      <a:pt x="5056" y="3951"/>
                      <a:pt x="4942" y="3609"/>
                    </a:cubicBezTo>
                    <a:cubicBezTo>
                      <a:pt x="4771" y="2984"/>
                      <a:pt x="5340" y="2188"/>
                      <a:pt x="5084" y="1846"/>
                    </a:cubicBezTo>
                    <a:cubicBezTo>
                      <a:pt x="5008" y="1744"/>
                      <a:pt x="4918" y="1698"/>
                      <a:pt x="4828" y="1698"/>
                    </a:cubicBezTo>
                    <a:cubicBezTo>
                      <a:pt x="4616" y="1698"/>
                      <a:pt x="4396" y="1951"/>
                      <a:pt x="4316" y="2330"/>
                    </a:cubicBezTo>
                    <a:cubicBezTo>
                      <a:pt x="4287" y="2518"/>
                      <a:pt x="4174" y="2620"/>
                      <a:pt x="4039" y="2620"/>
                    </a:cubicBezTo>
                    <a:cubicBezTo>
                      <a:pt x="3786" y="2620"/>
                      <a:pt x="3453" y="2263"/>
                      <a:pt x="3435" y="1448"/>
                    </a:cubicBezTo>
                    <a:cubicBezTo>
                      <a:pt x="3435" y="581"/>
                      <a:pt x="3148" y="1"/>
                      <a:pt x="2887" y="1"/>
                    </a:cubicBezTo>
                    <a:close/>
                  </a:path>
                </a:pathLst>
              </a:custGeom>
              <a:solidFill>
                <a:srgbClr val="FFC2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3380;p72">
                <a:extLst>
                  <a:ext uri="{FF2B5EF4-FFF2-40B4-BE49-F238E27FC236}">
                    <a16:creationId xmlns:a16="http://schemas.microsoft.com/office/drawing/2014/main" id="{99D1BB40-D8EA-443F-96E5-8C6D1B2E814B}"/>
                  </a:ext>
                </a:extLst>
              </p:cNvPr>
              <p:cNvSpPr/>
              <p:nvPr/>
            </p:nvSpPr>
            <p:spPr>
              <a:xfrm>
                <a:off x="12851075" y="2949913"/>
                <a:ext cx="466400" cy="426575"/>
              </a:xfrm>
              <a:custGeom>
                <a:avLst/>
                <a:gdLst/>
                <a:ahLst/>
                <a:cxnLst/>
                <a:rect l="l" t="t" r="r" b="b"/>
                <a:pathLst>
                  <a:path w="18656" h="17063" extrusionOk="0">
                    <a:moveTo>
                      <a:pt x="9328" y="0"/>
                    </a:moveTo>
                    <a:cubicBezTo>
                      <a:pt x="4181" y="0"/>
                      <a:pt x="1" y="3811"/>
                      <a:pt x="1" y="8531"/>
                    </a:cubicBezTo>
                    <a:cubicBezTo>
                      <a:pt x="1" y="13223"/>
                      <a:pt x="4181" y="17062"/>
                      <a:pt x="9328" y="17062"/>
                    </a:cubicBezTo>
                    <a:cubicBezTo>
                      <a:pt x="14475" y="17062"/>
                      <a:pt x="18655" y="13223"/>
                      <a:pt x="18655" y="8531"/>
                    </a:cubicBezTo>
                    <a:cubicBezTo>
                      <a:pt x="18655" y="3811"/>
                      <a:pt x="14475" y="0"/>
                      <a:pt x="9328" y="0"/>
                    </a:cubicBezTo>
                    <a:close/>
                  </a:path>
                </a:pathLst>
              </a:custGeom>
              <a:solidFill>
                <a:srgbClr val="FFC2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3381;p72">
                <a:extLst>
                  <a:ext uri="{FF2B5EF4-FFF2-40B4-BE49-F238E27FC236}">
                    <a16:creationId xmlns:a16="http://schemas.microsoft.com/office/drawing/2014/main" id="{31E6F5C0-0804-4F73-95AF-A639CBDE5CA6}"/>
                  </a:ext>
                </a:extLst>
              </p:cNvPr>
              <p:cNvSpPr/>
              <p:nvPr/>
            </p:nvSpPr>
            <p:spPr>
              <a:xfrm>
                <a:off x="12866725" y="3070038"/>
                <a:ext cx="450750" cy="306450"/>
              </a:xfrm>
              <a:custGeom>
                <a:avLst/>
                <a:gdLst/>
                <a:ahLst/>
                <a:cxnLst/>
                <a:rect l="l" t="t" r="r" b="b"/>
                <a:pathLst>
                  <a:path w="18030" h="12258" extrusionOk="0">
                    <a:moveTo>
                      <a:pt x="17091" y="1"/>
                    </a:moveTo>
                    <a:cubicBezTo>
                      <a:pt x="17517" y="996"/>
                      <a:pt x="17745" y="2048"/>
                      <a:pt x="17745" y="3100"/>
                    </a:cubicBezTo>
                    <a:cubicBezTo>
                      <a:pt x="17745" y="7821"/>
                      <a:pt x="13565" y="11631"/>
                      <a:pt x="8418" y="11631"/>
                    </a:cubicBezTo>
                    <a:cubicBezTo>
                      <a:pt x="4721" y="11631"/>
                      <a:pt x="1536" y="9669"/>
                      <a:pt x="0" y="6826"/>
                    </a:cubicBezTo>
                    <a:lnTo>
                      <a:pt x="0" y="6826"/>
                    </a:lnTo>
                    <a:cubicBezTo>
                      <a:pt x="1365" y="10011"/>
                      <a:pt x="4749" y="12257"/>
                      <a:pt x="8702" y="12257"/>
                    </a:cubicBezTo>
                    <a:cubicBezTo>
                      <a:pt x="13849" y="12257"/>
                      <a:pt x="18029" y="8418"/>
                      <a:pt x="18029" y="3726"/>
                    </a:cubicBezTo>
                    <a:cubicBezTo>
                      <a:pt x="18029" y="2418"/>
                      <a:pt x="17716" y="1138"/>
                      <a:pt x="17091" y="1"/>
                    </a:cubicBezTo>
                    <a:close/>
                  </a:path>
                </a:pathLst>
              </a:custGeom>
              <a:solidFill>
                <a:srgbClr val="FFB3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3382;p72">
                <a:extLst>
                  <a:ext uri="{FF2B5EF4-FFF2-40B4-BE49-F238E27FC236}">
                    <a16:creationId xmlns:a16="http://schemas.microsoft.com/office/drawing/2014/main" id="{F2276A89-75D9-4A95-820D-55B08C3826B8}"/>
                  </a:ext>
                </a:extLst>
              </p:cNvPr>
              <p:cNvSpPr/>
              <p:nvPr/>
            </p:nvSpPr>
            <p:spPr>
              <a:xfrm>
                <a:off x="13265800" y="3084788"/>
                <a:ext cx="81525" cy="160175"/>
              </a:xfrm>
              <a:custGeom>
                <a:avLst/>
                <a:gdLst/>
                <a:ahLst/>
                <a:cxnLst/>
                <a:rect l="l" t="t" r="r" b="b"/>
                <a:pathLst>
                  <a:path w="3261" h="6407" extrusionOk="0">
                    <a:moveTo>
                      <a:pt x="1412" y="1"/>
                    </a:moveTo>
                    <a:cubicBezTo>
                      <a:pt x="675" y="1"/>
                      <a:pt x="1" y="1720"/>
                      <a:pt x="218" y="2766"/>
                    </a:cubicBezTo>
                    <a:cubicBezTo>
                      <a:pt x="332" y="3165"/>
                      <a:pt x="474" y="5098"/>
                      <a:pt x="1185" y="6406"/>
                    </a:cubicBezTo>
                    <a:cubicBezTo>
                      <a:pt x="1185" y="6406"/>
                      <a:pt x="3260" y="4074"/>
                      <a:pt x="2351" y="1202"/>
                    </a:cubicBezTo>
                    <a:cubicBezTo>
                      <a:pt x="2073" y="334"/>
                      <a:pt x="1736" y="1"/>
                      <a:pt x="14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3383;p72">
                <a:extLst>
                  <a:ext uri="{FF2B5EF4-FFF2-40B4-BE49-F238E27FC236}">
                    <a16:creationId xmlns:a16="http://schemas.microsoft.com/office/drawing/2014/main" id="{B4F17F23-BAE1-4471-8BA9-9B0AC87A59E6}"/>
                  </a:ext>
                </a:extLst>
              </p:cNvPr>
              <p:cNvSpPr/>
              <p:nvPr/>
            </p:nvSpPr>
            <p:spPr>
              <a:xfrm>
                <a:off x="12820500" y="3084788"/>
                <a:ext cx="82025" cy="160175"/>
              </a:xfrm>
              <a:custGeom>
                <a:avLst/>
                <a:gdLst/>
                <a:ahLst/>
                <a:cxnLst/>
                <a:rect l="l" t="t" r="r" b="b"/>
                <a:pathLst>
                  <a:path w="3281" h="6407" extrusionOk="0">
                    <a:moveTo>
                      <a:pt x="1877" y="1"/>
                    </a:moveTo>
                    <a:cubicBezTo>
                      <a:pt x="1554" y="1"/>
                      <a:pt x="1217" y="334"/>
                      <a:pt x="939" y="1202"/>
                    </a:cubicBezTo>
                    <a:cubicBezTo>
                      <a:pt x="1" y="4074"/>
                      <a:pt x="2105" y="6406"/>
                      <a:pt x="2105" y="6406"/>
                    </a:cubicBezTo>
                    <a:cubicBezTo>
                      <a:pt x="2816" y="5098"/>
                      <a:pt x="2958" y="3165"/>
                      <a:pt x="3044" y="2766"/>
                    </a:cubicBezTo>
                    <a:cubicBezTo>
                      <a:pt x="3281" y="1720"/>
                      <a:pt x="2612" y="1"/>
                      <a:pt x="18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3384;p72">
                <a:extLst>
                  <a:ext uri="{FF2B5EF4-FFF2-40B4-BE49-F238E27FC236}">
                    <a16:creationId xmlns:a16="http://schemas.microsoft.com/office/drawing/2014/main" id="{6B84F70E-D862-400C-825A-239021600D4D}"/>
                  </a:ext>
                </a:extLst>
              </p:cNvPr>
              <p:cNvSpPr/>
              <p:nvPr/>
            </p:nvSpPr>
            <p:spPr>
              <a:xfrm>
                <a:off x="13084250" y="3389963"/>
                <a:ext cx="66150" cy="76100"/>
              </a:xfrm>
              <a:custGeom>
                <a:avLst/>
                <a:gdLst/>
                <a:ahLst/>
                <a:cxnLst/>
                <a:rect l="l" t="t" r="r" b="b"/>
                <a:pathLst>
                  <a:path w="2646" h="3044" extrusionOk="0">
                    <a:moveTo>
                      <a:pt x="1537" y="0"/>
                    </a:moveTo>
                    <a:lnTo>
                      <a:pt x="1" y="2105"/>
                    </a:lnTo>
                    <a:lnTo>
                      <a:pt x="911" y="3043"/>
                    </a:lnTo>
                    <a:lnTo>
                      <a:pt x="2646" y="768"/>
                    </a:lnTo>
                    <a:lnTo>
                      <a:pt x="15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3385;p72">
                <a:extLst>
                  <a:ext uri="{FF2B5EF4-FFF2-40B4-BE49-F238E27FC236}">
                    <a16:creationId xmlns:a16="http://schemas.microsoft.com/office/drawing/2014/main" id="{54D01210-4EE3-4408-8881-EF9BBA39B6A6}"/>
                  </a:ext>
                </a:extLst>
              </p:cNvPr>
              <p:cNvSpPr/>
              <p:nvPr/>
            </p:nvSpPr>
            <p:spPr>
              <a:xfrm>
                <a:off x="13018150" y="3389963"/>
                <a:ext cx="66125" cy="76100"/>
              </a:xfrm>
              <a:custGeom>
                <a:avLst/>
                <a:gdLst/>
                <a:ahLst/>
                <a:cxnLst/>
                <a:rect l="l" t="t" r="r" b="b"/>
                <a:pathLst>
                  <a:path w="2645" h="3044" extrusionOk="0">
                    <a:moveTo>
                      <a:pt x="1109" y="0"/>
                    </a:moveTo>
                    <a:lnTo>
                      <a:pt x="0" y="768"/>
                    </a:lnTo>
                    <a:lnTo>
                      <a:pt x="1735" y="3043"/>
                    </a:lnTo>
                    <a:lnTo>
                      <a:pt x="2645" y="2105"/>
                    </a:lnTo>
                    <a:lnTo>
                      <a:pt x="110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8" name="Google Shape;3386;p72">
                <a:extLst>
                  <a:ext uri="{FF2B5EF4-FFF2-40B4-BE49-F238E27FC236}">
                    <a16:creationId xmlns:a16="http://schemas.microsoft.com/office/drawing/2014/main" id="{735890C5-1B6C-41C0-A362-B13E9990B344}"/>
                  </a:ext>
                </a:extLst>
              </p:cNvPr>
              <p:cNvSpPr/>
              <p:nvPr/>
            </p:nvSpPr>
            <p:spPr>
              <a:xfrm>
                <a:off x="13099900" y="4023388"/>
                <a:ext cx="151450" cy="76900"/>
              </a:xfrm>
              <a:custGeom>
                <a:avLst/>
                <a:gdLst/>
                <a:ahLst/>
                <a:cxnLst/>
                <a:rect l="l" t="t" r="r" b="b"/>
                <a:pathLst>
                  <a:path w="6058" h="3076" extrusionOk="0">
                    <a:moveTo>
                      <a:pt x="1" y="0"/>
                    </a:moveTo>
                    <a:lnTo>
                      <a:pt x="1" y="939"/>
                    </a:lnTo>
                    <a:cubicBezTo>
                      <a:pt x="1" y="939"/>
                      <a:pt x="1565" y="2019"/>
                      <a:pt x="2332" y="2617"/>
                    </a:cubicBezTo>
                    <a:cubicBezTo>
                      <a:pt x="2730" y="2911"/>
                      <a:pt x="3469" y="3076"/>
                      <a:pt x="4162" y="3076"/>
                    </a:cubicBezTo>
                    <a:cubicBezTo>
                      <a:pt x="4808" y="3076"/>
                      <a:pt x="5412" y="2932"/>
                      <a:pt x="5659" y="2617"/>
                    </a:cubicBezTo>
                    <a:cubicBezTo>
                      <a:pt x="6058" y="1991"/>
                      <a:pt x="5773" y="1166"/>
                      <a:pt x="5062" y="996"/>
                    </a:cubicBezTo>
                    <a:cubicBezTo>
                      <a:pt x="4522" y="882"/>
                      <a:pt x="3584" y="0"/>
                      <a:pt x="358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3387;p72">
                <a:extLst>
                  <a:ext uri="{FF2B5EF4-FFF2-40B4-BE49-F238E27FC236}">
                    <a16:creationId xmlns:a16="http://schemas.microsoft.com/office/drawing/2014/main" id="{6435C632-CCD5-477D-A699-4E47D3B695C4}"/>
                  </a:ext>
                </a:extLst>
              </p:cNvPr>
              <p:cNvSpPr/>
              <p:nvPr/>
            </p:nvSpPr>
            <p:spPr>
              <a:xfrm>
                <a:off x="12916475" y="4023388"/>
                <a:ext cx="151450" cy="76900"/>
              </a:xfrm>
              <a:custGeom>
                <a:avLst/>
                <a:gdLst/>
                <a:ahLst/>
                <a:cxnLst/>
                <a:rect l="l" t="t" r="r" b="b"/>
                <a:pathLst>
                  <a:path w="6058" h="3076" extrusionOk="0">
                    <a:moveTo>
                      <a:pt x="2503" y="0"/>
                    </a:moveTo>
                    <a:cubicBezTo>
                      <a:pt x="2503" y="0"/>
                      <a:pt x="1565" y="882"/>
                      <a:pt x="1025" y="996"/>
                    </a:cubicBezTo>
                    <a:cubicBezTo>
                      <a:pt x="314" y="1166"/>
                      <a:pt x="1" y="1991"/>
                      <a:pt x="427" y="2617"/>
                    </a:cubicBezTo>
                    <a:cubicBezTo>
                      <a:pt x="674" y="2932"/>
                      <a:pt x="1279" y="3076"/>
                      <a:pt x="1925" y="3076"/>
                    </a:cubicBezTo>
                    <a:cubicBezTo>
                      <a:pt x="2617" y="3076"/>
                      <a:pt x="3357" y="2911"/>
                      <a:pt x="3755" y="2617"/>
                    </a:cubicBezTo>
                    <a:cubicBezTo>
                      <a:pt x="4522" y="2019"/>
                      <a:pt x="6058" y="939"/>
                      <a:pt x="6058" y="939"/>
                    </a:cubicBezTo>
                    <a:lnTo>
                      <a:pt x="605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3388;p72">
                <a:extLst>
                  <a:ext uri="{FF2B5EF4-FFF2-40B4-BE49-F238E27FC236}">
                    <a16:creationId xmlns:a16="http://schemas.microsoft.com/office/drawing/2014/main" id="{2A6E1671-583B-4B59-8BC9-1C25A75FA16B}"/>
                  </a:ext>
                </a:extLst>
              </p:cNvPr>
              <p:cNvSpPr/>
              <p:nvPr/>
            </p:nvSpPr>
            <p:spPr>
              <a:xfrm>
                <a:off x="12797750" y="2835438"/>
                <a:ext cx="573025" cy="211175"/>
              </a:xfrm>
              <a:custGeom>
                <a:avLst/>
                <a:gdLst/>
                <a:ahLst/>
                <a:cxnLst/>
                <a:rect l="l" t="t" r="r" b="b"/>
                <a:pathLst>
                  <a:path w="22921" h="8447" extrusionOk="0">
                    <a:moveTo>
                      <a:pt x="11461" y="1"/>
                    </a:moveTo>
                    <a:cubicBezTo>
                      <a:pt x="7451" y="1"/>
                      <a:pt x="2503" y="1679"/>
                      <a:pt x="371" y="6655"/>
                    </a:cubicBezTo>
                    <a:cubicBezTo>
                      <a:pt x="1" y="7593"/>
                      <a:pt x="1849" y="8446"/>
                      <a:pt x="1849" y="8446"/>
                    </a:cubicBezTo>
                    <a:lnTo>
                      <a:pt x="11461" y="7053"/>
                    </a:lnTo>
                    <a:lnTo>
                      <a:pt x="21073" y="8446"/>
                    </a:lnTo>
                    <a:cubicBezTo>
                      <a:pt x="21073" y="8446"/>
                      <a:pt x="22921" y="7622"/>
                      <a:pt x="22551" y="6655"/>
                    </a:cubicBezTo>
                    <a:cubicBezTo>
                      <a:pt x="20418" y="1679"/>
                      <a:pt x="15470" y="1"/>
                      <a:pt x="1146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3389;p72">
                <a:extLst>
                  <a:ext uri="{FF2B5EF4-FFF2-40B4-BE49-F238E27FC236}">
                    <a16:creationId xmlns:a16="http://schemas.microsoft.com/office/drawing/2014/main" id="{19E22DA4-187C-449B-9455-65387F2C920B}"/>
                  </a:ext>
                </a:extLst>
              </p:cNvPr>
              <p:cNvSpPr/>
              <p:nvPr/>
            </p:nvSpPr>
            <p:spPr>
              <a:xfrm>
                <a:off x="13032375" y="3284738"/>
                <a:ext cx="103800" cy="62600"/>
              </a:xfrm>
              <a:custGeom>
                <a:avLst/>
                <a:gdLst/>
                <a:ahLst/>
                <a:cxnLst/>
                <a:rect l="l" t="t" r="r" b="b"/>
                <a:pathLst>
                  <a:path w="4152" h="2504" extrusionOk="0">
                    <a:moveTo>
                      <a:pt x="2076" y="1"/>
                    </a:moveTo>
                    <a:cubicBezTo>
                      <a:pt x="938" y="1"/>
                      <a:pt x="0" y="541"/>
                      <a:pt x="0" y="1252"/>
                    </a:cubicBezTo>
                    <a:cubicBezTo>
                      <a:pt x="0" y="1934"/>
                      <a:pt x="938" y="2503"/>
                      <a:pt x="2076" y="2503"/>
                    </a:cubicBezTo>
                    <a:cubicBezTo>
                      <a:pt x="3213" y="2503"/>
                      <a:pt x="4152" y="1934"/>
                      <a:pt x="4152" y="1252"/>
                    </a:cubicBezTo>
                    <a:cubicBezTo>
                      <a:pt x="4152" y="541"/>
                      <a:pt x="3213" y="1"/>
                      <a:pt x="20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3390;p72">
                <a:extLst>
                  <a:ext uri="{FF2B5EF4-FFF2-40B4-BE49-F238E27FC236}">
                    <a16:creationId xmlns:a16="http://schemas.microsoft.com/office/drawing/2014/main" id="{24CB0092-0285-40CB-B297-D47A3555227C}"/>
                  </a:ext>
                </a:extLst>
              </p:cNvPr>
              <p:cNvSpPr/>
              <p:nvPr/>
            </p:nvSpPr>
            <p:spPr>
              <a:xfrm>
                <a:off x="12995400" y="3263413"/>
                <a:ext cx="177050" cy="62600"/>
              </a:xfrm>
              <a:custGeom>
                <a:avLst/>
                <a:gdLst/>
                <a:ahLst/>
                <a:cxnLst/>
                <a:rect l="l" t="t" r="r" b="b"/>
                <a:pathLst>
                  <a:path w="7082" h="2504" extrusionOk="0">
                    <a:moveTo>
                      <a:pt x="1820" y="1"/>
                    </a:moveTo>
                    <a:cubicBezTo>
                      <a:pt x="1223" y="86"/>
                      <a:pt x="711" y="456"/>
                      <a:pt x="427" y="996"/>
                    </a:cubicBezTo>
                    <a:lnTo>
                      <a:pt x="57" y="1735"/>
                    </a:lnTo>
                    <a:cubicBezTo>
                      <a:pt x="0" y="1821"/>
                      <a:pt x="57" y="1934"/>
                      <a:pt x="171" y="1963"/>
                    </a:cubicBezTo>
                    <a:cubicBezTo>
                      <a:pt x="1280" y="2247"/>
                      <a:pt x="2417" y="2446"/>
                      <a:pt x="3555" y="2503"/>
                    </a:cubicBezTo>
                    <a:cubicBezTo>
                      <a:pt x="4692" y="2446"/>
                      <a:pt x="5830" y="2247"/>
                      <a:pt x="6939" y="1963"/>
                    </a:cubicBezTo>
                    <a:cubicBezTo>
                      <a:pt x="7053" y="1934"/>
                      <a:pt x="7081" y="1821"/>
                      <a:pt x="7053" y="1735"/>
                    </a:cubicBezTo>
                    <a:lnTo>
                      <a:pt x="6655" y="996"/>
                    </a:lnTo>
                    <a:cubicBezTo>
                      <a:pt x="6399" y="456"/>
                      <a:pt x="5887" y="86"/>
                      <a:pt x="52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3391;p72">
                <a:extLst>
                  <a:ext uri="{FF2B5EF4-FFF2-40B4-BE49-F238E27FC236}">
                    <a16:creationId xmlns:a16="http://schemas.microsoft.com/office/drawing/2014/main" id="{60B843B4-5D31-4CA8-9BE2-93FE297C149D}"/>
                  </a:ext>
                </a:extLst>
              </p:cNvPr>
              <p:cNvSpPr/>
              <p:nvPr/>
            </p:nvSpPr>
            <p:spPr>
              <a:xfrm>
                <a:off x="13148250" y="3527888"/>
                <a:ext cx="60450" cy="8550"/>
              </a:xfrm>
              <a:custGeom>
                <a:avLst/>
                <a:gdLst/>
                <a:ahLst/>
                <a:cxnLst/>
                <a:rect l="l" t="t" r="r" b="b"/>
                <a:pathLst>
                  <a:path w="2418" h="342" extrusionOk="0">
                    <a:moveTo>
                      <a:pt x="0" y="0"/>
                    </a:moveTo>
                    <a:lnTo>
                      <a:pt x="0" y="341"/>
                    </a:lnTo>
                    <a:lnTo>
                      <a:pt x="2417" y="341"/>
                    </a:lnTo>
                    <a:lnTo>
                      <a:pt x="2417" y="0"/>
                    </a:lnTo>
                    <a:close/>
                  </a:path>
                </a:pathLst>
              </a:custGeom>
              <a:solidFill>
                <a:srgbClr val="0947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3392;p72">
                <a:extLst>
                  <a:ext uri="{FF2B5EF4-FFF2-40B4-BE49-F238E27FC236}">
                    <a16:creationId xmlns:a16="http://schemas.microsoft.com/office/drawing/2014/main" id="{2ACE77D2-4B1D-4696-8340-5BD319E1F665}"/>
                  </a:ext>
                </a:extLst>
              </p:cNvPr>
              <p:cNvSpPr/>
              <p:nvPr/>
            </p:nvSpPr>
            <p:spPr>
              <a:xfrm>
                <a:off x="13148250" y="3532138"/>
                <a:ext cx="60450" cy="61175"/>
              </a:xfrm>
              <a:custGeom>
                <a:avLst/>
                <a:gdLst/>
                <a:ahLst/>
                <a:cxnLst/>
                <a:rect l="l" t="t" r="r" b="b"/>
                <a:pathLst>
                  <a:path w="2418" h="2447" extrusionOk="0">
                    <a:moveTo>
                      <a:pt x="2190" y="200"/>
                    </a:moveTo>
                    <a:lnTo>
                      <a:pt x="2190" y="1508"/>
                    </a:lnTo>
                    <a:lnTo>
                      <a:pt x="1195" y="2190"/>
                    </a:lnTo>
                    <a:lnTo>
                      <a:pt x="199" y="1508"/>
                    </a:lnTo>
                    <a:lnTo>
                      <a:pt x="199" y="200"/>
                    </a:lnTo>
                    <a:close/>
                    <a:moveTo>
                      <a:pt x="0" y="1"/>
                    </a:moveTo>
                    <a:lnTo>
                      <a:pt x="0" y="1622"/>
                    </a:lnTo>
                    <a:lnTo>
                      <a:pt x="1195" y="2446"/>
                    </a:lnTo>
                    <a:lnTo>
                      <a:pt x="2417" y="1622"/>
                    </a:lnTo>
                    <a:lnTo>
                      <a:pt x="241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3393;p72">
                <a:extLst>
                  <a:ext uri="{FF2B5EF4-FFF2-40B4-BE49-F238E27FC236}">
                    <a16:creationId xmlns:a16="http://schemas.microsoft.com/office/drawing/2014/main" id="{67AC4B1C-DD1E-4C31-9937-10FA7C7CE83D}"/>
                  </a:ext>
                </a:extLst>
              </p:cNvPr>
              <p:cNvSpPr/>
              <p:nvPr/>
            </p:nvSpPr>
            <p:spPr>
              <a:xfrm>
                <a:off x="12964825" y="3527888"/>
                <a:ext cx="63300" cy="25600"/>
              </a:xfrm>
              <a:custGeom>
                <a:avLst/>
                <a:gdLst/>
                <a:ahLst/>
                <a:cxnLst/>
                <a:rect l="l" t="t" r="r" b="b"/>
                <a:pathLst>
                  <a:path w="2532" h="1024" extrusionOk="0">
                    <a:moveTo>
                      <a:pt x="256" y="0"/>
                    </a:moveTo>
                    <a:cubicBezTo>
                      <a:pt x="114" y="0"/>
                      <a:pt x="1" y="85"/>
                      <a:pt x="1" y="228"/>
                    </a:cubicBezTo>
                    <a:lnTo>
                      <a:pt x="1" y="768"/>
                    </a:lnTo>
                    <a:cubicBezTo>
                      <a:pt x="1" y="910"/>
                      <a:pt x="114" y="1024"/>
                      <a:pt x="256" y="1024"/>
                    </a:cubicBezTo>
                    <a:lnTo>
                      <a:pt x="2275" y="1024"/>
                    </a:lnTo>
                    <a:cubicBezTo>
                      <a:pt x="2418" y="1024"/>
                      <a:pt x="2531" y="910"/>
                      <a:pt x="2531" y="768"/>
                    </a:cubicBezTo>
                    <a:lnTo>
                      <a:pt x="2531" y="228"/>
                    </a:lnTo>
                    <a:cubicBezTo>
                      <a:pt x="2531" y="85"/>
                      <a:pt x="2418" y="0"/>
                      <a:pt x="22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3394;p72">
                <a:extLst>
                  <a:ext uri="{FF2B5EF4-FFF2-40B4-BE49-F238E27FC236}">
                    <a16:creationId xmlns:a16="http://schemas.microsoft.com/office/drawing/2014/main" id="{B66A84B2-AF25-42B5-BA60-14C94A9F2BDA}"/>
                  </a:ext>
                </a:extLst>
              </p:cNvPr>
              <p:cNvSpPr/>
              <p:nvPr/>
            </p:nvSpPr>
            <p:spPr>
              <a:xfrm>
                <a:off x="13038050" y="2872413"/>
                <a:ext cx="92450" cy="92450"/>
              </a:xfrm>
              <a:custGeom>
                <a:avLst/>
                <a:gdLst/>
                <a:ahLst/>
                <a:cxnLst/>
                <a:rect l="l" t="t" r="r" b="b"/>
                <a:pathLst>
                  <a:path w="3698" h="3698" extrusionOk="0">
                    <a:moveTo>
                      <a:pt x="1849" y="0"/>
                    </a:moveTo>
                    <a:cubicBezTo>
                      <a:pt x="825" y="0"/>
                      <a:pt x="1" y="825"/>
                      <a:pt x="1" y="1849"/>
                    </a:cubicBezTo>
                    <a:cubicBezTo>
                      <a:pt x="1" y="2873"/>
                      <a:pt x="825" y="3697"/>
                      <a:pt x="1849" y="3697"/>
                    </a:cubicBezTo>
                    <a:cubicBezTo>
                      <a:pt x="2873" y="3697"/>
                      <a:pt x="3697" y="2873"/>
                      <a:pt x="3697" y="1849"/>
                    </a:cubicBezTo>
                    <a:cubicBezTo>
                      <a:pt x="3697" y="825"/>
                      <a:pt x="2873" y="0"/>
                      <a:pt x="1849" y="0"/>
                    </a:cubicBezTo>
                    <a:close/>
                  </a:path>
                </a:pathLst>
              </a:custGeom>
              <a:solidFill>
                <a:srgbClr val="FFD1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3395;p72">
                <a:extLst>
                  <a:ext uri="{FF2B5EF4-FFF2-40B4-BE49-F238E27FC236}">
                    <a16:creationId xmlns:a16="http://schemas.microsoft.com/office/drawing/2014/main" id="{A606BE04-8F0B-423E-9EEB-150C218589CC}"/>
                  </a:ext>
                </a:extLst>
              </p:cNvPr>
              <p:cNvSpPr/>
              <p:nvPr/>
            </p:nvSpPr>
            <p:spPr>
              <a:xfrm>
                <a:off x="12722400" y="3370763"/>
                <a:ext cx="208325" cy="182025"/>
              </a:xfrm>
              <a:custGeom>
                <a:avLst/>
                <a:gdLst/>
                <a:ahLst/>
                <a:cxnLst/>
                <a:rect l="l" t="t" r="r" b="b"/>
                <a:pathLst>
                  <a:path w="8333" h="7281" extrusionOk="0">
                    <a:moveTo>
                      <a:pt x="1" y="1"/>
                    </a:moveTo>
                    <a:lnTo>
                      <a:pt x="2702" y="4124"/>
                    </a:lnTo>
                    <a:cubicBezTo>
                      <a:pt x="2987" y="4550"/>
                      <a:pt x="3385" y="4892"/>
                      <a:pt x="3868" y="5148"/>
                    </a:cubicBezTo>
                    <a:lnTo>
                      <a:pt x="8048" y="7280"/>
                    </a:lnTo>
                    <a:lnTo>
                      <a:pt x="8333" y="5034"/>
                    </a:lnTo>
                    <a:lnTo>
                      <a:pt x="8333" y="5034"/>
                    </a:lnTo>
                    <a:cubicBezTo>
                      <a:pt x="7889" y="5247"/>
                      <a:pt x="7413" y="5360"/>
                      <a:pt x="6938" y="5360"/>
                    </a:cubicBezTo>
                    <a:cubicBezTo>
                      <a:pt x="6651" y="5360"/>
                      <a:pt x="6364" y="5319"/>
                      <a:pt x="6086" y="5233"/>
                    </a:cubicBezTo>
                    <a:cubicBezTo>
                      <a:pt x="4863" y="4892"/>
                      <a:pt x="3953" y="4522"/>
                      <a:pt x="3783" y="4295"/>
                    </a:cubicBezTo>
                    <a:cubicBezTo>
                      <a:pt x="3637" y="4100"/>
                      <a:pt x="3720" y="3405"/>
                      <a:pt x="3533" y="3405"/>
                    </a:cubicBezTo>
                    <a:cubicBezTo>
                      <a:pt x="3501" y="3405"/>
                      <a:pt x="3462" y="3425"/>
                      <a:pt x="3413" y="3470"/>
                    </a:cubicBezTo>
                    <a:cubicBezTo>
                      <a:pt x="3360" y="3514"/>
                      <a:pt x="3299" y="3534"/>
                      <a:pt x="3234" y="3534"/>
                    </a:cubicBezTo>
                    <a:cubicBezTo>
                      <a:pt x="2879" y="3534"/>
                      <a:pt x="2371" y="2950"/>
                      <a:pt x="1963" y="2446"/>
                    </a:cubicBezTo>
                    <a:cubicBezTo>
                      <a:pt x="1479" y="1878"/>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3396;p72">
                <a:extLst>
                  <a:ext uri="{FF2B5EF4-FFF2-40B4-BE49-F238E27FC236}">
                    <a16:creationId xmlns:a16="http://schemas.microsoft.com/office/drawing/2014/main" id="{5093D47E-6AF0-4D23-A6E6-93ED79320450}"/>
                  </a:ext>
                </a:extLst>
              </p:cNvPr>
              <p:cNvSpPr/>
              <p:nvPr/>
            </p:nvSpPr>
            <p:spPr>
              <a:xfrm>
                <a:off x="13124775" y="3550638"/>
                <a:ext cx="201925" cy="199775"/>
              </a:xfrm>
              <a:custGeom>
                <a:avLst/>
                <a:gdLst/>
                <a:ahLst/>
                <a:cxnLst/>
                <a:rect l="l" t="t" r="r" b="b"/>
                <a:pathLst>
                  <a:path w="8077" h="7991" extrusionOk="0">
                    <a:moveTo>
                      <a:pt x="5091" y="0"/>
                    </a:moveTo>
                    <a:cubicBezTo>
                      <a:pt x="4977" y="540"/>
                      <a:pt x="4920" y="1081"/>
                      <a:pt x="4920" y="1649"/>
                    </a:cubicBezTo>
                    <a:cubicBezTo>
                      <a:pt x="4896" y="1866"/>
                      <a:pt x="4870" y="2095"/>
                      <a:pt x="4841" y="2330"/>
                    </a:cubicBezTo>
                    <a:lnTo>
                      <a:pt x="4841" y="2330"/>
                    </a:lnTo>
                    <a:cubicBezTo>
                      <a:pt x="4839" y="2321"/>
                      <a:pt x="4837" y="2312"/>
                      <a:pt x="4835" y="2303"/>
                    </a:cubicBezTo>
                    <a:lnTo>
                      <a:pt x="4835" y="2303"/>
                    </a:lnTo>
                    <a:cubicBezTo>
                      <a:pt x="4836" y="2321"/>
                      <a:pt x="4837" y="2339"/>
                      <a:pt x="4838" y="2356"/>
                    </a:cubicBezTo>
                    <a:lnTo>
                      <a:pt x="4838" y="2356"/>
                    </a:lnTo>
                    <a:cubicBezTo>
                      <a:pt x="4839" y="2348"/>
                      <a:pt x="4840" y="2339"/>
                      <a:pt x="4841" y="2330"/>
                    </a:cubicBezTo>
                    <a:lnTo>
                      <a:pt x="4841" y="2330"/>
                    </a:lnTo>
                    <a:cubicBezTo>
                      <a:pt x="4871" y="2460"/>
                      <a:pt x="4922" y="2568"/>
                      <a:pt x="4949" y="2702"/>
                    </a:cubicBezTo>
                    <a:cubicBezTo>
                      <a:pt x="5404" y="4095"/>
                      <a:pt x="5688" y="5517"/>
                      <a:pt x="5830" y="6967"/>
                    </a:cubicBezTo>
                    <a:lnTo>
                      <a:pt x="8077" y="6597"/>
                    </a:lnTo>
                    <a:cubicBezTo>
                      <a:pt x="8077" y="6597"/>
                      <a:pt x="6484" y="6114"/>
                      <a:pt x="6143" y="4578"/>
                    </a:cubicBezTo>
                    <a:cubicBezTo>
                      <a:pt x="5802" y="3014"/>
                      <a:pt x="5290" y="2048"/>
                      <a:pt x="5347" y="1194"/>
                    </a:cubicBezTo>
                    <a:cubicBezTo>
                      <a:pt x="5375" y="768"/>
                      <a:pt x="5318" y="341"/>
                      <a:pt x="5091" y="0"/>
                    </a:cubicBezTo>
                    <a:close/>
                    <a:moveTo>
                      <a:pt x="4838" y="2356"/>
                    </a:moveTo>
                    <a:cubicBezTo>
                      <a:pt x="4628" y="4056"/>
                      <a:pt x="4305" y="6079"/>
                      <a:pt x="3982" y="6427"/>
                    </a:cubicBezTo>
                    <a:cubicBezTo>
                      <a:pt x="3385" y="7024"/>
                      <a:pt x="1" y="7934"/>
                      <a:pt x="1" y="7934"/>
                    </a:cubicBezTo>
                    <a:lnTo>
                      <a:pt x="4522" y="7991"/>
                    </a:lnTo>
                    <a:lnTo>
                      <a:pt x="4551" y="7820"/>
                    </a:lnTo>
                    <a:lnTo>
                      <a:pt x="4551" y="7792"/>
                    </a:lnTo>
                    <a:lnTo>
                      <a:pt x="4579" y="7593"/>
                    </a:lnTo>
                    <a:lnTo>
                      <a:pt x="4608" y="7394"/>
                    </a:lnTo>
                    <a:lnTo>
                      <a:pt x="4608" y="7337"/>
                    </a:lnTo>
                    <a:lnTo>
                      <a:pt x="4636" y="7166"/>
                    </a:lnTo>
                    <a:lnTo>
                      <a:pt x="4636" y="7138"/>
                    </a:lnTo>
                    <a:lnTo>
                      <a:pt x="4693" y="6910"/>
                    </a:lnTo>
                    <a:lnTo>
                      <a:pt x="4693" y="6853"/>
                    </a:lnTo>
                    <a:cubicBezTo>
                      <a:pt x="4693" y="6796"/>
                      <a:pt x="4693" y="6711"/>
                      <a:pt x="4721" y="6654"/>
                    </a:cubicBezTo>
                    <a:lnTo>
                      <a:pt x="4721" y="6597"/>
                    </a:lnTo>
                    <a:lnTo>
                      <a:pt x="4750" y="6341"/>
                    </a:lnTo>
                    <a:lnTo>
                      <a:pt x="4750" y="6313"/>
                    </a:lnTo>
                    <a:lnTo>
                      <a:pt x="4778" y="6086"/>
                    </a:lnTo>
                    <a:lnTo>
                      <a:pt x="4778" y="6029"/>
                    </a:lnTo>
                    <a:lnTo>
                      <a:pt x="4807" y="5773"/>
                    </a:lnTo>
                    <a:cubicBezTo>
                      <a:pt x="4807" y="5687"/>
                      <a:pt x="4835" y="5602"/>
                      <a:pt x="4835" y="5517"/>
                    </a:cubicBezTo>
                    <a:lnTo>
                      <a:pt x="4835" y="5431"/>
                    </a:lnTo>
                    <a:lnTo>
                      <a:pt x="4863" y="5232"/>
                    </a:lnTo>
                    <a:lnTo>
                      <a:pt x="4863" y="5176"/>
                    </a:lnTo>
                    <a:cubicBezTo>
                      <a:pt x="4863" y="5090"/>
                      <a:pt x="4863" y="5005"/>
                      <a:pt x="4863" y="4920"/>
                    </a:cubicBezTo>
                    <a:lnTo>
                      <a:pt x="4863" y="4834"/>
                    </a:lnTo>
                    <a:lnTo>
                      <a:pt x="4863" y="4635"/>
                    </a:lnTo>
                    <a:lnTo>
                      <a:pt x="4863" y="4578"/>
                    </a:lnTo>
                    <a:lnTo>
                      <a:pt x="4863" y="4322"/>
                    </a:lnTo>
                    <a:lnTo>
                      <a:pt x="4863" y="4266"/>
                    </a:lnTo>
                    <a:lnTo>
                      <a:pt x="4863" y="4067"/>
                    </a:lnTo>
                    <a:lnTo>
                      <a:pt x="4863" y="3981"/>
                    </a:lnTo>
                    <a:lnTo>
                      <a:pt x="4863" y="3725"/>
                    </a:lnTo>
                    <a:cubicBezTo>
                      <a:pt x="4863" y="3395"/>
                      <a:pt x="4863" y="2904"/>
                      <a:pt x="4838" y="235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3397;p72">
                <a:extLst>
                  <a:ext uri="{FF2B5EF4-FFF2-40B4-BE49-F238E27FC236}">
                    <a16:creationId xmlns:a16="http://schemas.microsoft.com/office/drawing/2014/main" id="{A94BAF34-CAB2-4FED-A891-5C2FD839DBD2}"/>
                  </a:ext>
                </a:extLst>
              </p:cNvPr>
              <p:cNvSpPr/>
              <p:nvPr/>
            </p:nvSpPr>
            <p:spPr>
              <a:xfrm>
                <a:off x="12918625" y="3591138"/>
                <a:ext cx="124425" cy="158575"/>
              </a:xfrm>
              <a:custGeom>
                <a:avLst/>
                <a:gdLst/>
                <a:ahLst/>
                <a:cxnLst/>
                <a:rect l="l" t="t" r="r" b="b"/>
                <a:pathLst>
                  <a:path w="4977" h="6343" extrusionOk="0">
                    <a:moveTo>
                      <a:pt x="85" y="1"/>
                    </a:moveTo>
                    <a:cubicBezTo>
                      <a:pt x="85" y="257"/>
                      <a:pt x="57" y="484"/>
                      <a:pt x="29" y="683"/>
                    </a:cubicBezTo>
                    <a:cubicBezTo>
                      <a:pt x="0" y="1053"/>
                      <a:pt x="0" y="1337"/>
                      <a:pt x="0" y="1622"/>
                    </a:cubicBezTo>
                    <a:lnTo>
                      <a:pt x="0" y="1707"/>
                    </a:lnTo>
                    <a:lnTo>
                      <a:pt x="0" y="1792"/>
                    </a:lnTo>
                    <a:lnTo>
                      <a:pt x="0" y="2105"/>
                    </a:lnTo>
                    <a:lnTo>
                      <a:pt x="0" y="2162"/>
                    </a:lnTo>
                    <a:lnTo>
                      <a:pt x="0" y="2333"/>
                    </a:lnTo>
                    <a:lnTo>
                      <a:pt x="0" y="2447"/>
                    </a:lnTo>
                    <a:lnTo>
                      <a:pt x="0" y="2589"/>
                    </a:lnTo>
                    <a:lnTo>
                      <a:pt x="0" y="2674"/>
                    </a:lnTo>
                    <a:lnTo>
                      <a:pt x="0" y="2902"/>
                    </a:lnTo>
                    <a:lnTo>
                      <a:pt x="0" y="3015"/>
                    </a:lnTo>
                    <a:lnTo>
                      <a:pt x="0" y="3157"/>
                    </a:lnTo>
                    <a:lnTo>
                      <a:pt x="0" y="3300"/>
                    </a:lnTo>
                    <a:cubicBezTo>
                      <a:pt x="0" y="3356"/>
                      <a:pt x="0" y="3442"/>
                      <a:pt x="0" y="3499"/>
                    </a:cubicBezTo>
                    <a:lnTo>
                      <a:pt x="0" y="3641"/>
                    </a:lnTo>
                    <a:lnTo>
                      <a:pt x="0" y="3755"/>
                    </a:lnTo>
                    <a:lnTo>
                      <a:pt x="0" y="3897"/>
                    </a:lnTo>
                    <a:lnTo>
                      <a:pt x="0" y="4039"/>
                    </a:lnTo>
                    <a:cubicBezTo>
                      <a:pt x="0" y="4096"/>
                      <a:pt x="0" y="4181"/>
                      <a:pt x="29" y="4238"/>
                    </a:cubicBezTo>
                    <a:lnTo>
                      <a:pt x="29" y="4352"/>
                    </a:lnTo>
                    <a:lnTo>
                      <a:pt x="57" y="4494"/>
                    </a:lnTo>
                    <a:lnTo>
                      <a:pt x="57" y="4608"/>
                    </a:lnTo>
                    <a:cubicBezTo>
                      <a:pt x="57" y="4693"/>
                      <a:pt x="85" y="4778"/>
                      <a:pt x="85" y="4892"/>
                    </a:cubicBezTo>
                    <a:lnTo>
                      <a:pt x="85" y="4921"/>
                    </a:lnTo>
                    <a:lnTo>
                      <a:pt x="114" y="5091"/>
                    </a:lnTo>
                    <a:lnTo>
                      <a:pt x="114" y="5148"/>
                    </a:lnTo>
                    <a:cubicBezTo>
                      <a:pt x="142" y="5319"/>
                      <a:pt x="171" y="5489"/>
                      <a:pt x="199" y="5631"/>
                    </a:cubicBezTo>
                    <a:cubicBezTo>
                      <a:pt x="228" y="5916"/>
                      <a:pt x="256" y="6143"/>
                      <a:pt x="313" y="6342"/>
                    </a:cubicBezTo>
                    <a:lnTo>
                      <a:pt x="4977" y="6314"/>
                    </a:lnTo>
                    <a:cubicBezTo>
                      <a:pt x="4977" y="6314"/>
                      <a:pt x="1621" y="5404"/>
                      <a:pt x="1024" y="4807"/>
                    </a:cubicBezTo>
                    <a:cubicBezTo>
                      <a:pt x="654" y="4409"/>
                      <a:pt x="285" y="1792"/>
                      <a:pt x="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3398;p72">
                <a:extLst>
                  <a:ext uri="{FF2B5EF4-FFF2-40B4-BE49-F238E27FC236}">
                    <a16:creationId xmlns:a16="http://schemas.microsoft.com/office/drawing/2014/main" id="{60F9DF4E-2C06-4F98-9227-3AB92C74F07E}"/>
                  </a:ext>
                </a:extLst>
              </p:cNvPr>
              <p:cNvSpPr/>
              <p:nvPr/>
            </p:nvSpPr>
            <p:spPr>
              <a:xfrm>
                <a:off x="13084250" y="3832163"/>
                <a:ext cx="105250" cy="191250"/>
              </a:xfrm>
              <a:custGeom>
                <a:avLst/>
                <a:gdLst/>
                <a:ahLst/>
                <a:cxnLst/>
                <a:rect l="l" t="t" r="r" b="b"/>
                <a:pathLst>
                  <a:path w="4210" h="7650" extrusionOk="0">
                    <a:moveTo>
                      <a:pt x="1" y="0"/>
                    </a:moveTo>
                    <a:lnTo>
                      <a:pt x="655" y="7649"/>
                    </a:lnTo>
                    <a:lnTo>
                      <a:pt x="4210" y="7649"/>
                    </a:lnTo>
                    <a:lnTo>
                      <a:pt x="2674" y="7194"/>
                    </a:lnTo>
                    <a:cubicBezTo>
                      <a:pt x="1849" y="6939"/>
                      <a:pt x="1309" y="6228"/>
                      <a:pt x="1252" y="5403"/>
                    </a:cubicBezTo>
                    <a:lnTo>
                      <a:pt x="1167" y="4095"/>
                    </a:lnTo>
                    <a:lnTo>
                      <a:pt x="1650" y="3611"/>
                    </a:lnTo>
                    <a:lnTo>
                      <a:pt x="996" y="2957"/>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3399;p72">
                <a:extLst>
                  <a:ext uri="{FF2B5EF4-FFF2-40B4-BE49-F238E27FC236}">
                    <a16:creationId xmlns:a16="http://schemas.microsoft.com/office/drawing/2014/main" id="{1A09C337-C87C-4972-A9CC-8C0B85C4496D}"/>
                  </a:ext>
                </a:extLst>
              </p:cNvPr>
              <p:cNvSpPr/>
              <p:nvPr/>
            </p:nvSpPr>
            <p:spPr>
              <a:xfrm>
                <a:off x="12979050" y="3832163"/>
                <a:ext cx="105225" cy="191250"/>
              </a:xfrm>
              <a:custGeom>
                <a:avLst/>
                <a:gdLst/>
                <a:ahLst/>
                <a:cxnLst/>
                <a:rect l="l" t="t" r="r" b="b"/>
                <a:pathLst>
                  <a:path w="4209" h="7650" extrusionOk="0">
                    <a:moveTo>
                      <a:pt x="4209" y="0"/>
                    </a:moveTo>
                    <a:lnTo>
                      <a:pt x="3214" y="2957"/>
                    </a:lnTo>
                    <a:lnTo>
                      <a:pt x="2560" y="3611"/>
                    </a:lnTo>
                    <a:lnTo>
                      <a:pt x="3071" y="4095"/>
                    </a:lnTo>
                    <a:lnTo>
                      <a:pt x="2986" y="5403"/>
                    </a:lnTo>
                    <a:cubicBezTo>
                      <a:pt x="2929" y="6228"/>
                      <a:pt x="2361" y="6939"/>
                      <a:pt x="1564" y="7194"/>
                    </a:cubicBezTo>
                    <a:lnTo>
                      <a:pt x="0" y="7649"/>
                    </a:lnTo>
                    <a:lnTo>
                      <a:pt x="3555" y="7649"/>
                    </a:lnTo>
                    <a:lnTo>
                      <a:pt x="420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3400;p72">
                <a:extLst>
                  <a:ext uri="{FF2B5EF4-FFF2-40B4-BE49-F238E27FC236}">
                    <a16:creationId xmlns:a16="http://schemas.microsoft.com/office/drawing/2014/main" id="{A534B206-263F-4892-B3BA-952E324BE62B}"/>
                  </a:ext>
                </a:extLst>
              </p:cNvPr>
              <p:cNvSpPr/>
              <p:nvPr/>
            </p:nvSpPr>
            <p:spPr>
              <a:xfrm>
                <a:off x="12912925" y="2885913"/>
                <a:ext cx="457850" cy="160700"/>
              </a:xfrm>
              <a:custGeom>
                <a:avLst/>
                <a:gdLst/>
                <a:ahLst/>
                <a:cxnLst/>
                <a:rect l="l" t="t" r="r" b="b"/>
                <a:pathLst>
                  <a:path w="18314" h="6428" extrusionOk="0">
                    <a:moveTo>
                      <a:pt x="14020" y="1"/>
                    </a:moveTo>
                    <a:lnTo>
                      <a:pt x="14020" y="1"/>
                    </a:lnTo>
                    <a:cubicBezTo>
                      <a:pt x="14048" y="29"/>
                      <a:pt x="16323" y="3214"/>
                      <a:pt x="15925" y="4067"/>
                    </a:cubicBezTo>
                    <a:cubicBezTo>
                      <a:pt x="15870" y="4182"/>
                      <a:pt x="15683" y="4227"/>
                      <a:pt x="15384" y="4227"/>
                    </a:cubicBezTo>
                    <a:cubicBezTo>
                      <a:pt x="14223" y="4227"/>
                      <a:pt x="11371" y="3542"/>
                      <a:pt x="7972" y="3542"/>
                    </a:cubicBezTo>
                    <a:cubicBezTo>
                      <a:pt x="5932" y="3542"/>
                      <a:pt x="3695" y="3789"/>
                      <a:pt x="1508" y="4579"/>
                    </a:cubicBezTo>
                    <a:cubicBezTo>
                      <a:pt x="313" y="5006"/>
                      <a:pt x="1" y="5489"/>
                      <a:pt x="285" y="6001"/>
                    </a:cubicBezTo>
                    <a:lnTo>
                      <a:pt x="6854" y="5062"/>
                    </a:lnTo>
                    <a:lnTo>
                      <a:pt x="16466" y="6427"/>
                    </a:lnTo>
                    <a:cubicBezTo>
                      <a:pt x="16466" y="6427"/>
                      <a:pt x="18314" y="5574"/>
                      <a:pt x="17916" y="4664"/>
                    </a:cubicBezTo>
                    <a:cubicBezTo>
                      <a:pt x="17120" y="2731"/>
                      <a:pt x="15755" y="1110"/>
                      <a:pt x="140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3401;p72">
                <a:extLst>
                  <a:ext uri="{FF2B5EF4-FFF2-40B4-BE49-F238E27FC236}">
                    <a16:creationId xmlns:a16="http://schemas.microsoft.com/office/drawing/2014/main" id="{C7DC7441-E3ED-4C4B-84B2-F552D9989DF6}"/>
                  </a:ext>
                </a:extLst>
              </p:cNvPr>
              <p:cNvSpPr/>
              <p:nvPr/>
            </p:nvSpPr>
            <p:spPr>
              <a:xfrm>
                <a:off x="12843975" y="2986863"/>
                <a:ext cx="480600" cy="128000"/>
              </a:xfrm>
              <a:custGeom>
                <a:avLst/>
                <a:gdLst/>
                <a:ahLst/>
                <a:cxnLst/>
                <a:rect l="l" t="t" r="r" b="b"/>
                <a:pathLst>
                  <a:path w="19224" h="5120" extrusionOk="0">
                    <a:moveTo>
                      <a:pt x="9612" y="1"/>
                    </a:moveTo>
                    <a:cubicBezTo>
                      <a:pt x="2105" y="1"/>
                      <a:pt x="0" y="2389"/>
                      <a:pt x="0" y="2389"/>
                    </a:cubicBezTo>
                    <a:lnTo>
                      <a:pt x="0" y="5119"/>
                    </a:lnTo>
                    <a:lnTo>
                      <a:pt x="9612" y="4209"/>
                    </a:lnTo>
                    <a:lnTo>
                      <a:pt x="19224" y="5119"/>
                    </a:lnTo>
                    <a:lnTo>
                      <a:pt x="19224" y="2389"/>
                    </a:lnTo>
                    <a:cubicBezTo>
                      <a:pt x="19224" y="2389"/>
                      <a:pt x="17119" y="1"/>
                      <a:pt x="96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3402;p72">
                <a:extLst>
                  <a:ext uri="{FF2B5EF4-FFF2-40B4-BE49-F238E27FC236}">
                    <a16:creationId xmlns:a16="http://schemas.microsoft.com/office/drawing/2014/main" id="{FA10A5AA-37DA-414D-AF63-1AEDAE6B337F}"/>
                  </a:ext>
                </a:extLst>
              </p:cNvPr>
              <p:cNvSpPr/>
              <p:nvPr/>
            </p:nvSpPr>
            <p:spPr>
              <a:xfrm>
                <a:off x="12843975" y="3028813"/>
                <a:ext cx="480600" cy="86050"/>
              </a:xfrm>
              <a:custGeom>
                <a:avLst/>
                <a:gdLst/>
                <a:ahLst/>
                <a:cxnLst/>
                <a:rect l="l" t="t" r="r" b="b"/>
                <a:pathLst>
                  <a:path w="19224" h="3442" extrusionOk="0">
                    <a:moveTo>
                      <a:pt x="18257" y="1"/>
                    </a:moveTo>
                    <a:cubicBezTo>
                      <a:pt x="18257" y="1"/>
                      <a:pt x="18399" y="1280"/>
                      <a:pt x="14389" y="1422"/>
                    </a:cubicBezTo>
                    <a:cubicBezTo>
                      <a:pt x="10351" y="1536"/>
                      <a:pt x="3271" y="1593"/>
                      <a:pt x="0" y="3413"/>
                    </a:cubicBezTo>
                    <a:lnTo>
                      <a:pt x="9612" y="2560"/>
                    </a:lnTo>
                    <a:lnTo>
                      <a:pt x="19224" y="3441"/>
                    </a:lnTo>
                    <a:lnTo>
                      <a:pt x="19224" y="711"/>
                    </a:lnTo>
                    <a:cubicBezTo>
                      <a:pt x="18939" y="427"/>
                      <a:pt x="18598" y="171"/>
                      <a:pt x="182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3403;p72">
                <a:extLst>
                  <a:ext uri="{FF2B5EF4-FFF2-40B4-BE49-F238E27FC236}">
                    <a16:creationId xmlns:a16="http://schemas.microsoft.com/office/drawing/2014/main" id="{7E03A688-81A0-4D30-A3A3-E81B601002EF}"/>
                  </a:ext>
                </a:extLst>
              </p:cNvPr>
              <p:cNvSpPr/>
              <p:nvPr/>
            </p:nvSpPr>
            <p:spPr>
              <a:xfrm>
                <a:off x="12843975" y="3077138"/>
                <a:ext cx="480600" cy="99575"/>
              </a:xfrm>
              <a:custGeom>
                <a:avLst/>
                <a:gdLst/>
                <a:ahLst/>
                <a:cxnLst/>
                <a:rect l="l" t="t" r="r" b="b"/>
                <a:pathLst>
                  <a:path w="19224" h="3983" extrusionOk="0">
                    <a:moveTo>
                      <a:pt x="9354" y="0"/>
                    </a:moveTo>
                    <a:cubicBezTo>
                      <a:pt x="6171" y="0"/>
                      <a:pt x="3018" y="512"/>
                      <a:pt x="0" y="1508"/>
                    </a:cubicBezTo>
                    <a:cubicBezTo>
                      <a:pt x="1365" y="3982"/>
                      <a:pt x="9612" y="3982"/>
                      <a:pt x="9612" y="3982"/>
                    </a:cubicBezTo>
                    <a:cubicBezTo>
                      <a:pt x="9612" y="3982"/>
                      <a:pt x="17859" y="3982"/>
                      <a:pt x="19224" y="1508"/>
                    </a:cubicBezTo>
                    <a:cubicBezTo>
                      <a:pt x="16206" y="512"/>
                      <a:pt x="13053" y="0"/>
                      <a:pt x="9870" y="0"/>
                    </a:cubicBezTo>
                    <a:cubicBezTo>
                      <a:pt x="9784" y="0"/>
                      <a:pt x="9698" y="0"/>
                      <a:pt x="9612" y="1"/>
                    </a:cubicBezTo>
                    <a:cubicBezTo>
                      <a:pt x="9526" y="0"/>
                      <a:pt x="9440" y="0"/>
                      <a:pt x="935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3404;p72">
                <a:extLst>
                  <a:ext uri="{FF2B5EF4-FFF2-40B4-BE49-F238E27FC236}">
                    <a16:creationId xmlns:a16="http://schemas.microsoft.com/office/drawing/2014/main" id="{0D8A5D32-02BF-467A-B063-95553EC1059A}"/>
                  </a:ext>
                </a:extLst>
              </p:cNvPr>
              <p:cNvSpPr/>
              <p:nvPr/>
            </p:nvSpPr>
            <p:spPr>
              <a:xfrm>
                <a:off x="12950600" y="3087813"/>
                <a:ext cx="373975" cy="88900"/>
              </a:xfrm>
              <a:custGeom>
                <a:avLst/>
                <a:gdLst/>
                <a:ahLst/>
                <a:cxnLst/>
                <a:rect l="l" t="t" r="r" b="b"/>
                <a:pathLst>
                  <a:path w="14959" h="3556" extrusionOk="0">
                    <a:moveTo>
                      <a:pt x="10494" y="1"/>
                    </a:moveTo>
                    <a:cubicBezTo>
                      <a:pt x="10495" y="1"/>
                      <a:pt x="10495" y="1"/>
                      <a:pt x="10496" y="1"/>
                    </a:cubicBezTo>
                    <a:lnTo>
                      <a:pt x="10496" y="1"/>
                    </a:lnTo>
                    <a:cubicBezTo>
                      <a:pt x="10495" y="1"/>
                      <a:pt x="10494" y="1"/>
                      <a:pt x="10494" y="1"/>
                    </a:cubicBezTo>
                    <a:close/>
                    <a:moveTo>
                      <a:pt x="10496" y="1"/>
                    </a:moveTo>
                    <a:cubicBezTo>
                      <a:pt x="10570" y="16"/>
                      <a:pt x="12542" y="662"/>
                      <a:pt x="12627" y="1280"/>
                    </a:cubicBezTo>
                    <a:cubicBezTo>
                      <a:pt x="12700" y="1820"/>
                      <a:pt x="7273" y="3185"/>
                      <a:pt x="2313" y="3185"/>
                    </a:cubicBezTo>
                    <a:cubicBezTo>
                      <a:pt x="1522" y="3185"/>
                      <a:pt x="743" y="3150"/>
                      <a:pt x="1" y="3072"/>
                    </a:cubicBezTo>
                    <a:lnTo>
                      <a:pt x="1" y="3072"/>
                    </a:lnTo>
                    <a:cubicBezTo>
                      <a:pt x="1764" y="3385"/>
                      <a:pt x="3555" y="3527"/>
                      <a:pt x="5347" y="3555"/>
                    </a:cubicBezTo>
                    <a:cubicBezTo>
                      <a:pt x="5347" y="3555"/>
                      <a:pt x="13594" y="3555"/>
                      <a:pt x="14959" y="1081"/>
                    </a:cubicBezTo>
                    <a:cubicBezTo>
                      <a:pt x="13509" y="570"/>
                      <a:pt x="12031" y="229"/>
                      <a:pt x="1049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 name="Google Shape;3405;p72">
              <a:extLst>
                <a:ext uri="{FF2B5EF4-FFF2-40B4-BE49-F238E27FC236}">
                  <a16:creationId xmlns:a16="http://schemas.microsoft.com/office/drawing/2014/main" id="{8695C5BA-16B9-45A1-87CE-27861608A4B2}"/>
                </a:ext>
              </a:extLst>
            </p:cNvPr>
            <p:cNvSpPr/>
            <p:nvPr/>
          </p:nvSpPr>
          <p:spPr>
            <a:xfrm>
              <a:off x="7135206" y="2028570"/>
              <a:ext cx="152276" cy="120555"/>
            </a:xfrm>
            <a:custGeom>
              <a:avLst/>
              <a:gdLst/>
              <a:ahLst/>
              <a:cxnLst/>
              <a:rect l="l" t="t" r="r" b="b"/>
              <a:pathLst>
                <a:path w="5343" h="4230" extrusionOk="0">
                  <a:moveTo>
                    <a:pt x="2719" y="1"/>
                  </a:moveTo>
                  <a:cubicBezTo>
                    <a:pt x="2719" y="1"/>
                    <a:pt x="2549" y="20"/>
                    <a:pt x="2284" y="152"/>
                  </a:cubicBezTo>
                  <a:cubicBezTo>
                    <a:pt x="1907" y="265"/>
                    <a:pt x="1529" y="416"/>
                    <a:pt x="1171" y="624"/>
                  </a:cubicBezTo>
                  <a:cubicBezTo>
                    <a:pt x="944" y="756"/>
                    <a:pt x="718" y="907"/>
                    <a:pt x="510" y="1096"/>
                  </a:cubicBezTo>
                  <a:cubicBezTo>
                    <a:pt x="284" y="1322"/>
                    <a:pt x="114" y="1624"/>
                    <a:pt x="38" y="1945"/>
                  </a:cubicBezTo>
                  <a:cubicBezTo>
                    <a:pt x="0" y="2285"/>
                    <a:pt x="76" y="2662"/>
                    <a:pt x="284" y="2945"/>
                  </a:cubicBezTo>
                  <a:cubicBezTo>
                    <a:pt x="321" y="3021"/>
                    <a:pt x="378" y="3096"/>
                    <a:pt x="435" y="3153"/>
                  </a:cubicBezTo>
                  <a:lnTo>
                    <a:pt x="604" y="3361"/>
                  </a:lnTo>
                  <a:cubicBezTo>
                    <a:pt x="718" y="3493"/>
                    <a:pt x="850" y="3606"/>
                    <a:pt x="982" y="3700"/>
                  </a:cubicBezTo>
                  <a:lnTo>
                    <a:pt x="1095" y="3776"/>
                  </a:lnTo>
                  <a:lnTo>
                    <a:pt x="1208" y="3852"/>
                  </a:lnTo>
                  <a:lnTo>
                    <a:pt x="1454" y="3965"/>
                  </a:lnTo>
                  <a:cubicBezTo>
                    <a:pt x="1511" y="4021"/>
                    <a:pt x="1605" y="4040"/>
                    <a:pt x="1680" y="4078"/>
                  </a:cubicBezTo>
                  <a:cubicBezTo>
                    <a:pt x="1756" y="4097"/>
                    <a:pt x="1831" y="4135"/>
                    <a:pt x="1926" y="4154"/>
                  </a:cubicBezTo>
                  <a:cubicBezTo>
                    <a:pt x="2077" y="4191"/>
                    <a:pt x="2247" y="4229"/>
                    <a:pt x="2417" y="4229"/>
                  </a:cubicBezTo>
                  <a:lnTo>
                    <a:pt x="2662" y="4229"/>
                  </a:lnTo>
                  <a:lnTo>
                    <a:pt x="2907" y="4210"/>
                  </a:lnTo>
                  <a:cubicBezTo>
                    <a:pt x="3058" y="4210"/>
                    <a:pt x="3228" y="4172"/>
                    <a:pt x="3379" y="4135"/>
                  </a:cubicBezTo>
                  <a:cubicBezTo>
                    <a:pt x="3530" y="4097"/>
                    <a:pt x="3662" y="4040"/>
                    <a:pt x="3813" y="3984"/>
                  </a:cubicBezTo>
                  <a:cubicBezTo>
                    <a:pt x="4059" y="3870"/>
                    <a:pt x="4304" y="3738"/>
                    <a:pt x="4512" y="3549"/>
                  </a:cubicBezTo>
                  <a:cubicBezTo>
                    <a:pt x="4833" y="3304"/>
                    <a:pt x="5078" y="2964"/>
                    <a:pt x="5229" y="2568"/>
                  </a:cubicBezTo>
                  <a:cubicBezTo>
                    <a:pt x="5267" y="2474"/>
                    <a:pt x="5286" y="2360"/>
                    <a:pt x="5305" y="2247"/>
                  </a:cubicBezTo>
                  <a:lnTo>
                    <a:pt x="5342" y="2134"/>
                  </a:lnTo>
                  <a:lnTo>
                    <a:pt x="5286" y="2247"/>
                  </a:lnTo>
                  <a:cubicBezTo>
                    <a:pt x="5248" y="2360"/>
                    <a:pt x="5210" y="2455"/>
                    <a:pt x="5154" y="2549"/>
                  </a:cubicBezTo>
                  <a:cubicBezTo>
                    <a:pt x="4965" y="2889"/>
                    <a:pt x="4701" y="3172"/>
                    <a:pt x="4380" y="3398"/>
                  </a:cubicBezTo>
                  <a:cubicBezTo>
                    <a:pt x="4172" y="3531"/>
                    <a:pt x="3946" y="3663"/>
                    <a:pt x="3700" y="3738"/>
                  </a:cubicBezTo>
                  <a:cubicBezTo>
                    <a:pt x="3568" y="3776"/>
                    <a:pt x="3436" y="3814"/>
                    <a:pt x="3304" y="3852"/>
                  </a:cubicBezTo>
                  <a:cubicBezTo>
                    <a:pt x="3172" y="3889"/>
                    <a:pt x="3021" y="3908"/>
                    <a:pt x="2889" y="3908"/>
                  </a:cubicBezTo>
                  <a:lnTo>
                    <a:pt x="2662" y="3908"/>
                  </a:lnTo>
                  <a:cubicBezTo>
                    <a:pt x="2586" y="3908"/>
                    <a:pt x="2511" y="3889"/>
                    <a:pt x="2435" y="3889"/>
                  </a:cubicBezTo>
                  <a:cubicBezTo>
                    <a:pt x="2284" y="3870"/>
                    <a:pt x="2133" y="3852"/>
                    <a:pt x="2001" y="3814"/>
                  </a:cubicBezTo>
                  <a:cubicBezTo>
                    <a:pt x="1926" y="3795"/>
                    <a:pt x="1850" y="3776"/>
                    <a:pt x="1775" y="3738"/>
                  </a:cubicBezTo>
                  <a:cubicBezTo>
                    <a:pt x="1718" y="3700"/>
                    <a:pt x="1624" y="3682"/>
                    <a:pt x="1567" y="3644"/>
                  </a:cubicBezTo>
                  <a:lnTo>
                    <a:pt x="1378" y="3531"/>
                  </a:lnTo>
                  <a:lnTo>
                    <a:pt x="1265" y="3474"/>
                  </a:lnTo>
                  <a:lnTo>
                    <a:pt x="1190" y="3398"/>
                  </a:lnTo>
                  <a:cubicBezTo>
                    <a:pt x="1057" y="3323"/>
                    <a:pt x="944" y="3210"/>
                    <a:pt x="831" y="3096"/>
                  </a:cubicBezTo>
                  <a:lnTo>
                    <a:pt x="680" y="2927"/>
                  </a:lnTo>
                  <a:cubicBezTo>
                    <a:pt x="642" y="2870"/>
                    <a:pt x="586" y="2813"/>
                    <a:pt x="548" y="2757"/>
                  </a:cubicBezTo>
                  <a:cubicBezTo>
                    <a:pt x="378" y="2530"/>
                    <a:pt x="302" y="2247"/>
                    <a:pt x="321" y="1964"/>
                  </a:cubicBezTo>
                  <a:cubicBezTo>
                    <a:pt x="378" y="1700"/>
                    <a:pt x="491" y="1454"/>
                    <a:pt x="680" y="1247"/>
                  </a:cubicBezTo>
                  <a:cubicBezTo>
                    <a:pt x="869" y="1058"/>
                    <a:pt x="1057" y="888"/>
                    <a:pt x="1265" y="756"/>
                  </a:cubicBezTo>
                  <a:cubicBezTo>
                    <a:pt x="1586" y="529"/>
                    <a:pt x="1945" y="340"/>
                    <a:pt x="2303" y="171"/>
                  </a:cubicBezTo>
                  <a:cubicBezTo>
                    <a:pt x="2568" y="57"/>
                    <a:pt x="2719" y="1"/>
                    <a:pt x="2719" y="1"/>
                  </a:cubicBezTo>
                  <a:close/>
                </a:path>
              </a:pathLst>
            </a:custGeom>
            <a:solidFill>
              <a:srgbClr val="DD92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3406;p72">
              <a:extLst>
                <a:ext uri="{FF2B5EF4-FFF2-40B4-BE49-F238E27FC236}">
                  <a16:creationId xmlns:a16="http://schemas.microsoft.com/office/drawing/2014/main" id="{92E2EB96-65FF-44CC-8F43-D4E5D01AF380}"/>
                </a:ext>
              </a:extLst>
            </p:cNvPr>
            <p:cNvSpPr/>
            <p:nvPr/>
          </p:nvSpPr>
          <p:spPr>
            <a:xfrm rot="-2184202">
              <a:off x="7402873" y="1988706"/>
              <a:ext cx="88879" cy="84239"/>
            </a:xfrm>
            <a:custGeom>
              <a:avLst/>
              <a:gdLst/>
              <a:ahLst/>
              <a:cxnLst/>
              <a:rect l="l" t="t" r="r" b="b"/>
              <a:pathLst>
                <a:path w="1530" h="1398" extrusionOk="0">
                  <a:moveTo>
                    <a:pt x="511" y="0"/>
                  </a:moveTo>
                  <a:cubicBezTo>
                    <a:pt x="435" y="19"/>
                    <a:pt x="378" y="38"/>
                    <a:pt x="303" y="57"/>
                  </a:cubicBezTo>
                  <a:cubicBezTo>
                    <a:pt x="246" y="76"/>
                    <a:pt x="209" y="95"/>
                    <a:pt x="152" y="132"/>
                  </a:cubicBezTo>
                  <a:cubicBezTo>
                    <a:pt x="133" y="151"/>
                    <a:pt x="95" y="189"/>
                    <a:pt x="58" y="227"/>
                  </a:cubicBezTo>
                  <a:cubicBezTo>
                    <a:pt x="20" y="265"/>
                    <a:pt x="1" y="302"/>
                    <a:pt x="1" y="302"/>
                  </a:cubicBezTo>
                  <a:lnTo>
                    <a:pt x="95" y="265"/>
                  </a:lnTo>
                  <a:cubicBezTo>
                    <a:pt x="133" y="265"/>
                    <a:pt x="171" y="246"/>
                    <a:pt x="227" y="246"/>
                  </a:cubicBezTo>
                  <a:lnTo>
                    <a:pt x="511" y="246"/>
                  </a:lnTo>
                  <a:cubicBezTo>
                    <a:pt x="567" y="265"/>
                    <a:pt x="624" y="265"/>
                    <a:pt x="681" y="283"/>
                  </a:cubicBezTo>
                  <a:cubicBezTo>
                    <a:pt x="850" y="340"/>
                    <a:pt x="1001" y="434"/>
                    <a:pt x="1115" y="585"/>
                  </a:cubicBezTo>
                  <a:cubicBezTo>
                    <a:pt x="1152" y="623"/>
                    <a:pt x="1171" y="680"/>
                    <a:pt x="1209" y="718"/>
                  </a:cubicBezTo>
                  <a:cubicBezTo>
                    <a:pt x="1228" y="774"/>
                    <a:pt x="1266" y="831"/>
                    <a:pt x="1285" y="887"/>
                  </a:cubicBezTo>
                  <a:cubicBezTo>
                    <a:pt x="1285" y="925"/>
                    <a:pt x="1303" y="982"/>
                    <a:pt x="1322" y="1038"/>
                  </a:cubicBezTo>
                  <a:cubicBezTo>
                    <a:pt x="1322" y="1076"/>
                    <a:pt x="1341" y="1133"/>
                    <a:pt x="1341" y="1171"/>
                  </a:cubicBezTo>
                  <a:cubicBezTo>
                    <a:pt x="1341" y="1208"/>
                    <a:pt x="1341" y="1246"/>
                    <a:pt x="1341" y="1284"/>
                  </a:cubicBezTo>
                  <a:lnTo>
                    <a:pt x="1341" y="1397"/>
                  </a:lnTo>
                  <a:lnTo>
                    <a:pt x="1398" y="1322"/>
                  </a:lnTo>
                  <a:cubicBezTo>
                    <a:pt x="1436" y="1284"/>
                    <a:pt x="1454" y="1246"/>
                    <a:pt x="1473" y="1208"/>
                  </a:cubicBezTo>
                  <a:cubicBezTo>
                    <a:pt x="1492" y="1152"/>
                    <a:pt x="1511" y="1095"/>
                    <a:pt x="1511" y="1057"/>
                  </a:cubicBezTo>
                  <a:cubicBezTo>
                    <a:pt x="1530" y="982"/>
                    <a:pt x="1530" y="906"/>
                    <a:pt x="1530" y="850"/>
                  </a:cubicBezTo>
                  <a:cubicBezTo>
                    <a:pt x="1530" y="680"/>
                    <a:pt x="1473" y="529"/>
                    <a:pt x="1379" y="397"/>
                  </a:cubicBezTo>
                  <a:cubicBezTo>
                    <a:pt x="1247" y="170"/>
                    <a:pt x="1001" y="38"/>
                    <a:pt x="737"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3407;p72">
              <a:extLst>
                <a:ext uri="{FF2B5EF4-FFF2-40B4-BE49-F238E27FC236}">
                  <a16:creationId xmlns:a16="http://schemas.microsoft.com/office/drawing/2014/main" id="{07B28F7E-C8B5-463E-82E7-F777E37F24A5}"/>
                </a:ext>
              </a:extLst>
            </p:cNvPr>
            <p:cNvSpPr/>
            <p:nvPr/>
          </p:nvSpPr>
          <p:spPr>
            <a:xfrm rot="2184202" flipH="1">
              <a:off x="6945673" y="1988706"/>
              <a:ext cx="88879" cy="84239"/>
            </a:xfrm>
            <a:custGeom>
              <a:avLst/>
              <a:gdLst/>
              <a:ahLst/>
              <a:cxnLst/>
              <a:rect l="l" t="t" r="r" b="b"/>
              <a:pathLst>
                <a:path w="1530" h="1398" extrusionOk="0">
                  <a:moveTo>
                    <a:pt x="511" y="0"/>
                  </a:moveTo>
                  <a:cubicBezTo>
                    <a:pt x="435" y="19"/>
                    <a:pt x="378" y="38"/>
                    <a:pt x="303" y="57"/>
                  </a:cubicBezTo>
                  <a:cubicBezTo>
                    <a:pt x="246" y="76"/>
                    <a:pt x="209" y="95"/>
                    <a:pt x="152" y="132"/>
                  </a:cubicBezTo>
                  <a:cubicBezTo>
                    <a:pt x="133" y="151"/>
                    <a:pt x="95" y="189"/>
                    <a:pt x="58" y="227"/>
                  </a:cubicBezTo>
                  <a:cubicBezTo>
                    <a:pt x="20" y="265"/>
                    <a:pt x="1" y="302"/>
                    <a:pt x="1" y="302"/>
                  </a:cubicBezTo>
                  <a:lnTo>
                    <a:pt x="95" y="265"/>
                  </a:lnTo>
                  <a:cubicBezTo>
                    <a:pt x="133" y="265"/>
                    <a:pt x="171" y="246"/>
                    <a:pt x="227" y="246"/>
                  </a:cubicBezTo>
                  <a:lnTo>
                    <a:pt x="511" y="246"/>
                  </a:lnTo>
                  <a:cubicBezTo>
                    <a:pt x="567" y="265"/>
                    <a:pt x="624" y="265"/>
                    <a:pt x="681" y="283"/>
                  </a:cubicBezTo>
                  <a:cubicBezTo>
                    <a:pt x="850" y="340"/>
                    <a:pt x="1001" y="434"/>
                    <a:pt x="1115" y="585"/>
                  </a:cubicBezTo>
                  <a:cubicBezTo>
                    <a:pt x="1152" y="623"/>
                    <a:pt x="1171" y="680"/>
                    <a:pt x="1209" y="718"/>
                  </a:cubicBezTo>
                  <a:cubicBezTo>
                    <a:pt x="1228" y="774"/>
                    <a:pt x="1266" y="831"/>
                    <a:pt x="1285" y="887"/>
                  </a:cubicBezTo>
                  <a:cubicBezTo>
                    <a:pt x="1285" y="925"/>
                    <a:pt x="1303" y="982"/>
                    <a:pt x="1322" y="1038"/>
                  </a:cubicBezTo>
                  <a:cubicBezTo>
                    <a:pt x="1322" y="1076"/>
                    <a:pt x="1341" y="1133"/>
                    <a:pt x="1341" y="1171"/>
                  </a:cubicBezTo>
                  <a:cubicBezTo>
                    <a:pt x="1341" y="1208"/>
                    <a:pt x="1341" y="1246"/>
                    <a:pt x="1341" y="1284"/>
                  </a:cubicBezTo>
                  <a:lnTo>
                    <a:pt x="1341" y="1397"/>
                  </a:lnTo>
                  <a:lnTo>
                    <a:pt x="1398" y="1322"/>
                  </a:lnTo>
                  <a:cubicBezTo>
                    <a:pt x="1436" y="1284"/>
                    <a:pt x="1454" y="1246"/>
                    <a:pt x="1473" y="1208"/>
                  </a:cubicBezTo>
                  <a:cubicBezTo>
                    <a:pt x="1492" y="1152"/>
                    <a:pt x="1511" y="1095"/>
                    <a:pt x="1511" y="1057"/>
                  </a:cubicBezTo>
                  <a:cubicBezTo>
                    <a:pt x="1530" y="982"/>
                    <a:pt x="1530" y="906"/>
                    <a:pt x="1530" y="850"/>
                  </a:cubicBezTo>
                  <a:cubicBezTo>
                    <a:pt x="1530" y="680"/>
                    <a:pt x="1473" y="529"/>
                    <a:pt x="1379" y="397"/>
                  </a:cubicBezTo>
                  <a:cubicBezTo>
                    <a:pt x="1247" y="170"/>
                    <a:pt x="1001" y="38"/>
                    <a:pt x="737" y="0"/>
                  </a:cubicBezTo>
                  <a:close/>
                </a:path>
              </a:pathLst>
            </a:custGeom>
            <a:solidFill>
              <a:srgbClr val="1D1D1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7" name="Google Shape;3199;p72">
            <a:extLst>
              <a:ext uri="{FF2B5EF4-FFF2-40B4-BE49-F238E27FC236}">
                <a16:creationId xmlns:a16="http://schemas.microsoft.com/office/drawing/2014/main" id="{D8DAC807-ABBE-4B7B-AF2F-45793AC4D078}"/>
              </a:ext>
            </a:extLst>
          </p:cNvPr>
          <p:cNvSpPr/>
          <p:nvPr/>
        </p:nvSpPr>
        <p:spPr>
          <a:xfrm>
            <a:off x="572166" y="4165883"/>
            <a:ext cx="641719" cy="713474"/>
          </a:xfrm>
          <a:custGeom>
            <a:avLst/>
            <a:gdLst/>
            <a:ahLst/>
            <a:cxnLst/>
            <a:rect l="l" t="t" r="r" b="b"/>
            <a:pathLst>
              <a:path w="53960" h="59981" extrusionOk="0">
                <a:moveTo>
                  <a:pt x="24850" y="0"/>
                </a:moveTo>
                <a:cubicBezTo>
                  <a:pt x="22889" y="0"/>
                  <a:pt x="20509" y="388"/>
                  <a:pt x="17628" y="1370"/>
                </a:cubicBezTo>
                <a:cubicBezTo>
                  <a:pt x="8560" y="4472"/>
                  <a:pt x="6244" y="11459"/>
                  <a:pt x="12760" y="12166"/>
                </a:cubicBezTo>
                <a:cubicBezTo>
                  <a:pt x="12760" y="12166"/>
                  <a:pt x="2514" y="13344"/>
                  <a:pt x="2514" y="20056"/>
                </a:cubicBezTo>
                <a:cubicBezTo>
                  <a:pt x="2514" y="23375"/>
                  <a:pt x="4704" y="24218"/>
                  <a:pt x="6932" y="24218"/>
                </a:cubicBezTo>
                <a:cubicBezTo>
                  <a:pt x="8673" y="24218"/>
                  <a:pt x="10438" y="23703"/>
                  <a:pt x="11196" y="23450"/>
                </a:cubicBezTo>
                <a:lnTo>
                  <a:pt x="11196" y="23450"/>
                </a:lnTo>
                <a:cubicBezTo>
                  <a:pt x="9167" y="24198"/>
                  <a:pt x="0" y="28018"/>
                  <a:pt x="4870" y="34463"/>
                </a:cubicBezTo>
                <a:cubicBezTo>
                  <a:pt x="4870" y="34463"/>
                  <a:pt x="7192" y="36328"/>
                  <a:pt x="10083" y="36328"/>
                </a:cubicBezTo>
                <a:cubicBezTo>
                  <a:pt x="11749" y="36328"/>
                  <a:pt x="13604" y="35709"/>
                  <a:pt x="15312" y="33757"/>
                </a:cubicBezTo>
                <a:lnTo>
                  <a:pt x="15312" y="33757"/>
                </a:lnTo>
                <a:cubicBezTo>
                  <a:pt x="15311" y="33757"/>
                  <a:pt x="12171" y="37683"/>
                  <a:pt x="15665" y="39331"/>
                </a:cubicBezTo>
                <a:cubicBezTo>
                  <a:pt x="16190" y="39582"/>
                  <a:pt x="16704" y="39684"/>
                  <a:pt x="17206" y="39684"/>
                </a:cubicBezTo>
                <a:cubicBezTo>
                  <a:pt x="19510" y="39684"/>
                  <a:pt x="21576" y="37525"/>
                  <a:pt x="23366" y="37525"/>
                </a:cubicBezTo>
                <a:cubicBezTo>
                  <a:pt x="23757" y="37525"/>
                  <a:pt x="24134" y="37628"/>
                  <a:pt x="24498" y="37879"/>
                </a:cubicBezTo>
                <a:cubicBezTo>
                  <a:pt x="24498" y="37879"/>
                  <a:pt x="29130" y="43492"/>
                  <a:pt x="26343" y="59980"/>
                </a:cubicBezTo>
                <a:lnTo>
                  <a:pt x="31446" y="59980"/>
                </a:lnTo>
                <a:cubicBezTo>
                  <a:pt x="31446" y="59980"/>
                  <a:pt x="27246" y="40980"/>
                  <a:pt x="33880" y="36897"/>
                </a:cubicBezTo>
                <a:cubicBezTo>
                  <a:pt x="33880" y="36897"/>
                  <a:pt x="34448" y="36568"/>
                  <a:pt x="35278" y="36568"/>
                </a:cubicBezTo>
                <a:cubicBezTo>
                  <a:pt x="36095" y="36568"/>
                  <a:pt x="37166" y="36887"/>
                  <a:pt x="38198" y="38154"/>
                </a:cubicBezTo>
                <a:cubicBezTo>
                  <a:pt x="38764" y="38848"/>
                  <a:pt x="39760" y="39176"/>
                  <a:pt x="40905" y="39176"/>
                </a:cubicBezTo>
                <a:cubicBezTo>
                  <a:pt x="43970" y="39176"/>
                  <a:pt x="48105" y="36826"/>
                  <a:pt x="47934" y="32854"/>
                </a:cubicBezTo>
                <a:cubicBezTo>
                  <a:pt x="47799" y="29765"/>
                  <a:pt x="46414" y="29101"/>
                  <a:pt x="45248" y="29101"/>
                </a:cubicBezTo>
                <a:cubicBezTo>
                  <a:pt x="45160" y="29101"/>
                  <a:pt x="45073" y="29105"/>
                  <a:pt x="44989" y="29111"/>
                </a:cubicBezTo>
                <a:lnTo>
                  <a:pt x="44989" y="29111"/>
                </a:lnTo>
                <a:cubicBezTo>
                  <a:pt x="47808" y="28235"/>
                  <a:pt x="53959" y="25627"/>
                  <a:pt x="53626" y="19625"/>
                </a:cubicBezTo>
                <a:cubicBezTo>
                  <a:pt x="53389" y="15718"/>
                  <a:pt x="50803" y="14747"/>
                  <a:pt x="48288" y="14747"/>
                </a:cubicBezTo>
                <a:cubicBezTo>
                  <a:pt x="45799" y="14747"/>
                  <a:pt x="43380" y="15699"/>
                  <a:pt x="43380" y="15699"/>
                </a:cubicBezTo>
                <a:cubicBezTo>
                  <a:pt x="43380" y="15699"/>
                  <a:pt x="51506" y="12087"/>
                  <a:pt x="48051" y="8711"/>
                </a:cubicBezTo>
                <a:cubicBezTo>
                  <a:pt x="47008" y="7703"/>
                  <a:pt x="45895" y="7350"/>
                  <a:pt x="44846" y="7350"/>
                </a:cubicBezTo>
                <a:cubicBezTo>
                  <a:pt x="42446" y="7350"/>
                  <a:pt x="40385" y="9203"/>
                  <a:pt x="40283" y="9296"/>
                </a:cubicBezTo>
                <a:lnTo>
                  <a:pt x="40283" y="9296"/>
                </a:lnTo>
                <a:cubicBezTo>
                  <a:pt x="40425" y="9166"/>
                  <a:pt x="44297" y="5576"/>
                  <a:pt x="42948" y="3726"/>
                </a:cubicBezTo>
                <a:cubicBezTo>
                  <a:pt x="42507" y="3151"/>
                  <a:pt x="41617" y="2911"/>
                  <a:pt x="40543" y="2911"/>
                </a:cubicBezTo>
                <a:cubicBezTo>
                  <a:pt x="38173" y="2911"/>
                  <a:pt x="34914" y="4078"/>
                  <a:pt x="33644" y="5375"/>
                </a:cubicBezTo>
                <a:cubicBezTo>
                  <a:pt x="33644" y="5344"/>
                  <a:pt x="32134" y="0"/>
                  <a:pt x="248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8" name="Google Shape;3199;p72">
            <a:extLst>
              <a:ext uri="{FF2B5EF4-FFF2-40B4-BE49-F238E27FC236}">
                <a16:creationId xmlns:a16="http://schemas.microsoft.com/office/drawing/2014/main" id="{047EB814-CF2C-4F83-A480-AA34766570D4}"/>
              </a:ext>
            </a:extLst>
          </p:cNvPr>
          <p:cNvSpPr/>
          <p:nvPr/>
        </p:nvSpPr>
        <p:spPr>
          <a:xfrm>
            <a:off x="7830772" y="4155303"/>
            <a:ext cx="641719" cy="713474"/>
          </a:xfrm>
          <a:custGeom>
            <a:avLst/>
            <a:gdLst/>
            <a:ahLst/>
            <a:cxnLst/>
            <a:rect l="l" t="t" r="r" b="b"/>
            <a:pathLst>
              <a:path w="53960" h="59981" extrusionOk="0">
                <a:moveTo>
                  <a:pt x="24850" y="0"/>
                </a:moveTo>
                <a:cubicBezTo>
                  <a:pt x="22889" y="0"/>
                  <a:pt x="20509" y="388"/>
                  <a:pt x="17628" y="1370"/>
                </a:cubicBezTo>
                <a:cubicBezTo>
                  <a:pt x="8560" y="4472"/>
                  <a:pt x="6244" y="11459"/>
                  <a:pt x="12760" y="12166"/>
                </a:cubicBezTo>
                <a:cubicBezTo>
                  <a:pt x="12760" y="12166"/>
                  <a:pt x="2514" y="13344"/>
                  <a:pt x="2514" y="20056"/>
                </a:cubicBezTo>
                <a:cubicBezTo>
                  <a:pt x="2514" y="23375"/>
                  <a:pt x="4704" y="24218"/>
                  <a:pt x="6932" y="24218"/>
                </a:cubicBezTo>
                <a:cubicBezTo>
                  <a:pt x="8673" y="24218"/>
                  <a:pt x="10438" y="23703"/>
                  <a:pt x="11196" y="23450"/>
                </a:cubicBezTo>
                <a:lnTo>
                  <a:pt x="11196" y="23450"/>
                </a:lnTo>
                <a:cubicBezTo>
                  <a:pt x="9167" y="24198"/>
                  <a:pt x="0" y="28018"/>
                  <a:pt x="4870" y="34463"/>
                </a:cubicBezTo>
                <a:cubicBezTo>
                  <a:pt x="4870" y="34463"/>
                  <a:pt x="7192" y="36328"/>
                  <a:pt x="10083" y="36328"/>
                </a:cubicBezTo>
                <a:cubicBezTo>
                  <a:pt x="11749" y="36328"/>
                  <a:pt x="13604" y="35709"/>
                  <a:pt x="15312" y="33757"/>
                </a:cubicBezTo>
                <a:lnTo>
                  <a:pt x="15312" y="33757"/>
                </a:lnTo>
                <a:cubicBezTo>
                  <a:pt x="15311" y="33757"/>
                  <a:pt x="12171" y="37683"/>
                  <a:pt x="15665" y="39331"/>
                </a:cubicBezTo>
                <a:cubicBezTo>
                  <a:pt x="16190" y="39582"/>
                  <a:pt x="16704" y="39684"/>
                  <a:pt x="17206" y="39684"/>
                </a:cubicBezTo>
                <a:cubicBezTo>
                  <a:pt x="19510" y="39684"/>
                  <a:pt x="21576" y="37525"/>
                  <a:pt x="23366" y="37525"/>
                </a:cubicBezTo>
                <a:cubicBezTo>
                  <a:pt x="23757" y="37525"/>
                  <a:pt x="24134" y="37628"/>
                  <a:pt x="24498" y="37879"/>
                </a:cubicBezTo>
                <a:cubicBezTo>
                  <a:pt x="24498" y="37879"/>
                  <a:pt x="29130" y="43492"/>
                  <a:pt x="26343" y="59980"/>
                </a:cubicBezTo>
                <a:lnTo>
                  <a:pt x="31446" y="59980"/>
                </a:lnTo>
                <a:cubicBezTo>
                  <a:pt x="31446" y="59980"/>
                  <a:pt x="27246" y="40980"/>
                  <a:pt x="33880" y="36897"/>
                </a:cubicBezTo>
                <a:cubicBezTo>
                  <a:pt x="33880" y="36897"/>
                  <a:pt x="34448" y="36568"/>
                  <a:pt x="35278" y="36568"/>
                </a:cubicBezTo>
                <a:cubicBezTo>
                  <a:pt x="36095" y="36568"/>
                  <a:pt x="37166" y="36887"/>
                  <a:pt x="38198" y="38154"/>
                </a:cubicBezTo>
                <a:cubicBezTo>
                  <a:pt x="38764" y="38848"/>
                  <a:pt x="39760" y="39176"/>
                  <a:pt x="40905" y="39176"/>
                </a:cubicBezTo>
                <a:cubicBezTo>
                  <a:pt x="43970" y="39176"/>
                  <a:pt x="48105" y="36826"/>
                  <a:pt x="47934" y="32854"/>
                </a:cubicBezTo>
                <a:cubicBezTo>
                  <a:pt x="47799" y="29765"/>
                  <a:pt x="46414" y="29101"/>
                  <a:pt x="45248" y="29101"/>
                </a:cubicBezTo>
                <a:cubicBezTo>
                  <a:pt x="45160" y="29101"/>
                  <a:pt x="45073" y="29105"/>
                  <a:pt x="44989" y="29111"/>
                </a:cubicBezTo>
                <a:lnTo>
                  <a:pt x="44989" y="29111"/>
                </a:lnTo>
                <a:cubicBezTo>
                  <a:pt x="47808" y="28235"/>
                  <a:pt x="53959" y="25627"/>
                  <a:pt x="53626" y="19625"/>
                </a:cubicBezTo>
                <a:cubicBezTo>
                  <a:pt x="53389" y="15718"/>
                  <a:pt x="50803" y="14747"/>
                  <a:pt x="48288" y="14747"/>
                </a:cubicBezTo>
                <a:cubicBezTo>
                  <a:pt x="45799" y="14747"/>
                  <a:pt x="43380" y="15699"/>
                  <a:pt x="43380" y="15699"/>
                </a:cubicBezTo>
                <a:cubicBezTo>
                  <a:pt x="43380" y="15699"/>
                  <a:pt x="51506" y="12087"/>
                  <a:pt x="48051" y="8711"/>
                </a:cubicBezTo>
                <a:cubicBezTo>
                  <a:pt x="47008" y="7703"/>
                  <a:pt x="45895" y="7350"/>
                  <a:pt x="44846" y="7350"/>
                </a:cubicBezTo>
                <a:cubicBezTo>
                  <a:pt x="42446" y="7350"/>
                  <a:pt x="40385" y="9203"/>
                  <a:pt x="40283" y="9296"/>
                </a:cubicBezTo>
                <a:lnTo>
                  <a:pt x="40283" y="9296"/>
                </a:lnTo>
                <a:cubicBezTo>
                  <a:pt x="40425" y="9166"/>
                  <a:pt x="44297" y="5576"/>
                  <a:pt x="42948" y="3726"/>
                </a:cubicBezTo>
                <a:cubicBezTo>
                  <a:pt x="42507" y="3151"/>
                  <a:pt x="41617" y="2911"/>
                  <a:pt x="40543" y="2911"/>
                </a:cubicBezTo>
                <a:cubicBezTo>
                  <a:pt x="38173" y="2911"/>
                  <a:pt x="34914" y="4078"/>
                  <a:pt x="33644" y="5375"/>
                </a:cubicBezTo>
                <a:cubicBezTo>
                  <a:pt x="33644" y="5344"/>
                  <a:pt x="32134" y="0"/>
                  <a:pt x="248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9" name="Google Shape;3199;p72">
            <a:extLst>
              <a:ext uri="{FF2B5EF4-FFF2-40B4-BE49-F238E27FC236}">
                <a16:creationId xmlns:a16="http://schemas.microsoft.com/office/drawing/2014/main" id="{2EA363DD-64DF-405F-880B-1C086AEC005B}"/>
              </a:ext>
            </a:extLst>
          </p:cNvPr>
          <p:cNvSpPr/>
          <p:nvPr/>
        </p:nvSpPr>
        <p:spPr>
          <a:xfrm>
            <a:off x="8389555" y="4436855"/>
            <a:ext cx="641719" cy="713474"/>
          </a:xfrm>
          <a:custGeom>
            <a:avLst/>
            <a:gdLst/>
            <a:ahLst/>
            <a:cxnLst/>
            <a:rect l="l" t="t" r="r" b="b"/>
            <a:pathLst>
              <a:path w="53960" h="59981" extrusionOk="0">
                <a:moveTo>
                  <a:pt x="24850" y="0"/>
                </a:moveTo>
                <a:cubicBezTo>
                  <a:pt x="22889" y="0"/>
                  <a:pt x="20509" y="388"/>
                  <a:pt x="17628" y="1370"/>
                </a:cubicBezTo>
                <a:cubicBezTo>
                  <a:pt x="8560" y="4472"/>
                  <a:pt x="6244" y="11459"/>
                  <a:pt x="12760" y="12166"/>
                </a:cubicBezTo>
                <a:cubicBezTo>
                  <a:pt x="12760" y="12166"/>
                  <a:pt x="2514" y="13344"/>
                  <a:pt x="2514" y="20056"/>
                </a:cubicBezTo>
                <a:cubicBezTo>
                  <a:pt x="2514" y="23375"/>
                  <a:pt x="4704" y="24218"/>
                  <a:pt x="6932" y="24218"/>
                </a:cubicBezTo>
                <a:cubicBezTo>
                  <a:pt x="8673" y="24218"/>
                  <a:pt x="10438" y="23703"/>
                  <a:pt x="11196" y="23450"/>
                </a:cubicBezTo>
                <a:lnTo>
                  <a:pt x="11196" y="23450"/>
                </a:lnTo>
                <a:cubicBezTo>
                  <a:pt x="9167" y="24198"/>
                  <a:pt x="0" y="28018"/>
                  <a:pt x="4870" y="34463"/>
                </a:cubicBezTo>
                <a:cubicBezTo>
                  <a:pt x="4870" y="34463"/>
                  <a:pt x="7192" y="36328"/>
                  <a:pt x="10083" y="36328"/>
                </a:cubicBezTo>
                <a:cubicBezTo>
                  <a:pt x="11749" y="36328"/>
                  <a:pt x="13604" y="35709"/>
                  <a:pt x="15312" y="33757"/>
                </a:cubicBezTo>
                <a:lnTo>
                  <a:pt x="15312" y="33757"/>
                </a:lnTo>
                <a:cubicBezTo>
                  <a:pt x="15311" y="33757"/>
                  <a:pt x="12171" y="37683"/>
                  <a:pt x="15665" y="39331"/>
                </a:cubicBezTo>
                <a:cubicBezTo>
                  <a:pt x="16190" y="39582"/>
                  <a:pt x="16704" y="39684"/>
                  <a:pt x="17206" y="39684"/>
                </a:cubicBezTo>
                <a:cubicBezTo>
                  <a:pt x="19510" y="39684"/>
                  <a:pt x="21576" y="37525"/>
                  <a:pt x="23366" y="37525"/>
                </a:cubicBezTo>
                <a:cubicBezTo>
                  <a:pt x="23757" y="37525"/>
                  <a:pt x="24134" y="37628"/>
                  <a:pt x="24498" y="37879"/>
                </a:cubicBezTo>
                <a:cubicBezTo>
                  <a:pt x="24498" y="37879"/>
                  <a:pt x="29130" y="43492"/>
                  <a:pt x="26343" y="59980"/>
                </a:cubicBezTo>
                <a:lnTo>
                  <a:pt x="31446" y="59980"/>
                </a:lnTo>
                <a:cubicBezTo>
                  <a:pt x="31446" y="59980"/>
                  <a:pt x="27246" y="40980"/>
                  <a:pt x="33880" y="36897"/>
                </a:cubicBezTo>
                <a:cubicBezTo>
                  <a:pt x="33880" y="36897"/>
                  <a:pt x="34448" y="36568"/>
                  <a:pt x="35278" y="36568"/>
                </a:cubicBezTo>
                <a:cubicBezTo>
                  <a:pt x="36095" y="36568"/>
                  <a:pt x="37166" y="36887"/>
                  <a:pt x="38198" y="38154"/>
                </a:cubicBezTo>
                <a:cubicBezTo>
                  <a:pt x="38764" y="38848"/>
                  <a:pt x="39760" y="39176"/>
                  <a:pt x="40905" y="39176"/>
                </a:cubicBezTo>
                <a:cubicBezTo>
                  <a:pt x="43970" y="39176"/>
                  <a:pt x="48105" y="36826"/>
                  <a:pt x="47934" y="32854"/>
                </a:cubicBezTo>
                <a:cubicBezTo>
                  <a:pt x="47799" y="29765"/>
                  <a:pt x="46414" y="29101"/>
                  <a:pt x="45248" y="29101"/>
                </a:cubicBezTo>
                <a:cubicBezTo>
                  <a:pt x="45160" y="29101"/>
                  <a:pt x="45073" y="29105"/>
                  <a:pt x="44989" y="29111"/>
                </a:cubicBezTo>
                <a:lnTo>
                  <a:pt x="44989" y="29111"/>
                </a:lnTo>
                <a:cubicBezTo>
                  <a:pt x="47808" y="28235"/>
                  <a:pt x="53959" y="25627"/>
                  <a:pt x="53626" y="19625"/>
                </a:cubicBezTo>
                <a:cubicBezTo>
                  <a:pt x="53389" y="15718"/>
                  <a:pt x="50803" y="14747"/>
                  <a:pt x="48288" y="14747"/>
                </a:cubicBezTo>
                <a:cubicBezTo>
                  <a:pt x="45799" y="14747"/>
                  <a:pt x="43380" y="15699"/>
                  <a:pt x="43380" y="15699"/>
                </a:cubicBezTo>
                <a:cubicBezTo>
                  <a:pt x="43380" y="15699"/>
                  <a:pt x="51506" y="12087"/>
                  <a:pt x="48051" y="8711"/>
                </a:cubicBezTo>
                <a:cubicBezTo>
                  <a:pt x="47008" y="7703"/>
                  <a:pt x="45895" y="7350"/>
                  <a:pt x="44846" y="7350"/>
                </a:cubicBezTo>
                <a:cubicBezTo>
                  <a:pt x="42446" y="7350"/>
                  <a:pt x="40385" y="9203"/>
                  <a:pt x="40283" y="9296"/>
                </a:cubicBezTo>
                <a:lnTo>
                  <a:pt x="40283" y="9296"/>
                </a:lnTo>
                <a:cubicBezTo>
                  <a:pt x="40425" y="9166"/>
                  <a:pt x="44297" y="5576"/>
                  <a:pt x="42948" y="3726"/>
                </a:cubicBezTo>
                <a:cubicBezTo>
                  <a:pt x="42507" y="3151"/>
                  <a:pt x="41617" y="2911"/>
                  <a:pt x="40543" y="2911"/>
                </a:cubicBezTo>
                <a:cubicBezTo>
                  <a:pt x="38173" y="2911"/>
                  <a:pt x="34914" y="4078"/>
                  <a:pt x="33644" y="5375"/>
                </a:cubicBezTo>
                <a:cubicBezTo>
                  <a:pt x="33644" y="5344"/>
                  <a:pt x="32134" y="0"/>
                  <a:pt x="248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323729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670"/>
        <p:cNvGrpSpPr/>
        <p:nvPr/>
      </p:nvGrpSpPr>
      <p:grpSpPr>
        <a:xfrm>
          <a:off x="0" y="0"/>
          <a:ext cx="0" cy="0"/>
          <a:chOff x="0" y="0"/>
          <a:chExt cx="0" cy="0"/>
        </a:xfrm>
      </p:grpSpPr>
      <p:sp>
        <p:nvSpPr>
          <p:cNvPr id="3672" name="Google Shape;3672;p78"/>
          <p:cNvSpPr/>
          <p:nvPr/>
        </p:nvSpPr>
        <p:spPr>
          <a:xfrm>
            <a:off x="7091861" y="2390814"/>
            <a:ext cx="36736" cy="36736"/>
          </a:xfrm>
          <a:custGeom>
            <a:avLst/>
            <a:gdLst/>
            <a:ahLst/>
            <a:cxnLst/>
            <a:rect l="l" t="t" r="r" b="b"/>
            <a:pathLst>
              <a:path w="2074" h="2074" extrusionOk="0">
                <a:moveTo>
                  <a:pt x="619" y="1"/>
                </a:moveTo>
                <a:lnTo>
                  <a:pt x="1" y="619"/>
                </a:lnTo>
                <a:lnTo>
                  <a:pt x="1419" y="2073"/>
                </a:lnTo>
                <a:lnTo>
                  <a:pt x="2073" y="1455"/>
                </a:lnTo>
                <a:lnTo>
                  <a:pt x="619" y="1"/>
                </a:lnTo>
                <a:close/>
              </a:path>
            </a:pathLst>
          </a:custGeom>
          <a:solidFill>
            <a:srgbClr val="FFDC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73" name="Google Shape;3673;p78"/>
          <p:cNvGrpSpPr/>
          <p:nvPr/>
        </p:nvGrpSpPr>
        <p:grpSpPr>
          <a:xfrm>
            <a:off x="-4385433" y="-527921"/>
            <a:ext cx="3198242" cy="2575141"/>
            <a:chOff x="606262" y="2028819"/>
            <a:chExt cx="3198242" cy="2575141"/>
          </a:xfrm>
        </p:grpSpPr>
        <p:grpSp>
          <p:nvGrpSpPr>
            <p:cNvPr id="3674" name="Google Shape;3674;p78"/>
            <p:cNvGrpSpPr/>
            <p:nvPr/>
          </p:nvGrpSpPr>
          <p:grpSpPr>
            <a:xfrm>
              <a:off x="606262" y="2028819"/>
              <a:ext cx="3198242" cy="2575141"/>
              <a:chOff x="549125" y="238225"/>
              <a:chExt cx="6497850" cy="5231900"/>
            </a:xfrm>
          </p:grpSpPr>
          <p:sp>
            <p:nvSpPr>
              <p:cNvPr id="3675" name="Google Shape;3675;p78"/>
              <p:cNvSpPr/>
              <p:nvPr/>
            </p:nvSpPr>
            <p:spPr>
              <a:xfrm>
                <a:off x="5788750" y="5349725"/>
                <a:ext cx="1065725" cy="120400"/>
              </a:xfrm>
              <a:custGeom>
                <a:avLst/>
                <a:gdLst/>
                <a:ahLst/>
                <a:cxnLst/>
                <a:rect l="l" t="t" r="r" b="b"/>
                <a:pathLst>
                  <a:path w="42629" h="4816" extrusionOk="0">
                    <a:moveTo>
                      <a:pt x="21315" y="1"/>
                    </a:moveTo>
                    <a:cubicBezTo>
                      <a:pt x="9540" y="1"/>
                      <a:pt x="1" y="1083"/>
                      <a:pt x="1" y="2399"/>
                    </a:cubicBezTo>
                    <a:cubicBezTo>
                      <a:pt x="1" y="3734"/>
                      <a:pt x="9540" y="4816"/>
                      <a:pt x="21315" y="4816"/>
                    </a:cubicBezTo>
                    <a:cubicBezTo>
                      <a:pt x="33072" y="4816"/>
                      <a:pt x="42629" y="3734"/>
                      <a:pt x="42629" y="2399"/>
                    </a:cubicBezTo>
                    <a:cubicBezTo>
                      <a:pt x="42629" y="1083"/>
                      <a:pt x="33072" y="1"/>
                      <a:pt x="21315" y="1"/>
                    </a:cubicBezTo>
                    <a:close/>
                  </a:path>
                </a:pathLst>
              </a:custGeom>
              <a:solidFill>
                <a:srgbClr val="3B3B3B">
                  <a:alpha val="553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6" name="Google Shape;3676;p78"/>
              <p:cNvSpPr/>
              <p:nvPr/>
            </p:nvSpPr>
            <p:spPr>
              <a:xfrm>
                <a:off x="5887475" y="4755575"/>
                <a:ext cx="335875" cy="648275"/>
              </a:xfrm>
              <a:custGeom>
                <a:avLst/>
                <a:gdLst/>
                <a:ahLst/>
                <a:cxnLst/>
                <a:rect l="l" t="t" r="r" b="b"/>
                <a:pathLst>
                  <a:path w="13435" h="25931" extrusionOk="0">
                    <a:moveTo>
                      <a:pt x="13435" y="1"/>
                    </a:moveTo>
                    <a:cubicBezTo>
                      <a:pt x="12064" y="470"/>
                      <a:pt x="10640" y="704"/>
                      <a:pt x="9197" y="704"/>
                    </a:cubicBezTo>
                    <a:cubicBezTo>
                      <a:pt x="8855" y="704"/>
                      <a:pt x="8530" y="686"/>
                      <a:pt x="8206" y="650"/>
                    </a:cubicBezTo>
                    <a:lnTo>
                      <a:pt x="8206" y="19782"/>
                    </a:lnTo>
                    <a:lnTo>
                      <a:pt x="3553" y="20485"/>
                    </a:lnTo>
                    <a:cubicBezTo>
                      <a:pt x="1" y="20774"/>
                      <a:pt x="1299" y="25931"/>
                      <a:pt x="4671" y="25931"/>
                    </a:cubicBezTo>
                    <a:lnTo>
                      <a:pt x="10838" y="25931"/>
                    </a:lnTo>
                    <a:cubicBezTo>
                      <a:pt x="12263" y="25931"/>
                      <a:pt x="13435" y="24669"/>
                      <a:pt x="13435" y="23154"/>
                    </a:cubicBezTo>
                    <a:lnTo>
                      <a:pt x="134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7" name="Google Shape;3677;p78"/>
              <p:cNvSpPr/>
              <p:nvPr/>
            </p:nvSpPr>
            <p:spPr>
              <a:xfrm>
                <a:off x="5854125" y="5252825"/>
                <a:ext cx="374200" cy="150575"/>
              </a:xfrm>
              <a:custGeom>
                <a:avLst/>
                <a:gdLst/>
                <a:ahLst/>
                <a:cxnLst/>
                <a:rect l="l" t="t" r="r" b="b"/>
                <a:pathLst>
                  <a:path w="14968" h="6023" extrusionOk="0">
                    <a:moveTo>
                      <a:pt x="8764" y="0"/>
                    </a:moveTo>
                    <a:lnTo>
                      <a:pt x="6727" y="307"/>
                    </a:lnTo>
                    <a:lnTo>
                      <a:pt x="4454" y="541"/>
                    </a:lnTo>
                    <a:cubicBezTo>
                      <a:pt x="2110" y="920"/>
                      <a:pt x="1" y="2164"/>
                      <a:pt x="271" y="6023"/>
                    </a:cubicBezTo>
                    <a:lnTo>
                      <a:pt x="14967" y="6023"/>
                    </a:lnTo>
                    <a:lnTo>
                      <a:pt x="14967" y="2290"/>
                    </a:lnTo>
                    <a:lnTo>
                      <a:pt x="8944" y="2290"/>
                    </a:lnTo>
                    <a:lnTo>
                      <a:pt x="876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8" name="Google Shape;3678;p78"/>
              <p:cNvSpPr/>
              <p:nvPr/>
            </p:nvSpPr>
            <p:spPr>
              <a:xfrm>
                <a:off x="6411775" y="4755575"/>
                <a:ext cx="335850" cy="648275"/>
              </a:xfrm>
              <a:custGeom>
                <a:avLst/>
                <a:gdLst/>
                <a:ahLst/>
                <a:cxnLst/>
                <a:rect l="l" t="t" r="r" b="b"/>
                <a:pathLst>
                  <a:path w="13434" h="25931" extrusionOk="0">
                    <a:moveTo>
                      <a:pt x="0" y="1"/>
                    </a:moveTo>
                    <a:lnTo>
                      <a:pt x="0" y="23154"/>
                    </a:lnTo>
                    <a:cubicBezTo>
                      <a:pt x="0" y="24669"/>
                      <a:pt x="1190" y="25931"/>
                      <a:pt x="2615" y="25931"/>
                    </a:cubicBezTo>
                    <a:lnTo>
                      <a:pt x="8782" y="25931"/>
                    </a:lnTo>
                    <a:cubicBezTo>
                      <a:pt x="12154" y="25931"/>
                      <a:pt x="13434" y="20774"/>
                      <a:pt x="9900" y="20485"/>
                    </a:cubicBezTo>
                    <a:lnTo>
                      <a:pt x="5229" y="19782"/>
                    </a:lnTo>
                    <a:lnTo>
                      <a:pt x="5229" y="650"/>
                    </a:lnTo>
                    <a:cubicBezTo>
                      <a:pt x="4905" y="686"/>
                      <a:pt x="4580" y="704"/>
                      <a:pt x="4256" y="704"/>
                    </a:cubicBezTo>
                    <a:cubicBezTo>
                      <a:pt x="2813" y="704"/>
                      <a:pt x="1371" y="470"/>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9" name="Google Shape;3679;p78"/>
              <p:cNvSpPr/>
              <p:nvPr/>
            </p:nvSpPr>
            <p:spPr>
              <a:xfrm>
                <a:off x="6406800" y="5252825"/>
                <a:ext cx="374650" cy="150575"/>
              </a:xfrm>
              <a:custGeom>
                <a:avLst/>
                <a:gdLst/>
                <a:ahLst/>
                <a:cxnLst/>
                <a:rect l="l" t="t" r="r" b="b"/>
                <a:pathLst>
                  <a:path w="14986" h="6023" extrusionOk="0">
                    <a:moveTo>
                      <a:pt x="6222" y="0"/>
                    </a:moveTo>
                    <a:lnTo>
                      <a:pt x="6024" y="2290"/>
                    </a:lnTo>
                    <a:lnTo>
                      <a:pt x="1" y="2290"/>
                    </a:lnTo>
                    <a:lnTo>
                      <a:pt x="1" y="6023"/>
                    </a:lnTo>
                    <a:lnTo>
                      <a:pt x="14697" y="6023"/>
                    </a:lnTo>
                    <a:cubicBezTo>
                      <a:pt x="14985" y="2164"/>
                      <a:pt x="12858" y="920"/>
                      <a:pt x="10513" y="541"/>
                    </a:cubicBezTo>
                    <a:lnTo>
                      <a:pt x="8259" y="307"/>
                    </a:lnTo>
                    <a:lnTo>
                      <a:pt x="622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0" name="Google Shape;3680;p78"/>
              <p:cNvSpPr/>
              <p:nvPr/>
            </p:nvSpPr>
            <p:spPr>
              <a:xfrm>
                <a:off x="6049325" y="3716950"/>
                <a:ext cx="521150" cy="1488550"/>
              </a:xfrm>
              <a:custGeom>
                <a:avLst/>
                <a:gdLst/>
                <a:ahLst/>
                <a:cxnLst/>
                <a:rect l="l" t="t" r="r" b="b"/>
                <a:pathLst>
                  <a:path w="20846" h="59542" extrusionOk="0">
                    <a:moveTo>
                      <a:pt x="20845" y="0"/>
                    </a:moveTo>
                    <a:cubicBezTo>
                      <a:pt x="20629" y="18"/>
                      <a:pt x="20413" y="36"/>
                      <a:pt x="20178" y="36"/>
                    </a:cubicBezTo>
                    <a:cubicBezTo>
                      <a:pt x="14464" y="112"/>
                      <a:pt x="8802" y="1353"/>
                      <a:pt x="3158" y="1353"/>
                    </a:cubicBezTo>
                    <a:cubicBezTo>
                      <a:pt x="2105" y="1353"/>
                      <a:pt x="1052" y="1310"/>
                      <a:pt x="0" y="1208"/>
                    </a:cubicBezTo>
                    <a:lnTo>
                      <a:pt x="0" y="1208"/>
                    </a:lnTo>
                    <a:cubicBezTo>
                      <a:pt x="181" y="20593"/>
                      <a:pt x="776" y="40247"/>
                      <a:pt x="812" y="59542"/>
                    </a:cubicBezTo>
                    <a:lnTo>
                      <a:pt x="7538" y="59542"/>
                    </a:lnTo>
                    <a:lnTo>
                      <a:pt x="7538" y="10927"/>
                    </a:lnTo>
                    <a:lnTo>
                      <a:pt x="13777" y="10927"/>
                    </a:lnTo>
                    <a:lnTo>
                      <a:pt x="13777" y="59542"/>
                    </a:lnTo>
                    <a:lnTo>
                      <a:pt x="20593" y="59542"/>
                    </a:lnTo>
                    <a:cubicBezTo>
                      <a:pt x="20593" y="39707"/>
                      <a:pt x="20809" y="19835"/>
                      <a:pt x="208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1" name="Google Shape;3681;p78"/>
              <p:cNvSpPr/>
              <p:nvPr/>
            </p:nvSpPr>
            <p:spPr>
              <a:xfrm>
                <a:off x="6049775" y="3771925"/>
                <a:ext cx="89275" cy="1433575"/>
              </a:xfrm>
              <a:custGeom>
                <a:avLst/>
                <a:gdLst/>
                <a:ahLst/>
                <a:cxnLst/>
                <a:rect l="l" t="t" r="r" b="b"/>
                <a:pathLst>
                  <a:path w="3571" h="57343" extrusionOk="0">
                    <a:moveTo>
                      <a:pt x="0" y="1"/>
                    </a:moveTo>
                    <a:cubicBezTo>
                      <a:pt x="181" y="19061"/>
                      <a:pt x="758" y="38373"/>
                      <a:pt x="794" y="57343"/>
                    </a:cubicBezTo>
                    <a:lnTo>
                      <a:pt x="3571" y="57343"/>
                    </a:lnTo>
                    <a:cubicBezTo>
                      <a:pt x="3535" y="38373"/>
                      <a:pt x="2958" y="19061"/>
                      <a:pt x="277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2" name="Google Shape;3682;p78"/>
              <p:cNvSpPr/>
              <p:nvPr/>
            </p:nvSpPr>
            <p:spPr>
              <a:xfrm>
                <a:off x="6393725" y="3990125"/>
                <a:ext cx="69900" cy="1215375"/>
              </a:xfrm>
              <a:custGeom>
                <a:avLst/>
                <a:gdLst/>
                <a:ahLst/>
                <a:cxnLst/>
                <a:rect l="l" t="t" r="r" b="b"/>
                <a:pathLst>
                  <a:path w="2796" h="48615" extrusionOk="0">
                    <a:moveTo>
                      <a:pt x="1" y="0"/>
                    </a:moveTo>
                    <a:lnTo>
                      <a:pt x="1" y="48615"/>
                    </a:lnTo>
                    <a:lnTo>
                      <a:pt x="2796" y="48615"/>
                    </a:lnTo>
                    <a:lnTo>
                      <a:pt x="279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3" name="Google Shape;3683;p78"/>
              <p:cNvSpPr/>
              <p:nvPr/>
            </p:nvSpPr>
            <p:spPr>
              <a:xfrm>
                <a:off x="6013700" y="3767425"/>
                <a:ext cx="298475" cy="171325"/>
              </a:xfrm>
              <a:custGeom>
                <a:avLst/>
                <a:gdLst/>
                <a:ahLst/>
                <a:cxnLst/>
                <a:rect l="l" t="t" r="r" b="b"/>
                <a:pathLst>
                  <a:path w="11939" h="6853" extrusionOk="0">
                    <a:moveTo>
                      <a:pt x="1" y="1"/>
                    </a:moveTo>
                    <a:lnTo>
                      <a:pt x="8819" y="6853"/>
                    </a:lnTo>
                    <a:lnTo>
                      <a:pt x="11938" y="3427"/>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4" name="Google Shape;3684;p78"/>
              <p:cNvSpPr/>
              <p:nvPr/>
            </p:nvSpPr>
            <p:spPr>
              <a:xfrm>
                <a:off x="6351350" y="3767425"/>
                <a:ext cx="207400" cy="189825"/>
              </a:xfrm>
              <a:custGeom>
                <a:avLst/>
                <a:gdLst/>
                <a:ahLst/>
                <a:cxnLst/>
                <a:rect l="l" t="t" r="r" b="b"/>
                <a:pathLst>
                  <a:path w="8296" h="7593" extrusionOk="0">
                    <a:moveTo>
                      <a:pt x="8296" y="1"/>
                    </a:moveTo>
                    <a:lnTo>
                      <a:pt x="1" y="3427"/>
                    </a:lnTo>
                    <a:lnTo>
                      <a:pt x="2489" y="7592"/>
                    </a:lnTo>
                    <a:lnTo>
                      <a:pt x="82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5" name="Google Shape;3685;p78"/>
              <p:cNvSpPr/>
              <p:nvPr/>
            </p:nvSpPr>
            <p:spPr>
              <a:xfrm>
                <a:off x="5896500" y="2877275"/>
                <a:ext cx="793425" cy="655575"/>
              </a:xfrm>
              <a:custGeom>
                <a:avLst/>
                <a:gdLst/>
                <a:ahLst/>
                <a:cxnLst/>
                <a:rect l="l" t="t" r="r" b="b"/>
                <a:pathLst>
                  <a:path w="31737" h="26223" extrusionOk="0">
                    <a:moveTo>
                      <a:pt x="25280" y="1"/>
                    </a:moveTo>
                    <a:cubicBezTo>
                      <a:pt x="25096" y="1"/>
                      <a:pt x="24910" y="10"/>
                      <a:pt x="24722" y="29"/>
                    </a:cubicBezTo>
                    <a:lnTo>
                      <a:pt x="4563" y="2085"/>
                    </a:lnTo>
                    <a:cubicBezTo>
                      <a:pt x="1930" y="2356"/>
                      <a:pt x="1" y="4465"/>
                      <a:pt x="235" y="6809"/>
                    </a:cubicBezTo>
                    <a:lnTo>
                      <a:pt x="1840" y="22461"/>
                    </a:lnTo>
                    <a:cubicBezTo>
                      <a:pt x="2058" y="24622"/>
                      <a:pt x="4080" y="26223"/>
                      <a:pt x="6477" y="26223"/>
                    </a:cubicBezTo>
                    <a:cubicBezTo>
                      <a:pt x="6660" y="26223"/>
                      <a:pt x="6846" y="26213"/>
                      <a:pt x="7033" y="26194"/>
                    </a:cubicBezTo>
                    <a:lnTo>
                      <a:pt x="27175" y="24120"/>
                    </a:lnTo>
                    <a:cubicBezTo>
                      <a:pt x="29807" y="23850"/>
                      <a:pt x="31737" y="21740"/>
                      <a:pt x="31502" y="19414"/>
                    </a:cubicBezTo>
                    <a:lnTo>
                      <a:pt x="29898" y="3762"/>
                    </a:lnTo>
                    <a:cubicBezTo>
                      <a:pt x="29697" y="1586"/>
                      <a:pt x="27663" y="1"/>
                      <a:pt x="252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6" name="Google Shape;3686;p78"/>
              <p:cNvSpPr/>
              <p:nvPr/>
            </p:nvSpPr>
            <p:spPr>
              <a:xfrm>
                <a:off x="6379300" y="2237400"/>
                <a:ext cx="667675" cy="885850"/>
              </a:xfrm>
              <a:custGeom>
                <a:avLst/>
                <a:gdLst/>
                <a:ahLst/>
                <a:cxnLst/>
                <a:rect l="l" t="t" r="r" b="b"/>
                <a:pathLst>
                  <a:path w="26707" h="35434" extrusionOk="0">
                    <a:moveTo>
                      <a:pt x="15256" y="1"/>
                    </a:moveTo>
                    <a:lnTo>
                      <a:pt x="11668" y="6150"/>
                    </a:lnTo>
                    <a:lnTo>
                      <a:pt x="16951" y="14066"/>
                    </a:lnTo>
                    <a:cubicBezTo>
                      <a:pt x="16951" y="14066"/>
                      <a:pt x="7484" y="23713"/>
                      <a:pt x="6691" y="23893"/>
                    </a:cubicBezTo>
                    <a:cubicBezTo>
                      <a:pt x="6548" y="23923"/>
                      <a:pt x="6233" y="23935"/>
                      <a:pt x="5812" y="23935"/>
                    </a:cubicBezTo>
                    <a:cubicBezTo>
                      <a:pt x="3942" y="23935"/>
                      <a:pt x="1" y="23695"/>
                      <a:pt x="1" y="23695"/>
                    </a:cubicBezTo>
                    <a:lnTo>
                      <a:pt x="1" y="23695"/>
                    </a:lnTo>
                    <a:lnTo>
                      <a:pt x="6312" y="35434"/>
                    </a:lnTo>
                    <a:cubicBezTo>
                      <a:pt x="6312" y="35434"/>
                      <a:pt x="26418" y="17961"/>
                      <a:pt x="26562" y="15166"/>
                    </a:cubicBezTo>
                    <a:cubicBezTo>
                      <a:pt x="26706" y="12389"/>
                      <a:pt x="15256" y="1"/>
                      <a:pt x="152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7" name="Google Shape;3687;p78"/>
              <p:cNvSpPr/>
              <p:nvPr/>
            </p:nvSpPr>
            <p:spPr>
              <a:xfrm>
                <a:off x="5907775" y="1701050"/>
                <a:ext cx="1064800" cy="857675"/>
              </a:xfrm>
              <a:custGeom>
                <a:avLst/>
                <a:gdLst/>
                <a:ahLst/>
                <a:cxnLst/>
                <a:rect l="l" t="t" r="r" b="b"/>
                <a:pathLst>
                  <a:path w="42592" h="34307" extrusionOk="0">
                    <a:moveTo>
                      <a:pt x="16156" y="1"/>
                    </a:moveTo>
                    <a:cubicBezTo>
                      <a:pt x="15337" y="1"/>
                      <a:pt x="14416" y="130"/>
                      <a:pt x="13380" y="430"/>
                    </a:cubicBezTo>
                    <a:cubicBezTo>
                      <a:pt x="13380" y="430"/>
                      <a:pt x="10477" y="1476"/>
                      <a:pt x="10928" y="4361"/>
                    </a:cubicBezTo>
                    <a:cubicBezTo>
                      <a:pt x="10928" y="4361"/>
                      <a:pt x="9630" y="3416"/>
                      <a:pt x="7872" y="3416"/>
                    </a:cubicBezTo>
                    <a:cubicBezTo>
                      <a:pt x="6453" y="3416"/>
                      <a:pt x="4734" y="4031"/>
                      <a:pt x="3156" y="6254"/>
                    </a:cubicBezTo>
                    <a:cubicBezTo>
                      <a:pt x="3156" y="6254"/>
                      <a:pt x="1515" y="9031"/>
                      <a:pt x="4635" y="10636"/>
                    </a:cubicBezTo>
                    <a:cubicBezTo>
                      <a:pt x="4635" y="10636"/>
                      <a:pt x="0" y="10762"/>
                      <a:pt x="325" y="14909"/>
                    </a:cubicBezTo>
                    <a:cubicBezTo>
                      <a:pt x="325" y="14909"/>
                      <a:pt x="740" y="17181"/>
                      <a:pt x="2507" y="17254"/>
                    </a:cubicBezTo>
                    <a:cubicBezTo>
                      <a:pt x="2507" y="17254"/>
                      <a:pt x="307" y="17650"/>
                      <a:pt x="613" y="20121"/>
                    </a:cubicBezTo>
                    <a:cubicBezTo>
                      <a:pt x="891" y="22477"/>
                      <a:pt x="2392" y="22866"/>
                      <a:pt x="3352" y="22866"/>
                    </a:cubicBezTo>
                    <a:cubicBezTo>
                      <a:pt x="3824" y="22866"/>
                      <a:pt x="4166" y="22771"/>
                      <a:pt x="4166" y="22771"/>
                    </a:cubicBezTo>
                    <a:lnTo>
                      <a:pt x="6582" y="27261"/>
                    </a:lnTo>
                    <a:lnTo>
                      <a:pt x="25516" y="32418"/>
                    </a:lnTo>
                    <a:cubicBezTo>
                      <a:pt x="25516" y="32418"/>
                      <a:pt x="26267" y="34306"/>
                      <a:pt x="28006" y="34306"/>
                    </a:cubicBezTo>
                    <a:cubicBezTo>
                      <a:pt x="28554" y="34306"/>
                      <a:pt x="29200" y="34119"/>
                      <a:pt x="29952" y="33627"/>
                    </a:cubicBezTo>
                    <a:cubicBezTo>
                      <a:pt x="29952" y="33627"/>
                      <a:pt x="30643" y="33845"/>
                      <a:pt x="31471" y="33845"/>
                    </a:cubicBezTo>
                    <a:cubicBezTo>
                      <a:pt x="32650" y="33845"/>
                      <a:pt x="34106" y="33403"/>
                      <a:pt x="34243" y="31264"/>
                    </a:cubicBezTo>
                    <a:cubicBezTo>
                      <a:pt x="34243" y="31264"/>
                      <a:pt x="34883" y="31586"/>
                      <a:pt x="35742" y="31586"/>
                    </a:cubicBezTo>
                    <a:cubicBezTo>
                      <a:pt x="36735" y="31586"/>
                      <a:pt x="38021" y="31156"/>
                      <a:pt x="38950" y="29299"/>
                    </a:cubicBezTo>
                    <a:cubicBezTo>
                      <a:pt x="40680" y="25837"/>
                      <a:pt x="37525" y="25206"/>
                      <a:pt x="37525" y="25206"/>
                    </a:cubicBezTo>
                    <a:lnTo>
                      <a:pt x="37525" y="25206"/>
                    </a:lnTo>
                    <a:cubicBezTo>
                      <a:pt x="37525" y="25206"/>
                      <a:pt x="37628" y="25217"/>
                      <a:pt x="37801" y="25217"/>
                    </a:cubicBezTo>
                    <a:cubicBezTo>
                      <a:pt x="38591" y="25217"/>
                      <a:pt x="40853" y="24975"/>
                      <a:pt x="41636" y="22284"/>
                    </a:cubicBezTo>
                    <a:cubicBezTo>
                      <a:pt x="42592" y="19003"/>
                      <a:pt x="40049" y="18876"/>
                      <a:pt x="38391" y="18804"/>
                    </a:cubicBezTo>
                    <a:cubicBezTo>
                      <a:pt x="38391" y="18804"/>
                      <a:pt x="41853" y="17091"/>
                      <a:pt x="40825" y="14386"/>
                    </a:cubicBezTo>
                    <a:cubicBezTo>
                      <a:pt x="40171" y="12696"/>
                      <a:pt x="38869" y="12379"/>
                      <a:pt x="37985" y="12379"/>
                    </a:cubicBezTo>
                    <a:cubicBezTo>
                      <a:pt x="37455" y="12379"/>
                      <a:pt x="37074" y="12493"/>
                      <a:pt x="37074" y="12493"/>
                    </a:cubicBezTo>
                    <a:cubicBezTo>
                      <a:pt x="37074" y="12493"/>
                      <a:pt x="40031" y="10960"/>
                      <a:pt x="38481" y="8111"/>
                    </a:cubicBezTo>
                    <a:cubicBezTo>
                      <a:pt x="38481" y="8111"/>
                      <a:pt x="37427" y="6526"/>
                      <a:pt x="35327" y="6526"/>
                    </a:cubicBezTo>
                    <a:cubicBezTo>
                      <a:pt x="34559" y="6526"/>
                      <a:pt x="33650" y="6738"/>
                      <a:pt x="32602" y="7318"/>
                    </a:cubicBezTo>
                    <a:cubicBezTo>
                      <a:pt x="32602" y="7318"/>
                      <a:pt x="35073" y="3531"/>
                      <a:pt x="29212" y="2107"/>
                    </a:cubicBezTo>
                    <a:cubicBezTo>
                      <a:pt x="28139" y="1848"/>
                      <a:pt x="27231" y="1736"/>
                      <a:pt x="26463" y="1736"/>
                    </a:cubicBezTo>
                    <a:cubicBezTo>
                      <a:pt x="23166" y="1736"/>
                      <a:pt x="22455" y="3804"/>
                      <a:pt x="22396" y="5208"/>
                    </a:cubicBezTo>
                    <a:cubicBezTo>
                      <a:pt x="22396" y="5208"/>
                      <a:pt x="21347" y="1"/>
                      <a:pt x="1615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8" name="Google Shape;3688;p78"/>
              <p:cNvSpPr/>
              <p:nvPr/>
            </p:nvSpPr>
            <p:spPr>
              <a:xfrm>
                <a:off x="6127775" y="2676050"/>
                <a:ext cx="285825" cy="292125"/>
              </a:xfrm>
              <a:custGeom>
                <a:avLst/>
                <a:gdLst/>
                <a:ahLst/>
                <a:cxnLst/>
                <a:rect l="l" t="t" r="r" b="b"/>
                <a:pathLst>
                  <a:path w="11433" h="11685" extrusionOk="0">
                    <a:moveTo>
                      <a:pt x="4851" y="0"/>
                    </a:moveTo>
                    <a:lnTo>
                      <a:pt x="4851" y="4923"/>
                    </a:lnTo>
                    <a:lnTo>
                      <a:pt x="0" y="7033"/>
                    </a:lnTo>
                    <a:cubicBezTo>
                      <a:pt x="0" y="10765"/>
                      <a:pt x="2092" y="11685"/>
                      <a:pt x="6473" y="11685"/>
                    </a:cubicBezTo>
                    <a:cubicBezTo>
                      <a:pt x="10855" y="11685"/>
                      <a:pt x="11432" y="10964"/>
                      <a:pt x="11432" y="7231"/>
                    </a:cubicBezTo>
                    <a:lnTo>
                      <a:pt x="8096" y="4923"/>
                    </a:lnTo>
                    <a:lnTo>
                      <a:pt x="8096" y="0"/>
                    </a:lnTo>
                    <a:close/>
                  </a:path>
                </a:pathLst>
              </a:custGeom>
              <a:solidFill>
                <a:srgbClr val="875F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9" name="Google Shape;3689;p78"/>
              <p:cNvSpPr/>
              <p:nvPr/>
            </p:nvSpPr>
            <p:spPr>
              <a:xfrm>
                <a:off x="5893800" y="2034525"/>
                <a:ext cx="839400" cy="737100"/>
              </a:xfrm>
              <a:custGeom>
                <a:avLst/>
                <a:gdLst/>
                <a:ahLst/>
                <a:cxnLst/>
                <a:rect l="l" t="t" r="r" b="b"/>
                <a:pathLst>
                  <a:path w="33576" h="29484" extrusionOk="0">
                    <a:moveTo>
                      <a:pt x="17204" y="0"/>
                    </a:moveTo>
                    <a:cubicBezTo>
                      <a:pt x="11582" y="0"/>
                      <a:pt x="6252" y="3206"/>
                      <a:pt x="3769" y="8585"/>
                    </a:cubicBezTo>
                    <a:lnTo>
                      <a:pt x="3733" y="8567"/>
                    </a:lnTo>
                    <a:cubicBezTo>
                      <a:pt x="3425" y="8437"/>
                      <a:pt x="3106" y="8375"/>
                      <a:pt x="2792" y="8375"/>
                    </a:cubicBezTo>
                    <a:cubicBezTo>
                      <a:pt x="1799" y="8375"/>
                      <a:pt x="857" y="8987"/>
                      <a:pt x="487" y="9973"/>
                    </a:cubicBezTo>
                    <a:cubicBezTo>
                      <a:pt x="0" y="11272"/>
                      <a:pt x="704" y="12714"/>
                      <a:pt x="2020" y="13147"/>
                    </a:cubicBezTo>
                    <a:cubicBezTo>
                      <a:pt x="2182" y="13201"/>
                      <a:pt x="2345" y="13255"/>
                      <a:pt x="2507" y="13273"/>
                    </a:cubicBezTo>
                    <a:cubicBezTo>
                      <a:pt x="1876" y="19945"/>
                      <a:pt x="5807" y="26202"/>
                      <a:pt x="12082" y="28546"/>
                    </a:cubicBezTo>
                    <a:cubicBezTo>
                      <a:pt x="13772" y="29179"/>
                      <a:pt x="15521" y="29484"/>
                      <a:pt x="17250" y="29484"/>
                    </a:cubicBezTo>
                    <a:cubicBezTo>
                      <a:pt x="21925" y="29484"/>
                      <a:pt x="26459" y="27261"/>
                      <a:pt x="29302" y="23299"/>
                    </a:cubicBezTo>
                    <a:cubicBezTo>
                      <a:pt x="29447" y="23371"/>
                      <a:pt x="29609" y="23461"/>
                      <a:pt x="29753" y="23515"/>
                    </a:cubicBezTo>
                    <a:cubicBezTo>
                      <a:pt x="30061" y="23645"/>
                      <a:pt x="30380" y="23707"/>
                      <a:pt x="30694" y="23707"/>
                    </a:cubicBezTo>
                    <a:cubicBezTo>
                      <a:pt x="31687" y="23707"/>
                      <a:pt x="32629" y="23095"/>
                      <a:pt x="32999" y="22109"/>
                    </a:cubicBezTo>
                    <a:cubicBezTo>
                      <a:pt x="33486" y="20811"/>
                      <a:pt x="32783" y="19368"/>
                      <a:pt x="31466" y="18935"/>
                    </a:cubicBezTo>
                    <a:lnTo>
                      <a:pt x="31430" y="18935"/>
                    </a:lnTo>
                    <a:cubicBezTo>
                      <a:pt x="33576" y="11488"/>
                      <a:pt x="29645" y="3644"/>
                      <a:pt x="22396" y="939"/>
                    </a:cubicBezTo>
                    <a:cubicBezTo>
                      <a:pt x="20687" y="303"/>
                      <a:pt x="18932" y="0"/>
                      <a:pt x="17204" y="0"/>
                    </a:cubicBezTo>
                    <a:close/>
                  </a:path>
                </a:pathLst>
              </a:custGeom>
              <a:solidFill>
                <a:srgbClr val="A07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0" name="Google Shape;3690;p78"/>
              <p:cNvSpPr/>
              <p:nvPr/>
            </p:nvSpPr>
            <p:spPr>
              <a:xfrm>
                <a:off x="6034450" y="2829775"/>
                <a:ext cx="468400" cy="341275"/>
              </a:xfrm>
              <a:custGeom>
                <a:avLst/>
                <a:gdLst/>
                <a:ahLst/>
                <a:cxnLst/>
                <a:rect l="l" t="t" r="r" b="b"/>
                <a:pathLst>
                  <a:path w="18736" h="13651" extrusionOk="0">
                    <a:moveTo>
                      <a:pt x="13795" y="0"/>
                    </a:moveTo>
                    <a:lnTo>
                      <a:pt x="10549" y="1425"/>
                    </a:lnTo>
                    <a:lnTo>
                      <a:pt x="4274" y="775"/>
                    </a:lnTo>
                    <a:lnTo>
                      <a:pt x="0" y="2543"/>
                    </a:lnTo>
                    <a:lnTo>
                      <a:pt x="9161" y="13650"/>
                    </a:lnTo>
                    <a:lnTo>
                      <a:pt x="13723" y="12839"/>
                    </a:lnTo>
                    <a:lnTo>
                      <a:pt x="18736" y="2633"/>
                    </a:lnTo>
                    <a:lnTo>
                      <a:pt x="1379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1" name="Google Shape;3691;p78"/>
              <p:cNvSpPr/>
              <p:nvPr/>
            </p:nvSpPr>
            <p:spPr>
              <a:xfrm>
                <a:off x="5956900" y="2844650"/>
                <a:ext cx="705075" cy="922875"/>
              </a:xfrm>
              <a:custGeom>
                <a:avLst/>
                <a:gdLst/>
                <a:ahLst/>
                <a:cxnLst/>
                <a:rect l="l" t="t" r="r" b="b"/>
                <a:pathLst>
                  <a:path w="28203" h="36915" extrusionOk="0">
                    <a:moveTo>
                      <a:pt x="6781" y="0"/>
                    </a:moveTo>
                    <a:lnTo>
                      <a:pt x="939" y="2092"/>
                    </a:lnTo>
                    <a:lnTo>
                      <a:pt x="2147" y="17581"/>
                    </a:lnTo>
                    <a:lnTo>
                      <a:pt x="1768" y="26453"/>
                    </a:lnTo>
                    <a:cubicBezTo>
                      <a:pt x="1768" y="26453"/>
                      <a:pt x="1461" y="29320"/>
                      <a:pt x="722" y="31556"/>
                    </a:cubicBezTo>
                    <a:cubicBezTo>
                      <a:pt x="1" y="33774"/>
                      <a:pt x="668" y="34820"/>
                      <a:pt x="4924" y="36028"/>
                    </a:cubicBezTo>
                    <a:cubicBezTo>
                      <a:pt x="6686" y="36523"/>
                      <a:pt x="9835" y="36915"/>
                      <a:pt x="13236" y="36915"/>
                    </a:cubicBezTo>
                    <a:cubicBezTo>
                      <a:pt x="18015" y="36915"/>
                      <a:pt x="23290" y="36141"/>
                      <a:pt x="25913" y="33792"/>
                    </a:cubicBezTo>
                    <a:cubicBezTo>
                      <a:pt x="25913" y="33792"/>
                      <a:pt x="28203" y="31953"/>
                      <a:pt x="27319" y="29897"/>
                    </a:cubicBezTo>
                    <a:cubicBezTo>
                      <a:pt x="26436" y="27823"/>
                      <a:pt x="24542" y="17221"/>
                      <a:pt x="24506" y="15976"/>
                    </a:cubicBezTo>
                    <a:cubicBezTo>
                      <a:pt x="24488" y="14714"/>
                      <a:pt x="25246" y="2182"/>
                      <a:pt x="25246" y="2182"/>
                    </a:cubicBezTo>
                    <a:lnTo>
                      <a:pt x="18267" y="487"/>
                    </a:lnTo>
                    <a:cubicBezTo>
                      <a:pt x="18267" y="487"/>
                      <a:pt x="17095" y="4905"/>
                      <a:pt x="11992" y="5049"/>
                    </a:cubicBezTo>
                    <a:cubicBezTo>
                      <a:pt x="11938" y="5051"/>
                      <a:pt x="11885" y="5051"/>
                      <a:pt x="11832" y="5051"/>
                    </a:cubicBezTo>
                    <a:cubicBezTo>
                      <a:pt x="7503" y="5051"/>
                      <a:pt x="6781" y="0"/>
                      <a:pt x="678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2" name="Google Shape;3692;p78"/>
              <p:cNvSpPr/>
              <p:nvPr/>
            </p:nvSpPr>
            <p:spPr>
              <a:xfrm>
                <a:off x="5956900" y="2844650"/>
                <a:ext cx="705075" cy="922875"/>
              </a:xfrm>
              <a:custGeom>
                <a:avLst/>
                <a:gdLst/>
                <a:ahLst/>
                <a:cxnLst/>
                <a:rect l="l" t="t" r="r" b="b"/>
                <a:pathLst>
                  <a:path w="28203" h="36915" extrusionOk="0">
                    <a:moveTo>
                      <a:pt x="6781" y="0"/>
                    </a:moveTo>
                    <a:lnTo>
                      <a:pt x="939" y="2092"/>
                    </a:lnTo>
                    <a:lnTo>
                      <a:pt x="2147" y="17581"/>
                    </a:lnTo>
                    <a:lnTo>
                      <a:pt x="1768" y="26453"/>
                    </a:lnTo>
                    <a:cubicBezTo>
                      <a:pt x="1768" y="26453"/>
                      <a:pt x="1461" y="29320"/>
                      <a:pt x="722" y="31556"/>
                    </a:cubicBezTo>
                    <a:cubicBezTo>
                      <a:pt x="1" y="33774"/>
                      <a:pt x="668" y="34820"/>
                      <a:pt x="4924" y="36028"/>
                    </a:cubicBezTo>
                    <a:cubicBezTo>
                      <a:pt x="6686" y="36523"/>
                      <a:pt x="9835" y="36915"/>
                      <a:pt x="13236" y="36915"/>
                    </a:cubicBezTo>
                    <a:cubicBezTo>
                      <a:pt x="18015" y="36915"/>
                      <a:pt x="23290" y="36141"/>
                      <a:pt x="25913" y="33792"/>
                    </a:cubicBezTo>
                    <a:cubicBezTo>
                      <a:pt x="25913" y="33792"/>
                      <a:pt x="28203" y="31953"/>
                      <a:pt x="27319" y="29897"/>
                    </a:cubicBezTo>
                    <a:cubicBezTo>
                      <a:pt x="27265" y="29735"/>
                      <a:pt x="27193" y="29537"/>
                      <a:pt x="27121" y="29284"/>
                    </a:cubicBezTo>
                    <a:cubicBezTo>
                      <a:pt x="26724" y="29302"/>
                      <a:pt x="26328" y="29320"/>
                      <a:pt x="25913" y="29320"/>
                    </a:cubicBezTo>
                    <a:cubicBezTo>
                      <a:pt x="15743" y="29320"/>
                      <a:pt x="7664" y="19727"/>
                      <a:pt x="8061" y="9900"/>
                    </a:cubicBezTo>
                    <a:cubicBezTo>
                      <a:pt x="8133" y="7952"/>
                      <a:pt x="8512" y="6041"/>
                      <a:pt x="9179" y="4238"/>
                    </a:cubicBezTo>
                    <a:cubicBezTo>
                      <a:pt x="7196" y="2795"/>
                      <a:pt x="6781" y="0"/>
                      <a:pt x="678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3" name="Google Shape;3693;p78"/>
              <p:cNvSpPr/>
              <p:nvPr/>
            </p:nvSpPr>
            <p:spPr>
              <a:xfrm>
                <a:off x="6127775" y="2780175"/>
                <a:ext cx="156900" cy="203775"/>
              </a:xfrm>
              <a:custGeom>
                <a:avLst/>
                <a:gdLst/>
                <a:ahLst/>
                <a:cxnLst/>
                <a:rect l="l" t="t" r="r" b="b"/>
                <a:pathLst>
                  <a:path w="6276" h="8151" extrusionOk="0">
                    <a:moveTo>
                      <a:pt x="3282" y="1"/>
                    </a:moveTo>
                    <a:lnTo>
                      <a:pt x="0" y="2741"/>
                    </a:lnTo>
                    <a:lnTo>
                      <a:pt x="1262" y="8151"/>
                    </a:lnTo>
                    <a:lnTo>
                      <a:pt x="6275" y="3463"/>
                    </a:lnTo>
                    <a:lnTo>
                      <a:pt x="3534" y="325"/>
                    </a:lnTo>
                    <a:lnTo>
                      <a:pt x="32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4" name="Google Shape;3694;p78"/>
              <p:cNvSpPr/>
              <p:nvPr/>
            </p:nvSpPr>
            <p:spPr>
              <a:xfrm>
                <a:off x="5969975" y="3671850"/>
                <a:ext cx="684800" cy="185700"/>
              </a:xfrm>
              <a:custGeom>
                <a:avLst/>
                <a:gdLst/>
                <a:ahLst/>
                <a:cxnLst/>
                <a:rect l="l" t="t" r="r" b="b"/>
                <a:pathLst>
                  <a:path w="27392" h="7428" extrusionOk="0">
                    <a:moveTo>
                      <a:pt x="25101" y="1"/>
                    </a:moveTo>
                    <a:lnTo>
                      <a:pt x="1588" y="866"/>
                    </a:lnTo>
                    <a:lnTo>
                      <a:pt x="1" y="3319"/>
                    </a:lnTo>
                    <a:cubicBezTo>
                      <a:pt x="1" y="3319"/>
                      <a:pt x="5909" y="7427"/>
                      <a:pt x="13985" y="7427"/>
                    </a:cubicBezTo>
                    <a:cubicBezTo>
                      <a:pt x="18062" y="7427"/>
                      <a:pt x="22691" y="6380"/>
                      <a:pt x="27391" y="3229"/>
                    </a:cubicBezTo>
                    <a:lnTo>
                      <a:pt x="2510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5" name="Google Shape;3695;p78"/>
              <p:cNvSpPr/>
              <p:nvPr/>
            </p:nvSpPr>
            <p:spPr>
              <a:xfrm>
                <a:off x="5974500" y="1924100"/>
                <a:ext cx="786200" cy="626200"/>
              </a:xfrm>
              <a:custGeom>
                <a:avLst/>
                <a:gdLst/>
                <a:ahLst/>
                <a:cxnLst/>
                <a:rect l="l" t="t" r="r" b="b"/>
                <a:pathLst>
                  <a:path w="31448" h="25048" extrusionOk="0">
                    <a:moveTo>
                      <a:pt x="8475" y="1"/>
                    </a:moveTo>
                    <a:lnTo>
                      <a:pt x="3048" y="5897"/>
                    </a:lnTo>
                    <a:lnTo>
                      <a:pt x="505" y="12984"/>
                    </a:lnTo>
                    <a:lnTo>
                      <a:pt x="0" y="15021"/>
                    </a:lnTo>
                    <a:lnTo>
                      <a:pt x="1028" y="15292"/>
                    </a:lnTo>
                    <a:lnTo>
                      <a:pt x="3877" y="9071"/>
                    </a:lnTo>
                    <a:cubicBezTo>
                      <a:pt x="3877" y="9071"/>
                      <a:pt x="4113" y="11634"/>
                      <a:pt x="6662" y="11634"/>
                    </a:cubicBezTo>
                    <a:cubicBezTo>
                      <a:pt x="6933" y="11634"/>
                      <a:pt x="7230" y="11605"/>
                      <a:pt x="7556" y="11541"/>
                    </a:cubicBezTo>
                    <a:cubicBezTo>
                      <a:pt x="7556" y="11541"/>
                      <a:pt x="9846" y="10982"/>
                      <a:pt x="10080" y="9197"/>
                    </a:cubicBezTo>
                    <a:cubicBezTo>
                      <a:pt x="10116" y="10081"/>
                      <a:pt x="10441" y="11559"/>
                      <a:pt x="12406" y="11631"/>
                    </a:cubicBezTo>
                    <a:cubicBezTo>
                      <a:pt x="12455" y="11633"/>
                      <a:pt x="12503" y="11634"/>
                      <a:pt x="12550" y="11634"/>
                    </a:cubicBezTo>
                    <a:cubicBezTo>
                      <a:pt x="14267" y="11634"/>
                      <a:pt x="14975" y="10693"/>
                      <a:pt x="15273" y="10027"/>
                    </a:cubicBezTo>
                    <a:lnTo>
                      <a:pt x="15273" y="10027"/>
                    </a:lnTo>
                    <a:cubicBezTo>
                      <a:pt x="15129" y="10838"/>
                      <a:pt x="15273" y="12208"/>
                      <a:pt x="17401" y="13074"/>
                    </a:cubicBezTo>
                    <a:cubicBezTo>
                      <a:pt x="17946" y="13289"/>
                      <a:pt x="18397" y="13379"/>
                      <a:pt x="18773" y="13379"/>
                    </a:cubicBezTo>
                    <a:cubicBezTo>
                      <a:pt x="19406" y="13379"/>
                      <a:pt x="19823" y="13125"/>
                      <a:pt x="20106" y="12785"/>
                    </a:cubicBezTo>
                    <a:lnTo>
                      <a:pt x="20106" y="12785"/>
                    </a:lnTo>
                    <a:cubicBezTo>
                      <a:pt x="20034" y="13561"/>
                      <a:pt x="20268" y="14444"/>
                      <a:pt x="21512" y="14985"/>
                    </a:cubicBezTo>
                    <a:cubicBezTo>
                      <a:pt x="22004" y="15210"/>
                      <a:pt x="22408" y="15292"/>
                      <a:pt x="22733" y="15292"/>
                    </a:cubicBezTo>
                    <a:cubicBezTo>
                      <a:pt x="22825" y="15292"/>
                      <a:pt x="22911" y="15286"/>
                      <a:pt x="22991" y="15274"/>
                    </a:cubicBezTo>
                    <a:lnTo>
                      <a:pt x="22991" y="15274"/>
                    </a:lnTo>
                    <a:cubicBezTo>
                      <a:pt x="22612" y="16103"/>
                      <a:pt x="23352" y="18015"/>
                      <a:pt x="25029" y="18538"/>
                    </a:cubicBezTo>
                    <a:cubicBezTo>
                      <a:pt x="25029" y="18538"/>
                      <a:pt x="25314" y="18607"/>
                      <a:pt x="25724" y="18607"/>
                    </a:cubicBezTo>
                    <a:cubicBezTo>
                      <a:pt x="26493" y="18607"/>
                      <a:pt x="27698" y="18362"/>
                      <a:pt x="28274" y="16951"/>
                    </a:cubicBezTo>
                    <a:lnTo>
                      <a:pt x="28274" y="16951"/>
                    </a:lnTo>
                    <a:cubicBezTo>
                      <a:pt x="28274" y="16952"/>
                      <a:pt x="26850" y="23136"/>
                      <a:pt x="26147" y="24362"/>
                    </a:cubicBezTo>
                    <a:lnTo>
                      <a:pt x="27283" y="25047"/>
                    </a:lnTo>
                    <a:lnTo>
                      <a:pt x="28202" y="23316"/>
                    </a:lnTo>
                    <a:lnTo>
                      <a:pt x="31448" y="16716"/>
                    </a:lnTo>
                    <a:lnTo>
                      <a:pt x="26309" y="5410"/>
                    </a:lnTo>
                    <a:lnTo>
                      <a:pt x="847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6" name="Google Shape;3696;p78"/>
              <p:cNvSpPr/>
              <p:nvPr/>
            </p:nvSpPr>
            <p:spPr>
              <a:xfrm>
                <a:off x="5690025" y="2861125"/>
                <a:ext cx="374200" cy="634600"/>
              </a:xfrm>
              <a:custGeom>
                <a:avLst/>
                <a:gdLst/>
                <a:ahLst/>
                <a:cxnLst/>
                <a:rect l="l" t="t" r="r" b="b"/>
                <a:pathLst>
                  <a:path w="14968" h="25384" extrusionOk="0">
                    <a:moveTo>
                      <a:pt x="12789" y="0"/>
                    </a:moveTo>
                    <a:cubicBezTo>
                      <a:pt x="12159" y="0"/>
                      <a:pt x="11334" y="200"/>
                      <a:pt x="10261" y="766"/>
                    </a:cubicBezTo>
                    <a:cubicBezTo>
                      <a:pt x="6619" y="2695"/>
                      <a:pt x="1" y="21286"/>
                      <a:pt x="2994" y="24027"/>
                    </a:cubicBezTo>
                    <a:cubicBezTo>
                      <a:pt x="3933" y="24898"/>
                      <a:pt x="4976" y="25384"/>
                      <a:pt x="6053" y="25384"/>
                    </a:cubicBezTo>
                    <a:cubicBezTo>
                      <a:pt x="8387" y="25384"/>
                      <a:pt x="10878" y="23097"/>
                      <a:pt x="12804" y="17481"/>
                    </a:cubicBezTo>
                    <a:cubicBezTo>
                      <a:pt x="14967" y="11116"/>
                      <a:pt x="14679" y="1126"/>
                      <a:pt x="14679" y="1126"/>
                    </a:cubicBezTo>
                    <a:cubicBezTo>
                      <a:pt x="14679" y="1126"/>
                      <a:pt x="14286" y="0"/>
                      <a:pt x="127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7" name="Google Shape;3697;p78"/>
              <p:cNvSpPr/>
              <p:nvPr/>
            </p:nvSpPr>
            <p:spPr>
              <a:xfrm>
                <a:off x="5742325" y="2861275"/>
                <a:ext cx="321900" cy="634650"/>
              </a:xfrm>
              <a:custGeom>
                <a:avLst/>
                <a:gdLst/>
                <a:ahLst/>
                <a:cxnLst/>
                <a:rect l="l" t="t" r="r" b="b"/>
                <a:pathLst>
                  <a:path w="12876" h="25386" extrusionOk="0">
                    <a:moveTo>
                      <a:pt x="10692" y="0"/>
                    </a:moveTo>
                    <a:cubicBezTo>
                      <a:pt x="10298" y="0"/>
                      <a:pt x="9828" y="78"/>
                      <a:pt x="9269" y="273"/>
                    </a:cubicBezTo>
                    <a:cubicBezTo>
                      <a:pt x="9522" y="1607"/>
                      <a:pt x="9630" y="2960"/>
                      <a:pt x="9576" y="4312"/>
                    </a:cubicBezTo>
                    <a:cubicBezTo>
                      <a:pt x="9305" y="11020"/>
                      <a:pt x="5573" y="16447"/>
                      <a:pt x="271" y="19495"/>
                    </a:cubicBezTo>
                    <a:cubicBezTo>
                      <a:pt x="1" y="21659"/>
                      <a:pt x="145" y="23336"/>
                      <a:pt x="902" y="24021"/>
                    </a:cubicBezTo>
                    <a:cubicBezTo>
                      <a:pt x="1841" y="24897"/>
                      <a:pt x="2885" y="25386"/>
                      <a:pt x="3961" y="25386"/>
                    </a:cubicBezTo>
                    <a:cubicBezTo>
                      <a:pt x="6296" y="25386"/>
                      <a:pt x="8787" y="23090"/>
                      <a:pt x="10712" y="17475"/>
                    </a:cubicBezTo>
                    <a:cubicBezTo>
                      <a:pt x="12875" y="11110"/>
                      <a:pt x="12587" y="1120"/>
                      <a:pt x="12587" y="1120"/>
                    </a:cubicBezTo>
                    <a:cubicBezTo>
                      <a:pt x="12587" y="1120"/>
                      <a:pt x="12191" y="0"/>
                      <a:pt x="106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8" name="Google Shape;3698;p78"/>
              <p:cNvSpPr/>
              <p:nvPr/>
            </p:nvSpPr>
            <p:spPr>
              <a:xfrm>
                <a:off x="5873050" y="2834725"/>
                <a:ext cx="255200" cy="672900"/>
              </a:xfrm>
              <a:custGeom>
                <a:avLst/>
                <a:gdLst/>
                <a:ahLst/>
                <a:cxnLst/>
                <a:rect l="l" t="t" r="r" b="b"/>
                <a:pathLst>
                  <a:path w="10208" h="26916" extrusionOk="0">
                    <a:moveTo>
                      <a:pt x="10207" y="0"/>
                    </a:moveTo>
                    <a:cubicBezTo>
                      <a:pt x="10207" y="0"/>
                      <a:pt x="4004" y="794"/>
                      <a:pt x="4004" y="1046"/>
                    </a:cubicBezTo>
                    <a:cubicBezTo>
                      <a:pt x="4761" y="24704"/>
                      <a:pt x="1" y="26057"/>
                      <a:pt x="3048" y="26652"/>
                    </a:cubicBezTo>
                    <a:cubicBezTo>
                      <a:pt x="4032" y="26848"/>
                      <a:pt x="4733" y="26915"/>
                      <a:pt x="5232" y="26915"/>
                    </a:cubicBezTo>
                    <a:cubicBezTo>
                      <a:pt x="6289" y="26915"/>
                      <a:pt x="6438" y="26616"/>
                      <a:pt x="6438" y="26616"/>
                    </a:cubicBezTo>
                    <a:cubicBezTo>
                      <a:pt x="9756" y="20575"/>
                      <a:pt x="10207" y="1"/>
                      <a:pt x="1020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9" name="Google Shape;3699;p78"/>
              <p:cNvSpPr/>
              <p:nvPr/>
            </p:nvSpPr>
            <p:spPr>
              <a:xfrm>
                <a:off x="6384725" y="2807675"/>
                <a:ext cx="333150" cy="653025"/>
              </a:xfrm>
              <a:custGeom>
                <a:avLst/>
                <a:gdLst/>
                <a:ahLst/>
                <a:cxnLst/>
                <a:rect l="l" t="t" r="r" b="b"/>
                <a:pathLst>
                  <a:path w="13326" h="26121" extrusionOk="0">
                    <a:moveTo>
                      <a:pt x="0" y="0"/>
                    </a:moveTo>
                    <a:cubicBezTo>
                      <a:pt x="0" y="1"/>
                      <a:pt x="2976" y="20377"/>
                      <a:pt x="7033" y="25931"/>
                    </a:cubicBezTo>
                    <a:cubicBezTo>
                      <a:pt x="7033" y="25931"/>
                      <a:pt x="7156" y="26121"/>
                      <a:pt x="7777" y="26121"/>
                    </a:cubicBezTo>
                    <a:cubicBezTo>
                      <a:pt x="8270" y="26121"/>
                      <a:pt x="9078" y="26001"/>
                      <a:pt x="10387" y="25570"/>
                    </a:cubicBezTo>
                    <a:cubicBezTo>
                      <a:pt x="13326" y="24578"/>
                      <a:pt x="8457" y="23839"/>
                      <a:pt x="6275" y="271"/>
                    </a:cubicBezTo>
                    <a:cubicBezTo>
                      <a:pt x="6257" y="19"/>
                      <a:pt x="1" y="0"/>
                      <a:pt x="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0" name="Google Shape;3700;p78"/>
              <p:cNvSpPr/>
              <p:nvPr/>
            </p:nvSpPr>
            <p:spPr>
              <a:xfrm>
                <a:off x="5920850" y="3004900"/>
                <a:ext cx="193425" cy="194500"/>
              </a:xfrm>
              <a:custGeom>
                <a:avLst/>
                <a:gdLst/>
                <a:ahLst/>
                <a:cxnLst/>
                <a:rect l="l" t="t" r="r" b="b"/>
                <a:pathLst>
                  <a:path w="7737" h="7780" extrusionOk="0">
                    <a:moveTo>
                      <a:pt x="3742" y="0"/>
                    </a:moveTo>
                    <a:cubicBezTo>
                      <a:pt x="2949" y="0"/>
                      <a:pt x="2155" y="208"/>
                      <a:pt x="1443" y="623"/>
                    </a:cubicBezTo>
                    <a:cubicBezTo>
                      <a:pt x="0" y="1164"/>
                      <a:pt x="217" y="4716"/>
                      <a:pt x="722" y="6249"/>
                    </a:cubicBezTo>
                    <a:cubicBezTo>
                      <a:pt x="1034" y="7207"/>
                      <a:pt x="1938" y="7779"/>
                      <a:pt x="3161" y="7779"/>
                    </a:cubicBezTo>
                    <a:cubicBezTo>
                      <a:pt x="3918" y="7779"/>
                      <a:pt x="4797" y="7560"/>
                      <a:pt x="5734" y="7078"/>
                    </a:cubicBezTo>
                    <a:cubicBezTo>
                      <a:pt x="6925" y="6447"/>
                      <a:pt x="6420" y="6140"/>
                      <a:pt x="5572" y="5978"/>
                    </a:cubicBezTo>
                    <a:cubicBezTo>
                      <a:pt x="6077" y="5870"/>
                      <a:pt x="6528" y="5617"/>
                      <a:pt x="6871" y="5239"/>
                    </a:cubicBezTo>
                    <a:cubicBezTo>
                      <a:pt x="7466" y="4572"/>
                      <a:pt x="6672" y="4211"/>
                      <a:pt x="5698" y="4013"/>
                    </a:cubicBezTo>
                    <a:cubicBezTo>
                      <a:pt x="5987" y="3958"/>
                      <a:pt x="6257" y="3886"/>
                      <a:pt x="6546" y="3796"/>
                    </a:cubicBezTo>
                    <a:cubicBezTo>
                      <a:pt x="7736" y="1939"/>
                      <a:pt x="4797" y="1795"/>
                      <a:pt x="4130" y="1795"/>
                    </a:cubicBezTo>
                    <a:lnTo>
                      <a:pt x="5734" y="1795"/>
                    </a:lnTo>
                    <a:cubicBezTo>
                      <a:pt x="7339" y="1614"/>
                      <a:pt x="6041" y="623"/>
                      <a:pt x="6041" y="623"/>
                    </a:cubicBezTo>
                    <a:cubicBezTo>
                      <a:pt x="5329" y="208"/>
                      <a:pt x="4535" y="0"/>
                      <a:pt x="3742" y="0"/>
                    </a:cubicBezTo>
                    <a:close/>
                  </a:path>
                </a:pathLst>
              </a:custGeom>
              <a:solidFill>
                <a:srgbClr val="A07A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1" name="Google Shape;3701;p78"/>
              <p:cNvSpPr/>
              <p:nvPr/>
            </p:nvSpPr>
            <p:spPr>
              <a:xfrm>
                <a:off x="6284650" y="2786925"/>
                <a:ext cx="157800" cy="207400"/>
              </a:xfrm>
              <a:custGeom>
                <a:avLst/>
                <a:gdLst/>
                <a:ahLst/>
                <a:cxnLst/>
                <a:rect l="l" t="t" r="r" b="b"/>
                <a:pathLst>
                  <a:path w="6312" h="8296" extrusionOk="0">
                    <a:moveTo>
                      <a:pt x="3282" y="1"/>
                    </a:moveTo>
                    <a:lnTo>
                      <a:pt x="2993" y="308"/>
                    </a:lnTo>
                    <a:lnTo>
                      <a:pt x="0" y="3193"/>
                    </a:lnTo>
                    <a:lnTo>
                      <a:pt x="4598" y="8296"/>
                    </a:lnTo>
                    <a:lnTo>
                      <a:pt x="6311" y="2994"/>
                    </a:lnTo>
                    <a:lnTo>
                      <a:pt x="32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2" name="Google Shape;3702;p78"/>
              <p:cNvSpPr/>
              <p:nvPr/>
            </p:nvSpPr>
            <p:spPr>
              <a:xfrm>
                <a:off x="2897775" y="3566375"/>
                <a:ext cx="88850" cy="74850"/>
              </a:xfrm>
              <a:custGeom>
                <a:avLst/>
                <a:gdLst/>
                <a:ahLst/>
                <a:cxnLst/>
                <a:rect l="l" t="t" r="r" b="b"/>
                <a:pathLst>
                  <a:path w="3554" h="2994" extrusionOk="0">
                    <a:moveTo>
                      <a:pt x="3030" y="0"/>
                    </a:moveTo>
                    <a:lnTo>
                      <a:pt x="1" y="1443"/>
                    </a:lnTo>
                    <a:lnTo>
                      <a:pt x="91" y="2994"/>
                    </a:lnTo>
                    <a:cubicBezTo>
                      <a:pt x="91" y="2994"/>
                      <a:pt x="3553" y="2435"/>
                      <a:pt x="3535" y="2363"/>
                    </a:cubicBezTo>
                    <a:cubicBezTo>
                      <a:pt x="3535" y="2272"/>
                      <a:pt x="3030" y="0"/>
                      <a:pt x="3030" y="0"/>
                    </a:cubicBezTo>
                    <a:close/>
                  </a:path>
                </a:pathLst>
              </a:custGeom>
              <a:solidFill>
                <a:srgbClr val="F2A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3" name="Google Shape;3703;p78"/>
              <p:cNvSpPr/>
              <p:nvPr/>
            </p:nvSpPr>
            <p:spPr>
              <a:xfrm>
                <a:off x="2795450" y="3403625"/>
                <a:ext cx="232650" cy="206050"/>
              </a:xfrm>
              <a:custGeom>
                <a:avLst/>
                <a:gdLst/>
                <a:ahLst/>
                <a:cxnLst/>
                <a:rect l="l" t="t" r="r" b="b"/>
                <a:pathLst>
                  <a:path w="9306" h="8242" extrusionOk="0">
                    <a:moveTo>
                      <a:pt x="3669" y="1"/>
                    </a:moveTo>
                    <a:cubicBezTo>
                      <a:pt x="3666" y="1"/>
                      <a:pt x="3664" y="1"/>
                      <a:pt x="3661" y="1"/>
                    </a:cubicBezTo>
                    <a:cubicBezTo>
                      <a:pt x="2399" y="55"/>
                      <a:pt x="3409" y="3661"/>
                      <a:pt x="3409" y="3661"/>
                    </a:cubicBezTo>
                    <a:cubicBezTo>
                      <a:pt x="3409" y="3661"/>
                      <a:pt x="2256" y="803"/>
                      <a:pt x="1497" y="803"/>
                    </a:cubicBezTo>
                    <a:cubicBezTo>
                      <a:pt x="1434" y="803"/>
                      <a:pt x="1374" y="823"/>
                      <a:pt x="1317" y="866"/>
                    </a:cubicBezTo>
                    <a:cubicBezTo>
                      <a:pt x="1028" y="1101"/>
                      <a:pt x="1227" y="2886"/>
                      <a:pt x="2255" y="4292"/>
                    </a:cubicBezTo>
                    <a:cubicBezTo>
                      <a:pt x="2255" y="4292"/>
                      <a:pt x="1139" y="2884"/>
                      <a:pt x="537" y="2884"/>
                    </a:cubicBezTo>
                    <a:cubicBezTo>
                      <a:pt x="438" y="2884"/>
                      <a:pt x="353" y="2923"/>
                      <a:pt x="289" y="3012"/>
                    </a:cubicBezTo>
                    <a:cubicBezTo>
                      <a:pt x="1" y="3463"/>
                      <a:pt x="866" y="4328"/>
                      <a:pt x="2020" y="6456"/>
                    </a:cubicBezTo>
                    <a:cubicBezTo>
                      <a:pt x="2489" y="7322"/>
                      <a:pt x="3282" y="7971"/>
                      <a:pt x="4238" y="8241"/>
                    </a:cubicBezTo>
                    <a:cubicBezTo>
                      <a:pt x="7087" y="7791"/>
                      <a:pt x="8133" y="6997"/>
                      <a:pt x="8097" y="5915"/>
                    </a:cubicBezTo>
                    <a:cubicBezTo>
                      <a:pt x="8079" y="4833"/>
                      <a:pt x="9269" y="4238"/>
                      <a:pt x="9305" y="3751"/>
                    </a:cubicBezTo>
                    <a:cubicBezTo>
                      <a:pt x="9158" y="3410"/>
                      <a:pt x="8934" y="3287"/>
                      <a:pt x="8675" y="3287"/>
                    </a:cubicBezTo>
                    <a:cubicBezTo>
                      <a:pt x="8013" y="3287"/>
                      <a:pt x="7119" y="4091"/>
                      <a:pt x="6691" y="4091"/>
                    </a:cubicBezTo>
                    <a:cubicBezTo>
                      <a:pt x="6589" y="4091"/>
                      <a:pt x="6514" y="4045"/>
                      <a:pt x="6474" y="3932"/>
                    </a:cubicBezTo>
                    <a:cubicBezTo>
                      <a:pt x="6185" y="3156"/>
                      <a:pt x="6690" y="650"/>
                      <a:pt x="6185" y="560"/>
                    </a:cubicBezTo>
                    <a:cubicBezTo>
                      <a:pt x="6145" y="552"/>
                      <a:pt x="6106" y="549"/>
                      <a:pt x="6068" y="549"/>
                    </a:cubicBezTo>
                    <a:cubicBezTo>
                      <a:pt x="5026" y="549"/>
                      <a:pt x="4959" y="3319"/>
                      <a:pt x="4959" y="3319"/>
                    </a:cubicBezTo>
                    <a:cubicBezTo>
                      <a:pt x="4959" y="3319"/>
                      <a:pt x="4601" y="1"/>
                      <a:pt x="3669" y="1"/>
                    </a:cubicBezTo>
                    <a:close/>
                  </a:path>
                </a:pathLst>
              </a:custGeom>
              <a:solidFill>
                <a:srgbClr val="F2A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4" name="Google Shape;3704;p78"/>
              <p:cNvSpPr/>
              <p:nvPr/>
            </p:nvSpPr>
            <p:spPr>
              <a:xfrm>
                <a:off x="3133900" y="4475625"/>
                <a:ext cx="413050" cy="916400"/>
              </a:xfrm>
              <a:custGeom>
                <a:avLst/>
                <a:gdLst/>
                <a:ahLst/>
                <a:cxnLst/>
                <a:rect l="l" t="t" r="r" b="b"/>
                <a:pathLst>
                  <a:path w="16522" h="36656" extrusionOk="0">
                    <a:moveTo>
                      <a:pt x="12573" y="1"/>
                    </a:moveTo>
                    <a:lnTo>
                      <a:pt x="5937" y="32278"/>
                    </a:lnTo>
                    <a:lnTo>
                      <a:pt x="3322" y="31737"/>
                    </a:lnTo>
                    <a:cubicBezTo>
                      <a:pt x="3164" y="31705"/>
                      <a:pt x="3011" y="31689"/>
                      <a:pt x="2866" y="31689"/>
                    </a:cubicBezTo>
                    <a:cubicBezTo>
                      <a:pt x="676" y="31689"/>
                      <a:pt x="1" y="35160"/>
                      <a:pt x="2385" y="35650"/>
                    </a:cubicBezTo>
                    <a:lnTo>
                      <a:pt x="7037" y="36606"/>
                    </a:lnTo>
                    <a:cubicBezTo>
                      <a:pt x="7186" y="36639"/>
                      <a:pt x="7338" y="36656"/>
                      <a:pt x="7488" y="36656"/>
                    </a:cubicBezTo>
                    <a:cubicBezTo>
                      <a:pt x="8393" y="36656"/>
                      <a:pt x="9268" y="36070"/>
                      <a:pt x="9453" y="35127"/>
                    </a:cubicBezTo>
                    <a:lnTo>
                      <a:pt x="16522" y="668"/>
                    </a:lnTo>
                    <a:cubicBezTo>
                      <a:pt x="15169" y="668"/>
                      <a:pt x="13835" y="434"/>
                      <a:pt x="12573" y="1"/>
                    </a:cubicBezTo>
                    <a:close/>
                  </a:path>
                </a:pathLst>
              </a:custGeom>
              <a:solidFill>
                <a:srgbClr val="F2A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5" name="Google Shape;3705;p78"/>
              <p:cNvSpPr/>
              <p:nvPr/>
            </p:nvSpPr>
            <p:spPr>
              <a:xfrm>
                <a:off x="3695250" y="4520725"/>
                <a:ext cx="269200" cy="883175"/>
              </a:xfrm>
              <a:custGeom>
                <a:avLst/>
                <a:gdLst/>
                <a:ahLst/>
                <a:cxnLst/>
                <a:rect l="l" t="t" r="r" b="b"/>
                <a:pathLst>
                  <a:path w="10768" h="35327" extrusionOk="0">
                    <a:moveTo>
                      <a:pt x="0" y="0"/>
                    </a:moveTo>
                    <a:lnTo>
                      <a:pt x="1317" y="33449"/>
                    </a:lnTo>
                    <a:cubicBezTo>
                      <a:pt x="1370" y="34560"/>
                      <a:pt x="2370" y="35326"/>
                      <a:pt x="3409" y="35326"/>
                    </a:cubicBezTo>
                    <a:cubicBezTo>
                      <a:pt x="3433" y="35326"/>
                      <a:pt x="3457" y="35326"/>
                      <a:pt x="3481" y="35325"/>
                    </a:cubicBezTo>
                    <a:lnTo>
                      <a:pt x="8205" y="35126"/>
                    </a:lnTo>
                    <a:cubicBezTo>
                      <a:pt x="10767" y="35038"/>
                      <a:pt x="10538" y="31121"/>
                      <a:pt x="8037" y="31121"/>
                    </a:cubicBezTo>
                    <a:cubicBezTo>
                      <a:pt x="8003" y="31121"/>
                      <a:pt x="7969" y="31122"/>
                      <a:pt x="7934" y="31123"/>
                    </a:cubicBezTo>
                    <a:lnTo>
                      <a:pt x="5266" y="31232"/>
                    </a:lnTo>
                    <a:lnTo>
                      <a:pt x="4040" y="307"/>
                    </a:lnTo>
                    <a:cubicBezTo>
                      <a:pt x="3661" y="343"/>
                      <a:pt x="3264" y="361"/>
                      <a:pt x="2885" y="361"/>
                    </a:cubicBezTo>
                    <a:cubicBezTo>
                      <a:pt x="1912" y="361"/>
                      <a:pt x="938" y="235"/>
                      <a:pt x="0" y="0"/>
                    </a:cubicBezTo>
                    <a:close/>
                  </a:path>
                </a:pathLst>
              </a:custGeom>
              <a:solidFill>
                <a:srgbClr val="F2A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6" name="Google Shape;3706;p78"/>
              <p:cNvSpPr/>
              <p:nvPr/>
            </p:nvSpPr>
            <p:spPr>
              <a:xfrm>
                <a:off x="3133900" y="4475175"/>
                <a:ext cx="364375" cy="917400"/>
              </a:xfrm>
              <a:custGeom>
                <a:avLst/>
                <a:gdLst/>
                <a:ahLst/>
                <a:cxnLst/>
                <a:rect l="l" t="t" r="r" b="b"/>
                <a:pathLst>
                  <a:path w="14575" h="36696" extrusionOk="0">
                    <a:moveTo>
                      <a:pt x="12573" y="1"/>
                    </a:moveTo>
                    <a:lnTo>
                      <a:pt x="5937" y="32296"/>
                    </a:lnTo>
                    <a:lnTo>
                      <a:pt x="3322" y="31755"/>
                    </a:lnTo>
                    <a:cubicBezTo>
                      <a:pt x="3164" y="31723"/>
                      <a:pt x="3011" y="31707"/>
                      <a:pt x="2866" y="31707"/>
                    </a:cubicBezTo>
                    <a:cubicBezTo>
                      <a:pt x="676" y="31707"/>
                      <a:pt x="1" y="35178"/>
                      <a:pt x="2385" y="35668"/>
                    </a:cubicBezTo>
                    <a:lnTo>
                      <a:pt x="7037" y="36624"/>
                    </a:lnTo>
                    <a:cubicBezTo>
                      <a:pt x="7248" y="36671"/>
                      <a:pt x="7341" y="36696"/>
                      <a:pt x="7357" y="36696"/>
                    </a:cubicBezTo>
                    <a:cubicBezTo>
                      <a:pt x="7418" y="36696"/>
                      <a:pt x="6273" y="36312"/>
                      <a:pt x="6460" y="35434"/>
                    </a:cubicBezTo>
                    <a:cubicBezTo>
                      <a:pt x="8804" y="23947"/>
                      <a:pt x="12212" y="12912"/>
                      <a:pt x="14574" y="1425"/>
                    </a:cubicBezTo>
                    <a:lnTo>
                      <a:pt x="14574" y="1425"/>
                    </a:lnTo>
                    <a:cubicBezTo>
                      <a:pt x="14310" y="1506"/>
                      <a:pt x="14107" y="1541"/>
                      <a:pt x="13949" y="1541"/>
                    </a:cubicBezTo>
                    <a:cubicBezTo>
                      <a:pt x="13044" y="1541"/>
                      <a:pt x="13633" y="385"/>
                      <a:pt x="12573" y="1"/>
                    </a:cubicBezTo>
                    <a:close/>
                  </a:path>
                </a:pathLst>
              </a:custGeom>
              <a:solidFill>
                <a:srgbClr val="E297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7" name="Google Shape;3707;p78"/>
              <p:cNvSpPr/>
              <p:nvPr/>
            </p:nvSpPr>
            <p:spPr>
              <a:xfrm>
                <a:off x="3695250" y="4520725"/>
                <a:ext cx="269200" cy="882750"/>
              </a:xfrm>
              <a:custGeom>
                <a:avLst/>
                <a:gdLst/>
                <a:ahLst/>
                <a:cxnLst/>
                <a:rect l="l" t="t" r="r" b="b"/>
                <a:pathLst>
                  <a:path w="10768" h="35310" extrusionOk="0">
                    <a:moveTo>
                      <a:pt x="0" y="0"/>
                    </a:moveTo>
                    <a:lnTo>
                      <a:pt x="1335" y="33449"/>
                    </a:lnTo>
                    <a:cubicBezTo>
                      <a:pt x="1370" y="34548"/>
                      <a:pt x="2349" y="35309"/>
                      <a:pt x="3376" y="35309"/>
                    </a:cubicBezTo>
                    <a:cubicBezTo>
                      <a:pt x="3411" y="35309"/>
                      <a:pt x="3446" y="35309"/>
                      <a:pt x="3481" y="35307"/>
                    </a:cubicBezTo>
                    <a:lnTo>
                      <a:pt x="8205" y="35126"/>
                    </a:lnTo>
                    <a:cubicBezTo>
                      <a:pt x="10767" y="35038"/>
                      <a:pt x="10538" y="31121"/>
                      <a:pt x="8037" y="31121"/>
                    </a:cubicBezTo>
                    <a:cubicBezTo>
                      <a:pt x="8003" y="31121"/>
                      <a:pt x="7969" y="31122"/>
                      <a:pt x="7934" y="31123"/>
                    </a:cubicBezTo>
                    <a:cubicBezTo>
                      <a:pt x="7033" y="31159"/>
                      <a:pt x="3751" y="31538"/>
                      <a:pt x="2849" y="31574"/>
                    </a:cubicBezTo>
                    <a:cubicBezTo>
                      <a:pt x="2453" y="21278"/>
                      <a:pt x="3282" y="10657"/>
                      <a:pt x="2885" y="361"/>
                    </a:cubicBezTo>
                    <a:cubicBezTo>
                      <a:pt x="1912" y="343"/>
                      <a:pt x="956" y="216"/>
                      <a:pt x="0" y="0"/>
                    </a:cubicBezTo>
                    <a:close/>
                  </a:path>
                </a:pathLst>
              </a:custGeom>
              <a:solidFill>
                <a:srgbClr val="E297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8" name="Google Shape;3708;p78"/>
              <p:cNvSpPr/>
              <p:nvPr/>
            </p:nvSpPr>
            <p:spPr>
              <a:xfrm>
                <a:off x="3028525" y="5349725"/>
                <a:ext cx="1065250" cy="120400"/>
              </a:xfrm>
              <a:custGeom>
                <a:avLst/>
                <a:gdLst/>
                <a:ahLst/>
                <a:cxnLst/>
                <a:rect l="l" t="t" r="r" b="b"/>
                <a:pathLst>
                  <a:path w="42610" h="4816" extrusionOk="0">
                    <a:moveTo>
                      <a:pt x="21314" y="1"/>
                    </a:moveTo>
                    <a:cubicBezTo>
                      <a:pt x="9539" y="1"/>
                      <a:pt x="0" y="1083"/>
                      <a:pt x="0" y="2399"/>
                    </a:cubicBezTo>
                    <a:cubicBezTo>
                      <a:pt x="0" y="3734"/>
                      <a:pt x="9539" y="4816"/>
                      <a:pt x="21314" y="4816"/>
                    </a:cubicBezTo>
                    <a:cubicBezTo>
                      <a:pt x="33071" y="4816"/>
                      <a:pt x="42610" y="3734"/>
                      <a:pt x="42610" y="2399"/>
                    </a:cubicBezTo>
                    <a:cubicBezTo>
                      <a:pt x="42610" y="1083"/>
                      <a:pt x="33071" y="1"/>
                      <a:pt x="21314" y="1"/>
                    </a:cubicBezTo>
                    <a:close/>
                  </a:path>
                </a:pathLst>
              </a:custGeom>
              <a:solidFill>
                <a:srgbClr val="3B3B3B">
                  <a:alpha val="553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9" name="Google Shape;3709;p78"/>
              <p:cNvSpPr/>
              <p:nvPr/>
            </p:nvSpPr>
            <p:spPr>
              <a:xfrm>
                <a:off x="3131375" y="4925975"/>
                <a:ext cx="323175" cy="469225"/>
              </a:xfrm>
              <a:custGeom>
                <a:avLst/>
                <a:gdLst/>
                <a:ahLst/>
                <a:cxnLst/>
                <a:rect l="l" t="t" r="r" b="b"/>
                <a:pathLst>
                  <a:path w="12927" h="18769" extrusionOk="0">
                    <a:moveTo>
                      <a:pt x="8797" y="1"/>
                    </a:moveTo>
                    <a:lnTo>
                      <a:pt x="6110" y="13958"/>
                    </a:lnTo>
                    <a:lnTo>
                      <a:pt x="2774" y="13651"/>
                    </a:lnTo>
                    <a:cubicBezTo>
                      <a:pt x="2672" y="13640"/>
                      <a:pt x="2574" y="13634"/>
                      <a:pt x="2479" y="13634"/>
                    </a:cubicBezTo>
                    <a:cubicBezTo>
                      <a:pt x="1" y="13634"/>
                      <a:pt x="94" y="17366"/>
                      <a:pt x="2612" y="17835"/>
                    </a:cubicBezTo>
                    <a:lnTo>
                      <a:pt x="7372" y="18736"/>
                    </a:lnTo>
                    <a:cubicBezTo>
                      <a:pt x="7493" y="18758"/>
                      <a:pt x="7613" y="18768"/>
                      <a:pt x="7732" y="18768"/>
                    </a:cubicBezTo>
                    <a:cubicBezTo>
                      <a:pt x="8699" y="18768"/>
                      <a:pt x="9578" y="18075"/>
                      <a:pt x="9771" y="17095"/>
                    </a:cubicBezTo>
                    <a:lnTo>
                      <a:pt x="12926" y="289"/>
                    </a:lnTo>
                    <a:lnTo>
                      <a:pt x="12926" y="289"/>
                    </a:lnTo>
                    <a:cubicBezTo>
                      <a:pt x="12472" y="347"/>
                      <a:pt x="12017" y="376"/>
                      <a:pt x="11564" y="376"/>
                    </a:cubicBezTo>
                    <a:cubicBezTo>
                      <a:pt x="10884" y="376"/>
                      <a:pt x="10207" y="311"/>
                      <a:pt x="9536" y="181"/>
                    </a:cubicBezTo>
                    <a:cubicBezTo>
                      <a:pt x="9284" y="145"/>
                      <a:pt x="9049" y="73"/>
                      <a:pt x="87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0" name="Google Shape;3710;p78"/>
              <p:cNvSpPr/>
              <p:nvPr/>
            </p:nvSpPr>
            <p:spPr>
              <a:xfrm>
                <a:off x="3713725" y="4928700"/>
                <a:ext cx="265550" cy="477425"/>
              </a:xfrm>
              <a:custGeom>
                <a:avLst/>
                <a:gdLst/>
                <a:ahLst/>
                <a:cxnLst/>
                <a:rect l="l" t="t" r="r" b="b"/>
                <a:pathLst>
                  <a:path w="10622" h="19097" extrusionOk="0">
                    <a:moveTo>
                      <a:pt x="1" y="0"/>
                    </a:moveTo>
                    <a:lnTo>
                      <a:pt x="379" y="17094"/>
                    </a:lnTo>
                    <a:cubicBezTo>
                      <a:pt x="415" y="18201"/>
                      <a:pt x="1335" y="19096"/>
                      <a:pt x="2456" y="19096"/>
                    </a:cubicBezTo>
                    <a:cubicBezTo>
                      <a:pt x="2467" y="19096"/>
                      <a:pt x="2478" y="19096"/>
                      <a:pt x="2489" y="19096"/>
                    </a:cubicBezTo>
                    <a:lnTo>
                      <a:pt x="7322" y="18988"/>
                    </a:lnTo>
                    <a:cubicBezTo>
                      <a:pt x="9972" y="18934"/>
                      <a:pt x="10622" y="14985"/>
                      <a:pt x="7845" y="14840"/>
                    </a:cubicBezTo>
                    <a:lnTo>
                      <a:pt x="4509" y="14588"/>
                    </a:lnTo>
                    <a:lnTo>
                      <a:pt x="4112" y="397"/>
                    </a:lnTo>
                    <a:cubicBezTo>
                      <a:pt x="3860" y="415"/>
                      <a:pt x="3607" y="451"/>
                      <a:pt x="3355" y="451"/>
                    </a:cubicBezTo>
                    <a:cubicBezTo>
                      <a:pt x="3292" y="452"/>
                      <a:pt x="3229" y="452"/>
                      <a:pt x="3166" y="452"/>
                    </a:cubicBezTo>
                    <a:cubicBezTo>
                      <a:pt x="2093" y="452"/>
                      <a:pt x="1023" y="307"/>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1" name="Google Shape;3711;p78"/>
              <p:cNvSpPr/>
              <p:nvPr/>
            </p:nvSpPr>
            <p:spPr>
              <a:xfrm>
                <a:off x="3131375" y="4925975"/>
                <a:ext cx="267275" cy="446300"/>
              </a:xfrm>
              <a:custGeom>
                <a:avLst/>
                <a:gdLst/>
                <a:ahLst/>
                <a:cxnLst/>
                <a:rect l="l" t="t" r="r" b="b"/>
                <a:pathLst>
                  <a:path w="10691" h="17852" extrusionOk="0">
                    <a:moveTo>
                      <a:pt x="8797" y="1"/>
                    </a:moveTo>
                    <a:lnTo>
                      <a:pt x="6110" y="13958"/>
                    </a:lnTo>
                    <a:lnTo>
                      <a:pt x="2774" y="13651"/>
                    </a:lnTo>
                    <a:cubicBezTo>
                      <a:pt x="2672" y="13640"/>
                      <a:pt x="2574" y="13634"/>
                      <a:pt x="2479" y="13634"/>
                    </a:cubicBezTo>
                    <a:cubicBezTo>
                      <a:pt x="1" y="13634"/>
                      <a:pt x="94" y="17366"/>
                      <a:pt x="2612" y="17835"/>
                    </a:cubicBezTo>
                    <a:cubicBezTo>
                      <a:pt x="2612" y="17835"/>
                      <a:pt x="2930" y="17852"/>
                      <a:pt x="3390" y="17852"/>
                    </a:cubicBezTo>
                    <a:cubicBezTo>
                      <a:pt x="4560" y="17852"/>
                      <a:pt x="6653" y="17740"/>
                      <a:pt x="6795" y="16951"/>
                    </a:cubicBezTo>
                    <a:lnTo>
                      <a:pt x="10690" y="398"/>
                    </a:lnTo>
                    <a:lnTo>
                      <a:pt x="10690" y="398"/>
                    </a:lnTo>
                    <a:cubicBezTo>
                      <a:pt x="10378" y="438"/>
                      <a:pt x="10240" y="456"/>
                      <a:pt x="10179" y="456"/>
                    </a:cubicBezTo>
                    <a:cubicBezTo>
                      <a:pt x="10020" y="456"/>
                      <a:pt x="10368" y="337"/>
                      <a:pt x="9536" y="181"/>
                    </a:cubicBezTo>
                    <a:cubicBezTo>
                      <a:pt x="9284" y="145"/>
                      <a:pt x="9049" y="73"/>
                      <a:pt x="87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2" name="Google Shape;3712;p78"/>
              <p:cNvSpPr/>
              <p:nvPr/>
            </p:nvSpPr>
            <p:spPr>
              <a:xfrm>
                <a:off x="3713725" y="4928700"/>
                <a:ext cx="266000" cy="477400"/>
              </a:xfrm>
              <a:custGeom>
                <a:avLst/>
                <a:gdLst/>
                <a:ahLst/>
                <a:cxnLst/>
                <a:rect l="l" t="t" r="r" b="b"/>
                <a:pathLst>
                  <a:path w="10640" h="19096" extrusionOk="0">
                    <a:moveTo>
                      <a:pt x="1" y="0"/>
                    </a:moveTo>
                    <a:lnTo>
                      <a:pt x="397" y="17076"/>
                    </a:lnTo>
                    <a:cubicBezTo>
                      <a:pt x="415" y="18212"/>
                      <a:pt x="1353" y="19096"/>
                      <a:pt x="2489" y="19096"/>
                    </a:cubicBezTo>
                    <a:lnTo>
                      <a:pt x="7340" y="18988"/>
                    </a:lnTo>
                    <a:cubicBezTo>
                      <a:pt x="9972" y="18916"/>
                      <a:pt x="10640" y="14985"/>
                      <a:pt x="7845" y="14840"/>
                    </a:cubicBezTo>
                    <a:lnTo>
                      <a:pt x="7845" y="14840"/>
                    </a:lnTo>
                    <a:lnTo>
                      <a:pt x="5356" y="17149"/>
                    </a:lnTo>
                    <a:lnTo>
                      <a:pt x="2183" y="17744"/>
                    </a:lnTo>
                    <a:cubicBezTo>
                      <a:pt x="2182" y="17744"/>
                      <a:pt x="2182" y="17744"/>
                      <a:pt x="2182" y="17744"/>
                    </a:cubicBezTo>
                    <a:cubicBezTo>
                      <a:pt x="1931" y="17744"/>
                      <a:pt x="2453" y="469"/>
                      <a:pt x="2183" y="469"/>
                    </a:cubicBezTo>
                    <a:cubicBezTo>
                      <a:pt x="2130" y="470"/>
                      <a:pt x="2079" y="470"/>
                      <a:pt x="2031" y="470"/>
                    </a:cubicBezTo>
                    <a:cubicBezTo>
                      <a:pt x="1029" y="470"/>
                      <a:pt x="1016" y="293"/>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3" name="Google Shape;3713;p78"/>
              <p:cNvSpPr/>
              <p:nvPr/>
            </p:nvSpPr>
            <p:spPr>
              <a:xfrm>
                <a:off x="3722750" y="5292925"/>
                <a:ext cx="276350" cy="114100"/>
              </a:xfrm>
              <a:custGeom>
                <a:avLst/>
                <a:gdLst/>
                <a:ahLst/>
                <a:cxnLst/>
                <a:rect l="l" t="t" r="r" b="b"/>
                <a:pathLst>
                  <a:path w="11054" h="4564" extrusionOk="0">
                    <a:moveTo>
                      <a:pt x="4544" y="1"/>
                    </a:moveTo>
                    <a:lnTo>
                      <a:pt x="4454" y="1714"/>
                    </a:lnTo>
                    <a:lnTo>
                      <a:pt x="0" y="1804"/>
                    </a:lnTo>
                    <a:lnTo>
                      <a:pt x="72" y="4563"/>
                    </a:lnTo>
                    <a:lnTo>
                      <a:pt x="10910" y="4311"/>
                    </a:lnTo>
                    <a:cubicBezTo>
                      <a:pt x="11054" y="1462"/>
                      <a:pt x="9467" y="560"/>
                      <a:pt x="7736" y="344"/>
                    </a:cubicBezTo>
                    <a:lnTo>
                      <a:pt x="454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4" name="Google Shape;3714;p78"/>
              <p:cNvSpPr/>
              <p:nvPr/>
            </p:nvSpPr>
            <p:spPr>
              <a:xfrm>
                <a:off x="3373825" y="4265550"/>
                <a:ext cx="480575" cy="344900"/>
              </a:xfrm>
              <a:custGeom>
                <a:avLst/>
                <a:gdLst/>
                <a:ahLst/>
                <a:cxnLst/>
                <a:rect l="l" t="t" r="r" b="b"/>
                <a:pathLst>
                  <a:path w="19223" h="13796" extrusionOk="0">
                    <a:moveTo>
                      <a:pt x="18934" y="1"/>
                    </a:moveTo>
                    <a:lnTo>
                      <a:pt x="1443" y="1534"/>
                    </a:lnTo>
                    <a:lnTo>
                      <a:pt x="1" y="13795"/>
                    </a:lnTo>
                    <a:lnTo>
                      <a:pt x="7484" y="13795"/>
                    </a:lnTo>
                    <a:lnTo>
                      <a:pt x="8458" y="7773"/>
                    </a:lnTo>
                    <a:lnTo>
                      <a:pt x="11289" y="7773"/>
                    </a:lnTo>
                    <a:lnTo>
                      <a:pt x="11289" y="13795"/>
                    </a:lnTo>
                    <a:lnTo>
                      <a:pt x="19223" y="13795"/>
                    </a:lnTo>
                    <a:lnTo>
                      <a:pt x="1893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5" name="Google Shape;3715;p78"/>
              <p:cNvSpPr/>
              <p:nvPr/>
            </p:nvSpPr>
            <p:spPr>
              <a:xfrm>
                <a:off x="3373825" y="4298925"/>
                <a:ext cx="133475" cy="311525"/>
              </a:xfrm>
              <a:custGeom>
                <a:avLst/>
                <a:gdLst/>
                <a:ahLst/>
                <a:cxnLst/>
                <a:rect l="l" t="t" r="r" b="b"/>
                <a:pathLst>
                  <a:path w="5339" h="12461" extrusionOk="0">
                    <a:moveTo>
                      <a:pt x="3589" y="0"/>
                    </a:moveTo>
                    <a:lnTo>
                      <a:pt x="1443" y="199"/>
                    </a:lnTo>
                    <a:lnTo>
                      <a:pt x="1" y="12460"/>
                    </a:lnTo>
                    <a:lnTo>
                      <a:pt x="3986" y="12460"/>
                    </a:lnTo>
                    <a:lnTo>
                      <a:pt x="5338" y="920"/>
                    </a:lnTo>
                    <a:cubicBezTo>
                      <a:pt x="4725" y="668"/>
                      <a:pt x="4130" y="361"/>
                      <a:pt x="358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6" name="Google Shape;3716;p78"/>
              <p:cNvSpPr/>
              <p:nvPr/>
            </p:nvSpPr>
            <p:spPr>
              <a:xfrm>
                <a:off x="3640250" y="4459850"/>
                <a:ext cx="55025" cy="150600"/>
              </a:xfrm>
              <a:custGeom>
                <a:avLst/>
                <a:gdLst/>
                <a:ahLst/>
                <a:cxnLst/>
                <a:rect l="l" t="t" r="r" b="b"/>
                <a:pathLst>
                  <a:path w="2201" h="6024" extrusionOk="0">
                    <a:moveTo>
                      <a:pt x="632" y="1"/>
                    </a:moveTo>
                    <a:lnTo>
                      <a:pt x="0" y="6023"/>
                    </a:lnTo>
                    <a:lnTo>
                      <a:pt x="1930" y="6023"/>
                    </a:lnTo>
                    <a:lnTo>
                      <a:pt x="220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7" name="Google Shape;3717;p78"/>
              <p:cNvSpPr/>
              <p:nvPr/>
            </p:nvSpPr>
            <p:spPr>
              <a:xfrm>
                <a:off x="3373825" y="3634000"/>
                <a:ext cx="339925" cy="303975"/>
              </a:xfrm>
              <a:custGeom>
                <a:avLst/>
                <a:gdLst/>
                <a:ahLst/>
                <a:cxnLst/>
                <a:rect l="l" t="t" r="r" b="b"/>
                <a:pathLst>
                  <a:path w="13597" h="12159" extrusionOk="0">
                    <a:moveTo>
                      <a:pt x="6330" y="0"/>
                    </a:moveTo>
                    <a:lnTo>
                      <a:pt x="3102" y="595"/>
                    </a:lnTo>
                    <a:lnTo>
                      <a:pt x="3841" y="4688"/>
                    </a:lnTo>
                    <a:lnTo>
                      <a:pt x="1" y="5392"/>
                    </a:lnTo>
                    <a:cubicBezTo>
                      <a:pt x="1" y="5392"/>
                      <a:pt x="947" y="12159"/>
                      <a:pt x="6317" y="12159"/>
                    </a:cubicBezTo>
                    <a:cubicBezTo>
                      <a:pt x="6641" y="12159"/>
                      <a:pt x="6982" y="12134"/>
                      <a:pt x="7340" y="12082"/>
                    </a:cubicBezTo>
                    <a:cubicBezTo>
                      <a:pt x="13597" y="11162"/>
                      <a:pt x="11415" y="3535"/>
                      <a:pt x="11415" y="3534"/>
                    </a:cubicBezTo>
                    <a:lnTo>
                      <a:pt x="11415" y="3534"/>
                    </a:lnTo>
                    <a:lnTo>
                      <a:pt x="6726" y="3949"/>
                    </a:lnTo>
                    <a:lnTo>
                      <a:pt x="6330" y="0"/>
                    </a:lnTo>
                    <a:close/>
                  </a:path>
                </a:pathLst>
              </a:custGeom>
              <a:solidFill>
                <a:srgbClr val="E297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8" name="Google Shape;3718;p78"/>
              <p:cNvSpPr/>
              <p:nvPr/>
            </p:nvSpPr>
            <p:spPr>
              <a:xfrm>
                <a:off x="2979550" y="2946325"/>
                <a:ext cx="877025" cy="723075"/>
              </a:xfrm>
              <a:custGeom>
                <a:avLst/>
                <a:gdLst/>
                <a:ahLst/>
                <a:cxnLst/>
                <a:rect l="l" t="t" r="r" b="b"/>
                <a:pathLst>
                  <a:path w="35081" h="28923" extrusionOk="0">
                    <a:moveTo>
                      <a:pt x="17734" y="1"/>
                    </a:moveTo>
                    <a:cubicBezTo>
                      <a:pt x="16866" y="1"/>
                      <a:pt x="15986" y="80"/>
                      <a:pt x="15104" y="243"/>
                    </a:cubicBezTo>
                    <a:cubicBezTo>
                      <a:pt x="7675" y="1595"/>
                      <a:pt x="2536" y="8429"/>
                      <a:pt x="3329" y="15949"/>
                    </a:cubicBezTo>
                    <a:cubicBezTo>
                      <a:pt x="3240" y="15940"/>
                      <a:pt x="3151" y="15936"/>
                      <a:pt x="3063" y="15936"/>
                    </a:cubicBezTo>
                    <a:cubicBezTo>
                      <a:pt x="1302" y="15936"/>
                      <a:pt x="0" y="17622"/>
                      <a:pt x="498" y="19357"/>
                    </a:cubicBezTo>
                    <a:cubicBezTo>
                      <a:pt x="839" y="20572"/>
                      <a:pt x="1941" y="21304"/>
                      <a:pt x="3088" y="21304"/>
                    </a:cubicBezTo>
                    <a:cubicBezTo>
                      <a:pt x="3642" y="21304"/>
                      <a:pt x="4206" y="21133"/>
                      <a:pt x="4700" y="20763"/>
                    </a:cubicBezTo>
                    <a:cubicBezTo>
                      <a:pt x="7149" y="25819"/>
                      <a:pt x="12241" y="28923"/>
                      <a:pt x="17722" y="28923"/>
                    </a:cubicBezTo>
                    <a:cubicBezTo>
                      <a:pt x="18497" y="28923"/>
                      <a:pt x="19279" y="28861"/>
                      <a:pt x="20063" y="28733"/>
                    </a:cubicBezTo>
                    <a:cubicBezTo>
                      <a:pt x="26374" y="27687"/>
                      <a:pt x="31261" y="22602"/>
                      <a:pt x="32054" y="16255"/>
                    </a:cubicBezTo>
                    <a:cubicBezTo>
                      <a:pt x="32106" y="16258"/>
                      <a:pt x="32158" y="16259"/>
                      <a:pt x="32209" y="16259"/>
                    </a:cubicBezTo>
                    <a:cubicBezTo>
                      <a:pt x="33798" y="16259"/>
                      <a:pt x="35080" y="14923"/>
                      <a:pt x="34976" y="13316"/>
                    </a:cubicBezTo>
                    <a:cubicBezTo>
                      <a:pt x="34895" y="11825"/>
                      <a:pt x="33648" y="10712"/>
                      <a:pt x="32205" y="10712"/>
                    </a:cubicBezTo>
                    <a:cubicBezTo>
                      <a:pt x="32042" y="10712"/>
                      <a:pt x="31878" y="10726"/>
                      <a:pt x="31712" y="10755"/>
                    </a:cubicBezTo>
                    <a:lnTo>
                      <a:pt x="31676" y="10755"/>
                    </a:lnTo>
                    <a:cubicBezTo>
                      <a:pt x="29976" y="4321"/>
                      <a:pt x="24161" y="1"/>
                      <a:pt x="17734" y="1"/>
                    </a:cubicBezTo>
                    <a:close/>
                  </a:path>
                </a:pathLst>
              </a:custGeom>
              <a:solidFill>
                <a:srgbClr val="F2A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9" name="Google Shape;3719;p78"/>
              <p:cNvSpPr/>
              <p:nvPr/>
            </p:nvSpPr>
            <p:spPr>
              <a:xfrm>
                <a:off x="3075400" y="2905950"/>
                <a:ext cx="96050" cy="114075"/>
              </a:xfrm>
              <a:custGeom>
                <a:avLst/>
                <a:gdLst/>
                <a:ahLst/>
                <a:cxnLst/>
                <a:rect l="l" t="t" r="r" b="b"/>
                <a:pathLst>
                  <a:path w="3842" h="4563" extrusionOk="0">
                    <a:moveTo>
                      <a:pt x="2020" y="0"/>
                    </a:moveTo>
                    <a:lnTo>
                      <a:pt x="1695" y="451"/>
                    </a:lnTo>
                    <a:cubicBezTo>
                      <a:pt x="2453" y="974"/>
                      <a:pt x="2940" y="1786"/>
                      <a:pt x="3084" y="2705"/>
                    </a:cubicBezTo>
                    <a:cubicBezTo>
                      <a:pt x="1930" y="1586"/>
                      <a:pt x="199" y="1569"/>
                      <a:pt x="13" y="1569"/>
                    </a:cubicBezTo>
                    <a:cubicBezTo>
                      <a:pt x="7" y="1569"/>
                      <a:pt x="3" y="1569"/>
                      <a:pt x="0" y="1569"/>
                    </a:cubicBezTo>
                    <a:lnTo>
                      <a:pt x="0" y="2110"/>
                    </a:lnTo>
                    <a:cubicBezTo>
                      <a:pt x="1" y="2110"/>
                      <a:pt x="2" y="2110"/>
                      <a:pt x="5" y="2110"/>
                    </a:cubicBezTo>
                    <a:cubicBezTo>
                      <a:pt x="116" y="2110"/>
                      <a:pt x="2327" y="2127"/>
                      <a:pt x="3174" y="3733"/>
                    </a:cubicBezTo>
                    <a:lnTo>
                      <a:pt x="3625" y="4563"/>
                    </a:lnTo>
                    <a:lnTo>
                      <a:pt x="3697" y="3607"/>
                    </a:lnTo>
                    <a:cubicBezTo>
                      <a:pt x="3697" y="3517"/>
                      <a:pt x="3841" y="1263"/>
                      <a:pt x="202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0" name="Google Shape;3720;p78"/>
              <p:cNvSpPr/>
              <p:nvPr/>
            </p:nvSpPr>
            <p:spPr>
              <a:xfrm>
                <a:off x="2982525" y="2818675"/>
                <a:ext cx="838525" cy="601900"/>
              </a:xfrm>
              <a:custGeom>
                <a:avLst/>
                <a:gdLst/>
                <a:ahLst/>
                <a:cxnLst/>
                <a:rect l="l" t="t" r="r" b="b"/>
                <a:pathLst>
                  <a:path w="33541" h="24076" extrusionOk="0">
                    <a:moveTo>
                      <a:pt x="19957" y="1"/>
                    </a:moveTo>
                    <a:cubicBezTo>
                      <a:pt x="15751" y="1"/>
                      <a:pt x="10840" y="1410"/>
                      <a:pt x="6925" y="6557"/>
                    </a:cubicBezTo>
                    <a:cubicBezTo>
                      <a:pt x="6925" y="6557"/>
                      <a:pt x="6893" y="6555"/>
                      <a:pt x="6833" y="6555"/>
                    </a:cubicBezTo>
                    <a:cubicBezTo>
                      <a:pt x="6172" y="6555"/>
                      <a:pt x="2115" y="6783"/>
                      <a:pt x="758" y="12291"/>
                    </a:cubicBezTo>
                    <a:cubicBezTo>
                      <a:pt x="1" y="15338"/>
                      <a:pt x="416" y="18566"/>
                      <a:pt x="1912" y="21307"/>
                    </a:cubicBezTo>
                    <a:cubicBezTo>
                      <a:pt x="1912" y="21307"/>
                      <a:pt x="2088" y="21261"/>
                      <a:pt x="2350" y="21261"/>
                    </a:cubicBezTo>
                    <a:cubicBezTo>
                      <a:pt x="3042" y="21261"/>
                      <a:pt x="4330" y="21584"/>
                      <a:pt x="4527" y="23940"/>
                    </a:cubicBezTo>
                    <a:cubicBezTo>
                      <a:pt x="4745" y="24038"/>
                      <a:pt x="4936" y="24076"/>
                      <a:pt x="5100" y="24076"/>
                    </a:cubicBezTo>
                    <a:cubicBezTo>
                      <a:pt x="5627" y="24076"/>
                      <a:pt x="5879" y="23687"/>
                      <a:pt x="5879" y="23687"/>
                    </a:cubicBezTo>
                    <a:lnTo>
                      <a:pt x="5284" y="20460"/>
                    </a:lnTo>
                    <a:lnTo>
                      <a:pt x="5284" y="20460"/>
                    </a:lnTo>
                    <a:cubicBezTo>
                      <a:pt x="5284" y="20460"/>
                      <a:pt x="5291" y="20460"/>
                      <a:pt x="5304" y="20460"/>
                    </a:cubicBezTo>
                    <a:cubicBezTo>
                      <a:pt x="5526" y="20460"/>
                      <a:pt x="7547" y="20315"/>
                      <a:pt x="8314" y="15104"/>
                    </a:cubicBezTo>
                    <a:cubicBezTo>
                      <a:pt x="10997" y="18776"/>
                      <a:pt x="14808" y="19174"/>
                      <a:pt x="16335" y="19174"/>
                    </a:cubicBezTo>
                    <a:cubicBezTo>
                      <a:pt x="16757" y="19174"/>
                      <a:pt x="17005" y="19143"/>
                      <a:pt x="17005" y="19143"/>
                    </a:cubicBezTo>
                    <a:cubicBezTo>
                      <a:pt x="17005" y="19143"/>
                      <a:pt x="12226" y="17250"/>
                      <a:pt x="10586" y="15375"/>
                    </a:cubicBezTo>
                    <a:cubicBezTo>
                      <a:pt x="10584" y="15373"/>
                      <a:pt x="10583" y="15372"/>
                      <a:pt x="10583" y="15372"/>
                    </a:cubicBezTo>
                    <a:lnTo>
                      <a:pt x="10583" y="15372"/>
                    </a:lnTo>
                    <a:cubicBezTo>
                      <a:pt x="10623" y="15372"/>
                      <a:pt x="16062" y="18978"/>
                      <a:pt x="20655" y="18978"/>
                    </a:cubicBezTo>
                    <a:cubicBezTo>
                      <a:pt x="21057" y="18978"/>
                      <a:pt x="21453" y="18951"/>
                      <a:pt x="21838" y="18891"/>
                    </a:cubicBezTo>
                    <a:cubicBezTo>
                      <a:pt x="21838" y="18891"/>
                      <a:pt x="21026" y="15302"/>
                      <a:pt x="19061" y="13680"/>
                    </a:cubicBezTo>
                    <a:lnTo>
                      <a:pt x="19061" y="13680"/>
                    </a:lnTo>
                    <a:cubicBezTo>
                      <a:pt x="19061" y="13680"/>
                      <a:pt x="22663" y="15599"/>
                      <a:pt x="26824" y="15599"/>
                    </a:cubicBezTo>
                    <a:cubicBezTo>
                      <a:pt x="27537" y="15599"/>
                      <a:pt x="28266" y="15542"/>
                      <a:pt x="28996" y="15411"/>
                    </a:cubicBezTo>
                    <a:lnTo>
                      <a:pt x="29213" y="19287"/>
                    </a:lnTo>
                    <a:cubicBezTo>
                      <a:pt x="29213" y="19287"/>
                      <a:pt x="29412" y="19430"/>
                      <a:pt x="29717" y="19430"/>
                    </a:cubicBezTo>
                    <a:cubicBezTo>
                      <a:pt x="29956" y="19430"/>
                      <a:pt x="30259" y="19343"/>
                      <a:pt x="30583" y="19035"/>
                    </a:cubicBezTo>
                    <a:cubicBezTo>
                      <a:pt x="29718" y="16006"/>
                      <a:pt x="32296" y="15843"/>
                      <a:pt x="32296" y="15843"/>
                    </a:cubicBezTo>
                    <a:cubicBezTo>
                      <a:pt x="32314" y="15302"/>
                      <a:pt x="32296" y="14761"/>
                      <a:pt x="32224" y="14239"/>
                    </a:cubicBezTo>
                    <a:cubicBezTo>
                      <a:pt x="32693" y="13968"/>
                      <a:pt x="33126" y="13680"/>
                      <a:pt x="33540" y="13337"/>
                    </a:cubicBezTo>
                    <a:cubicBezTo>
                      <a:pt x="33540" y="13337"/>
                      <a:pt x="32044" y="7873"/>
                      <a:pt x="26093" y="4808"/>
                    </a:cubicBezTo>
                    <a:lnTo>
                      <a:pt x="26093" y="4808"/>
                    </a:lnTo>
                    <a:cubicBezTo>
                      <a:pt x="26094" y="4808"/>
                      <a:pt x="31557" y="7260"/>
                      <a:pt x="33540" y="8558"/>
                    </a:cubicBezTo>
                    <a:cubicBezTo>
                      <a:pt x="33540" y="8558"/>
                      <a:pt x="30489" y="2155"/>
                      <a:pt x="22697" y="2155"/>
                    </a:cubicBezTo>
                    <a:cubicBezTo>
                      <a:pt x="22369" y="2155"/>
                      <a:pt x="22032" y="2166"/>
                      <a:pt x="21686" y="2190"/>
                    </a:cubicBezTo>
                    <a:lnTo>
                      <a:pt x="21686" y="2190"/>
                    </a:lnTo>
                    <a:cubicBezTo>
                      <a:pt x="22656" y="2109"/>
                      <a:pt x="24592" y="1973"/>
                      <a:pt x="26569" y="1973"/>
                    </a:cubicBezTo>
                    <a:cubicBezTo>
                      <a:pt x="27432" y="1973"/>
                      <a:pt x="28303" y="1999"/>
                      <a:pt x="29104" y="2067"/>
                    </a:cubicBezTo>
                    <a:cubicBezTo>
                      <a:pt x="29104" y="2067"/>
                      <a:pt x="25048" y="1"/>
                      <a:pt x="1995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1" name="Google Shape;3721;p78"/>
              <p:cNvSpPr/>
              <p:nvPr/>
            </p:nvSpPr>
            <p:spPr>
              <a:xfrm>
                <a:off x="2982525" y="2818550"/>
                <a:ext cx="565325" cy="602100"/>
              </a:xfrm>
              <a:custGeom>
                <a:avLst/>
                <a:gdLst/>
                <a:ahLst/>
                <a:cxnLst/>
                <a:rect l="l" t="t" r="r" b="b"/>
                <a:pathLst>
                  <a:path w="22613" h="24084" extrusionOk="0">
                    <a:moveTo>
                      <a:pt x="19960" y="0"/>
                    </a:moveTo>
                    <a:cubicBezTo>
                      <a:pt x="15754" y="0"/>
                      <a:pt x="10843" y="1403"/>
                      <a:pt x="6925" y="6562"/>
                    </a:cubicBezTo>
                    <a:cubicBezTo>
                      <a:pt x="6925" y="6562"/>
                      <a:pt x="6897" y="6560"/>
                      <a:pt x="6844" y="6560"/>
                    </a:cubicBezTo>
                    <a:cubicBezTo>
                      <a:pt x="6217" y="6560"/>
                      <a:pt x="2122" y="6775"/>
                      <a:pt x="758" y="12314"/>
                    </a:cubicBezTo>
                    <a:cubicBezTo>
                      <a:pt x="1" y="15343"/>
                      <a:pt x="397" y="18571"/>
                      <a:pt x="1894" y="21330"/>
                    </a:cubicBezTo>
                    <a:cubicBezTo>
                      <a:pt x="1894" y="21330"/>
                      <a:pt x="2079" y="21281"/>
                      <a:pt x="2352" y="21281"/>
                    </a:cubicBezTo>
                    <a:cubicBezTo>
                      <a:pt x="3052" y="21281"/>
                      <a:pt x="4327" y="21608"/>
                      <a:pt x="4509" y="23945"/>
                    </a:cubicBezTo>
                    <a:cubicBezTo>
                      <a:pt x="4736" y="24045"/>
                      <a:pt x="4932" y="24083"/>
                      <a:pt x="5099" y="24083"/>
                    </a:cubicBezTo>
                    <a:cubicBezTo>
                      <a:pt x="5623" y="24083"/>
                      <a:pt x="5861" y="23710"/>
                      <a:pt x="5861" y="23710"/>
                    </a:cubicBezTo>
                    <a:lnTo>
                      <a:pt x="5284" y="20465"/>
                    </a:lnTo>
                    <a:lnTo>
                      <a:pt x="5284" y="20465"/>
                    </a:lnTo>
                    <a:cubicBezTo>
                      <a:pt x="5284" y="20465"/>
                      <a:pt x="5291" y="20465"/>
                      <a:pt x="5304" y="20465"/>
                    </a:cubicBezTo>
                    <a:cubicBezTo>
                      <a:pt x="5524" y="20465"/>
                      <a:pt x="7530" y="20320"/>
                      <a:pt x="8314" y="15109"/>
                    </a:cubicBezTo>
                    <a:cubicBezTo>
                      <a:pt x="9413" y="16642"/>
                      <a:pt x="10928" y="17814"/>
                      <a:pt x="12695" y="18481"/>
                    </a:cubicBezTo>
                    <a:cubicBezTo>
                      <a:pt x="12479" y="17904"/>
                      <a:pt x="12317" y="17309"/>
                      <a:pt x="12190" y="16696"/>
                    </a:cubicBezTo>
                    <a:cubicBezTo>
                      <a:pt x="11595" y="16317"/>
                      <a:pt x="11054" y="15884"/>
                      <a:pt x="10586" y="15380"/>
                    </a:cubicBezTo>
                    <a:cubicBezTo>
                      <a:pt x="10584" y="15378"/>
                      <a:pt x="10584" y="15377"/>
                      <a:pt x="10584" y="15377"/>
                    </a:cubicBezTo>
                    <a:lnTo>
                      <a:pt x="10584" y="15377"/>
                    </a:lnTo>
                    <a:cubicBezTo>
                      <a:pt x="10601" y="15377"/>
                      <a:pt x="11170" y="15746"/>
                      <a:pt x="12118" y="16263"/>
                    </a:cubicBezTo>
                    <a:cubicBezTo>
                      <a:pt x="10838" y="9140"/>
                      <a:pt x="15490" y="1783"/>
                      <a:pt x="22613" y="179"/>
                    </a:cubicBezTo>
                    <a:cubicBezTo>
                      <a:pt x="21775" y="68"/>
                      <a:pt x="20884" y="0"/>
                      <a:pt x="1996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2" name="Google Shape;3722;p78"/>
              <p:cNvSpPr/>
              <p:nvPr/>
            </p:nvSpPr>
            <p:spPr>
              <a:xfrm>
                <a:off x="3323325" y="3691250"/>
                <a:ext cx="343550" cy="262825"/>
              </a:xfrm>
              <a:custGeom>
                <a:avLst/>
                <a:gdLst/>
                <a:ahLst/>
                <a:cxnLst/>
                <a:rect l="l" t="t" r="r" b="b"/>
                <a:pathLst>
                  <a:path w="13742" h="10513" extrusionOk="0">
                    <a:moveTo>
                      <a:pt x="9828" y="0"/>
                    </a:moveTo>
                    <a:lnTo>
                      <a:pt x="7610" y="1407"/>
                    </a:lnTo>
                    <a:lnTo>
                      <a:pt x="2940" y="1605"/>
                    </a:lnTo>
                    <a:lnTo>
                      <a:pt x="1" y="3372"/>
                    </a:lnTo>
                    <a:lnTo>
                      <a:pt x="7935" y="10513"/>
                    </a:lnTo>
                    <a:lnTo>
                      <a:pt x="11181" y="9413"/>
                    </a:lnTo>
                    <a:lnTo>
                      <a:pt x="13741" y="1389"/>
                    </a:lnTo>
                    <a:lnTo>
                      <a:pt x="982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3" name="Google Shape;3723;p78"/>
              <p:cNvSpPr/>
              <p:nvPr/>
            </p:nvSpPr>
            <p:spPr>
              <a:xfrm>
                <a:off x="3283675" y="3707475"/>
                <a:ext cx="582000" cy="660725"/>
              </a:xfrm>
              <a:custGeom>
                <a:avLst/>
                <a:gdLst/>
                <a:ahLst/>
                <a:cxnLst/>
                <a:rect l="l" t="t" r="r" b="b"/>
                <a:pathLst>
                  <a:path w="23280" h="26429" extrusionOk="0">
                    <a:moveTo>
                      <a:pt x="12532" y="0"/>
                    </a:moveTo>
                    <a:cubicBezTo>
                      <a:pt x="12532" y="0"/>
                      <a:pt x="12172" y="3372"/>
                      <a:pt x="8439" y="4022"/>
                    </a:cubicBezTo>
                    <a:cubicBezTo>
                      <a:pt x="8198" y="4066"/>
                      <a:pt x="7969" y="4086"/>
                      <a:pt x="7751" y="4086"/>
                    </a:cubicBezTo>
                    <a:cubicBezTo>
                      <a:pt x="5031" y="4086"/>
                      <a:pt x="4057" y="902"/>
                      <a:pt x="4057" y="902"/>
                    </a:cubicBezTo>
                    <a:lnTo>
                      <a:pt x="0" y="3066"/>
                    </a:lnTo>
                    <a:lnTo>
                      <a:pt x="2579" y="14300"/>
                    </a:lnTo>
                    <a:lnTo>
                      <a:pt x="3462" y="19475"/>
                    </a:lnTo>
                    <a:cubicBezTo>
                      <a:pt x="3516" y="20773"/>
                      <a:pt x="3444" y="22054"/>
                      <a:pt x="3264" y="23334"/>
                    </a:cubicBezTo>
                    <a:cubicBezTo>
                      <a:pt x="2975" y="25047"/>
                      <a:pt x="3589" y="25750"/>
                      <a:pt x="6834" y="26147"/>
                    </a:cubicBezTo>
                    <a:cubicBezTo>
                      <a:pt x="7915" y="26286"/>
                      <a:pt x="9631" y="26429"/>
                      <a:pt x="11543" y="26429"/>
                    </a:cubicBezTo>
                    <a:cubicBezTo>
                      <a:pt x="15339" y="26429"/>
                      <a:pt x="19906" y="25865"/>
                      <a:pt x="21801" y="23586"/>
                    </a:cubicBezTo>
                    <a:cubicBezTo>
                      <a:pt x="21801" y="23586"/>
                      <a:pt x="23279" y="21981"/>
                      <a:pt x="22414" y="20557"/>
                    </a:cubicBezTo>
                    <a:cubicBezTo>
                      <a:pt x="21530" y="19150"/>
                      <a:pt x="18988" y="11577"/>
                      <a:pt x="18826" y="10657"/>
                    </a:cubicBezTo>
                    <a:cubicBezTo>
                      <a:pt x="18663" y="9756"/>
                      <a:pt x="17834" y="487"/>
                      <a:pt x="17834" y="487"/>
                    </a:cubicBezTo>
                    <a:lnTo>
                      <a:pt x="125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4" name="Google Shape;3724;p78"/>
              <p:cNvSpPr/>
              <p:nvPr/>
            </p:nvSpPr>
            <p:spPr>
              <a:xfrm>
                <a:off x="3386900" y="3673650"/>
                <a:ext cx="116775" cy="154650"/>
              </a:xfrm>
              <a:custGeom>
                <a:avLst/>
                <a:gdLst/>
                <a:ahLst/>
                <a:cxnLst/>
                <a:rect l="l" t="t" r="r" b="b"/>
                <a:pathLst>
                  <a:path w="4671" h="6186" extrusionOk="0">
                    <a:moveTo>
                      <a:pt x="2092" y="1"/>
                    </a:moveTo>
                    <a:lnTo>
                      <a:pt x="0" y="2363"/>
                    </a:lnTo>
                    <a:lnTo>
                      <a:pt x="1515" y="6186"/>
                    </a:lnTo>
                    <a:lnTo>
                      <a:pt x="4671" y="2201"/>
                    </a:lnTo>
                    <a:lnTo>
                      <a:pt x="2327" y="199"/>
                    </a:lnTo>
                    <a:lnTo>
                      <a:pt x="209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5" name="Google Shape;3725;p78"/>
              <p:cNvSpPr/>
              <p:nvPr/>
            </p:nvSpPr>
            <p:spPr>
              <a:xfrm>
                <a:off x="3503650" y="3661050"/>
                <a:ext cx="114975" cy="148325"/>
              </a:xfrm>
              <a:custGeom>
                <a:avLst/>
                <a:gdLst/>
                <a:ahLst/>
                <a:cxnLst/>
                <a:rect l="l" t="t" r="r" b="b"/>
                <a:pathLst>
                  <a:path w="4599" h="5933" extrusionOk="0">
                    <a:moveTo>
                      <a:pt x="2056" y="0"/>
                    </a:moveTo>
                    <a:lnTo>
                      <a:pt x="1894" y="271"/>
                    </a:lnTo>
                    <a:lnTo>
                      <a:pt x="1" y="2705"/>
                    </a:lnTo>
                    <a:lnTo>
                      <a:pt x="3932" y="5933"/>
                    </a:lnTo>
                    <a:lnTo>
                      <a:pt x="4599" y="1875"/>
                    </a:lnTo>
                    <a:lnTo>
                      <a:pt x="205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6" name="Google Shape;3726;p78"/>
              <p:cNvSpPr/>
              <p:nvPr/>
            </p:nvSpPr>
            <p:spPr>
              <a:xfrm>
                <a:off x="3729500" y="3719200"/>
                <a:ext cx="375550" cy="503450"/>
              </a:xfrm>
              <a:custGeom>
                <a:avLst/>
                <a:gdLst/>
                <a:ahLst/>
                <a:cxnLst/>
                <a:rect l="l" t="t" r="r" b="b"/>
                <a:pathLst>
                  <a:path w="15022" h="20138" extrusionOk="0">
                    <a:moveTo>
                      <a:pt x="30" y="0"/>
                    </a:moveTo>
                    <a:cubicBezTo>
                      <a:pt x="23" y="0"/>
                      <a:pt x="19" y="0"/>
                      <a:pt x="19" y="0"/>
                    </a:cubicBezTo>
                    <a:lnTo>
                      <a:pt x="1" y="9395"/>
                    </a:lnTo>
                    <a:cubicBezTo>
                      <a:pt x="2530" y="15157"/>
                      <a:pt x="4959" y="20138"/>
                      <a:pt x="7831" y="20138"/>
                    </a:cubicBezTo>
                    <a:cubicBezTo>
                      <a:pt x="8195" y="20138"/>
                      <a:pt x="8566" y="20058"/>
                      <a:pt x="8945" y="19890"/>
                    </a:cubicBezTo>
                    <a:cubicBezTo>
                      <a:pt x="10838" y="19060"/>
                      <a:pt x="15021" y="2669"/>
                      <a:pt x="13164" y="1767"/>
                    </a:cubicBezTo>
                    <a:cubicBezTo>
                      <a:pt x="11173" y="784"/>
                      <a:pt x="9752" y="538"/>
                      <a:pt x="9049" y="538"/>
                    </a:cubicBezTo>
                    <a:cubicBezTo>
                      <a:pt x="8720" y="538"/>
                      <a:pt x="8548" y="592"/>
                      <a:pt x="8548" y="649"/>
                    </a:cubicBezTo>
                    <a:cubicBezTo>
                      <a:pt x="8548" y="812"/>
                      <a:pt x="7214" y="10819"/>
                      <a:pt x="7214" y="10819"/>
                    </a:cubicBezTo>
                    <a:cubicBezTo>
                      <a:pt x="7214" y="10819"/>
                      <a:pt x="7117" y="11459"/>
                      <a:pt x="6839" y="11459"/>
                    </a:cubicBezTo>
                    <a:cubicBezTo>
                      <a:pt x="6515" y="11459"/>
                      <a:pt x="5946" y="10594"/>
                      <a:pt x="4996" y="6852"/>
                    </a:cubicBezTo>
                    <a:cubicBezTo>
                      <a:pt x="3290" y="118"/>
                      <a:pt x="241" y="0"/>
                      <a:pt x="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7" name="Google Shape;3727;p78"/>
              <p:cNvSpPr/>
              <p:nvPr/>
            </p:nvSpPr>
            <p:spPr>
              <a:xfrm>
                <a:off x="2872525" y="3600625"/>
                <a:ext cx="525225" cy="342750"/>
              </a:xfrm>
              <a:custGeom>
                <a:avLst/>
                <a:gdLst/>
                <a:ahLst/>
                <a:cxnLst/>
                <a:rect l="l" t="t" r="r" b="b"/>
                <a:pathLst>
                  <a:path w="21009" h="13710" extrusionOk="0">
                    <a:moveTo>
                      <a:pt x="5627" y="1"/>
                    </a:moveTo>
                    <a:lnTo>
                      <a:pt x="271" y="1245"/>
                    </a:lnTo>
                    <a:cubicBezTo>
                      <a:pt x="19" y="3319"/>
                      <a:pt x="1" y="8205"/>
                      <a:pt x="6186" y="12497"/>
                    </a:cubicBezTo>
                    <a:cubicBezTo>
                      <a:pt x="7455" y="13378"/>
                      <a:pt x="9039" y="13709"/>
                      <a:pt x="10694" y="13709"/>
                    </a:cubicBezTo>
                    <a:cubicBezTo>
                      <a:pt x="15509" y="13709"/>
                      <a:pt x="20927" y="10908"/>
                      <a:pt x="20954" y="10694"/>
                    </a:cubicBezTo>
                    <a:cubicBezTo>
                      <a:pt x="21008" y="10405"/>
                      <a:pt x="19584" y="5663"/>
                      <a:pt x="19584" y="5663"/>
                    </a:cubicBezTo>
                    <a:cubicBezTo>
                      <a:pt x="19584" y="5663"/>
                      <a:pt x="18917" y="5969"/>
                      <a:pt x="13579" y="8223"/>
                    </a:cubicBezTo>
                    <a:cubicBezTo>
                      <a:pt x="12822" y="8545"/>
                      <a:pt x="12134" y="8687"/>
                      <a:pt x="11509" y="8687"/>
                    </a:cubicBezTo>
                    <a:cubicBezTo>
                      <a:pt x="6633" y="8687"/>
                      <a:pt x="5627" y="1"/>
                      <a:pt x="56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8" name="Google Shape;3728;p78"/>
              <p:cNvSpPr/>
              <p:nvPr/>
            </p:nvSpPr>
            <p:spPr>
              <a:xfrm>
                <a:off x="2951425" y="3845875"/>
                <a:ext cx="914125" cy="522300"/>
              </a:xfrm>
              <a:custGeom>
                <a:avLst/>
                <a:gdLst/>
                <a:ahLst/>
                <a:cxnLst/>
                <a:rect l="l" t="t" r="r" b="b"/>
                <a:pathLst>
                  <a:path w="36565" h="20892" extrusionOk="0">
                    <a:moveTo>
                      <a:pt x="1" y="0"/>
                    </a:moveTo>
                    <a:lnTo>
                      <a:pt x="1" y="0"/>
                    </a:lnTo>
                    <a:cubicBezTo>
                      <a:pt x="902" y="1010"/>
                      <a:pt x="1912" y="1912"/>
                      <a:pt x="3030" y="2687"/>
                    </a:cubicBezTo>
                    <a:cubicBezTo>
                      <a:pt x="4302" y="3567"/>
                      <a:pt x="5894" y="3898"/>
                      <a:pt x="7559" y="3898"/>
                    </a:cubicBezTo>
                    <a:cubicBezTo>
                      <a:pt x="9954" y="3898"/>
                      <a:pt x="12497" y="3212"/>
                      <a:pt x="14444" y="2489"/>
                    </a:cubicBezTo>
                    <a:lnTo>
                      <a:pt x="15887" y="8764"/>
                    </a:lnTo>
                    <a:lnTo>
                      <a:pt x="16752" y="13939"/>
                    </a:lnTo>
                    <a:cubicBezTo>
                      <a:pt x="16806" y="15237"/>
                      <a:pt x="16734" y="16518"/>
                      <a:pt x="16554" y="17798"/>
                    </a:cubicBezTo>
                    <a:cubicBezTo>
                      <a:pt x="16265" y="19511"/>
                      <a:pt x="16879" y="20214"/>
                      <a:pt x="20124" y="20611"/>
                    </a:cubicBezTo>
                    <a:cubicBezTo>
                      <a:pt x="21209" y="20749"/>
                      <a:pt x="22921" y="20892"/>
                      <a:pt x="24828" y="20892"/>
                    </a:cubicBezTo>
                    <a:cubicBezTo>
                      <a:pt x="28628" y="20892"/>
                      <a:pt x="33200" y="20326"/>
                      <a:pt x="35109" y="18032"/>
                    </a:cubicBezTo>
                    <a:lnTo>
                      <a:pt x="35109" y="18032"/>
                    </a:lnTo>
                    <a:cubicBezTo>
                      <a:pt x="35109" y="18032"/>
                      <a:pt x="35109" y="18032"/>
                      <a:pt x="35109" y="18032"/>
                    </a:cubicBezTo>
                    <a:cubicBezTo>
                      <a:pt x="35107" y="18032"/>
                      <a:pt x="36565" y="16437"/>
                      <a:pt x="35704" y="15021"/>
                    </a:cubicBezTo>
                    <a:cubicBezTo>
                      <a:pt x="35361" y="14408"/>
                      <a:pt x="35073" y="13759"/>
                      <a:pt x="34838" y="13091"/>
                    </a:cubicBezTo>
                    <a:cubicBezTo>
                      <a:pt x="34309" y="13165"/>
                      <a:pt x="33707" y="13212"/>
                      <a:pt x="33052" y="13212"/>
                    </a:cubicBezTo>
                    <a:cubicBezTo>
                      <a:pt x="28890" y="13212"/>
                      <a:pt x="22570" y="11319"/>
                      <a:pt x="18862" y="2344"/>
                    </a:cubicBezTo>
                    <a:cubicBezTo>
                      <a:pt x="18752" y="2138"/>
                      <a:pt x="17241" y="91"/>
                      <a:pt x="13777" y="91"/>
                    </a:cubicBezTo>
                    <a:cubicBezTo>
                      <a:pt x="12694" y="91"/>
                      <a:pt x="11419" y="292"/>
                      <a:pt x="9936" y="812"/>
                    </a:cubicBezTo>
                    <a:cubicBezTo>
                      <a:pt x="8958" y="1162"/>
                      <a:pt x="7790" y="1301"/>
                      <a:pt x="6595" y="1301"/>
                    </a:cubicBezTo>
                    <a:cubicBezTo>
                      <a:pt x="3913" y="1301"/>
                      <a:pt x="1098" y="599"/>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9" name="Google Shape;3729;p78"/>
              <p:cNvSpPr/>
              <p:nvPr/>
            </p:nvSpPr>
            <p:spPr>
              <a:xfrm>
                <a:off x="3909825" y="3631725"/>
                <a:ext cx="245725" cy="181975"/>
              </a:xfrm>
              <a:custGeom>
                <a:avLst/>
                <a:gdLst/>
                <a:ahLst/>
                <a:cxnLst/>
                <a:rect l="l" t="t" r="r" b="b"/>
                <a:pathLst>
                  <a:path w="9829" h="7279" extrusionOk="0">
                    <a:moveTo>
                      <a:pt x="3571" y="1"/>
                    </a:moveTo>
                    <a:lnTo>
                      <a:pt x="3120" y="37"/>
                    </a:lnTo>
                    <a:cubicBezTo>
                      <a:pt x="3120" y="37"/>
                      <a:pt x="1" y="975"/>
                      <a:pt x="1281" y="3247"/>
                    </a:cubicBezTo>
                    <a:cubicBezTo>
                      <a:pt x="2247" y="4938"/>
                      <a:pt x="3723" y="7279"/>
                      <a:pt x="5449" y="7279"/>
                    </a:cubicBezTo>
                    <a:cubicBezTo>
                      <a:pt x="6041" y="7279"/>
                      <a:pt x="6663" y="7003"/>
                      <a:pt x="7304" y="6330"/>
                    </a:cubicBezTo>
                    <a:cubicBezTo>
                      <a:pt x="9828" y="3698"/>
                      <a:pt x="8782" y="3229"/>
                      <a:pt x="8782" y="3229"/>
                    </a:cubicBezTo>
                    <a:lnTo>
                      <a:pt x="3571" y="1"/>
                    </a:lnTo>
                    <a:close/>
                  </a:path>
                </a:pathLst>
              </a:custGeom>
              <a:solidFill>
                <a:srgbClr val="F2AF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0" name="Google Shape;3730;p78"/>
              <p:cNvSpPr/>
              <p:nvPr/>
            </p:nvSpPr>
            <p:spPr>
              <a:xfrm>
                <a:off x="3099750" y="5268050"/>
                <a:ext cx="279050" cy="135350"/>
              </a:xfrm>
              <a:custGeom>
                <a:avLst/>
                <a:gdLst/>
                <a:ahLst/>
                <a:cxnLst/>
                <a:rect l="l" t="t" r="r" b="b"/>
                <a:pathLst>
                  <a:path w="11162" h="5414" extrusionOk="0">
                    <a:moveTo>
                      <a:pt x="3566" y="1"/>
                    </a:moveTo>
                    <a:cubicBezTo>
                      <a:pt x="1889" y="1"/>
                      <a:pt x="295" y="674"/>
                      <a:pt x="0" y="3412"/>
                    </a:cubicBezTo>
                    <a:lnTo>
                      <a:pt x="10657" y="5414"/>
                    </a:lnTo>
                    <a:lnTo>
                      <a:pt x="11162" y="2709"/>
                    </a:lnTo>
                    <a:lnTo>
                      <a:pt x="6798" y="1880"/>
                    </a:lnTo>
                    <a:lnTo>
                      <a:pt x="6960" y="185"/>
                    </a:lnTo>
                    <a:lnTo>
                      <a:pt x="3769" y="4"/>
                    </a:lnTo>
                    <a:cubicBezTo>
                      <a:pt x="3701" y="2"/>
                      <a:pt x="3633" y="1"/>
                      <a:pt x="356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1" name="Google Shape;3731;p78"/>
              <p:cNvSpPr/>
              <p:nvPr/>
            </p:nvSpPr>
            <p:spPr>
              <a:xfrm>
                <a:off x="4398950" y="3436875"/>
                <a:ext cx="329550" cy="1962025"/>
              </a:xfrm>
              <a:custGeom>
                <a:avLst/>
                <a:gdLst/>
                <a:ahLst/>
                <a:cxnLst/>
                <a:rect l="l" t="t" r="r" b="b"/>
                <a:pathLst>
                  <a:path w="13182" h="78481" extrusionOk="0">
                    <a:moveTo>
                      <a:pt x="10342" y="1"/>
                    </a:moveTo>
                    <a:cubicBezTo>
                      <a:pt x="8922" y="1"/>
                      <a:pt x="7502" y="916"/>
                      <a:pt x="7502" y="2746"/>
                    </a:cubicBezTo>
                    <a:lnTo>
                      <a:pt x="7502" y="72818"/>
                    </a:lnTo>
                    <a:lnTo>
                      <a:pt x="3661" y="72818"/>
                    </a:lnTo>
                    <a:cubicBezTo>
                      <a:pt x="0" y="72818"/>
                      <a:pt x="0" y="78480"/>
                      <a:pt x="3661" y="78480"/>
                    </a:cubicBezTo>
                    <a:lnTo>
                      <a:pt x="10351" y="78480"/>
                    </a:lnTo>
                    <a:cubicBezTo>
                      <a:pt x="11901" y="78480"/>
                      <a:pt x="13164" y="77218"/>
                      <a:pt x="13182" y="75649"/>
                    </a:cubicBezTo>
                    <a:lnTo>
                      <a:pt x="13182" y="2746"/>
                    </a:lnTo>
                    <a:cubicBezTo>
                      <a:pt x="13182" y="916"/>
                      <a:pt x="11762" y="1"/>
                      <a:pt x="10342" y="1"/>
                    </a:cubicBezTo>
                    <a:close/>
                  </a:path>
                </a:pathLst>
              </a:custGeom>
              <a:solidFill>
                <a:srgbClr val="FFC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2" name="Google Shape;3732;p78"/>
              <p:cNvSpPr/>
              <p:nvPr/>
            </p:nvSpPr>
            <p:spPr>
              <a:xfrm>
                <a:off x="4741150" y="3373175"/>
                <a:ext cx="799100" cy="2025450"/>
              </a:xfrm>
              <a:custGeom>
                <a:avLst/>
                <a:gdLst/>
                <a:ahLst/>
                <a:cxnLst/>
                <a:rect l="l" t="t" r="r" b="b"/>
                <a:pathLst>
                  <a:path w="31964" h="81018" extrusionOk="0">
                    <a:moveTo>
                      <a:pt x="3458" y="1"/>
                    </a:moveTo>
                    <a:cubicBezTo>
                      <a:pt x="1776" y="1"/>
                      <a:pt x="1" y="1398"/>
                      <a:pt x="522" y="3545"/>
                    </a:cubicBezTo>
                    <a:lnTo>
                      <a:pt x="18680" y="78955"/>
                    </a:lnTo>
                    <a:cubicBezTo>
                      <a:pt x="18984" y="80250"/>
                      <a:pt x="20216" y="81017"/>
                      <a:pt x="21472" y="81017"/>
                    </a:cubicBezTo>
                    <a:cubicBezTo>
                      <a:pt x="21702" y="81017"/>
                      <a:pt x="21934" y="80991"/>
                      <a:pt x="22160" y="80938"/>
                    </a:cubicBezTo>
                    <a:lnTo>
                      <a:pt x="28669" y="79370"/>
                    </a:lnTo>
                    <a:cubicBezTo>
                      <a:pt x="31963" y="78584"/>
                      <a:pt x="30916" y="73813"/>
                      <a:pt x="27900" y="73813"/>
                    </a:cubicBezTo>
                    <a:cubicBezTo>
                      <a:pt x="27663" y="73813"/>
                      <a:pt x="27415" y="73843"/>
                      <a:pt x="27155" y="73906"/>
                    </a:cubicBezTo>
                    <a:lnTo>
                      <a:pt x="23494" y="74771"/>
                    </a:lnTo>
                    <a:lnTo>
                      <a:pt x="5985" y="2030"/>
                    </a:lnTo>
                    <a:cubicBezTo>
                      <a:pt x="5647" y="614"/>
                      <a:pt x="4573" y="1"/>
                      <a:pt x="3458" y="1"/>
                    </a:cubicBezTo>
                    <a:close/>
                  </a:path>
                </a:pathLst>
              </a:custGeom>
              <a:solidFill>
                <a:srgbClr val="FFC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3" name="Google Shape;3733;p78"/>
              <p:cNvSpPr/>
              <p:nvPr/>
            </p:nvSpPr>
            <p:spPr>
              <a:xfrm>
                <a:off x="4398950" y="3436950"/>
                <a:ext cx="310625" cy="1961950"/>
              </a:xfrm>
              <a:custGeom>
                <a:avLst/>
                <a:gdLst/>
                <a:ahLst/>
                <a:cxnLst/>
                <a:rect l="l" t="t" r="r" b="b"/>
                <a:pathLst>
                  <a:path w="12425" h="78478" extrusionOk="0">
                    <a:moveTo>
                      <a:pt x="10337" y="1"/>
                    </a:moveTo>
                    <a:cubicBezTo>
                      <a:pt x="8920" y="1"/>
                      <a:pt x="7502" y="912"/>
                      <a:pt x="7502" y="2743"/>
                    </a:cubicBezTo>
                    <a:lnTo>
                      <a:pt x="7502" y="72815"/>
                    </a:lnTo>
                    <a:lnTo>
                      <a:pt x="3661" y="72815"/>
                    </a:lnTo>
                    <a:cubicBezTo>
                      <a:pt x="54" y="72815"/>
                      <a:pt x="0" y="78333"/>
                      <a:pt x="3517" y="78477"/>
                    </a:cubicBezTo>
                    <a:cubicBezTo>
                      <a:pt x="2038" y="76909"/>
                      <a:pt x="2705" y="73609"/>
                      <a:pt x="5500" y="73609"/>
                    </a:cubicBezTo>
                    <a:lnTo>
                      <a:pt x="9341" y="73609"/>
                    </a:lnTo>
                    <a:lnTo>
                      <a:pt x="9341" y="3536"/>
                    </a:lnTo>
                    <a:cubicBezTo>
                      <a:pt x="9341" y="1710"/>
                      <a:pt x="10762" y="805"/>
                      <a:pt x="12183" y="805"/>
                    </a:cubicBezTo>
                    <a:cubicBezTo>
                      <a:pt x="12264" y="805"/>
                      <a:pt x="12344" y="808"/>
                      <a:pt x="12424" y="814"/>
                    </a:cubicBezTo>
                    <a:cubicBezTo>
                      <a:pt x="11883" y="272"/>
                      <a:pt x="11110" y="1"/>
                      <a:pt x="10337" y="1"/>
                    </a:cubicBezTo>
                    <a:close/>
                  </a:path>
                </a:pathLst>
              </a:custGeom>
              <a:solidFill>
                <a:srgbClr val="F49D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4" name="Google Shape;3734;p78"/>
              <p:cNvSpPr/>
              <p:nvPr/>
            </p:nvSpPr>
            <p:spPr>
              <a:xfrm>
                <a:off x="5403325" y="5218225"/>
                <a:ext cx="68100" cy="24250"/>
              </a:xfrm>
              <a:custGeom>
                <a:avLst/>
                <a:gdLst/>
                <a:ahLst/>
                <a:cxnLst/>
                <a:rect l="l" t="t" r="r" b="b"/>
                <a:pathLst>
                  <a:path w="2724" h="970" extrusionOk="0">
                    <a:moveTo>
                      <a:pt x="1407" y="1"/>
                    </a:moveTo>
                    <a:cubicBezTo>
                      <a:pt x="1161" y="1"/>
                      <a:pt x="912" y="35"/>
                      <a:pt x="668" y="104"/>
                    </a:cubicBezTo>
                    <a:lnTo>
                      <a:pt x="1" y="266"/>
                    </a:lnTo>
                    <a:lnTo>
                      <a:pt x="163" y="969"/>
                    </a:lnTo>
                    <a:lnTo>
                      <a:pt x="2723" y="356"/>
                    </a:lnTo>
                    <a:cubicBezTo>
                      <a:pt x="2323" y="121"/>
                      <a:pt x="1870" y="1"/>
                      <a:pt x="1407" y="1"/>
                    </a:cubicBezTo>
                    <a:close/>
                  </a:path>
                </a:pathLst>
              </a:custGeom>
              <a:solidFill>
                <a:srgbClr val="F49D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5" name="Google Shape;3735;p78"/>
              <p:cNvSpPr/>
              <p:nvPr/>
            </p:nvSpPr>
            <p:spPr>
              <a:xfrm>
                <a:off x="4741625" y="3373075"/>
                <a:ext cx="580125" cy="2025550"/>
              </a:xfrm>
              <a:custGeom>
                <a:avLst/>
                <a:gdLst/>
                <a:ahLst/>
                <a:cxnLst/>
                <a:rect l="l" t="t" r="r" b="b"/>
                <a:pathLst>
                  <a:path w="23205" h="81022" extrusionOk="0">
                    <a:moveTo>
                      <a:pt x="3456" y="1"/>
                    </a:moveTo>
                    <a:cubicBezTo>
                      <a:pt x="1774" y="1"/>
                      <a:pt x="1" y="1401"/>
                      <a:pt x="521" y="3549"/>
                    </a:cubicBezTo>
                    <a:lnTo>
                      <a:pt x="18661" y="78959"/>
                    </a:lnTo>
                    <a:cubicBezTo>
                      <a:pt x="18981" y="80254"/>
                      <a:pt x="20215" y="81021"/>
                      <a:pt x="21471" y="81021"/>
                    </a:cubicBezTo>
                    <a:cubicBezTo>
                      <a:pt x="21701" y="81021"/>
                      <a:pt x="21933" y="80995"/>
                      <a:pt x="22159" y="80942"/>
                    </a:cubicBezTo>
                    <a:lnTo>
                      <a:pt x="23205" y="80690"/>
                    </a:lnTo>
                    <a:cubicBezTo>
                      <a:pt x="22502" y="80347"/>
                      <a:pt x="21997" y="79716"/>
                      <a:pt x="21798" y="78959"/>
                    </a:cubicBezTo>
                    <a:lnTo>
                      <a:pt x="3640" y="3549"/>
                    </a:lnTo>
                    <a:cubicBezTo>
                      <a:pt x="3316" y="2323"/>
                      <a:pt x="3856" y="1061"/>
                      <a:pt x="4956" y="447"/>
                    </a:cubicBezTo>
                    <a:cubicBezTo>
                      <a:pt x="4517" y="143"/>
                      <a:pt x="3991" y="1"/>
                      <a:pt x="3456" y="1"/>
                    </a:cubicBezTo>
                    <a:close/>
                  </a:path>
                </a:pathLst>
              </a:custGeom>
              <a:solidFill>
                <a:srgbClr val="F49D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6" name="Google Shape;3736;p78"/>
              <p:cNvSpPr/>
              <p:nvPr/>
            </p:nvSpPr>
            <p:spPr>
              <a:xfrm>
                <a:off x="4343050" y="5349725"/>
                <a:ext cx="1324025" cy="120400"/>
              </a:xfrm>
              <a:custGeom>
                <a:avLst/>
                <a:gdLst/>
                <a:ahLst/>
                <a:cxnLst/>
                <a:rect l="l" t="t" r="r" b="b"/>
                <a:pathLst>
                  <a:path w="52961" h="4816" extrusionOk="0">
                    <a:moveTo>
                      <a:pt x="26489" y="1"/>
                    </a:moveTo>
                    <a:cubicBezTo>
                      <a:pt x="11847" y="1"/>
                      <a:pt x="0" y="1083"/>
                      <a:pt x="0" y="2399"/>
                    </a:cubicBezTo>
                    <a:cubicBezTo>
                      <a:pt x="0" y="3734"/>
                      <a:pt x="11847" y="4816"/>
                      <a:pt x="26489" y="4816"/>
                    </a:cubicBezTo>
                    <a:cubicBezTo>
                      <a:pt x="41113" y="4816"/>
                      <a:pt x="52960" y="3734"/>
                      <a:pt x="52960" y="2399"/>
                    </a:cubicBezTo>
                    <a:cubicBezTo>
                      <a:pt x="52960" y="1083"/>
                      <a:pt x="41113" y="1"/>
                      <a:pt x="26489" y="1"/>
                    </a:cubicBezTo>
                    <a:close/>
                  </a:path>
                </a:pathLst>
              </a:custGeom>
              <a:solidFill>
                <a:srgbClr val="3B3B3B">
                  <a:alpha val="553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7" name="Google Shape;3737;p78"/>
              <p:cNvSpPr/>
              <p:nvPr/>
            </p:nvSpPr>
            <p:spPr>
              <a:xfrm>
                <a:off x="4364225" y="4738000"/>
                <a:ext cx="364275" cy="660900"/>
              </a:xfrm>
              <a:custGeom>
                <a:avLst/>
                <a:gdLst/>
                <a:ahLst/>
                <a:cxnLst/>
                <a:rect l="l" t="t" r="r" b="b"/>
                <a:pathLst>
                  <a:path w="14571" h="26436" extrusionOk="0">
                    <a:moveTo>
                      <a:pt x="14571" y="1"/>
                    </a:moveTo>
                    <a:cubicBezTo>
                      <a:pt x="13074" y="487"/>
                      <a:pt x="11523" y="722"/>
                      <a:pt x="9955" y="722"/>
                    </a:cubicBezTo>
                    <a:cubicBezTo>
                      <a:pt x="9594" y="722"/>
                      <a:pt x="9251" y="704"/>
                      <a:pt x="8891" y="668"/>
                    </a:cubicBezTo>
                    <a:lnTo>
                      <a:pt x="8891" y="20178"/>
                    </a:lnTo>
                    <a:lnTo>
                      <a:pt x="3824" y="20900"/>
                    </a:lnTo>
                    <a:cubicBezTo>
                      <a:pt x="1" y="21188"/>
                      <a:pt x="1389" y="26435"/>
                      <a:pt x="5050" y="26435"/>
                    </a:cubicBezTo>
                    <a:lnTo>
                      <a:pt x="11740" y="26435"/>
                    </a:lnTo>
                    <a:cubicBezTo>
                      <a:pt x="13290" y="26435"/>
                      <a:pt x="14553" y="25173"/>
                      <a:pt x="14571" y="23604"/>
                    </a:cubicBezTo>
                    <a:lnTo>
                      <a:pt x="1457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8" name="Google Shape;3738;p78"/>
              <p:cNvSpPr/>
              <p:nvPr/>
            </p:nvSpPr>
            <p:spPr>
              <a:xfrm>
                <a:off x="4249275" y="3397325"/>
                <a:ext cx="1134700" cy="696950"/>
              </a:xfrm>
              <a:custGeom>
                <a:avLst/>
                <a:gdLst/>
                <a:ahLst/>
                <a:cxnLst/>
                <a:rect l="l" t="t" r="r" b="b"/>
                <a:pathLst>
                  <a:path w="45388" h="27878" extrusionOk="0">
                    <a:moveTo>
                      <a:pt x="32548" y="0"/>
                    </a:moveTo>
                    <a:lnTo>
                      <a:pt x="8368" y="1966"/>
                    </a:lnTo>
                    <a:lnTo>
                      <a:pt x="1" y="19763"/>
                    </a:lnTo>
                    <a:lnTo>
                      <a:pt x="4400" y="21873"/>
                    </a:lnTo>
                    <a:lnTo>
                      <a:pt x="3337" y="22847"/>
                    </a:lnTo>
                    <a:cubicBezTo>
                      <a:pt x="3337" y="22847"/>
                      <a:pt x="9214" y="27878"/>
                      <a:pt x="22917" y="27878"/>
                    </a:cubicBezTo>
                    <a:cubicBezTo>
                      <a:pt x="26067" y="27878"/>
                      <a:pt x="29630" y="27612"/>
                      <a:pt x="33630" y="26958"/>
                    </a:cubicBezTo>
                    <a:lnTo>
                      <a:pt x="34117" y="25498"/>
                    </a:lnTo>
                    <a:cubicBezTo>
                      <a:pt x="34117" y="25498"/>
                      <a:pt x="34374" y="25637"/>
                      <a:pt x="34899" y="25637"/>
                    </a:cubicBezTo>
                    <a:cubicBezTo>
                      <a:pt x="35784" y="25637"/>
                      <a:pt x="37430" y="25239"/>
                      <a:pt x="39887" y="23099"/>
                    </a:cubicBezTo>
                    <a:lnTo>
                      <a:pt x="39887" y="21981"/>
                    </a:lnTo>
                    <a:cubicBezTo>
                      <a:pt x="39887" y="21981"/>
                      <a:pt x="43223" y="20358"/>
                      <a:pt x="45387" y="17924"/>
                    </a:cubicBezTo>
                    <a:lnTo>
                      <a:pt x="3254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9" name="Google Shape;3739;p78"/>
              <p:cNvSpPr/>
              <p:nvPr/>
            </p:nvSpPr>
            <p:spPr>
              <a:xfrm>
                <a:off x="5069275" y="4743400"/>
                <a:ext cx="471325" cy="659750"/>
              </a:xfrm>
              <a:custGeom>
                <a:avLst/>
                <a:gdLst/>
                <a:ahLst/>
                <a:cxnLst/>
                <a:rect l="l" t="t" r="r" b="b"/>
                <a:pathLst>
                  <a:path w="18853" h="26390" extrusionOk="0">
                    <a:moveTo>
                      <a:pt x="5807" y="1"/>
                    </a:moveTo>
                    <a:cubicBezTo>
                      <a:pt x="5465" y="109"/>
                      <a:pt x="5122" y="217"/>
                      <a:pt x="4761" y="289"/>
                    </a:cubicBezTo>
                    <a:cubicBezTo>
                      <a:pt x="3658" y="533"/>
                      <a:pt x="2528" y="658"/>
                      <a:pt x="1389" y="658"/>
                    </a:cubicBezTo>
                    <a:cubicBezTo>
                      <a:pt x="927" y="658"/>
                      <a:pt x="464" y="638"/>
                      <a:pt x="1" y="596"/>
                    </a:cubicBezTo>
                    <a:lnTo>
                      <a:pt x="1" y="596"/>
                    </a:lnTo>
                    <a:lnTo>
                      <a:pt x="5248" y="24128"/>
                    </a:lnTo>
                    <a:cubicBezTo>
                      <a:pt x="5562" y="25477"/>
                      <a:pt x="6777" y="26390"/>
                      <a:pt x="8110" y="26390"/>
                    </a:cubicBezTo>
                    <a:cubicBezTo>
                      <a:pt x="8308" y="26390"/>
                      <a:pt x="8509" y="26370"/>
                      <a:pt x="8710" y="26328"/>
                    </a:cubicBezTo>
                    <a:lnTo>
                      <a:pt x="15382" y="24849"/>
                    </a:lnTo>
                    <a:cubicBezTo>
                      <a:pt x="18848" y="24077"/>
                      <a:pt x="18853" y="18929"/>
                      <a:pt x="15490" y="18929"/>
                    </a:cubicBezTo>
                    <a:cubicBezTo>
                      <a:pt x="15318" y="18929"/>
                      <a:pt x="15138" y="18943"/>
                      <a:pt x="14949" y="18971"/>
                    </a:cubicBezTo>
                    <a:lnTo>
                      <a:pt x="10261" y="19530"/>
                    </a:lnTo>
                    <a:lnTo>
                      <a:pt x="580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0" name="Google Shape;3740;p78"/>
              <p:cNvSpPr/>
              <p:nvPr/>
            </p:nvSpPr>
            <p:spPr>
              <a:xfrm>
                <a:off x="3888200" y="3656000"/>
                <a:ext cx="201525" cy="150400"/>
              </a:xfrm>
              <a:custGeom>
                <a:avLst/>
                <a:gdLst/>
                <a:ahLst/>
                <a:cxnLst/>
                <a:rect l="l" t="t" r="r" b="b"/>
                <a:pathLst>
                  <a:path w="8061" h="6016" extrusionOk="0">
                    <a:moveTo>
                      <a:pt x="3281" y="1"/>
                    </a:moveTo>
                    <a:cubicBezTo>
                      <a:pt x="3134" y="1"/>
                      <a:pt x="2934" y="40"/>
                      <a:pt x="2669" y="130"/>
                    </a:cubicBezTo>
                    <a:cubicBezTo>
                      <a:pt x="505" y="869"/>
                      <a:pt x="0" y="2330"/>
                      <a:pt x="1010" y="3412"/>
                    </a:cubicBezTo>
                    <a:cubicBezTo>
                      <a:pt x="1915" y="4364"/>
                      <a:pt x="4175" y="6016"/>
                      <a:pt x="5454" y="6016"/>
                    </a:cubicBezTo>
                    <a:cubicBezTo>
                      <a:pt x="5627" y="6016"/>
                      <a:pt x="5783" y="5985"/>
                      <a:pt x="5915" y="5918"/>
                    </a:cubicBezTo>
                    <a:cubicBezTo>
                      <a:pt x="5915" y="5918"/>
                      <a:pt x="8060" y="5395"/>
                      <a:pt x="8042" y="3304"/>
                    </a:cubicBezTo>
                    <a:cubicBezTo>
                      <a:pt x="8042" y="3304"/>
                      <a:pt x="7929" y="2573"/>
                      <a:pt x="7485" y="2573"/>
                    </a:cubicBezTo>
                    <a:cubicBezTo>
                      <a:pt x="7341" y="2573"/>
                      <a:pt x="7163" y="2650"/>
                      <a:pt x="6942" y="2853"/>
                    </a:cubicBezTo>
                    <a:lnTo>
                      <a:pt x="6215" y="3758"/>
                    </a:lnTo>
                    <a:lnTo>
                      <a:pt x="6215" y="3758"/>
                    </a:lnTo>
                    <a:cubicBezTo>
                      <a:pt x="6540" y="3351"/>
                      <a:pt x="7728" y="1641"/>
                      <a:pt x="5698" y="1356"/>
                    </a:cubicBezTo>
                    <a:cubicBezTo>
                      <a:pt x="5500" y="1464"/>
                      <a:pt x="5319" y="1591"/>
                      <a:pt x="5139" y="1735"/>
                    </a:cubicBezTo>
                    <a:cubicBezTo>
                      <a:pt x="5428" y="1068"/>
                      <a:pt x="5518" y="436"/>
                      <a:pt x="4688" y="418"/>
                    </a:cubicBezTo>
                    <a:cubicBezTo>
                      <a:pt x="4661" y="417"/>
                      <a:pt x="4634" y="417"/>
                      <a:pt x="4607" y="417"/>
                    </a:cubicBezTo>
                    <a:cubicBezTo>
                      <a:pt x="4204" y="417"/>
                      <a:pt x="3819" y="542"/>
                      <a:pt x="3498" y="779"/>
                    </a:cubicBezTo>
                    <a:cubicBezTo>
                      <a:pt x="3688" y="359"/>
                      <a:pt x="3725" y="1"/>
                      <a:pt x="3281" y="1"/>
                    </a:cubicBezTo>
                    <a:close/>
                  </a:path>
                </a:pathLst>
              </a:custGeom>
              <a:solidFill>
                <a:srgbClr val="FFC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1" name="Google Shape;3741;p78"/>
              <p:cNvSpPr/>
              <p:nvPr/>
            </p:nvSpPr>
            <p:spPr>
              <a:xfrm>
                <a:off x="4249275" y="3427975"/>
                <a:ext cx="436850" cy="621225"/>
              </a:xfrm>
              <a:custGeom>
                <a:avLst/>
                <a:gdLst/>
                <a:ahLst/>
                <a:cxnLst/>
                <a:rect l="l" t="t" r="r" b="b"/>
                <a:pathLst>
                  <a:path w="17474" h="24849" extrusionOk="0">
                    <a:moveTo>
                      <a:pt x="17474" y="1"/>
                    </a:moveTo>
                    <a:lnTo>
                      <a:pt x="8368" y="740"/>
                    </a:lnTo>
                    <a:lnTo>
                      <a:pt x="1" y="18537"/>
                    </a:lnTo>
                    <a:lnTo>
                      <a:pt x="4400" y="20647"/>
                    </a:lnTo>
                    <a:lnTo>
                      <a:pt x="3337" y="21621"/>
                    </a:lnTo>
                    <a:cubicBezTo>
                      <a:pt x="3337" y="21621"/>
                      <a:pt x="5428" y="23406"/>
                      <a:pt x="10008" y="24849"/>
                    </a:cubicBezTo>
                    <a:lnTo>
                      <a:pt x="1747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2" name="Google Shape;3742;p78"/>
              <p:cNvSpPr/>
              <p:nvPr/>
            </p:nvSpPr>
            <p:spPr>
              <a:xfrm>
                <a:off x="4997600" y="3796725"/>
                <a:ext cx="115425" cy="276825"/>
              </a:xfrm>
              <a:custGeom>
                <a:avLst/>
                <a:gdLst/>
                <a:ahLst/>
                <a:cxnLst/>
                <a:rect l="l" t="t" r="r" b="b"/>
                <a:pathLst>
                  <a:path w="4617" h="11073" extrusionOk="0">
                    <a:moveTo>
                      <a:pt x="1" y="1"/>
                    </a:moveTo>
                    <a:lnTo>
                      <a:pt x="3210" y="11072"/>
                    </a:lnTo>
                    <a:lnTo>
                      <a:pt x="3697" y="11000"/>
                    </a:lnTo>
                    <a:lnTo>
                      <a:pt x="4184" y="9540"/>
                    </a:lnTo>
                    <a:cubicBezTo>
                      <a:pt x="4328" y="9594"/>
                      <a:pt x="4473" y="9630"/>
                      <a:pt x="4617" y="9648"/>
                    </a:cubicBez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3" name="Google Shape;3743;p78"/>
              <p:cNvSpPr/>
              <p:nvPr/>
            </p:nvSpPr>
            <p:spPr>
              <a:xfrm>
                <a:off x="5103100" y="3719200"/>
                <a:ext cx="201975" cy="255175"/>
              </a:xfrm>
              <a:custGeom>
                <a:avLst/>
                <a:gdLst/>
                <a:ahLst/>
                <a:cxnLst/>
                <a:rect l="l" t="t" r="r" b="b"/>
                <a:pathLst>
                  <a:path w="8079" h="10207" extrusionOk="0">
                    <a:moveTo>
                      <a:pt x="397" y="0"/>
                    </a:moveTo>
                    <a:lnTo>
                      <a:pt x="397" y="0"/>
                    </a:lnTo>
                    <a:cubicBezTo>
                      <a:pt x="0" y="271"/>
                      <a:pt x="5734" y="10206"/>
                      <a:pt x="5734" y="10206"/>
                    </a:cubicBezTo>
                    <a:lnTo>
                      <a:pt x="5734" y="9106"/>
                    </a:lnTo>
                    <a:cubicBezTo>
                      <a:pt x="5734" y="9106"/>
                      <a:pt x="7790" y="7880"/>
                      <a:pt x="8079" y="7718"/>
                    </a:cubicBezTo>
                    <a:lnTo>
                      <a:pt x="39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4" name="Google Shape;3744;p78"/>
              <p:cNvSpPr/>
              <p:nvPr/>
            </p:nvSpPr>
            <p:spPr>
              <a:xfrm>
                <a:off x="4433200" y="3356750"/>
                <a:ext cx="697875" cy="201950"/>
              </a:xfrm>
              <a:custGeom>
                <a:avLst/>
                <a:gdLst/>
                <a:ahLst/>
                <a:cxnLst/>
                <a:rect l="l" t="t" r="r" b="b"/>
                <a:pathLst>
                  <a:path w="27915" h="8078" extrusionOk="0">
                    <a:moveTo>
                      <a:pt x="25426" y="0"/>
                    </a:moveTo>
                    <a:lnTo>
                      <a:pt x="1497" y="1912"/>
                    </a:lnTo>
                    <a:lnTo>
                      <a:pt x="1" y="4472"/>
                    </a:lnTo>
                    <a:cubicBezTo>
                      <a:pt x="1" y="4472"/>
                      <a:pt x="5686" y="8078"/>
                      <a:pt x="13393" y="8078"/>
                    </a:cubicBezTo>
                    <a:cubicBezTo>
                      <a:pt x="17801" y="8078"/>
                      <a:pt x="22869" y="6899"/>
                      <a:pt x="27914" y="3192"/>
                    </a:cubicBezTo>
                    <a:lnTo>
                      <a:pt x="254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5" name="Google Shape;3745;p78"/>
              <p:cNvSpPr/>
              <p:nvPr/>
            </p:nvSpPr>
            <p:spPr>
              <a:xfrm>
                <a:off x="4545450" y="2377150"/>
                <a:ext cx="322800" cy="298025"/>
              </a:xfrm>
              <a:custGeom>
                <a:avLst/>
                <a:gdLst/>
                <a:ahLst/>
                <a:cxnLst/>
                <a:rect l="l" t="t" r="r" b="b"/>
                <a:pathLst>
                  <a:path w="12912" h="11921" extrusionOk="0">
                    <a:moveTo>
                      <a:pt x="4941" y="1"/>
                    </a:moveTo>
                    <a:lnTo>
                      <a:pt x="4941" y="5032"/>
                    </a:lnTo>
                    <a:lnTo>
                      <a:pt x="1" y="7178"/>
                    </a:lnTo>
                    <a:cubicBezTo>
                      <a:pt x="1" y="10982"/>
                      <a:pt x="2128" y="11920"/>
                      <a:pt x="6600" y="11920"/>
                    </a:cubicBezTo>
                    <a:cubicBezTo>
                      <a:pt x="11054" y="11920"/>
                      <a:pt x="12912" y="10892"/>
                      <a:pt x="12912" y="7087"/>
                    </a:cubicBezTo>
                    <a:lnTo>
                      <a:pt x="8241" y="5032"/>
                    </a:lnTo>
                    <a:lnTo>
                      <a:pt x="8241" y="1"/>
                    </a:lnTo>
                    <a:close/>
                  </a:path>
                </a:pathLst>
              </a:custGeom>
              <a:solidFill>
                <a:srgbClr val="F49D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6" name="Google Shape;3746;p78"/>
              <p:cNvSpPr/>
              <p:nvPr/>
            </p:nvSpPr>
            <p:spPr>
              <a:xfrm>
                <a:off x="4461600" y="2508350"/>
                <a:ext cx="477425" cy="353000"/>
              </a:xfrm>
              <a:custGeom>
                <a:avLst/>
                <a:gdLst/>
                <a:ahLst/>
                <a:cxnLst/>
                <a:rect l="l" t="t" r="r" b="b"/>
                <a:pathLst>
                  <a:path w="19097" h="14120" extrusionOk="0">
                    <a:moveTo>
                      <a:pt x="13939" y="0"/>
                    </a:moveTo>
                    <a:lnTo>
                      <a:pt x="10694" y="1605"/>
                    </a:lnTo>
                    <a:lnTo>
                      <a:pt x="4292" y="1208"/>
                    </a:lnTo>
                    <a:lnTo>
                      <a:pt x="1" y="3192"/>
                    </a:lnTo>
                    <a:lnTo>
                      <a:pt x="9810" y="14119"/>
                    </a:lnTo>
                    <a:lnTo>
                      <a:pt x="14426" y="13091"/>
                    </a:lnTo>
                    <a:lnTo>
                      <a:pt x="19097" y="2471"/>
                    </a:lnTo>
                    <a:lnTo>
                      <a:pt x="1393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7" name="Google Shape;3747;p78"/>
              <p:cNvSpPr/>
              <p:nvPr/>
            </p:nvSpPr>
            <p:spPr>
              <a:xfrm>
                <a:off x="4406600" y="2534500"/>
                <a:ext cx="727175" cy="934100"/>
              </a:xfrm>
              <a:custGeom>
                <a:avLst/>
                <a:gdLst/>
                <a:ahLst/>
                <a:cxnLst/>
                <a:rect l="l" t="t" r="r" b="b"/>
                <a:pathLst>
                  <a:path w="29087" h="37364" extrusionOk="0">
                    <a:moveTo>
                      <a:pt x="5861" y="0"/>
                    </a:moveTo>
                    <a:lnTo>
                      <a:pt x="1" y="2398"/>
                    </a:lnTo>
                    <a:lnTo>
                      <a:pt x="1912" y="18122"/>
                    </a:lnTo>
                    <a:lnTo>
                      <a:pt x="1912" y="27156"/>
                    </a:lnTo>
                    <a:cubicBezTo>
                      <a:pt x="1912" y="27156"/>
                      <a:pt x="1732" y="30095"/>
                      <a:pt x="1065" y="32404"/>
                    </a:cubicBezTo>
                    <a:cubicBezTo>
                      <a:pt x="416" y="34730"/>
                      <a:pt x="1173" y="35740"/>
                      <a:pt x="5537" y="36767"/>
                    </a:cubicBezTo>
                    <a:cubicBezTo>
                      <a:pt x="7018" y="37121"/>
                      <a:pt x="9429" y="37363"/>
                      <a:pt x="12142" y="37363"/>
                    </a:cubicBezTo>
                    <a:cubicBezTo>
                      <a:pt x="17453" y="37363"/>
                      <a:pt x="23920" y="36434"/>
                      <a:pt x="26832" y="33594"/>
                    </a:cubicBezTo>
                    <a:cubicBezTo>
                      <a:pt x="26832" y="33594"/>
                      <a:pt x="29086" y="31628"/>
                      <a:pt x="28095" y="29555"/>
                    </a:cubicBezTo>
                    <a:cubicBezTo>
                      <a:pt x="27103" y="27499"/>
                      <a:pt x="24705" y="16770"/>
                      <a:pt x="24633" y="15508"/>
                    </a:cubicBezTo>
                    <a:cubicBezTo>
                      <a:pt x="24542" y="14227"/>
                      <a:pt x="24759" y="1443"/>
                      <a:pt x="24759" y="1443"/>
                    </a:cubicBezTo>
                    <a:lnTo>
                      <a:pt x="17582" y="0"/>
                    </a:lnTo>
                    <a:cubicBezTo>
                      <a:pt x="17582" y="0"/>
                      <a:pt x="16590" y="4562"/>
                      <a:pt x="11397" y="4923"/>
                    </a:cubicBezTo>
                    <a:cubicBezTo>
                      <a:pt x="11261" y="4933"/>
                      <a:pt x="11128" y="4937"/>
                      <a:pt x="10998" y="4937"/>
                    </a:cubicBezTo>
                    <a:cubicBezTo>
                      <a:pt x="6794" y="4937"/>
                      <a:pt x="5861" y="0"/>
                      <a:pt x="58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8" name="Google Shape;3748;p78"/>
              <p:cNvSpPr/>
              <p:nvPr/>
            </p:nvSpPr>
            <p:spPr>
              <a:xfrm>
                <a:off x="4407050" y="2534500"/>
                <a:ext cx="700575" cy="934250"/>
              </a:xfrm>
              <a:custGeom>
                <a:avLst/>
                <a:gdLst/>
                <a:ahLst/>
                <a:cxnLst/>
                <a:rect l="l" t="t" r="r" b="b"/>
                <a:pathLst>
                  <a:path w="28023" h="37370" extrusionOk="0">
                    <a:moveTo>
                      <a:pt x="5861" y="0"/>
                    </a:moveTo>
                    <a:lnTo>
                      <a:pt x="1" y="2380"/>
                    </a:lnTo>
                    <a:lnTo>
                      <a:pt x="1894" y="18122"/>
                    </a:lnTo>
                    <a:lnTo>
                      <a:pt x="1894" y="27174"/>
                    </a:lnTo>
                    <a:cubicBezTo>
                      <a:pt x="1894" y="27174"/>
                      <a:pt x="1714" y="30095"/>
                      <a:pt x="1047" y="32404"/>
                    </a:cubicBezTo>
                    <a:cubicBezTo>
                      <a:pt x="398" y="34730"/>
                      <a:pt x="1155" y="35758"/>
                      <a:pt x="5519" y="36785"/>
                    </a:cubicBezTo>
                    <a:cubicBezTo>
                      <a:pt x="6994" y="37131"/>
                      <a:pt x="9391" y="37369"/>
                      <a:pt x="12090" y="37369"/>
                    </a:cubicBezTo>
                    <a:cubicBezTo>
                      <a:pt x="17407" y="37369"/>
                      <a:pt x="23896" y="36446"/>
                      <a:pt x="26814" y="33612"/>
                    </a:cubicBezTo>
                    <a:cubicBezTo>
                      <a:pt x="27301" y="33143"/>
                      <a:pt x="27716" y="32584"/>
                      <a:pt x="28023" y="31953"/>
                    </a:cubicBezTo>
                    <a:lnTo>
                      <a:pt x="28023" y="31953"/>
                    </a:lnTo>
                    <a:cubicBezTo>
                      <a:pt x="27669" y="31972"/>
                      <a:pt x="27314" y="31981"/>
                      <a:pt x="26957" y="31981"/>
                    </a:cubicBezTo>
                    <a:cubicBezTo>
                      <a:pt x="21865" y="31981"/>
                      <a:pt x="16478" y="30056"/>
                      <a:pt x="13327" y="26146"/>
                    </a:cubicBezTo>
                    <a:cubicBezTo>
                      <a:pt x="10532" y="22684"/>
                      <a:pt x="9125" y="20484"/>
                      <a:pt x="7989" y="16103"/>
                    </a:cubicBezTo>
                    <a:cubicBezTo>
                      <a:pt x="7412" y="13957"/>
                      <a:pt x="7322" y="11162"/>
                      <a:pt x="7196" y="9214"/>
                    </a:cubicBezTo>
                    <a:cubicBezTo>
                      <a:pt x="7087" y="7718"/>
                      <a:pt x="7160" y="6221"/>
                      <a:pt x="7196" y="4724"/>
                    </a:cubicBezTo>
                    <a:cubicBezTo>
                      <a:pt x="7196" y="4183"/>
                      <a:pt x="7232" y="3643"/>
                      <a:pt x="7286" y="3102"/>
                    </a:cubicBezTo>
                    <a:cubicBezTo>
                      <a:pt x="6601" y="2182"/>
                      <a:pt x="6114" y="1136"/>
                      <a:pt x="58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9" name="Google Shape;3749;p78"/>
              <p:cNvSpPr/>
              <p:nvPr/>
            </p:nvSpPr>
            <p:spPr>
              <a:xfrm>
                <a:off x="4554925" y="2465525"/>
                <a:ext cx="160500" cy="209650"/>
              </a:xfrm>
              <a:custGeom>
                <a:avLst/>
                <a:gdLst/>
                <a:ahLst/>
                <a:cxnLst/>
                <a:rect l="l" t="t" r="r" b="b"/>
                <a:pathLst>
                  <a:path w="6420" h="8386" extrusionOk="0">
                    <a:moveTo>
                      <a:pt x="3210" y="0"/>
                    </a:moveTo>
                    <a:lnTo>
                      <a:pt x="0" y="2921"/>
                    </a:lnTo>
                    <a:lnTo>
                      <a:pt x="1515" y="8385"/>
                    </a:lnTo>
                    <a:lnTo>
                      <a:pt x="6420" y="3390"/>
                    </a:lnTo>
                    <a:lnTo>
                      <a:pt x="3481" y="325"/>
                    </a:lnTo>
                    <a:lnTo>
                      <a:pt x="321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0" name="Google Shape;3750;p78"/>
              <p:cNvSpPr/>
              <p:nvPr/>
            </p:nvSpPr>
            <p:spPr>
              <a:xfrm>
                <a:off x="4715400" y="2465525"/>
                <a:ext cx="160075" cy="209650"/>
              </a:xfrm>
              <a:custGeom>
                <a:avLst/>
                <a:gdLst/>
                <a:ahLst/>
                <a:cxnLst/>
                <a:rect l="l" t="t" r="r" b="b"/>
                <a:pathLst>
                  <a:path w="6403" h="8386" extrusionOk="0">
                    <a:moveTo>
                      <a:pt x="3210" y="0"/>
                    </a:moveTo>
                    <a:lnTo>
                      <a:pt x="2922" y="325"/>
                    </a:lnTo>
                    <a:lnTo>
                      <a:pt x="1" y="3390"/>
                    </a:lnTo>
                    <a:lnTo>
                      <a:pt x="4905" y="8385"/>
                    </a:lnTo>
                    <a:lnTo>
                      <a:pt x="6402" y="2921"/>
                    </a:lnTo>
                    <a:lnTo>
                      <a:pt x="321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1" name="Google Shape;3751;p78"/>
              <p:cNvSpPr/>
              <p:nvPr/>
            </p:nvSpPr>
            <p:spPr>
              <a:xfrm>
                <a:off x="4352525" y="2552525"/>
                <a:ext cx="225875" cy="699250"/>
              </a:xfrm>
              <a:custGeom>
                <a:avLst/>
                <a:gdLst/>
                <a:ahLst/>
                <a:cxnLst/>
                <a:rect l="l" t="t" r="r" b="b"/>
                <a:pathLst>
                  <a:path w="9035" h="27970" extrusionOk="0">
                    <a:moveTo>
                      <a:pt x="6419" y="0"/>
                    </a:moveTo>
                    <a:cubicBezTo>
                      <a:pt x="6419" y="0"/>
                      <a:pt x="289" y="1731"/>
                      <a:pt x="343" y="1966"/>
                    </a:cubicBezTo>
                    <a:cubicBezTo>
                      <a:pt x="4616" y="25732"/>
                      <a:pt x="0" y="27788"/>
                      <a:pt x="3174" y="27950"/>
                    </a:cubicBezTo>
                    <a:cubicBezTo>
                      <a:pt x="3469" y="27963"/>
                      <a:pt x="3738" y="27969"/>
                      <a:pt x="3985" y="27969"/>
                    </a:cubicBezTo>
                    <a:cubicBezTo>
                      <a:pt x="6386" y="27969"/>
                      <a:pt x="6564" y="27391"/>
                      <a:pt x="6564" y="27391"/>
                    </a:cubicBezTo>
                    <a:cubicBezTo>
                      <a:pt x="9034" y="20827"/>
                      <a:pt x="6419" y="0"/>
                      <a:pt x="641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2" name="Google Shape;3752;p78"/>
              <p:cNvSpPr/>
              <p:nvPr/>
            </p:nvSpPr>
            <p:spPr>
              <a:xfrm>
                <a:off x="4968300" y="2543925"/>
                <a:ext cx="374200" cy="634650"/>
              </a:xfrm>
              <a:custGeom>
                <a:avLst/>
                <a:gdLst/>
                <a:ahLst/>
                <a:cxnLst/>
                <a:rect l="l" t="t" r="r" b="b"/>
                <a:pathLst>
                  <a:path w="14968" h="25386" extrusionOk="0">
                    <a:moveTo>
                      <a:pt x="2167" y="0"/>
                    </a:moveTo>
                    <a:cubicBezTo>
                      <a:pt x="680" y="0"/>
                      <a:pt x="289" y="1120"/>
                      <a:pt x="289" y="1120"/>
                    </a:cubicBezTo>
                    <a:cubicBezTo>
                      <a:pt x="289" y="1120"/>
                      <a:pt x="1" y="11109"/>
                      <a:pt x="2165" y="17475"/>
                    </a:cubicBezTo>
                    <a:cubicBezTo>
                      <a:pt x="4090" y="23089"/>
                      <a:pt x="6580" y="25385"/>
                      <a:pt x="8915" y="25385"/>
                    </a:cubicBezTo>
                    <a:cubicBezTo>
                      <a:pt x="9991" y="25385"/>
                      <a:pt x="11035" y="24897"/>
                      <a:pt x="11974" y="24020"/>
                    </a:cubicBezTo>
                    <a:cubicBezTo>
                      <a:pt x="14967" y="21261"/>
                      <a:pt x="8350" y="2689"/>
                      <a:pt x="4707" y="777"/>
                    </a:cubicBezTo>
                    <a:cubicBezTo>
                      <a:pt x="3627" y="202"/>
                      <a:pt x="2798" y="0"/>
                      <a:pt x="21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3" name="Google Shape;3753;p78"/>
              <p:cNvSpPr/>
              <p:nvPr/>
            </p:nvSpPr>
            <p:spPr>
              <a:xfrm>
                <a:off x="4985875" y="2802725"/>
                <a:ext cx="301625" cy="375850"/>
              </a:xfrm>
              <a:custGeom>
                <a:avLst/>
                <a:gdLst/>
                <a:ahLst/>
                <a:cxnLst/>
                <a:rect l="l" t="t" r="r" b="b"/>
                <a:pathLst>
                  <a:path w="12065" h="15034" extrusionOk="0">
                    <a:moveTo>
                      <a:pt x="1" y="0"/>
                    </a:moveTo>
                    <a:cubicBezTo>
                      <a:pt x="289" y="2434"/>
                      <a:pt x="740" y="4977"/>
                      <a:pt x="1462" y="7123"/>
                    </a:cubicBezTo>
                    <a:cubicBezTo>
                      <a:pt x="3387" y="12737"/>
                      <a:pt x="5877" y="15033"/>
                      <a:pt x="8212" y="15033"/>
                    </a:cubicBezTo>
                    <a:cubicBezTo>
                      <a:pt x="9288" y="15033"/>
                      <a:pt x="10332" y="14545"/>
                      <a:pt x="11271" y="13668"/>
                    </a:cubicBezTo>
                    <a:cubicBezTo>
                      <a:pt x="11848" y="13145"/>
                      <a:pt x="12064" y="12027"/>
                      <a:pt x="12010" y="10567"/>
                    </a:cubicBezTo>
                    <a:cubicBezTo>
                      <a:pt x="6655" y="9124"/>
                      <a:pt x="2273" y="5031"/>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4" name="Google Shape;3754;p78"/>
              <p:cNvSpPr/>
              <p:nvPr/>
            </p:nvSpPr>
            <p:spPr>
              <a:xfrm>
                <a:off x="4893925" y="2525475"/>
                <a:ext cx="259225" cy="686050"/>
              </a:xfrm>
              <a:custGeom>
                <a:avLst/>
                <a:gdLst/>
                <a:ahLst/>
                <a:cxnLst/>
                <a:rect l="l" t="t" r="r" b="b"/>
                <a:pathLst>
                  <a:path w="10369" h="27442" extrusionOk="0">
                    <a:moveTo>
                      <a:pt x="0" y="0"/>
                    </a:moveTo>
                    <a:cubicBezTo>
                      <a:pt x="0" y="1"/>
                      <a:pt x="451" y="20990"/>
                      <a:pt x="3823" y="27121"/>
                    </a:cubicBezTo>
                    <a:cubicBezTo>
                      <a:pt x="3823" y="27121"/>
                      <a:pt x="3975" y="27442"/>
                      <a:pt x="5073" y="27442"/>
                    </a:cubicBezTo>
                    <a:cubicBezTo>
                      <a:pt x="5578" y="27442"/>
                      <a:pt x="6284" y="27374"/>
                      <a:pt x="7267" y="27175"/>
                    </a:cubicBezTo>
                    <a:cubicBezTo>
                      <a:pt x="10369" y="26544"/>
                      <a:pt x="5536" y="25191"/>
                      <a:pt x="6312" y="1064"/>
                    </a:cubicBezTo>
                    <a:cubicBezTo>
                      <a:pt x="6312" y="812"/>
                      <a:pt x="1"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5" name="Google Shape;3755;p78"/>
              <p:cNvSpPr/>
              <p:nvPr/>
            </p:nvSpPr>
            <p:spPr>
              <a:xfrm>
                <a:off x="4907900" y="2698925"/>
                <a:ext cx="197025" cy="198050"/>
              </a:xfrm>
              <a:custGeom>
                <a:avLst/>
                <a:gdLst/>
                <a:ahLst/>
                <a:cxnLst/>
                <a:rect l="l" t="t" r="r" b="b"/>
                <a:pathLst>
                  <a:path w="7881" h="7922" extrusionOk="0">
                    <a:moveTo>
                      <a:pt x="4064" y="0"/>
                    </a:moveTo>
                    <a:cubicBezTo>
                      <a:pt x="3255" y="0"/>
                      <a:pt x="2444" y="212"/>
                      <a:pt x="1713" y="636"/>
                    </a:cubicBezTo>
                    <a:cubicBezTo>
                      <a:pt x="1713" y="636"/>
                      <a:pt x="397" y="1646"/>
                      <a:pt x="2038" y="1844"/>
                    </a:cubicBezTo>
                    <a:lnTo>
                      <a:pt x="3679" y="1844"/>
                    </a:lnTo>
                    <a:cubicBezTo>
                      <a:pt x="2994" y="1844"/>
                      <a:pt x="0" y="1970"/>
                      <a:pt x="1209" y="3864"/>
                    </a:cubicBezTo>
                    <a:cubicBezTo>
                      <a:pt x="1497" y="3954"/>
                      <a:pt x="1786" y="4026"/>
                      <a:pt x="2074" y="4098"/>
                    </a:cubicBezTo>
                    <a:cubicBezTo>
                      <a:pt x="1082" y="4278"/>
                      <a:pt x="271" y="4657"/>
                      <a:pt x="866" y="5324"/>
                    </a:cubicBezTo>
                    <a:cubicBezTo>
                      <a:pt x="1209" y="5721"/>
                      <a:pt x="1677" y="5991"/>
                      <a:pt x="2200" y="6082"/>
                    </a:cubicBezTo>
                    <a:cubicBezTo>
                      <a:pt x="1335" y="6244"/>
                      <a:pt x="812" y="6568"/>
                      <a:pt x="2038" y="7200"/>
                    </a:cubicBezTo>
                    <a:cubicBezTo>
                      <a:pt x="2991" y="7697"/>
                      <a:pt x="3889" y="7922"/>
                      <a:pt x="4662" y="7922"/>
                    </a:cubicBezTo>
                    <a:cubicBezTo>
                      <a:pt x="5907" y="7922"/>
                      <a:pt x="6830" y="7338"/>
                      <a:pt x="7141" y="6370"/>
                    </a:cubicBezTo>
                    <a:cubicBezTo>
                      <a:pt x="7646" y="4801"/>
                      <a:pt x="7880" y="1177"/>
                      <a:pt x="6402" y="636"/>
                    </a:cubicBezTo>
                    <a:cubicBezTo>
                      <a:pt x="5681" y="212"/>
                      <a:pt x="4874" y="0"/>
                      <a:pt x="4064" y="0"/>
                    </a:cubicBezTo>
                    <a:close/>
                  </a:path>
                </a:pathLst>
              </a:custGeom>
              <a:solidFill>
                <a:srgbClr val="FFC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6" name="Google Shape;3756;p78"/>
              <p:cNvSpPr/>
              <p:nvPr/>
            </p:nvSpPr>
            <p:spPr>
              <a:xfrm>
                <a:off x="3936875" y="2600350"/>
                <a:ext cx="506725" cy="1119100"/>
              </a:xfrm>
              <a:custGeom>
                <a:avLst/>
                <a:gdLst/>
                <a:ahLst/>
                <a:cxnLst/>
                <a:rect l="l" t="t" r="r" b="b"/>
                <a:pathLst>
                  <a:path w="20269" h="44764" extrusionOk="0">
                    <a:moveTo>
                      <a:pt x="17383" y="0"/>
                    </a:moveTo>
                    <a:cubicBezTo>
                      <a:pt x="16824" y="0"/>
                      <a:pt x="15578" y="330"/>
                      <a:pt x="14733" y="3028"/>
                    </a:cubicBezTo>
                    <a:cubicBezTo>
                      <a:pt x="13615" y="6580"/>
                      <a:pt x="9503" y="31284"/>
                      <a:pt x="3968" y="36514"/>
                    </a:cubicBezTo>
                    <a:cubicBezTo>
                      <a:pt x="3968" y="36514"/>
                      <a:pt x="1" y="39994"/>
                      <a:pt x="3968" y="42681"/>
                    </a:cubicBezTo>
                    <a:cubicBezTo>
                      <a:pt x="5968" y="44050"/>
                      <a:pt x="7362" y="44764"/>
                      <a:pt x="8560" y="44764"/>
                    </a:cubicBezTo>
                    <a:cubicBezTo>
                      <a:pt x="9728" y="44764"/>
                      <a:pt x="10709" y="44087"/>
                      <a:pt x="11884" y="42681"/>
                    </a:cubicBezTo>
                    <a:cubicBezTo>
                      <a:pt x="14264" y="39831"/>
                      <a:pt x="20268" y="21781"/>
                      <a:pt x="19277" y="12874"/>
                    </a:cubicBezTo>
                    <a:cubicBezTo>
                      <a:pt x="18303" y="3966"/>
                      <a:pt x="17672" y="35"/>
                      <a:pt x="17672" y="35"/>
                    </a:cubicBezTo>
                    <a:cubicBezTo>
                      <a:pt x="17672" y="35"/>
                      <a:pt x="17563" y="0"/>
                      <a:pt x="173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7" name="Google Shape;3757;p78"/>
              <p:cNvSpPr/>
              <p:nvPr/>
            </p:nvSpPr>
            <p:spPr>
              <a:xfrm>
                <a:off x="3999975" y="3290025"/>
                <a:ext cx="374650" cy="429700"/>
              </a:xfrm>
              <a:custGeom>
                <a:avLst/>
                <a:gdLst/>
                <a:ahLst/>
                <a:cxnLst/>
                <a:rect l="l" t="t" r="r" b="b"/>
                <a:pathLst>
                  <a:path w="14986" h="17188" extrusionOk="0">
                    <a:moveTo>
                      <a:pt x="14986" y="1"/>
                    </a:moveTo>
                    <a:lnTo>
                      <a:pt x="14986" y="1"/>
                    </a:lnTo>
                    <a:cubicBezTo>
                      <a:pt x="14697" y="578"/>
                      <a:pt x="14409" y="1137"/>
                      <a:pt x="14084" y="1678"/>
                    </a:cubicBezTo>
                    <a:cubicBezTo>
                      <a:pt x="13435" y="3301"/>
                      <a:pt x="12551" y="4815"/>
                      <a:pt x="11469" y="6186"/>
                    </a:cubicBezTo>
                    <a:cubicBezTo>
                      <a:pt x="8674" y="9954"/>
                      <a:pt x="4599" y="12587"/>
                      <a:pt x="1" y="13597"/>
                    </a:cubicBezTo>
                    <a:cubicBezTo>
                      <a:pt x="344" y="14210"/>
                      <a:pt x="848" y="14733"/>
                      <a:pt x="1444" y="15112"/>
                    </a:cubicBezTo>
                    <a:cubicBezTo>
                      <a:pt x="3456" y="16475"/>
                      <a:pt x="4851" y="17188"/>
                      <a:pt x="6049" y="17188"/>
                    </a:cubicBezTo>
                    <a:cubicBezTo>
                      <a:pt x="7211" y="17188"/>
                      <a:pt x="8187" y="16515"/>
                      <a:pt x="9360" y="15112"/>
                    </a:cubicBezTo>
                    <a:cubicBezTo>
                      <a:pt x="10712" y="13489"/>
                      <a:pt x="13236" y="6961"/>
                      <a:pt x="149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8" name="Google Shape;3758;p78"/>
              <p:cNvSpPr/>
              <p:nvPr/>
            </p:nvSpPr>
            <p:spPr>
              <a:xfrm>
                <a:off x="4219975" y="2299500"/>
                <a:ext cx="226775" cy="194875"/>
              </a:xfrm>
              <a:custGeom>
                <a:avLst/>
                <a:gdLst/>
                <a:ahLst/>
                <a:cxnLst/>
                <a:rect l="l" t="t" r="r" b="b"/>
                <a:pathLst>
                  <a:path w="9071" h="7795" extrusionOk="0">
                    <a:moveTo>
                      <a:pt x="5554" y="1"/>
                    </a:moveTo>
                    <a:cubicBezTo>
                      <a:pt x="4251" y="1"/>
                      <a:pt x="732" y="459"/>
                      <a:pt x="1425" y="5505"/>
                    </a:cubicBezTo>
                    <a:lnTo>
                      <a:pt x="2814" y="4153"/>
                    </a:lnTo>
                    <a:lnTo>
                      <a:pt x="2814" y="4153"/>
                    </a:lnTo>
                    <a:cubicBezTo>
                      <a:pt x="2813" y="4153"/>
                      <a:pt x="1833" y="7228"/>
                      <a:pt x="168" y="7228"/>
                    </a:cubicBezTo>
                    <a:cubicBezTo>
                      <a:pt x="113" y="7228"/>
                      <a:pt x="57" y="7225"/>
                      <a:pt x="1" y="7218"/>
                    </a:cubicBezTo>
                    <a:lnTo>
                      <a:pt x="1" y="7218"/>
                    </a:lnTo>
                    <a:cubicBezTo>
                      <a:pt x="1" y="7218"/>
                      <a:pt x="1128" y="7794"/>
                      <a:pt x="2654" y="7794"/>
                    </a:cubicBezTo>
                    <a:cubicBezTo>
                      <a:pt x="4034" y="7794"/>
                      <a:pt x="5741" y="7322"/>
                      <a:pt x="7231" y="5523"/>
                    </a:cubicBezTo>
                    <a:cubicBezTo>
                      <a:pt x="9071" y="3287"/>
                      <a:pt x="8548" y="853"/>
                      <a:pt x="6023" y="23"/>
                    </a:cubicBezTo>
                    <a:cubicBezTo>
                      <a:pt x="6023" y="23"/>
                      <a:pt x="5843" y="1"/>
                      <a:pt x="55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9" name="Google Shape;3759;p78"/>
              <p:cNvSpPr/>
              <p:nvPr/>
            </p:nvSpPr>
            <p:spPr>
              <a:xfrm>
                <a:off x="4955225" y="2280450"/>
                <a:ext cx="228125" cy="193675"/>
              </a:xfrm>
              <a:custGeom>
                <a:avLst/>
                <a:gdLst/>
                <a:ahLst/>
                <a:cxnLst/>
                <a:rect l="l" t="t" r="r" b="b"/>
                <a:pathLst>
                  <a:path w="9125" h="7747" extrusionOk="0">
                    <a:moveTo>
                      <a:pt x="3539" y="0"/>
                    </a:moveTo>
                    <a:cubicBezTo>
                      <a:pt x="3216" y="0"/>
                      <a:pt x="3012" y="28"/>
                      <a:pt x="3012" y="28"/>
                    </a:cubicBezTo>
                    <a:cubicBezTo>
                      <a:pt x="488" y="912"/>
                      <a:pt x="1" y="3346"/>
                      <a:pt x="1876" y="5546"/>
                    </a:cubicBezTo>
                    <a:cubicBezTo>
                      <a:pt x="3352" y="7282"/>
                      <a:pt x="5024" y="7746"/>
                      <a:pt x="6389" y="7746"/>
                    </a:cubicBezTo>
                    <a:cubicBezTo>
                      <a:pt x="7959" y="7746"/>
                      <a:pt x="9125" y="7133"/>
                      <a:pt x="9125" y="7133"/>
                    </a:cubicBezTo>
                    <a:lnTo>
                      <a:pt x="9125" y="7133"/>
                    </a:lnTo>
                    <a:cubicBezTo>
                      <a:pt x="9060" y="7142"/>
                      <a:pt x="8996" y="7147"/>
                      <a:pt x="8933" y="7147"/>
                    </a:cubicBezTo>
                    <a:cubicBezTo>
                      <a:pt x="7295" y="7147"/>
                      <a:pt x="6258" y="4104"/>
                      <a:pt x="6258" y="4103"/>
                    </a:cubicBezTo>
                    <a:lnTo>
                      <a:pt x="6258" y="4103"/>
                    </a:lnTo>
                    <a:lnTo>
                      <a:pt x="7682" y="5438"/>
                    </a:lnTo>
                    <a:cubicBezTo>
                      <a:pt x="8293" y="481"/>
                      <a:pt x="4884" y="0"/>
                      <a:pt x="35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0" name="Google Shape;3760;p78"/>
              <p:cNvSpPr/>
              <p:nvPr/>
            </p:nvSpPr>
            <p:spPr>
              <a:xfrm>
                <a:off x="4366950" y="2260375"/>
                <a:ext cx="104150" cy="92500"/>
              </a:xfrm>
              <a:custGeom>
                <a:avLst/>
                <a:gdLst/>
                <a:ahLst/>
                <a:cxnLst/>
                <a:rect l="l" t="t" r="r" b="b"/>
                <a:pathLst>
                  <a:path w="4166" h="3700" extrusionOk="0">
                    <a:moveTo>
                      <a:pt x="2057" y="0"/>
                    </a:moveTo>
                    <a:cubicBezTo>
                      <a:pt x="1092" y="0"/>
                      <a:pt x="259" y="651"/>
                      <a:pt x="144" y="1570"/>
                    </a:cubicBezTo>
                    <a:cubicBezTo>
                      <a:pt x="0" y="2580"/>
                      <a:pt x="757" y="3518"/>
                      <a:pt x="1821" y="3680"/>
                    </a:cubicBezTo>
                    <a:cubicBezTo>
                      <a:pt x="1918" y="3693"/>
                      <a:pt x="2014" y="3699"/>
                      <a:pt x="2109" y="3699"/>
                    </a:cubicBezTo>
                    <a:cubicBezTo>
                      <a:pt x="3074" y="3699"/>
                      <a:pt x="3906" y="3049"/>
                      <a:pt x="4021" y="2129"/>
                    </a:cubicBezTo>
                    <a:cubicBezTo>
                      <a:pt x="4165" y="1120"/>
                      <a:pt x="3408" y="182"/>
                      <a:pt x="2344" y="20"/>
                    </a:cubicBezTo>
                    <a:cubicBezTo>
                      <a:pt x="2247" y="7"/>
                      <a:pt x="2151" y="0"/>
                      <a:pt x="205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1" name="Google Shape;3761;p78"/>
              <p:cNvSpPr/>
              <p:nvPr/>
            </p:nvSpPr>
            <p:spPr>
              <a:xfrm>
                <a:off x="4938550" y="2256200"/>
                <a:ext cx="105075" cy="92275"/>
              </a:xfrm>
              <a:custGeom>
                <a:avLst/>
                <a:gdLst/>
                <a:ahLst/>
                <a:cxnLst/>
                <a:rect l="l" t="t" r="r" b="b"/>
                <a:pathLst>
                  <a:path w="4203" h="3691" extrusionOk="0">
                    <a:moveTo>
                      <a:pt x="2146" y="0"/>
                    </a:moveTo>
                    <a:cubicBezTo>
                      <a:pt x="2039" y="0"/>
                      <a:pt x="1931" y="8"/>
                      <a:pt x="1822" y="24"/>
                    </a:cubicBezTo>
                    <a:cubicBezTo>
                      <a:pt x="758" y="187"/>
                      <a:pt x="1" y="1142"/>
                      <a:pt x="163" y="2152"/>
                    </a:cubicBezTo>
                    <a:cubicBezTo>
                      <a:pt x="309" y="3046"/>
                      <a:pt x="1129" y="3691"/>
                      <a:pt x="2081" y="3691"/>
                    </a:cubicBezTo>
                    <a:cubicBezTo>
                      <a:pt x="2186" y="3691"/>
                      <a:pt x="2292" y="3683"/>
                      <a:pt x="2399" y="3667"/>
                    </a:cubicBezTo>
                    <a:cubicBezTo>
                      <a:pt x="3463" y="3486"/>
                      <a:pt x="4202" y="2549"/>
                      <a:pt x="4058" y="1539"/>
                    </a:cubicBezTo>
                    <a:cubicBezTo>
                      <a:pt x="3912" y="631"/>
                      <a:pt x="3095" y="0"/>
                      <a:pt x="21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2" name="Google Shape;3762;p78"/>
              <p:cNvSpPr/>
              <p:nvPr/>
            </p:nvSpPr>
            <p:spPr>
              <a:xfrm>
                <a:off x="4257400" y="1684275"/>
                <a:ext cx="883575" cy="750600"/>
              </a:xfrm>
              <a:custGeom>
                <a:avLst/>
                <a:gdLst/>
                <a:ahLst/>
                <a:cxnLst/>
                <a:rect l="l" t="t" r="r" b="b"/>
                <a:pathLst>
                  <a:path w="35343" h="30024" extrusionOk="0">
                    <a:moveTo>
                      <a:pt x="17672" y="1"/>
                    </a:moveTo>
                    <a:cubicBezTo>
                      <a:pt x="9810" y="1"/>
                      <a:pt x="3246" y="6041"/>
                      <a:pt x="2615" y="13885"/>
                    </a:cubicBezTo>
                    <a:lnTo>
                      <a:pt x="2579" y="13885"/>
                    </a:lnTo>
                    <a:cubicBezTo>
                      <a:pt x="2557" y="13885"/>
                      <a:pt x="2535" y="13884"/>
                      <a:pt x="2513" y="13884"/>
                    </a:cubicBezTo>
                    <a:cubicBezTo>
                      <a:pt x="1136" y="13884"/>
                      <a:pt x="0" y="14989"/>
                      <a:pt x="0" y="16374"/>
                    </a:cubicBezTo>
                    <a:cubicBezTo>
                      <a:pt x="0" y="17758"/>
                      <a:pt x="1136" y="18881"/>
                      <a:pt x="2514" y="18881"/>
                    </a:cubicBezTo>
                    <a:cubicBezTo>
                      <a:pt x="2535" y="18881"/>
                      <a:pt x="2557" y="18881"/>
                      <a:pt x="2579" y="18880"/>
                    </a:cubicBezTo>
                    <a:cubicBezTo>
                      <a:pt x="2741" y="18880"/>
                      <a:pt x="2921" y="18862"/>
                      <a:pt x="3084" y="18826"/>
                    </a:cubicBezTo>
                    <a:cubicBezTo>
                      <a:pt x="4851" y="25426"/>
                      <a:pt x="10837" y="30024"/>
                      <a:pt x="17672" y="30024"/>
                    </a:cubicBezTo>
                    <a:cubicBezTo>
                      <a:pt x="24506" y="30024"/>
                      <a:pt x="30492" y="25426"/>
                      <a:pt x="32259" y="18826"/>
                    </a:cubicBezTo>
                    <a:cubicBezTo>
                      <a:pt x="32422" y="18862"/>
                      <a:pt x="32602" y="18880"/>
                      <a:pt x="32764" y="18880"/>
                    </a:cubicBezTo>
                    <a:cubicBezTo>
                      <a:pt x="32786" y="18881"/>
                      <a:pt x="32808" y="18881"/>
                      <a:pt x="32830" y="18881"/>
                    </a:cubicBezTo>
                    <a:cubicBezTo>
                      <a:pt x="34207" y="18881"/>
                      <a:pt x="35343" y="17758"/>
                      <a:pt x="35343" y="16374"/>
                    </a:cubicBezTo>
                    <a:cubicBezTo>
                      <a:pt x="35343" y="14989"/>
                      <a:pt x="34207" y="13884"/>
                      <a:pt x="32831" y="13884"/>
                    </a:cubicBezTo>
                    <a:cubicBezTo>
                      <a:pt x="32809" y="13884"/>
                      <a:pt x="32787" y="13885"/>
                      <a:pt x="32764" y="13885"/>
                    </a:cubicBezTo>
                    <a:lnTo>
                      <a:pt x="32728" y="13885"/>
                    </a:lnTo>
                    <a:cubicBezTo>
                      <a:pt x="32097" y="6041"/>
                      <a:pt x="25552" y="1"/>
                      <a:pt x="17672" y="1"/>
                    </a:cubicBezTo>
                    <a:close/>
                  </a:path>
                </a:pathLst>
              </a:custGeom>
              <a:solidFill>
                <a:srgbClr val="FFC5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3" name="Google Shape;3763;p78"/>
              <p:cNvSpPr/>
              <p:nvPr/>
            </p:nvSpPr>
            <p:spPr>
              <a:xfrm>
                <a:off x="4188875" y="1554575"/>
                <a:ext cx="520700" cy="567625"/>
              </a:xfrm>
              <a:custGeom>
                <a:avLst/>
                <a:gdLst/>
                <a:ahLst/>
                <a:cxnLst/>
                <a:rect l="l" t="t" r="r" b="b"/>
                <a:pathLst>
                  <a:path w="20828" h="22705" extrusionOk="0">
                    <a:moveTo>
                      <a:pt x="15623" y="0"/>
                    </a:moveTo>
                    <a:cubicBezTo>
                      <a:pt x="11317" y="0"/>
                      <a:pt x="5928" y="1888"/>
                      <a:pt x="2795" y="9192"/>
                    </a:cubicBezTo>
                    <a:cubicBezTo>
                      <a:pt x="0" y="15683"/>
                      <a:pt x="3625" y="19885"/>
                      <a:pt x="3625" y="19885"/>
                    </a:cubicBezTo>
                    <a:cubicBezTo>
                      <a:pt x="4072" y="19227"/>
                      <a:pt x="4809" y="19124"/>
                      <a:pt x="5225" y="19124"/>
                    </a:cubicBezTo>
                    <a:cubicBezTo>
                      <a:pt x="5414" y="19124"/>
                      <a:pt x="5536" y="19145"/>
                      <a:pt x="5536" y="19145"/>
                    </a:cubicBezTo>
                    <a:cubicBezTo>
                      <a:pt x="5536" y="19145"/>
                      <a:pt x="6282" y="22704"/>
                      <a:pt x="6661" y="22704"/>
                    </a:cubicBezTo>
                    <a:cubicBezTo>
                      <a:pt x="6707" y="22704"/>
                      <a:pt x="6747" y="22652"/>
                      <a:pt x="6780" y="22535"/>
                    </a:cubicBezTo>
                    <a:cubicBezTo>
                      <a:pt x="7105" y="21436"/>
                      <a:pt x="7718" y="19542"/>
                      <a:pt x="7718" y="19542"/>
                    </a:cubicBezTo>
                    <a:cubicBezTo>
                      <a:pt x="8962" y="16657"/>
                      <a:pt x="18141" y="10580"/>
                      <a:pt x="19493" y="9084"/>
                    </a:cubicBezTo>
                    <a:cubicBezTo>
                      <a:pt x="20827" y="7605"/>
                      <a:pt x="20557" y="5279"/>
                      <a:pt x="20304" y="2917"/>
                    </a:cubicBezTo>
                    <a:cubicBezTo>
                      <a:pt x="20005" y="66"/>
                      <a:pt x="16752" y="32"/>
                      <a:pt x="16596" y="32"/>
                    </a:cubicBezTo>
                    <a:cubicBezTo>
                      <a:pt x="16592" y="32"/>
                      <a:pt x="16590" y="32"/>
                      <a:pt x="16590" y="32"/>
                    </a:cubicBezTo>
                    <a:cubicBezTo>
                      <a:pt x="16275" y="11"/>
                      <a:pt x="15952" y="0"/>
                      <a:pt x="156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4" name="Google Shape;3764;p78"/>
              <p:cNvSpPr/>
              <p:nvPr/>
            </p:nvSpPr>
            <p:spPr>
              <a:xfrm>
                <a:off x="4189325" y="1556700"/>
                <a:ext cx="351650" cy="565500"/>
              </a:xfrm>
              <a:custGeom>
                <a:avLst/>
                <a:gdLst/>
                <a:ahLst/>
                <a:cxnLst/>
                <a:rect l="l" t="t" r="r" b="b"/>
                <a:pathLst>
                  <a:path w="14066" h="22620" extrusionOk="0">
                    <a:moveTo>
                      <a:pt x="14065" y="1"/>
                    </a:moveTo>
                    <a:lnTo>
                      <a:pt x="14065" y="1"/>
                    </a:lnTo>
                    <a:cubicBezTo>
                      <a:pt x="10080" y="415"/>
                      <a:pt x="5536" y="2651"/>
                      <a:pt x="2759" y="9107"/>
                    </a:cubicBezTo>
                    <a:cubicBezTo>
                      <a:pt x="0" y="15562"/>
                      <a:pt x="3607" y="19782"/>
                      <a:pt x="3607" y="19782"/>
                    </a:cubicBezTo>
                    <a:cubicBezTo>
                      <a:pt x="4063" y="19140"/>
                      <a:pt x="4798" y="19039"/>
                      <a:pt x="5217" y="19039"/>
                    </a:cubicBezTo>
                    <a:cubicBezTo>
                      <a:pt x="5410" y="19039"/>
                      <a:pt x="5536" y="19060"/>
                      <a:pt x="5536" y="19060"/>
                    </a:cubicBezTo>
                    <a:cubicBezTo>
                      <a:pt x="5536" y="19060"/>
                      <a:pt x="6282" y="22619"/>
                      <a:pt x="6661" y="22619"/>
                    </a:cubicBezTo>
                    <a:cubicBezTo>
                      <a:pt x="6707" y="22619"/>
                      <a:pt x="6747" y="22567"/>
                      <a:pt x="6780" y="22450"/>
                    </a:cubicBezTo>
                    <a:cubicBezTo>
                      <a:pt x="7087" y="21351"/>
                      <a:pt x="7700" y="19457"/>
                      <a:pt x="7700" y="19457"/>
                    </a:cubicBezTo>
                    <a:cubicBezTo>
                      <a:pt x="7862" y="19133"/>
                      <a:pt x="8043" y="18826"/>
                      <a:pt x="8259" y="18556"/>
                    </a:cubicBezTo>
                    <a:cubicBezTo>
                      <a:pt x="7790" y="16788"/>
                      <a:pt x="7574" y="14967"/>
                      <a:pt x="7646" y="13146"/>
                    </a:cubicBezTo>
                    <a:cubicBezTo>
                      <a:pt x="7826" y="8061"/>
                      <a:pt x="10170" y="3282"/>
                      <a:pt x="140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5" name="Google Shape;3765;p78"/>
              <p:cNvSpPr/>
              <p:nvPr/>
            </p:nvSpPr>
            <p:spPr>
              <a:xfrm>
                <a:off x="4686550" y="1554575"/>
                <a:ext cx="522050" cy="567625"/>
              </a:xfrm>
              <a:custGeom>
                <a:avLst/>
                <a:gdLst/>
                <a:ahLst/>
                <a:cxnLst/>
                <a:rect l="l" t="t" r="r" b="b"/>
                <a:pathLst>
                  <a:path w="20882" h="22705" extrusionOk="0">
                    <a:moveTo>
                      <a:pt x="5209" y="0"/>
                    </a:moveTo>
                    <a:cubicBezTo>
                      <a:pt x="4879" y="0"/>
                      <a:pt x="4555" y="11"/>
                      <a:pt x="4238" y="32"/>
                    </a:cubicBezTo>
                    <a:cubicBezTo>
                      <a:pt x="4238" y="32"/>
                      <a:pt x="4236" y="32"/>
                      <a:pt x="4232" y="32"/>
                    </a:cubicBezTo>
                    <a:cubicBezTo>
                      <a:pt x="4076" y="32"/>
                      <a:pt x="823" y="66"/>
                      <a:pt x="524" y="2917"/>
                    </a:cubicBezTo>
                    <a:cubicBezTo>
                      <a:pt x="271" y="5279"/>
                      <a:pt x="1" y="7605"/>
                      <a:pt x="1335" y="9084"/>
                    </a:cubicBezTo>
                    <a:cubicBezTo>
                      <a:pt x="2687" y="10580"/>
                      <a:pt x="11902" y="16657"/>
                      <a:pt x="13146" y="19542"/>
                    </a:cubicBezTo>
                    <a:cubicBezTo>
                      <a:pt x="13146" y="19542"/>
                      <a:pt x="13759" y="21436"/>
                      <a:pt x="14066" y="22535"/>
                    </a:cubicBezTo>
                    <a:cubicBezTo>
                      <a:pt x="14101" y="22652"/>
                      <a:pt x="14143" y="22704"/>
                      <a:pt x="14190" y="22704"/>
                    </a:cubicBezTo>
                    <a:cubicBezTo>
                      <a:pt x="14578" y="22704"/>
                      <a:pt x="15310" y="19145"/>
                      <a:pt x="15310" y="19145"/>
                    </a:cubicBezTo>
                    <a:cubicBezTo>
                      <a:pt x="15310" y="19145"/>
                      <a:pt x="15434" y="19124"/>
                      <a:pt x="15625" y="19124"/>
                    </a:cubicBezTo>
                    <a:cubicBezTo>
                      <a:pt x="16047" y="19124"/>
                      <a:pt x="16792" y="19227"/>
                      <a:pt x="17239" y="19885"/>
                    </a:cubicBezTo>
                    <a:cubicBezTo>
                      <a:pt x="17239" y="19885"/>
                      <a:pt x="20882" y="15683"/>
                      <a:pt x="18069" y="9192"/>
                    </a:cubicBezTo>
                    <a:cubicBezTo>
                      <a:pt x="14936" y="1888"/>
                      <a:pt x="9532" y="0"/>
                      <a:pt x="52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6" name="Google Shape;3766;p78"/>
              <p:cNvSpPr/>
              <p:nvPr/>
            </p:nvSpPr>
            <p:spPr>
              <a:xfrm>
                <a:off x="4679350" y="1741525"/>
                <a:ext cx="304300" cy="316500"/>
              </a:xfrm>
              <a:custGeom>
                <a:avLst/>
                <a:gdLst/>
                <a:ahLst/>
                <a:cxnLst/>
                <a:rect l="l" t="t" r="r" b="b"/>
                <a:pathLst>
                  <a:path w="12172" h="12660" extrusionOk="0">
                    <a:moveTo>
                      <a:pt x="794" y="1"/>
                    </a:moveTo>
                    <a:lnTo>
                      <a:pt x="794" y="1"/>
                    </a:lnTo>
                    <a:cubicBezTo>
                      <a:pt x="794" y="1"/>
                      <a:pt x="0" y="3896"/>
                      <a:pt x="3805" y="7033"/>
                    </a:cubicBezTo>
                    <a:cubicBezTo>
                      <a:pt x="7610" y="10153"/>
                      <a:pt x="9701" y="7556"/>
                      <a:pt x="11775" y="12659"/>
                    </a:cubicBezTo>
                    <a:cubicBezTo>
                      <a:pt x="11775" y="12659"/>
                      <a:pt x="12172" y="8620"/>
                      <a:pt x="7880" y="4725"/>
                    </a:cubicBezTo>
                    <a:cubicBezTo>
                      <a:pt x="3607" y="848"/>
                      <a:pt x="794" y="1"/>
                      <a:pt x="7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7" name="Google Shape;3767;p78"/>
              <p:cNvSpPr/>
              <p:nvPr/>
            </p:nvSpPr>
            <p:spPr>
              <a:xfrm>
                <a:off x="4421475" y="1728900"/>
                <a:ext cx="304325" cy="316500"/>
              </a:xfrm>
              <a:custGeom>
                <a:avLst/>
                <a:gdLst/>
                <a:ahLst/>
                <a:cxnLst/>
                <a:rect l="l" t="t" r="r" b="b"/>
                <a:pathLst>
                  <a:path w="12173" h="12660" extrusionOk="0">
                    <a:moveTo>
                      <a:pt x="11361" y="1"/>
                    </a:moveTo>
                    <a:lnTo>
                      <a:pt x="11361" y="1"/>
                    </a:lnTo>
                    <a:cubicBezTo>
                      <a:pt x="11361" y="1"/>
                      <a:pt x="8566" y="849"/>
                      <a:pt x="4274" y="4725"/>
                    </a:cubicBezTo>
                    <a:cubicBezTo>
                      <a:pt x="1" y="8602"/>
                      <a:pt x="380" y="12659"/>
                      <a:pt x="380" y="12659"/>
                    </a:cubicBezTo>
                    <a:cubicBezTo>
                      <a:pt x="2471" y="7538"/>
                      <a:pt x="4545" y="10153"/>
                      <a:pt x="8368" y="7015"/>
                    </a:cubicBezTo>
                    <a:cubicBezTo>
                      <a:pt x="12172" y="3896"/>
                      <a:pt x="11361" y="1"/>
                      <a:pt x="113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8" name="Google Shape;3768;p78"/>
              <p:cNvSpPr/>
              <p:nvPr/>
            </p:nvSpPr>
            <p:spPr>
              <a:xfrm>
                <a:off x="4364225" y="4754675"/>
                <a:ext cx="268250" cy="644225"/>
              </a:xfrm>
              <a:custGeom>
                <a:avLst/>
                <a:gdLst/>
                <a:ahLst/>
                <a:cxnLst/>
                <a:rect l="l" t="t" r="r" b="b"/>
                <a:pathLst>
                  <a:path w="10730" h="25769" extrusionOk="0">
                    <a:moveTo>
                      <a:pt x="8891" y="1"/>
                    </a:moveTo>
                    <a:lnTo>
                      <a:pt x="8891" y="19511"/>
                    </a:lnTo>
                    <a:lnTo>
                      <a:pt x="3824" y="20233"/>
                    </a:lnTo>
                    <a:cubicBezTo>
                      <a:pt x="1" y="20521"/>
                      <a:pt x="1389" y="25768"/>
                      <a:pt x="5050" y="25768"/>
                    </a:cubicBezTo>
                    <a:lnTo>
                      <a:pt x="10730" y="25768"/>
                    </a:lnTo>
                    <a:lnTo>
                      <a:pt x="10730" y="19"/>
                    </a:lnTo>
                    <a:cubicBezTo>
                      <a:pt x="10477" y="37"/>
                      <a:pt x="10225" y="55"/>
                      <a:pt x="9955" y="55"/>
                    </a:cubicBezTo>
                    <a:cubicBezTo>
                      <a:pt x="9594" y="55"/>
                      <a:pt x="9251" y="37"/>
                      <a:pt x="88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9" name="Google Shape;3769;p78"/>
              <p:cNvSpPr/>
              <p:nvPr/>
            </p:nvSpPr>
            <p:spPr>
              <a:xfrm>
                <a:off x="5069275" y="4757375"/>
                <a:ext cx="233550" cy="645775"/>
              </a:xfrm>
              <a:custGeom>
                <a:avLst/>
                <a:gdLst/>
                <a:ahLst/>
                <a:cxnLst/>
                <a:rect l="l" t="t" r="r" b="b"/>
                <a:pathLst>
                  <a:path w="9342" h="25831" extrusionOk="0">
                    <a:moveTo>
                      <a:pt x="3012" y="1"/>
                    </a:moveTo>
                    <a:cubicBezTo>
                      <a:pt x="2449" y="62"/>
                      <a:pt x="1880" y="95"/>
                      <a:pt x="1309" y="95"/>
                    </a:cubicBezTo>
                    <a:cubicBezTo>
                      <a:pt x="874" y="95"/>
                      <a:pt x="437" y="76"/>
                      <a:pt x="1" y="37"/>
                    </a:cubicBezTo>
                    <a:lnTo>
                      <a:pt x="1" y="37"/>
                    </a:lnTo>
                    <a:lnTo>
                      <a:pt x="5248" y="23569"/>
                    </a:lnTo>
                    <a:cubicBezTo>
                      <a:pt x="5562" y="24918"/>
                      <a:pt x="6777" y="25831"/>
                      <a:pt x="8110" y="25831"/>
                    </a:cubicBezTo>
                    <a:cubicBezTo>
                      <a:pt x="8308" y="25831"/>
                      <a:pt x="8509" y="25811"/>
                      <a:pt x="8710" y="25769"/>
                    </a:cubicBezTo>
                    <a:lnTo>
                      <a:pt x="9341" y="25624"/>
                    </a:lnTo>
                    <a:lnTo>
                      <a:pt x="30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0" name="Google Shape;3770;p78"/>
              <p:cNvSpPr/>
              <p:nvPr/>
            </p:nvSpPr>
            <p:spPr>
              <a:xfrm>
                <a:off x="5311825" y="5216625"/>
                <a:ext cx="228775" cy="179575"/>
              </a:xfrm>
              <a:custGeom>
                <a:avLst/>
                <a:gdLst/>
                <a:ahLst/>
                <a:cxnLst/>
                <a:rect l="l" t="t" r="r" b="b"/>
                <a:pathLst>
                  <a:path w="9151" h="7183" extrusionOk="0">
                    <a:moveTo>
                      <a:pt x="5788" y="0"/>
                    </a:moveTo>
                    <a:cubicBezTo>
                      <a:pt x="5616" y="0"/>
                      <a:pt x="5436" y="14"/>
                      <a:pt x="5247" y="42"/>
                    </a:cubicBezTo>
                    <a:lnTo>
                      <a:pt x="4111" y="168"/>
                    </a:lnTo>
                    <a:cubicBezTo>
                      <a:pt x="2416" y="3125"/>
                      <a:pt x="631" y="6100"/>
                      <a:pt x="0" y="7182"/>
                    </a:cubicBezTo>
                    <a:lnTo>
                      <a:pt x="5680" y="5920"/>
                    </a:lnTo>
                    <a:cubicBezTo>
                      <a:pt x="9146" y="5148"/>
                      <a:pt x="9151" y="0"/>
                      <a:pt x="578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1" name="Google Shape;3771;p78"/>
              <p:cNvSpPr/>
              <p:nvPr/>
            </p:nvSpPr>
            <p:spPr>
              <a:xfrm>
                <a:off x="4346650" y="5244700"/>
                <a:ext cx="381850" cy="154200"/>
              </a:xfrm>
              <a:custGeom>
                <a:avLst/>
                <a:gdLst/>
                <a:ahLst/>
                <a:cxnLst/>
                <a:rect l="l" t="t" r="r" b="b"/>
                <a:pathLst>
                  <a:path w="15274" h="6168" extrusionOk="0">
                    <a:moveTo>
                      <a:pt x="8944" y="1"/>
                    </a:moveTo>
                    <a:lnTo>
                      <a:pt x="6871" y="325"/>
                    </a:lnTo>
                    <a:lnTo>
                      <a:pt x="7123" y="2435"/>
                    </a:lnTo>
                    <a:lnTo>
                      <a:pt x="4743" y="2399"/>
                    </a:lnTo>
                    <a:lnTo>
                      <a:pt x="4563" y="578"/>
                    </a:lnTo>
                    <a:cubicBezTo>
                      <a:pt x="2164" y="938"/>
                      <a:pt x="1" y="2218"/>
                      <a:pt x="289" y="6167"/>
                    </a:cubicBezTo>
                    <a:lnTo>
                      <a:pt x="15274" y="6167"/>
                    </a:lnTo>
                    <a:lnTo>
                      <a:pt x="15274" y="2363"/>
                    </a:lnTo>
                    <a:lnTo>
                      <a:pt x="9143" y="2363"/>
                    </a:lnTo>
                    <a:lnTo>
                      <a:pt x="894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2" name="Google Shape;3772;p78"/>
              <p:cNvSpPr/>
              <p:nvPr/>
            </p:nvSpPr>
            <p:spPr>
              <a:xfrm>
                <a:off x="5195500" y="5217625"/>
                <a:ext cx="394475" cy="199300"/>
              </a:xfrm>
              <a:custGeom>
                <a:avLst/>
                <a:gdLst/>
                <a:ahLst/>
                <a:cxnLst/>
                <a:rect l="l" t="t" r="r" b="b"/>
                <a:pathLst>
                  <a:path w="15779" h="7972" extrusionOk="0">
                    <a:moveTo>
                      <a:pt x="10854" y="0"/>
                    </a:moveTo>
                    <a:cubicBezTo>
                      <a:pt x="10663" y="0"/>
                      <a:pt x="10471" y="7"/>
                      <a:pt x="10279" y="20"/>
                    </a:cubicBezTo>
                    <a:lnTo>
                      <a:pt x="10495" y="1877"/>
                    </a:lnTo>
                    <a:lnTo>
                      <a:pt x="8133" y="2436"/>
                    </a:lnTo>
                    <a:lnTo>
                      <a:pt x="7917" y="272"/>
                    </a:lnTo>
                    <a:lnTo>
                      <a:pt x="5771" y="434"/>
                    </a:lnTo>
                    <a:lnTo>
                      <a:pt x="6114" y="2833"/>
                    </a:lnTo>
                    <a:lnTo>
                      <a:pt x="1" y="4185"/>
                    </a:lnTo>
                    <a:lnTo>
                      <a:pt x="830" y="7972"/>
                    </a:lnTo>
                    <a:lnTo>
                      <a:pt x="15779" y="4636"/>
                    </a:lnTo>
                    <a:cubicBezTo>
                      <a:pt x="15230" y="961"/>
                      <a:pt x="13117" y="0"/>
                      <a:pt x="1085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3" name="Google Shape;3773;p78"/>
              <p:cNvSpPr/>
              <p:nvPr/>
            </p:nvSpPr>
            <p:spPr>
              <a:xfrm>
                <a:off x="2246825" y="3436875"/>
                <a:ext cx="330000" cy="1962025"/>
              </a:xfrm>
              <a:custGeom>
                <a:avLst/>
                <a:gdLst/>
                <a:ahLst/>
                <a:cxnLst/>
                <a:rect l="l" t="t" r="r" b="b"/>
                <a:pathLst>
                  <a:path w="13200" h="78481" extrusionOk="0">
                    <a:moveTo>
                      <a:pt x="2841" y="1"/>
                    </a:moveTo>
                    <a:cubicBezTo>
                      <a:pt x="1421" y="1"/>
                      <a:pt x="1" y="916"/>
                      <a:pt x="1" y="2746"/>
                    </a:cubicBezTo>
                    <a:lnTo>
                      <a:pt x="1" y="75649"/>
                    </a:lnTo>
                    <a:cubicBezTo>
                      <a:pt x="19" y="77218"/>
                      <a:pt x="1281" y="78480"/>
                      <a:pt x="2850" y="78480"/>
                    </a:cubicBezTo>
                    <a:lnTo>
                      <a:pt x="9539" y="78480"/>
                    </a:lnTo>
                    <a:cubicBezTo>
                      <a:pt x="13200" y="78480"/>
                      <a:pt x="13200" y="72818"/>
                      <a:pt x="9539" y="72818"/>
                    </a:cubicBezTo>
                    <a:lnTo>
                      <a:pt x="5681" y="72818"/>
                    </a:lnTo>
                    <a:lnTo>
                      <a:pt x="5681" y="2746"/>
                    </a:lnTo>
                    <a:cubicBezTo>
                      <a:pt x="5681" y="916"/>
                      <a:pt x="4261" y="1"/>
                      <a:pt x="2841" y="1"/>
                    </a:cubicBezTo>
                    <a:close/>
                  </a:path>
                </a:pathLst>
              </a:custGeom>
              <a:solidFill>
                <a:srgbClr val="FFE1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4" name="Google Shape;3774;p78"/>
              <p:cNvSpPr/>
              <p:nvPr/>
            </p:nvSpPr>
            <p:spPr>
              <a:xfrm>
                <a:off x="1793325" y="3436875"/>
                <a:ext cx="329550" cy="1962025"/>
              </a:xfrm>
              <a:custGeom>
                <a:avLst/>
                <a:gdLst/>
                <a:ahLst/>
                <a:cxnLst/>
                <a:rect l="l" t="t" r="r" b="b"/>
                <a:pathLst>
                  <a:path w="13182" h="78481" extrusionOk="0">
                    <a:moveTo>
                      <a:pt x="10342" y="1"/>
                    </a:moveTo>
                    <a:cubicBezTo>
                      <a:pt x="8922" y="1"/>
                      <a:pt x="7502" y="916"/>
                      <a:pt x="7502" y="2746"/>
                    </a:cubicBezTo>
                    <a:lnTo>
                      <a:pt x="7502" y="72818"/>
                    </a:lnTo>
                    <a:lnTo>
                      <a:pt x="3661" y="72818"/>
                    </a:lnTo>
                    <a:cubicBezTo>
                      <a:pt x="0" y="72818"/>
                      <a:pt x="0" y="78480"/>
                      <a:pt x="3661" y="78480"/>
                    </a:cubicBezTo>
                    <a:lnTo>
                      <a:pt x="10333" y="78480"/>
                    </a:lnTo>
                    <a:cubicBezTo>
                      <a:pt x="11901" y="78480"/>
                      <a:pt x="13164" y="77218"/>
                      <a:pt x="13182" y="75649"/>
                    </a:cubicBezTo>
                    <a:lnTo>
                      <a:pt x="13182" y="2746"/>
                    </a:lnTo>
                    <a:cubicBezTo>
                      <a:pt x="13182" y="916"/>
                      <a:pt x="11762" y="1"/>
                      <a:pt x="10342" y="1"/>
                    </a:cubicBezTo>
                    <a:close/>
                  </a:path>
                </a:pathLst>
              </a:custGeom>
              <a:solidFill>
                <a:srgbClr val="FFE1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5" name="Google Shape;3775;p78"/>
              <p:cNvSpPr/>
              <p:nvPr/>
            </p:nvSpPr>
            <p:spPr>
              <a:xfrm>
                <a:off x="2246825" y="3433175"/>
                <a:ext cx="330000" cy="1966175"/>
              </a:xfrm>
              <a:custGeom>
                <a:avLst/>
                <a:gdLst/>
                <a:ahLst/>
                <a:cxnLst/>
                <a:rect l="l" t="t" r="r" b="b"/>
                <a:pathLst>
                  <a:path w="13200" h="78647" extrusionOk="0">
                    <a:moveTo>
                      <a:pt x="1547" y="0"/>
                    </a:moveTo>
                    <a:cubicBezTo>
                      <a:pt x="789" y="0"/>
                      <a:pt x="1" y="992"/>
                      <a:pt x="1" y="2894"/>
                    </a:cubicBezTo>
                    <a:lnTo>
                      <a:pt x="1" y="75797"/>
                    </a:lnTo>
                    <a:cubicBezTo>
                      <a:pt x="19" y="77366"/>
                      <a:pt x="1281" y="78628"/>
                      <a:pt x="2850" y="78647"/>
                    </a:cubicBezTo>
                    <a:lnTo>
                      <a:pt x="9539" y="78647"/>
                    </a:lnTo>
                    <a:cubicBezTo>
                      <a:pt x="13200" y="78647"/>
                      <a:pt x="13200" y="72966"/>
                      <a:pt x="9539" y="72966"/>
                    </a:cubicBezTo>
                    <a:cubicBezTo>
                      <a:pt x="8241" y="72966"/>
                      <a:pt x="3355" y="72480"/>
                      <a:pt x="2074" y="72480"/>
                    </a:cubicBezTo>
                    <a:cubicBezTo>
                      <a:pt x="2074" y="49110"/>
                      <a:pt x="2922" y="25957"/>
                      <a:pt x="2922" y="2606"/>
                    </a:cubicBezTo>
                    <a:cubicBezTo>
                      <a:pt x="2922" y="847"/>
                      <a:pt x="2248" y="0"/>
                      <a:pt x="1547" y="0"/>
                    </a:cubicBezTo>
                    <a:close/>
                  </a:path>
                </a:pathLst>
              </a:custGeom>
              <a:solidFill>
                <a:srgbClr val="F2BF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6" name="Google Shape;3776;p78"/>
              <p:cNvSpPr/>
              <p:nvPr/>
            </p:nvSpPr>
            <p:spPr>
              <a:xfrm>
                <a:off x="1793325" y="3437550"/>
                <a:ext cx="262375" cy="1961350"/>
              </a:xfrm>
              <a:custGeom>
                <a:avLst/>
                <a:gdLst/>
                <a:ahLst/>
                <a:cxnLst/>
                <a:rect l="l" t="t" r="r" b="b"/>
                <a:pathLst>
                  <a:path w="10495" h="78454" extrusionOk="0">
                    <a:moveTo>
                      <a:pt x="8982" y="1"/>
                    </a:moveTo>
                    <a:cubicBezTo>
                      <a:pt x="8239" y="1"/>
                      <a:pt x="7502" y="902"/>
                      <a:pt x="7502" y="2719"/>
                    </a:cubicBezTo>
                    <a:lnTo>
                      <a:pt x="7502" y="72791"/>
                    </a:lnTo>
                    <a:lnTo>
                      <a:pt x="3661" y="72791"/>
                    </a:lnTo>
                    <a:cubicBezTo>
                      <a:pt x="0" y="72791"/>
                      <a:pt x="0" y="78453"/>
                      <a:pt x="3661" y="78453"/>
                    </a:cubicBezTo>
                    <a:lnTo>
                      <a:pt x="10333" y="78453"/>
                    </a:lnTo>
                    <a:lnTo>
                      <a:pt x="10333" y="74649"/>
                    </a:lnTo>
                    <a:cubicBezTo>
                      <a:pt x="10333" y="74649"/>
                      <a:pt x="10495" y="27062"/>
                      <a:pt x="10495" y="2773"/>
                    </a:cubicBezTo>
                    <a:cubicBezTo>
                      <a:pt x="10495" y="929"/>
                      <a:pt x="9736" y="1"/>
                      <a:pt x="8982" y="1"/>
                    </a:cubicBezTo>
                    <a:close/>
                  </a:path>
                </a:pathLst>
              </a:custGeom>
              <a:solidFill>
                <a:srgbClr val="F2BF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7" name="Google Shape;3777;p78"/>
              <p:cNvSpPr/>
              <p:nvPr/>
            </p:nvSpPr>
            <p:spPr>
              <a:xfrm>
                <a:off x="1653125" y="5349725"/>
                <a:ext cx="1065275" cy="120400"/>
              </a:xfrm>
              <a:custGeom>
                <a:avLst/>
                <a:gdLst/>
                <a:ahLst/>
                <a:cxnLst/>
                <a:rect l="l" t="t" r="r" b="b"/>
                <a:pathLst>
                  <a:path w="42611" h="4816" extrusionOk="0">
                    <a:moveTo>
                      <a:pt x="21296" y="1"/>
                    </a:moveTo>
                    <a:cubicBezTo>
                      <a:pt x="9539" y="1"/>
                      <a:pt x="0" y="1083"/>
                      <a:pt x="0" y="2399"/>
                    </a:cubicBezTo>
                    <a:cubicBezTo>
                      <a:pt x="0" y="3734"/>
                      <a:pt x="9539" y="4816"/>
                      <a:pt x="21296" y="4816"/>
                    </a:cubicBezTo>
                    <a:cubicBezTo>
                      <a:pt x="33071" y="4816"/>
                      <a:pt x="42610" y="3734"/>
                      <a:pt x="42610" y="2399"/>
                    </a:cubicBezTo>
                    <a:cubicBezTo>
                      <a:pt x="42610" y="1083"/>
                      <a:pt x="33071" y="1"/>
                      <a:pt x="21296" y="1"/>
                    </a:cubicBezTo>
                    <a:close/>
                  </a:path>
                </a:pathLst>
              </a:custGeom>
              <a:solidFill>
                <a:srgbClr val="3B3B3B">
                  <a:alpha val="553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8" name="Google Shape;3778;p78"/>
              <p:cNvSpPr/>
              <p:nvPr/>
            </p:nvSpPr>
            <p:spPr>
              <a:xfrm>
                <a:off x="2246825" y="4738000"/>
                <a:ext cx="364725" cy="661350"/>
              </a:xfrm>
              <a:custGeom>
                <a:avLst/>
                <a:gdLst/>
                <a:ahLst/>
                <a:cxnLst/>
                <a:rect l="l" t="t" r="r" b="b"/>
                <a:pathLst>
                  <a:path w="14589" h="26454" extrusionOk="0">
                    <a:moveTo>
                      <a:pt x="1" y="1"/>
                    </a:moveTo>
                    <a:lnTo>
                      <a:pt x="1" y="23604"/>
                    </a:lnTo>
                    <a:cubicBezTo>
                      <a:pt x="19" y="25173"/>
                      <a:pt x="1281" y="26435"/>
                      <a:pt x="2850" y="26454"/>
                    </a:cubicBezTo>
                    <a:lnTo>
                      <a:pt x="9539" y="26454"/>
                    </a:lnTo>
                    <a:cubicBezTo>
                      <a:pt x="13200" y="26454"/>
                      <a:pt x="14588" y="21188"/>
                      <a:pt x="10748" y="20900"/>
                    </a:cubicBezTo>
                    <a:lnTo>
                      <a:pt x="5681" y="20178"/>
                    </a:lnTo>
                    <a:lnTo>
                      <a:pt x="5681" y="668"/>
                    </a:lnTo>
                    <a:cubicBezTo>
                      <a:pt x="5338" y="704"/>
                      <a:pt x="4977" y="722"/>
                      <a:pt x="4617" y="722"/>
                    </a:cubicBezTo>
                    <a:cubicBezTo>
                      <a:pt x="3048" y="722"/>
                      <a:pt x="1497" y="487"/>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9" name="Google Shape;3779;p78"/>
              <p:cNvSpPr/>
              <p:nvPr/>
            </p:nvSpPr>
            <p:spPr>
              <a:xfrm>
                <a:off x="1758150" y="4738000"/>
                <a:ext cx="364725" cy="661350"/>
              </a:xfrm>
              <a:custGeom>
                <a:avLst/>
                <a:gdLst/>
                <a:ahLst/>
                <a:cxnLst/>
                <a:rect l="l" t="t" r="r" b="b"/>
                <a:pathLst>
                  <a:path w="14589" h="26454" extrusionOk="0">
                    <a:moveTo>
                      <a:pt x="14589" y="1"/>
                    </a:moveTo>
                    <a:cubicBezTo>
                      <a:pt x="13092" y="487"/>
                      <a:pt x="11541" y="722"/>
                      <a:pt x="9973" y="722"/>
                    </a:cubicBezTo>
                    <a:cubicBezTo>
                      <a:pt x="9612" y="722"/>
                      <a:pt x="9269" y="704"/>
                      <a:pt x="8909" y="668"/>
                    </a:cubicBezTo>
                    <a:lnTo>
                      <a:pt x="8909" y="20178"/>
                    </a:lnTo>
                    <a:lnTo>
                      <a:pt x="3842" y="20900"/>
                    </a:lnTo>
                    <a:cubicBezTo>
                      <a:pt x="1" y="21188"/>
                      <a:pt x="1407" y="26454"/>
                      <a:pt x="5068" y="26454"/>
                    </a:cubicBezTo>
                    <a:lnTo>
                      <a:pt x="11740" y="26454"/>
                    </a:lnTo>
                    <a:cubicBezTo>
                      <a:pt x="13308" y="26435"/>
                      <a:pt x="14571" y="25173"/>
                      <a:pt x="14589" y="23604"/>
                    </a:cubicBezTo>
                    <a:lnTo>
                      <a:pt x="145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0" name="Google Shape;3780;p78"/>
              <p:cNvSpPr/>
              <p:nvPr/>
            </p:nvSpPr>
            <p:spPr>
              <a:xfrm>
                <a:off x="2246825" y="4738000"/>
                <a:ext cx="364725" cy="660900"/>
              </a:xfrm>
              <a:custGeom>
                <a:avLst/>
                <a:gdLst/>
                <a:ahLst/>
                <a:cxnLst/>
                <a:rect l="l" t="t" r="r" b="b"/>
                <a:pathLst>
                  <a:path w="14589" h="26436" extrusionOk="0">
                    <a:moveTo>
                      <a:pt x="4218" y="717"/>
                    </a:moveTo>
                    <a:cubicBezTo>
                      <a:pt x="4351" y="720"/>
                      <a:pt x="4484" y="722"/>
                      <a:pt x="4617" y="722"/>
                    </a:cubicBezTo>
                    <a:cubicBezTo>
                      <a:pt x="4727" y="722"/>
                      <a:pt x="4532" y="720"/>
                      <a:pt x="4218" y="717"/>
                    </a:cubicBezTo>
                    <a:close/>
                    <a:moveTo>
                      <a:pt x="1" y="1"/>
                    </a:moveTo>
                    <a:lnTo>
                      <a:pt x="1" y="23604"/>
                    </a:lnTo>
                    <a:cubicBezTo>
                      <a:pt x="19" y="25173"/>
                      <a:pt x="1281" y="26435"/>
                      <a:pt x="2850" y="26435"/>
                    </a:cubicBezTo>
                    <a:lnTo>
                      <a:pt x="9539" y="26435"/>
                    </a:lnTo>
                    <a:cubicBezTo>
                      <a:pt x="13200" y="26435"/>
                      <a:pt x="14588" y="21188"/>
                      <a:pt x="10766" y="20900"/>
                    </a:cubicBezTo>
                    <a:lnTo>
                      <a:pt x="2074" y="20287"/>
                    </a:lnTo>
                    <a:lnTo>
                      <a:pt x="2435" y="680"/>
                    </a:lnTo>
                    <a:lnTo>
                      <a:pt x="2435" y="680"/>
                    </a:lnTo>
                    <a:cubicBezTo>
                      <a:pt x="2623" y="698"/>
                      <a:pt x="3630" y="710"/>
                      <a:pt x="4218" y="717"/>
                    </a:cubicBezTo>
                    <a:lnTo>
                      <a:pt x="4218" y="717"/>
                    </a:lnTo>
                    <a:cubicBezTo>
                      <a:pt x="2785" y="680"/>
                      <a:pt x="1370" y="446"/>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1" name="Google Shape;3781;p78"/>
              <p:cNvSpPr/>
              <p:nvPr/>
            </p:nvSpPr>
            <p:spPr>
              <a:xfrm>
                <a:off x="1758150" y="4754675"/>
                <a:ext cx="293500" cy="644675"/>
              </a:xfrm>
              <a:custGeom>
                <a:avLst/>
                <a:gdLst/>
                <a:ahLst/>
                <a:cxnLst/>
                <a:rect l="l" t="t" r="r" b="b"/>
                <a:pathLst>
                  <a:path w="11740" h="25787" extrusionOk="0">
                    <a:moveTo>
                      <a:pt x="8909" y="1"/>
                    </a:moveTo>
                    <a:lnTo>
                      <a:pt x="8909" y="19511"/>
                    </a:lnTo>
                    <a:lnTo>
                      <a:pt x="3842" y="20233"/>
                    </a:lnTo>
                    <a:cubicBezTo>
                      <a:pt x="1" y="20521"/>
                      <a:pt x="1407" y="25787"/>
                      <a:pt x="5068" y="25787"/>
                    </a:cubicBezTo>
                    <a:lnTo>
                      <a:pt x="11740" y="25787"/>
                    </a:lnTo>
                    <a:lnTo>
                      <a:pt x="11577" y="55"/>
                    </a:lnTo>
                    <a:lnTo>
                      <a:pt x="9973" y="55"/>
                    </a:lnTo>
                    <a:cubicBezTo>
                      <a:pt x="9612" y="55"/>
                      <a:pt x="9269" y="37"/>
                      <a:pt x="89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2" name="Google Shape;3782;p78"/>
              <p:cNvSpPr/>
              <p:nvPr/>
            </p:nvSpPr>
            <p:spPr>
              <a:xfrm>
                <a:off x="1645000" y="3626775"/>
                <a:ext cx="1073850" cy="743450"/>
              </a:xfrm>
              <a:custGeom>
                <a:avLst/>
                <a:gdLst/>
                <a:ahLst/>
                <a:cxnLst/>
                <a:rect l="l" t="t" r="r" b="b"/>
                <a:pathLst>
                  <a:path w="42954" h="29738" extrusionOk="0">
                    <a:moveTo>
                      <a:pt x="10550" y="1"/>
                    </a:moveTo>
                    <a:lnTo>
                      <a:pt x="1" y="21873"/>
                    </a:lnTo>
                    <a:cubicBezTo>
                      <a:pt x="1939" y="24127"/>
                      <a:pt x="4091" y="24315"/>
                      <a:pt x="4754" y="24315"/>
                    </a:cubicBezTo>
                    <a:cubicBezTo>
                      <a:pt x="4886" y="24315"/>
                      <a:pt x="4960" y="24308"/>
                      <a:pt x="4960" y="24308"/>
                    </a:cubicBezTo>
                    <a:lnTo>
                      <a:pt x="4960" y="24308"/>
                    </a:lnTo>
                    <a:lnTo>
                      <a:pt x="4220" y="25552"/>
                    </a:lnTo>
                    <a:cubicBezTo>
                      <a:pt x="6755" y="27803"/>
                      <a:pt x="8701" y="28246"/>
                      <a:pt x="9840" y="28246"/>
                    </a:cubicBezTo>
                    <a:cubicBezTo>
                      <a:pt x="10582" y="28246"/>
                      <a:pt x="10982" y="28058"/>
                      <a:pt x="10982" y="28058"/>
                    </a:cubicBezTo>
                    <a:lnTo>
                      <a:pt x="10982" y="28058"/>
                    </a:lnTo>
                    <a:lnTo>
                      <a:pt x="10802" y="29231"/>
                    </a:lnTo>
                    <a:cubicBezTo>
                      <a:pt x="13627" y="29584"/>
                      <a:pt x="16238" y="29738"/>
                      <a:pt x="18643" y="29738"/>
                    </a:cubicBezTo>
                    <a:cubicBezTo>
                      <a:pt x="34642" y="29738"/>
                      <a:pt x="41511" y="22937"/>
                      <a:pt x="41511" y="22937"/>
                    </a:cubicBezTo>
                    <a:lnTo>
                      <a:pt x="40374" y="21873"/>
                    </a:lnTo>
                    <a:lnTo>
                      <a:pt x="42953" y="19205"/>
                    </a:lnTo>
                    <a:lnTo>
                      <a:pt x="33847" y="1876"/>
                    </a:lnTo>
                    <a:lnTo>
                      <a:pt x="1055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3" name="Google Shape;3783;p78"/>
              <p:cNvSpPr/>
              <p:nvPr/>
            </p:nvSpPr>
            <p:spPr>
              <a:xfrm>
                <a:off x="1741025" y="5244700"/>
                <a:ext cx="381850" cy="153750"/>
              </a:xfrm>
              <a:custGeom>
                <a:avLst/>
                <a:gdLst/>
                <a:ahLst/>
                <a:cxnLst/>
                <a:rect l="l" t="t" r="r" b="b"/>
                <a:pathLst>
                  <a:path w="15274" h="6150" extrusionOk="0">
                    <a:moveTo>
                      <a:pt x="8927" y="1"/>
                    </a:moveTo>
                    <a:lnTo>
                      <a:pt x="6871" y="325"/>
                    </a:lnTo>
                    <a:lnTo>
                      <a:pt x="7105" y="2417"/>
                    </a:lnTo>
                    <a:lnTo>
                      <a:pt x="4725" y="2381"/>
                    </a:lnTo>
                    <a:lnTo>
                      <a:pt x="4545" y="560"/>
                    </a:lnTo>
                    <a:cubicBezTo>
                      <a:pt x="2165" y="938"/>
                      <a:pt x="1" y="2218"/>
                      <a:pt x="271" y="6149"/>
                    </a:cubicBezTo>
                    <a:lnTo>
                      <a:pt x="15274" y="6149"/>
                    </a:lnTo>
                    <a:lnTo>
                      <a:pt x="15274" y="2363"/>
                    </a:lnTo>
                    <a:lnTo>
                      <a:pt x="9125" y="2363"/>
                    </a:lnTo>
                    <a:lnTo>
                      <a:pt x="892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4" name="Google Shape;3784;p78"/>
              <p:cNvSpPr/>
              <p:nvPr/>
            </p:nvSpPr>
            <p:spPr>
              <a:xfrm>
                <a:off x="1644550" y="3626775"/>
                <a:ext cx="654150" cy="746275"/>
              </a:xfrm>
              <a:custGeom>
                <a:avLst/>
                <a:gdLst/>
                <a:ahLst/>
                <a:cxnLst/>
                <a:rect l="l" t="t" r="r" b="b"/>
                <a:pathLst>
                  <a:path w="26166" h="29851" extrusionOk="0">
                    <a:moveTo>
                      <a:pt x="10568" y="1"/>
                    </a:moveTo>
                    <a:lnTo>
                      <a:pt x="1" y="21873"/>
                    </a:lnTo>
                    <a:cubicBezTo>
                      <a:pt x="1954" y="24127"/>
                      <a:pt x="4096" y="24315"/>
                      <a:pt x="4755" y="24315"/>
                    </a:cubicBezTo>
                    <a:cubicBezTo>
                      <a:pt x="4887" y="24315"/>
                      <a:pt x="4960" y="24308"/>
                      <a:pt x="4960" y="24308"/>
                    </a:cubicBezTo>
                    <a:lnTo>
                      <a:pt x="4960" y="24308"/>
                    </a:lnTo>
                    <a:lnTo>
                      <a:pt x="4238" y="25552"/>
                    </a:lnTo>
                    <a:cubicBezTo>
                      <a:pt x="6773" y="27803"/>
                      <a:pt x="8719" y="28246"/>
                      <a:pt x="9858" y="28246"/>
                    </a:cubicBezTo>
                    <a:cubicBezTo>
                      <a:pt x="10600" y="28246"/>
                      <a:pt x="11000" y="28058"/>
                      <a:pt x="11000" y="28058"/>
                    </a:cubicBezTo>
                    <a:lnTo>
                      <a:pt x="11000" y="28058"/>
                    </a:lnTo>
                    <a:lnTo>
                      <a:pt x="10820" y="29231"/>
                    </a:lnTo>
                    <a:cubicBezTo>
                      <a:pt x="13835" y="29611"/>
                      <a:pt x="15102" y="29851"/>
                      <a:pt x="17149" y="29851"/>
                    </a:cubicBezTo>
                    <a:cubicBezTo>
                      <a:pt x="17526" y="29851"/>
                      <a:pt x="17930" y="29842"/>
                      <a:pt x="18375" y="29826"/>
                    </a:cubicBezTo>
                    <a:lnTo>
                      <a:pt x="24092" y="3228"/>
                    </a:lnTo>
                    <a:lnTo>
                      <a:pt x="26165" y="451"/>
                    </a:lnTo>
                    <a:lnTo>
                      <a:pt x="1056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5" name="Google Shape;3785;p78"/>
              <p:cNvSpPr/>
              <p:nvPr/>
            </p:nvSpPr>
            <p:spPr>
              <a:xfrm>
                <a:off x="1830300" y="3584850"/>
                <a:ext cx="697850" cy="201750"/>
              </a:xfrm>
              <a:custGeom>
                <a:avLst/>
                <a:gdLst/>
                <a:ahLst/>
                <a:cxnLst/>
                <a:rect l="l" t="t" r="r" b="b"/>
                <a:pathLst>
                  <a:path w="27914" h="8070" extrusionOk="0">
                    <a:moveTo>
                      <a:pt x="25425" y="1"/>
                    </a:moveTo>
                    <a:lnTo>
                      <a:pt x="1497" y="1912"/>
                    </a:lnTo>
                    <a:lnTo>
                      <a:pt x="0" y="4473"/>
                    </a:lnTo>
                    <a:cubicBezTo>
                      <a:pt x="0" y="4473"/>
                      <a:pt x="5684" y="8070"/>
                      <a:pt x="13390" y="8070"/>
                    </a:cubicBezTo>
                    <a:cubicBezTo>
                      <a:pt x="17798" y="8070"/>
                      <a:pt x="22868" y="6893"/>
                      <a:pt x="27914" y="3192"/>
                    </a:cubicBezTo>
                    <a:lnTo>
                      <a:pt x="254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6" name="Google Shape;3786;p78"/>
              <p:cNvSpPr/>
              <p:nvPr/>
            </p:nvSpPr>
            <p:spPr>
              <a:xfrm>
                <a:off x="1532425" y="1750825"/>
                <a:ext cx="1114275" cy="1092025"/>
              </a:xfrm>
              <a:custGeom>
                <a:avLst/>
                <a:gdLst/>
                <a:ahLst/>
                <a:cxnLst/>
                <a:rect l="l" t="t" r="r" b="b"/>
                <a:pathLst>
                  <a:path w="44571" h="43681" extrusionOk="0">
                    <a:moveTo>
                      <a:pt x="23493" y="1"/>
                    </a:moveTo>
                    <a:cubicBezTo>
                      <a:pt x="16327" y="1"/>
                      <a:pt x="9216" y="4820"/>
                      <a:pt x="7389" y="9979"/>
                    </a:cubicBezTo>
                    <a:cubicBezTo>
                      <a:pt x="5297" y="15876"/>
                      <a:pt x="7281" y="21736"/>
                      <a:pt x="7281" y="21736"/>
                    </a:cubicBezTo>
                    <a:cubicBezTo>
                      <a:pt x="7281" y="21736"/>
                      <a:pt x="7984" y="26514"/>
                      <a:pt x="3674" y="30031"/>
                    </a:cubicBezTo>
                    <a:cubicBezTo>
                      <a:pt x="1" y="33028"/>
                      <a:pt x="2734" y="35672"/>
                      <a:pt x="4995" y="35672"/>
                    </a:cubicBezTo>
                    <a:cubicBezTo>
                      <a:pt x="5386" y="35672"/>
                      <a:pt x="5763" y="35593"/>
                      <a:pt x="6091" y="35422"/>
                    </a:cubicBezTo>
                    <a:cubicBezTo>
                      <a:pt x="6091" y="35422"/>
                      <a:pt x="6091" y="38837"/>
                      <a:pt x="8307" y="38837"/>
                    </a:cubicBezTo>
                    <a:cubicBezTo>
                      <a:pt x="8936" y="38837"/>
                      <a:pt x="9743" y="38562"/>
                      <a:pt x="10779" y="37857"/>
                    </a:cubicBezTo>
                    <a:cubicBezTo>
                      <a:pt x="10779" y="37857"/>
                      <a:pt x="11021" y="41251"/>
                      <a:pt x="14240" y="41251"/>
                    </a:cubicBezTo>
                    <a:cubicBezTo>
                      <a:pt x="14946" y="41251"/>
                      <a:pt x="15797" y="41087"/>
                      <a:pt x="16820" y="40688"/>
                    </a:cubicBezTo>
                    <a:cubicBezTo>
                      <a:pt x="17492" y="40424"/>
                      <a:pt x="18278" y="40312"/>
                      <a:pt x="19128" y="40312"/>
                    </a:cubicBezTo>
                    <a:cubicBezTo>
                      <a:pt x="23797" y="40312"/>
                      <a:pt x="30380" y="43681"/>
                      <a:pt x="30380" y="43681"/>
                    </a:cubicBezTo>
                    <a:cubicBezTo>
                      <a:pt x="30380" y="43681"/>
                      <a:pt x="35555" y="42437"/>
                      <a:pt x="34185" y="39768"/>
                    </a:cubicBezTo>
                    <a:lnTo>
                      <a:pt x="34185" y="39768"/>
                    </a:lnTo>
                    <a:cubicBezTo>
                      <a:pt x="34185" y="39768"/>
                      <a:pt x="35040" y="40127"/>
                      <a:pt x="35903" y="40127"/>
                    </a:cubicBezTo>
                    <a:cubicBezTo>
                      <a:pt x="37021" y="40127"/>
                      <a:pt x="38150" y="39524"/>
                      <a:pt x="37448" y="36757"/>
                    </a:cubicBezTo>
                    <a:lnTo>
                      <a:pt x="37448" y="36757"/>
                    </a:lnTo>
                    <a:cubicBezTo>
                      <a:pt x="37448" y="36757"/>
                      <a:pt x="38944" y="37936"/>
                      <a:pt x="40398" y="37936"/>
                    </a:cubicBezTo>
                    <a:cubicBezTo>
                      <a:pt x="41167" y="37936"/>
                      <a:pt x="41925" y="37606"/>
                      <a:pt x="42443" y="36594"/>
                    </a:cubicBezTo>
                    <a:cubicBezTo>
                      <a:pt x="44571" y="32483"/>
                      <a:pt x="38332" y="32411"/>
                      <a:pt x="38206" y="25577"/>
                    </a:cubicBezTo>
                    <a:cubicBezTo>
                      <a:pt x="38043" y="16399"/>
                      <a:pt x="41776" y="12630"/>
                      <a:pt x="33806" y="4353"/>
                    </a:cubicBezTo>
                    <a:cubicBezTo>
                      <a:pt x="30816" y="1254"/>
                      <a:pt x="27148" y="1"/>
                      <a:pt x="2349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78"/>
              <p:cNvSpPr/>
              <p:nvPr/>
            </p:nvSpPr>
            <p:spPr>
              <a:xfrm>
                <a:off x="1532425" y="1751125"/>
                <a:ext cx="835250" cy="1091725"/>
              </a:xfrm>
              <a:custGeom>
                <a:avLst/>
                <a:gdLst/>
                <a:ahLst/>
                <a:cxnLst/>
                <a:rect l="l" t="t" r="r" b="b"/>
                <a:pathLst>
                  <a:path w="33410" h="43669" extrusionOk="0">
                    <a:moveTo>
                      <a:pt x="23466" y="1"/>
                    </a:moveTo>
                    <a:cubicBezTo>
                      <a:pt x="16304" y="1"/>
                      <a:pt x="9190" y="4806"/>
                      <a:pt x="7371" y="9967"/>
                    </a:cubicBezTo>
                    <a:cubicBezTo>
                      <a:pt x="5297" y="15864"/>
                      <a:pt x="7281" y="21724"/>
                      <a:pt x="7281" y="21724"/>
                    </a:cubicBezTo>
                    <a:cubicBezTo>
                      <a:pt x="7281" y="21724"/>
                      <a:pt x="7984" y="26502"/>
                      <a:pt x="3674" y="30019"/>
                    </a:cubicBezTo>
                    <a:cubicBezTo>
                      <a:pt x="1" y="33016"/>
                      <a:pt x="2734" y="35660"/>
                      <a:pt x="4995" y="35660"/>
                    </a:cubicBezTo>
                    <a:cubicBezTo>
                      <a:pt x="5386" y="35660"/>
                      <a:pt x="5763" y="35581"/>
                      <a:pt x="6091" y="35410"/>
                    </a:cubicBezTo>
                    <a:cubicBezTo>
                      <a:pt x="6091" y="35410"/>
                      <a:pt x="6091" y="38825"/>
                      <a:pt x="8307" y="38825"/>
                    </a:cubicBezTo>
                    <a:cubicBezTo>
                      <a:pt x="8936" y="38825"/>
                      <a:pt x="9743" y="38550"/>
                      <a:pt x="10779" y="37845"/>
                    </a:cubicBezTo>
                    <a:cubicBezTo>
                      <a:pt x="10779" y="37845"/>
                      <a:pt x="11021" y="41239"/>
                      <a:pt x="14240" y="41239"/>
                    </a:cubicBezTo>
                    <a:cubicBezTo>
                      <a:pt x="14946" y="41239"/>
                      <a:pt x="15797" y="41075"/>
                      <a:pt x="16820" y="40676"/>
                    </a:cubicBezTo>
                    <a:cubicBezTo>
                      <a:pt x="17492" y="40412"/>
                      <a:pt x="18278" y="40300"/>
                      <a:pt x="19128" y="40300"/>
                    </a:cubicBezTo>
                    <a:cubicBezTo>
                      <a:pt x="23797" y="40300"/>
                      <a:pt x="30380" y="43669"/>
                      <a:pt x="30380" y="43669"/>
                    </a:cubicBezTo>
                    <a:cubicBezTo>
                      <a:pt x="30380" y="43669"/>
                      <a:pt x="32219" y="43218"/>
                      <a:pt x="33409" y="42317"/>
                    </a:cubicBezTo>
                    <a:cubicBezTo>
                      <a:pt x="30416" y="39269"/>
                      <a:pt x="28577" y="35068"/>
                      <a:pt x="28649" y="30758"/>
                    </a:cubicBezTo>
                    <a:cubicBezTo>
                      <a:pt x="20985" y="29694"/>
                      <a:pt x="15179" y="22211"/>
                      <a:pt x="15503" y="14565"/>
                    </a:cubicBezTo>
                    <a:cubicBezTo>
                      <a:pt x="15792" y="7605"/>
                      <a:pt x="20498" y="2267"/>
                      <a:pt x="26665" y="338"/>
                    </a:cubicBezTo>
                    <a:cubicBezTo>
                      <a:pt x="25609" y="108"/>
                      <a:pt x="24537" y="1"/>
                      <a:pt x="2346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8" name="Google Shape;3788;p78"/>
              <p:cNvSpPr/>
              <p:nvPr/>
            </p:nvSpPr>
            <p:spPr>
              <a:xfrm>
                <a:off x="1532425" y="2202700"/>
                <a:ext cx="1048025" cy="640150"/>
              </a:xfrm>
              <a:custGeom>
                <a:avLst/>
                <a:gdLst/>
                <a:ahLst/>
                <a:cxnLst/>
                <a:rect l="l" t="t" r="r" b="b"/>
                <a:pathLst>
                  <a:path w="41921" h="25606" extrusionOk="0">
                    <a:moveTo>
                      <a:pt x="23221" y="1"/>
                    </a:moveTo>
                    <a:cubicBezTo>
                      <a:pt x="21760" y="794"/>
                      <a:pt x="20210" y="1425"/>
                      <a:pt x="18605" y="1876"/>
                    </a:cubicBezTo>
                    <a:cubicBezTo>
                      <a:pt x="15922" y="2651"/>
                      <a:pt x="13053" y="2746"/>
                      <a:pt x="10237" y="2746"/>
                    </a:cubicBezTo>
                    <a:cubicBezTo>
                      <a:pt x="9779" y="2746"/>
                      <a:pt x="9322" y="2744"/>
                      <a:pt x="8868" y="2741"/>
                    </a:cubicBezTo>
                    <a:cubicBezTo>
                      <a:pt x="8236" y="2723"/>
                      <a:pt x="7605" y="2669"/>
                      <a:pt x="6992" y="2579"/>
                    </a:cubicBezTo>
                    <a:lnTo>
                      <a:pt x="6992" y="2579"/>
                    </a:lnTo>
                    <a:cubicBezTo>
                      <a:pt x="7155" y="3264"/>
                      <a:pt x="7281" y="3661"/>
                      <a:pt x="7281" y="3661"/>
                    </a:cubicBezTo>
                    <a:cubicBezTo>
                      <a:pt x="7281" y="3661"/>
                      <a:pt x="7984" y="8439"/>
                      <a:pt x="3674" y="11956"/>
                    </a:cubicBezTo>
                    <a:cubicBezTo>
                      <a:pt x="1" y="14953"/>
                      <a:pt x="2734" y="17597"/>
                      <a:pt x="4995" y="17597"/>
                    </a:cubicBezTo>
                    <a:cubicBezTo>
                      <a:pt x="5386" y="17597"/>
                      <a:pt x="5763" y="17518"/>
                      <a:pt x="6091" y="17347"/>
                    </a:cubicBezTo>
                    <a:cubicBezTo>
                      <a:pt x="6091" y="17347"/>
                      <a:pt x="6091" y="20754"/>
                      <a:pt x="8311" y="20754"/>
                    </a:cubicBezTo>
                    <a:cubicBezTo>
                      <a:pt x="8939" y="20754"/>
                      <a:pt x="9745" y="20482"/>
                      <a:pt x="10779" y="19782"/>
                    </a:cubicBezTo>
                    <a:cubicBezTo>
                      <a:pt x="10779" y="19782"/>
                      <a:pt x="11009" y="23176"/>
                      <a:pt x="14233" y="23176"/>
                    </a:cubicBezTo>
                    <a:cubicBezTo>
                      <a:pt x="14941" y="23176"/>
                      <a:pt x="15794" y="23012"/>
                      <a:pt x="16820" y="22613"/>
                    </a:cubicBezTo>
                    <a:cubicBezTo>
                      <a:pt x="17492" y="22349"/>
                      <a:pt x="18278" y="22237"/>
                      <a:pt x="19128" y="22237"/>
                    </a:cubicBezTo>
                    <a:cubicBezTo>
                      <a:pt x="23797" y="22237"/>
                      <a:pt x="30380" y="25606"/>
                      <a:pt x="30380" y="25606"/>
                    </a:cubicBezTo>
                    <a:cubicBezTo>
                      <a:pt x="30380" y="25606"/>
                      <a:pt x="35555" y="24362"/>
                      <a:pt x="34166" y="21693"/>
                    </a:cubicBezTo>
                    <a:lnTo>
                      <a:pt x="34166" y="21693"/>
                    </a:lnTo>
                    <a:cubicBezTo>
                      <a:pt x="34167" y="21693"/>
                      <a:pt x="35026" y="22052"/>
                      <a:pt x="35892" y="22052"/>
                    </a:cubicBezTo>
                    <a:cubicBezTo>
                      <a:pt x="37015" y="22052"/>
                      <a:pt x="38150" y="21449"/>
                      <a:pt x="37448" y="18682"/>
                    </a:cubicBezTo>
                    <a:lnTo>
                      <a:pt x="37448" y="18682"/>
                    </a:lnTo>
                    <a:cubicBezTo>
                      <a:pt x="37448" y="18682"/>
                      <a:pt x="38938" y="19857"/>
                      <a:pt x="40389" y="19857"/>
                    </a:cubicBezTo>
                    <a:cubicBezTo>
                      <a:pt x="40932" y="19857"/>
                      <a:pt x="41469" y="19692"/>
                      <a:pt x="41920" y="19241"/>
                    </a:cubicBezTo>
                    <a:cubicBezTo>
                      <a:pt x="36366" y="16608"/>
                      <a:pt x="32544" y="10495"/>
                      <a:pt x="32796" y="4256"/>
                    </a:cubicBezTo>
                    <a:cubicBezTo>
                      <a:pt x="32832" y="3499"/>
                      <a:pt x="32922" y="2759"/>
                      <a:pt x="33048" y="2038"/>
                    </a:cubicBezTo>
                    <a:lnTo>
                      <a:pt x="33048" y="2038"/>
                    </a:lnTo>
                    <a:cubicBezTo>
                      <a:pt x="32273" y="2146"/>
                      <a:pt x="31480" y="2200"/>
                      <a:pt x="30686" y="2200"/>
                    </a:cubicBezTo>
                    <a:cubicBezTo>
                      <a:pt x="28036" y="2182"/>
                      <a:pt x="25457" y="1425"/>
                      <a:pt x="2322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9" name="Google Shape;3789;p78"/>
              <p:cNvSpPr/>
              <p:nvPr/>
            </p:nvSpPr>
            <p:spPr>
              <a:xfrm>
                <a:off x="1942075" y="2605275"/>
                <a:ext cx="322800" cy="298000"/>
              </a:xfrm>
              <a:custGeom>
                <a:avLst/>
                <a:gdLst/>
                <a:ahLst/>
                <a:cxnLst/>
                <a:rect l="l" t="t" r="r" b="b"/>
                <a:pathLst>
                  <a:path w="12912" h="11920" extrusionOk="0">
                    <a:moveTo>
                      <a:pt x="4960" y="0"/>
                    </a:moveTo>
                    <a:lnTo>
                      <a:pt x="4960" y="5031"/>
                    </a:lnTo>
                    <a:lnTo>
                      <a:pt x="1" y="7177"/>
                    </a:lnTo>
                    <a:cubicBezTo>
                      <a:pt x="1" y="10982"/>
                      <a:pt x="2147" y="11919"/>
                      <a:pt x="6601" y="11919"/>
                    </a:cubicBezTo>
                    <a:cubicBezTo>
                      <a:pt x="11073" y="11919"/>
                      <a:pt x="12912" y="10891"/>
                      <a:pt x="12912" y="7087"/>
                    </a:cubicBezTo>
                    <a:lnTo>
                      <a:pt x="8260" y="5031"/>
                    </a:lnTo>
                    <a:lnTo>
                      <a:pt x="8260" y="0"/>
                    </a:lnTo>
                    <a:close/>
                  </a:path>
                </a:pathLst>
              </a:custGeom>
              <a:solidFill>
                <a:srgbClr val="EFC5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0" name="Google Shape;3790;p78"/>
              <p:cNvSpPr/>
              <p:nvPr/>
            </p:nvSpPr>
            <p:spPr>
              <a:xfrm>
                <a:off x="1647725" y="1910025"/>
                <a:ext cx="891250" cy="751250"/>
              </a:xfrm>
              <a:custGeom>
                <a:avLst/>
                <a:gdLst/>
                <a:ahLst/>
                <a:cxnLst/>
                <a:rect l="l" t="t" r="r" b="b"/>
                <a:pathLst>
                  <a:path w="35650" h="30050" extrusionOk="0">
                    <a:moveTo>
                      <a:pt x="17932" y="1"/>
                    </a:moveTo>
                    <a:cubicBezTo>
                      <a:pt x="10633" y="1"/>
                      <a:pt x="4289" y="5277"/>
                      <a:pt x="3047" y="12591"/>
                    </a:cubicBezTo>
                    <a:lnTo>
                      <a:pt x="3011" y="12591"/>
                    </a:lnTo>
                    <a:cubicBezTo>
                      <a:pt x="2877" y="12569"/>
                      <a:pt x="2743" y="12558"/>
                      <a:pt x="2610" y="12558"/>
                    </a:cubicBezTo>
                    <a:cubicBezTo>
                      <a:pt x="1345" y="12558"/>
                      <a:pt x="241" y="13539"/>
                      <a:pt x="126" y="14845"/>
                    </a:cubicBezTo>
                    <a:cubicBezTo>
                      <a:pt x="0" y="16288"/>
                      <a:pt x="1118" y="17532"/>
                      <a:pt x="2579" y="17550"/>
                    </a:cubicBezTo>
                    <a:cubicBezTo>
                      <a:pt x="2660" y="17559"/>
                      <a:pt x="2741" y="17563"/>
                      <a:pt x="2824" y="17563"/>
                    </a:cubicBezTo>
                    <a:cubicBezTo>
                      <a:pt x="2908" y="17563"/>
                      <a:pt x="2993" y="17559"/>
                      <a:pt x="3084" y="17550"/>
                    </a:cubicBezTo>
                    <a:cubicBezTo>
                      <a:pt x="4256" y="24294"/>
                      <a:pt x="9827" y="29379"/>
                      <a:pt x="16626" y="29992"/>
                    </a:cubicBezTo>
                    <a:cubicBezTo>
                      <a:pt x="17069" y="30031"/>
                      <a:pt x="17510" y="30050"/>
                      <a:pt x="17948" y="30050"/>
                    </a:cubicBezTo>
                    <a:cubicBezTo>
                      <a:pt x="24252" y="30050"/>
                      <a:pt x="29959" y="26113"/>
                      <a:pt x="32151" y="20110"/>
                    </a:cubicBezTo>
                    <a:cubicBezTo>
                      <a:pt x="32313" y="20146"/>
                      <a:pt x="32476" y="20183"/>
                      <a:pt x="32638" y="20201"/>
                    </a:cubicBezTo>
                    <a:cubicBezTo>
                      <a:pt x="32774" y="20223"/>
                      <a:pt x="32910" y="20233"/>
                      <a:pt x="33043" y="20233"/>
                    </a:cubicBezTo>
                    <a:cubicBezTo>
                      <a:pt x="34319" y="20233"/>
                      <a:pt x="35409" y="19253"/>
                      <a:pt x="35523" y="17947"/>
                    </a:cubicBezTo>
                    <a:cubicBezTo>
                      <a:pt x="35649" y="16504"/>
                      <a:pt x="34531" y="15260"/>
                      <a:pt x="33089" y="15242"/>
                    </a:cubicBezTo>
                    <a:lnTo>
                      <a:pt x="33089" y="15224"/>
                    </a:lnTo>
                    <a:lnTo>
                      <a:pt x="33035" y="15224"/>
                    </a:lnTo>
                    <a:cubicBezTo>
                      <a:pt x="33107" y="7362"/>
                      <a:pt x="27102" y="762"/>
                      <a:pt x="19258" y="59"/>
                    </a:cubicBezTo>
                    <a:cubicBezTo>
                      <a:pt x="18813" y="20"/>
                      <a:pt x="18371" y="1"/>
                      <a:pt x="17932" y="1"/>
                    </a:cubicBezTo>
                    <a:close/>
                  </a:path>
                </a:pathLst>
              </a:custGeom>
              <a:solidFill>
                <a:srgbClr val="FFE1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1" name="Google Shape;3791;p78"/>
              <p:cNvSpPr/>
              <p:nvPr/>
            </p:nvSpPr>
            <p:spPr>
              <a:xfrm>
                <a:off x="1858700" y="2736450"/>
                <a:ext cx="476950" cy="353000"/>
              </a:xfrm>
              <a:custGeom>
                <a:avLst/>
                <a:gdLst/>
                <a:ahLst/>
                <a:cxnLst/>
                <a:rect l="l" t="t" r="r" b="b"/>
                <a:pathLst>
                  <a:path w="19078" h="14120" extrusionOk="0">
                    <a:moveTo>
                      <a:pt x="13939" y="0"/>
                    </a:moveTo>
                    <a:lnTo>
                      <a:pt x="10693" y="1605"/>
                    </a:lnTo>
                    <a:lnTo>
                      <a:pt x="4274" y="1209"/>
                    </a:lnTo>
                    <a:lnTo>
                      <a:pt x="0" y="3192"/>
                    </a:lnTo>
                    <a:lnTo>
                      <a:pt x="9791" y="14119"/>
                    </a:lnTo>
                    <a:lnTo>
                      <a:pt x="14408" y="13092"/>
                    </a:lnTo>
                    <a:lnTo>
                      <a:pt x="19078" y="2489"/>
                    </a:lnTo>
                    <a:lnTo>
                      <a:pt x="1393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2" name="Google Shape;3792;p78"/>
              <p:cNvSpPr/>
              <p:nvPr/>
            </p:nvSpPr>
            <p:spPr>
              <a:xfrm>
                <a:off x="1803700" y="2762600"/>
                <a:ext cx="726700" cy="934250"/>
              </a:xfrm>
              <a:custGeom>
                <a:avLst/>
                <a:gdLst/>
                <a:ahLst/>
                <a:cxnLst/>
                <a:rect l="l" t="t" r="r" b="b"/>
                <a:pathLst>
                  <a:path w="29068" h="37370" extrusionOk="0">
                    <a:moveTo>
                      <a:pt x="5861" y="0"/>
                    </a:moveTo>
                    <a:lnTo>
                      <a:pt x="0" y="2399"/>
                    </a:lnTo>
                    <a:lnTo>
                      <a:pt x="1893" y="18122"/>
                    </a:lnTo>
                    <a:lnTo>
                      <a:pt x="1893" y="27175"/>
                    </a:lnTo>
                    <a:cubicBezTo>
                      <a:pt x="1893" y="27175"/>
                      <a:pt x="1713" y="30096"/>
                      <a:pt x="1046" y="32404"/>
                    </a:cubicBezTo>
                    <a:cubicBezTo>
                      <a:pt x="397" y="34730"/>
                      <a:pt x="1136" y="35740"/>
                      <a:pt x="5518" y="36786"/>
                    </a:cubicBezTo>
                    <a:cubicBezTo>
                      <a:pt x="6993" y="37132"/>
                      <a:pt x="9390" y="37369"/>
                      <a:pt x="12089" y="37369"/>
                    </a:cubicBezTo>
                    <a:cubicBezTo>
                      <a:pt x="17407" y="37369"/>
                      <a:pt x="23895" y="36447"/>
                      <a:pt x="26814" y="33612"/>
                    </a:cubicBezTo>
                    <a:cubicBezTo>
                      <a:pt x="26814" y="33612"/>
                      <a:pt x="29068" y="31628"/>
                      <a:pt x="28076" y="29555"/>
                    </a:cubicBezTo>
                    <a:cubicBezTo>
                      <a:pt x="27084" y="27499"/>
                      <a:pt x="24686" y="16770"/>
                      <a:pt x="24614" y="15508"/>
                    </a:cubicBezTo>
                    <a:cubicBezTo>
                      <a:pt x="24524" y="14246"/>
                      <a:pt x="24740" y="1443"/>
                      <a:pt x="24740" y="1443"/>
                    </a:cubicBezTo>
                    <a:lnTo>
                      <a:pt x="17563" y="18"/>
                    </a:lnTo>
                    <a:cubicBezTo>
                      <a:pt x="17563" y="18"/>
                      <a:pt x="16590" y="4562"/>
                      <a:pt x="11396" y="4941"/>
                    </a:cubicBezTo>
                    <a:cubicBezTo>
                      <a:pt x="11267" y="4950"/>
                      <a:pt x="11141" y="4954"/>
                      <a:pt x="11018" y="4954"/>
                    </a:cubicBezTo>
                    <a:cubicBezTo>
                      <a:pt x="6797" y="4954"/>
                      <a:pt x="5861" y="0"/>
                      <a:pt x="58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3" name="Google Shape;3793;p78"/>
              <p:cNvSpPr/>
              <p:nvPr/>
            </p:nvSpPr>
            <p:spPr>
              <a:xfrm>
                <a:off x="1803700" y="2776575"/>
                <a:ext cx="717250" cy="920275"/>
              </a:xfrm>
              <a:custGeom>
                <a:avLst/>
                <a:gdLst/>
                <a:ahLst/>
                <a:cxnLst/>
                <a:rect l="l" t="t" r="r" b="b"/>
                <a:pathLst>
                  <a:path w="28690" h="36811" extrusionOk="0">
                    <a:moveTo>
                      <a:pt x="4490" y="0"/>
                    </a:moveTo>
                    <a:lnTo>
                      <a:pt x="0" y="1840"/>
                    </a:lnTo>
                    <a:lnTo>
                      <a:pt x="1893" y="17563"/>
                    </a:lnTo>
                    <a:lnTo>
                      <a:pt x="1893" y="26616"/>
                    </a:lnTo>
                    <a:cubicBezTo>
                      <a:pt x="1893" y="26616"/>
                      <a:pt x="1713" y="29537"/>
                      <a:pt x="1046" y="31845"/>
                    </a:cubicBezTo>
                    <a:cubicBezTo>
                      <a:pt x="397" y="34171"/>
                      <a:pt x="1136" y="35199"/>
                      <a:pt x="5518" y="36227"/>
                    </a:cubicBezTo>
                    <a:cubicBezTo>
                      <a:pt x="6993" y="36573"/>
                      <a:pt x="9390" y="36810"/>
                      <a:pt x="12089" y="36810"/>
                    </a:cubicBezTo>
                    <a:cubicBezTo>
                      <a:pt x="17407" y="36810"/>
                      <a:pt x="23895" y="35888"/>
                      <a:pt x="26814" y="33053"/>
                    </a:cubicBezTo>
                    <a:cubicBezTo>
                      <a:pt x="26814" y="33053"/>
                      <a:pt x="28689" y="31394"/>
                      <a:pt x="28256" y="29519"/>
                    </a:cubicBezTo>
                    <a:lnTo>
                      <a:pt x="28256" y="29519"/>
                    </a:lnTo>
                    <a:cubicBezTo>
                      <a:pt x="27517" y="29807"/>
                      <a:pt x="26778" y="30042"/>
                      <a:pt x="26002" y="30222"/>
                    </a:cubicBezTo>
                    <a:cubicBezTo>
                      <a:pt x="24876" y="30482"/>
                      <a:pt x="23738" y="30607"/>
                      <a:pt x="22607" y="30607"/>
                    </a:cubicBezTo>
                    <a:cubicBezTo>
                      <a:pt x="15505" y="30607"/>
                      <a:pt x="8719" y="25683"/>
                      <a:pt x="7195" y="18465"/>
                    </a:cubicBezTo>
                    <a:cubicBezTo>
                      <a:pt x="6185" y="13632"/>
                      <a:pt x="5374" y="8764"/>
                      <a:pt x="4670" y="3859"/>
                    </a:cubicBezTo>
                    <a:cubicBezTo>
                      <a:pt x="4490" y="2579"/>
                      <a:pt x="4418" y="1299"/>
                      <a:pt x="44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4" name="Google Shape;3794;p78"/>
              <p:cNvSpPr/>
              <p:nvPr/>
            </p:nvSpPr>
            <p:spPr>
              <a:xfrm>
                <a:off x="1952000" y="2693625"/>
                <a:ext cx="160050" cy="209650"/>
              </a:xfrm>
              <a:custGeom>
                <a:avLst/>
                <a:gdLst/>
                <a:ahLst/>
                <a:cxnLst/>
                <a:rect l="l" t="t" r="r" b="b"/>
                <a:pathLst>
                  <a:path w="6402" h="8386" extrusionOk="0">
                    <a:moveTo>
                      <a:pt x="3192" y="0"/>
                    </a:moveTo>
                    <a:lnTo>
                      <a:pt x="1" y="2922"/>
                    </a:lnTo>
                    <a:lnTo>
                      <a:pt x="1497" y="8385"/>
                    </a:lnTo>
                    <a:lnTo>
                      <a:pt x="6402" y="3408"/>
                    </a:lnTo>
                    <a:lnTo>
                      <a:pt x="3481" y="325"/>
                    </a:lnTo>
                    <a:lnTo>
                      <a:pt x="319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5" name="Google Shape;3795;p78"/>
              <p:cNvSpPr/>
              <p:nvPr/>
            </p:nvSpPr>
            <p:spPr>
              <a:xfrm>
                <a:off x="2112025" y="2693625"/>
                <a:ext cx="160525" cy="209650"/>
              </a:xfrm>
              <a:custGeom>
                <a:avLst/>
                <a:gdLst/>
                <a:ahLst/>
                <a:cxnLst/>
                <a:rect l="l" t="t" r="r" b="b"/>
                <a:pathLst>
                  <a:path w="6421" h="8386" extrusionOk="0">
                    <a:moveTo>
                      <a:pt x="3211" y="0"/>
                    </a:moveTo>
                    <a:lnTo>
                      <a:pt x="2940" y="325"/>
                    </a:lnTo>
                    <a:lnTo>
                      <a:pt x="1" y="3408"/>
                    </a:lnTo>
                    <a:lnTo>
                      <a:pt x="4906" y="8385"/>
                    </a:lnTo>
                    <a:lnTo>
                      <a:pt x="6420" y="2922"/>
                    </a:lnTo>
                    <a:lnTo>
                      <a:pt x="32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6" name="Google Shape;3796;p78"/>
              <p:cNvSpPr/>
              <p:nvPr/>
            </p:nvSpPr>
            <p:spPr>
              <a:xfrm>
                <a:off x="2350050" y="2772025"/>
                <a:ext cx="374200" cy="634800"/>
              </a:xfrm>
              <a:custGeom>
                <a:avLst/>
                <a:gdLst/>
                <a:ahLst/>
                <a:cxnLst/>
                <a:rect l="l" t="t" r="r" b="b"/>
                <a:pathLst>
                  <a:path w="14968" h="25392" extrusionOk="0">
                    <a:moveTo>
                      <a:pt x="2173" y="0"/>
                    </a:moveTo>
                    <a:cubicBezTo>
                      <a:pt x="680" y="0"/>
                      <a:pt x="289" y="1120"/>
                      <a:pt x="289" y="1120"/>
                    </a:cubicBezTo>
                    <a:cubicBezTo>
                      <a:pt x="289" y="1120"/>
                      <a:pt x="1" y="11110"/>
                      <a:pt x="2183" y="17475"/>
                    </a:cubicBezTo>
                    <a:cubicBezTo>
                      <a:pt x="4098" y="23097"/>
                      <a:pt x="6589" y="25391"/>
                      <a:pt x="8930" y="25391"/>
                    </a:cubicBezTo>
                    <a:cubicBezTo>
                      <a:pt x="10006" y="25391"/>
                      <a:pt x="11050" y="24907"/>
                      <a:pt x="11992" y="24039"/>
                    </a:cubicBezTo>
                    <a:cubicBezTo>
                      <a:pt x="14967" y="21262"/>
                      <a:pt x="8350" y="2689"/>
                      <a:pt x="4725" y="777"/>
                    </a:cubicBezTo>
                    <a:cubicBezTo>
                      <a:pt x="3640" y="202"/>
                      <a:pt x="2807" y="0"/>
                      <a:pt x="21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7" name="Google Shape;3797;p78"/>
              <p:cNvSpPr/>
              <p:nvPr/>
            </p:nvSpPr>
            <p:spPr>
              <a:xfrm>
                <a:off x="2379350" y="3107900"/>
                <a:ext cx="290800" cy="299025"/>
              </a:xfrm>
              <a:custGeom>
                <a:avLst/>
                <a:gdLst/>
                <a:ahLst/>
                <a:cxnLst/>
                <a:rect l="l" t="t" r="r" b="b"/>
                <a:pathLst>
                  <a:path w="11632" h="11961" extrusionOk="0">
                    <a:moveTo>
                      <a:pt x="1" y="1"/>
                    </a:moveTo>
                    <a:lnTo>
                      <a:pt x="1" y="1"/>
                    </a:lnTo>
                    <a:cubicBezTo>
                      <a:pt x="235" y="1371"/>
                      <a:pt x="578" y="2724"/>
                      <a:pt x="1011" y="4058"/>
                    </a:cubicBezTo>
                    <a:cubicBezTo>
                      <a:pt x="2924" y="9673"/>
                      <a:pt x="5411" y="11961"/>
                      <a:pt x="7750" y="11961"/>
                    </a:cubicBezTo>
                    <a:cubicBezTo>
                      <a:pt x="8828" y="11961"/>
                      <a:pt x="9876" y="11474"/>
                      <a:pt x="10820" y="10604"/>
                    </a:cubicBezTo>
                    <a:cubicBezTo>
                      <a:pt x="11415" y="10045"/>
                      <a:pt x="11632" y="8818"/>
                      <a:pt x="11541" y="7232"/>
                    </a:cubicBezTo>
                    <a:cubicBezTo>
                      <a:pt x="6709" y="6889"/>
                      <a:pt x="2525" y="3968"/>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8" name="Google Shape;3798;p78"/>
              <p:cNvSpPr/>
              <p:nvPr/>
            </p:nvSpPr>
            <p:spPr>
              <a:xfrm>
                <a:off x="2291000" y="2753575"/>
                <a:ext cx="259250" cy="686175"/>
              </a:xfrm>
              <a:custGeom>
                <a:avLst/>
                <a:gdLst/>
                <a:ahLst/>
                <a:cxnLst/>
                <a:rect l="l" t="t" r="r" b="b"/>
                <a:pathLst>
                  <a:path w="10370" h="27447" extrusionOk="0">
                    <a:moveTo>
                      <a:pt x="1" y="1"/>
                    </a:moveTo>
                    <a:lnTo>
                      <a:pt x="1" y="1"/>
                    </a:lnTo>
                    <a:cubicBezTo>
                      <a:pt x="1" y="1"/>
                      <a:pt x="452" y="20990"/>
                      <a:pt x="3823" y="27139"/>
                    </a:cubicBezTo>
                    <a:cubicBezTo>
                      <a:pt x="3823" y="27139"/>
                      <a:pt x="3973" y="27446"/>
                      <a:pt x="5045" y="27446"/>
                    </a:cubicBezTo>
                    <a:cubicBezTo>
                      <a:pt x="5552" y="27446"/>
                      <a:pt x="6266" y="27378"/>
                      <a:pt x="7268" y="27175"/>
                    </a:cubicBezTo>
                    <a:cubicBezTo>
                      <a:pt x="10369" y="26544"/>
                      <a:pt x="5537" y="25191"/>
                      <a:pt x="6312" y="1083"/>
                    </a:cubicBezTo>
                    <a:cubicBezTo>
                      <a:pt x="6312" y="830"/>
                      <a:pt x="1" y="1"/>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9" name="Google Shape;3799;p78"/>
              <p:cNvSpPr/>
              <p:nvPr/>
            </p:nvSpPr>
            <p:spPr>
              <a:xfrm>
                <a:off x="2304525" y="2927350"/>
                <a:ext cx="197475" cy="197950"/>
              </a:xfrm>
              <a:custGeom>
                <a:avLst/>
                <a:gdLst/>
                <a:ahLst/>
                <a:cxnLst/>
                <a:rect l="l" t="t" r="r" b="b"/>
                <a:pathLst>
                  <a:path w="7899" h="7918" extrusionOk="0">
                    <a:moveTo>
                      <a:pt x="4069" y="1"/>
                    </a:moveTo>
                    <a:cubicBezTo>
                      <a:pt x="3260" y="1"/>
                      <a:pt x="2453" y="208"/>
                      <a:pt x="1732" y="623"/>
                    </a:cubicBezTo>
                    <a:cubicBezTo>
                      <a:pt x="1732" y="623"/>
                      <a:pt x="397" y="1651"/>
                      <a:pt x="2038" y="1831"/>
                    </a:cubicBezTo>
                    <a:lnTo>
                      <a:pt x="3679" y="1831"/>
                    </a:lnTo>
                    <a:cubicBezTo>
                      <a:pt x="3012" y="1831"/>
                      <a:pt x="1" y="1975"/>
                      <a:pt x="1227" y="3851"/>
                    </a:cubicBezTo>
                    <a:cubicBezTo>
                      <a:pt x="1497" y="3959"/>
                      <a:pt x="1786" y="4031"/>
                      <a:pt x="2074" y="4085"/>
                    </a:cubicBezTo>
                    <a:cubicBezTo>
                      <a:pt x="1083" y="4284"/>
                      <a:pt x="271" y="4644"/>
                      <a:pt x="884" y="5329"/>
                    </a:cubicBezTo>
                    <a:cubicBezTo>
                      <a:pt x="1227" y="5708"/>
                      <a:pt x="1696" y="5979"/>
                      <a:pt x="2201" y="6069"/>
                    </a:cubicBezTo>
                    <a:cubicBezTo>
                      <a:pt x="1353" y="6231"/>
                      <a:pt x="830" y="6556"/>
                      <a:pt x="2038" y="7205"/>
                    </a:cubicBezTo>
                    <a:cubicBezTo>
                      <a:pt x="2997" y="7695"/>
                      <a:pt x="3896" y="7918"/>
                      <a:pt x="4669" y="7918"/>
                    </a:cubicBezTo>
                    <a:cubicBezTo>
                      <a:pt x="5916" y="7918"/>
                      <a:pt x="6837" y="7337"/>
                      <a:pt x="7159" y="6357"/>
                    </a:cubicBezTo>
                    <a:cubicBezTo>
                      <a:pt x="7664" y="4788"/>
                      <a:pt x="7899" y="1182"/>
                      <a:pt x="6420" y="623"/>
                    </a:cubicBezTo>
                    <a:cubicBezTo>
                      <a:pt x="5690" y="208"/>
                      <a:pt x="4878" y="1"/>
                      <a:pt x="4069" y="1"/>
                    </a:cubicBezTo>
                    <a:close/>
                  </a:path>
                </a:pathLst>
              </a:custGeom>
              <a:solidFill>
                <a:srgbClr val="FFE1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0" name="Google Shape;3800;p78"/>
              <p:cNvSpPr/>
              <p:nvPr/>
            </p:nvSpPr>
            <p:spPr>
              <a:xfrm>
                <a:off x="1464700" y="2825500"/>
                <a:ext cx="373725" cy="634625"/>
              </a:xfrm>
              <a:custGeom>
                <a:avLst/>
                <a:gdLst/>
                <a:ahLst/>
                <a:cxnLst/>
                <a:rect l="l" t="t" r="r" b="b"/>
                <a:pathLst>
                  <a:path w="14949" h="25385" extrusionOk="0">
                    <a:moveTo>
                      <a:pt x="12770" y="1"/>
                    </a:moveTo>
                    <a:cubicBezTo>
                      <a:pt x="12140" y="1"/>
                      <a:pt x="11315" y="200"/>
                      <a:pt x="10242" y="766"/>
                    </a:cubicBezTo>
                    <a:cubicBezTo>
                      <a:pt x="6618" y="2696"/>
                      <a:pt x="0" y="21268"/>
                      <a:pt x="2975" y="24027"/>
                    </a:cubicBezTo>
                    <a:cubicBezTo>
                      <a:pt x="3914" y="24898"/>
                      <a:pt x="4959" y="25384"/>
                      <a:pt x="6038" y="25384"/>
                    </a:cubicBezTo>
                    <a:cubicBezTo>
                      <a:pt x="8376" y="25384"/>
                      <a:pt x="10872" y="23097"/>
                      <a:pt x="12785" y="17482"/>
                    </a:cubicBezTo>
                    <a:cubicBezTo>
                      <a:pt x="14949" y="11098"/>
                      <a:pt x="14660" y="1127"/>
                      <a:pt x="14660" y="1127"/>
                    </a:cubicBezTo>
                    <a:cubicBezTo>
                      <a:pt x="14660" y="1127"/>
                      <a:pt x="14267" y="1"/>
                      <a:pt x="127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1" name="Google Shape;3801;p78"/>
              <p:cNvSpPr/>
              <p:nvPr/>
            </p:nvSpPr>
            <p:spPr>
              <a:xfrm>
                <a:off x="1709025" y="2780625"/>
                <a:ext cx="225425" cy="699350"/>
              </a:xfrm>
              <a:custGeom>
                <a:avLst/>
                <a:gdLst/>
                <a:ahLst/>
                <a:cxnLst/>
                <a:rect l="l" t="t" r="r" b="b"/>
                <a:pathLst>
                  <a:path w="9017" h="27974" extrusionOk="0">
                    <a:moveTo>
                      <a:pt x="6420" y="1"/>
                    </a:moveTo>
                    <a:cubicBezTo>
                      <a:pt x="6420" y="1"/>
                      <a:pt x="289" y="1732"/>
                      <a:pt x="325" y="1984"/>
                    </a:cubicBezTo>
                    <a:cubicBezTo>
                      <a:pt x="4599" y="25732"/>
                      <a:pt x="0" y="27788"/>
                      <a:pt x="3174" y="27950"/>
                    </a:cubicBezTo>
                    <a:cubicBezTo>
                      <a:pt x="3495" y="27967"/>
                      <a:pt x="3786" y="27974"/>
                      <a:pt x="4049" y="27974"/>
                    </a:cubicBezTo>
                    <a:cubicBezTo>
                      <a:pt x="6389" y="27974"/>
                      <a:pt x="6564" y="27391"/>
                      <a:pt x="6564" y="27391"/>
                    </a:cubicBezTo>
                    <a:cubicBezTo>
                      <a:pt x="9016" y="20828"/>
                      <a:pt x="6420" y="1"/>
                      <a:pt x="64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2" name="Google Shape;3802;p78"/>
              <p:cNvSpPr/>
              <p:nvPr/>
            </p:nvSpPr>
            <p:spPr>
              <a:xfrm>
                <a:off x="1667550" y="2972100"/>
                <a:ext cx="197475" cy="198050"/>
              </a:xfrm>
              <a:custGeom>
                <a:avLst/>
                <a:gdLst/>
                <a:ahLst/>
                <a:cxnLst/>
                <a:rect l="l" t="t" r="r" b="b"/>
                <a:pathLst>
                  <a:path w="7899" h="7922" extrusionOk="0">
                    <a:moveTo>
                      <a:pt x="3832" y="1"/>
                    </a:moveTo>
                    <a:cubicBezTo>
                      <a:pt x="3025" y="1"/>
                      <a:pt x="2218" y="213"/>
                      <a:pt x="1497" y="636"/>
                    </a:cubicBezTo>
                    <a:cubicBezTo>
                      <a:pt x="0" y="1177"/>
                      <a:pt x="253" y="4802"/>
                      <a:pt x="740" y="6370"/>
                    </a:cubicBezTo>
                    <a:cubicBezTo>
                      <a:pt x="1051" y="7338"/>
                      <a:pt x="1974" y="7922"/>
                      <a:pt x="3224" y="7922"/>
                    </a:cubicBezTo>
                    <a:cubicBezTo>
                      <a:pt x="3999" y="7922"/>
                      <a:pt x="4901" y="7697"/>
                      <a:pt x="5861" y="7200"/>
                    </a:cubicBezTo>
                    <a:cubicBezTo>
                      <a:pt x="7069" y="6569"/>
                      <a:pt x="6546" y="6244"/>
                      <a:pt x="5699" y="6082"/>
                    </a:cubicBezTo>
                    <a:cubicBezTo>
                      <a:pt x="6203" y="5992"/>
                      <a:pt x="6672" y="5721"/>
                      <a:pt x="7033" y="5343"/>
                    </a:cubicBezTo>
                    <a:cubicBezTo>
                      <a:pt x="7628" y="4657"/>
                      <a:pt x="6817" y="4279"/>
                      <a:pt x="5825" y="4098"/>
                    </a:cubicBezTo>
                    <a:cubicBezTo>
                      <a:pt x="6113" y="4026"/>
                      <a:pt x="6402" y="3954"/>
                      <a:pt x="6672" y="3864"/>
                    </a:cubicBezTo>
                    <a:cubicBezTo>
                      <a:pt x="7898" y="1971"/>
                      <a:pt x="4905" y="1844"/>
                      <a:pt x="4220" y="1844"/>
                    </a:cubicBezTo>
                    <a:lnTo>
                      <a:pt x="5861" y="1844"/>
                    </a:lnTo>
                    <a:cubicBezTo>
                      <a:pt x="7502" y="1646"/>
                      <a:pt x="6167" y="636"/>
                      <a:pt x="6167" y="636"/>
                    </a:cubicBezTo>
                    <a:cubicBezTo>
                      <a:pt x="5446" y="213"/>
                      <a:pt x="4639" y="1"/>
                      <a:pt x="3832" y="1"/>
                    </a:cubicBezTo>
                    <a:close/>
                  </a:path>
                </a:pathLst>
              </a:custGeom>
              <a:solidFill>
                <a:srgbClr val="FFE1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3" name="Google Shape;3803;p78"/>
              <p:cNvSpPr/>
              <p:nvPr/>
            </p:nvSpPr>
            <p:spPr>
              <a:xfrm>
                <a:off x="2304525" y="2926950"/>
                <a:ext cx="148800" cy="198100"/>
              </a:xfrm>
              <a:custGeom>
                <a:avLst/>
                <a:gdLst/>
                <a:ahLst/>
                <a:cxnLst/>
                <a:rect l="l" t="t" r="r" b="b"/>
                <a:pathLst>
                  <a:path w="5952" h="7924" extrusionOk="0">
                    <a:moveTo>
                      <a:pt x="4065" y="1"/>
                    </a:moveTo>
                    <a:cubicBezTo>
                      <a:pt x="3254" y="1"/>
                      <a:pt x="2448" y="216"/>
                      <a:pt x="1732" y="639"/>
                    </a:cubicBezTo>
                    <a:cubicBezTo>
                      <a:pt x="1732" y="639"/>
                      <a:pt x="397" y="1649"/>
                      <a:pt x="2038" y="1829"/>
                    </a:cubicBezTo>
                    <a:lnTo>
                      <a:pt x="3679" y="1829"/>
                    </a:lnTo>
                    <a:cubicBezTo>
                      <a:pt x="3012" y="1829"/>
                      <a:pt x="1" y="1973"/>
                      <a:pt x="1227" y="3867"/>
                    </a:cubicBezTo>
                    <a:cubicBezTo>
                      <a:pt x="1497" y="3957"/>
                      <a:pt x="1786" y="4029"/>
                      <a:pt x="2074" y="4083"/>
                    </a:cubicBezTo>
                    <a:cubicBezTo>
                      <a:pt x="1083" y="4282"/>
                      <a:pt x="271" y="4642"/>
                      <a:pt x="884" y="5327"/>
                    </a:cubicBezTo>
                    <a:cubicBezTo>
                      <a:pt x="1227" y="5724"/>
                      <a:pt x="1696" y="5977"/>
                      <a:pt x="2201" y="6085"/>
                    </a:cubicBezTo>
                    <a:cubicBezTo>
                      <a:pt x="1353" y="6247"/>
                      <a:pt x="830" y="6572"/>
                      <a:pt x="2038" y="7203"/>
                    </a:cubicBezTo>
                    <a:cubicBezTo>
                      <a:pt x="2988" y="7701"/>
                      <a:pt x="3879" y="7924"/>
                      <a:pt x="4647" y="7924"/>
                    </a:cubicBezTo>
                    <a:cubicBezTo>
                      <a:pt x="5075" y="7924"/>
                      <a:pt x="5465" y="7855"/>
                      <a:pt x="5807" y="7726"/>
                    </a:cubicBezTo>
                    <a:cubicBezTo>
                      <a:pt x="5212" y="6536"/>
                      <a:pt x="4923" y="5219"/>
                      <a:pt x="4977" y="3903"/>
                    </a:cubicBezTo>
                    <a:cubicBezTo>
                      <a:pt x="5032" y="2677"/>
                      <a:pt x="5356" y="1487"/>
                      <a:pt x="5951" y="405"/>
                    </a:cubicBezTo>
                    <a:cubicBezTo>
                      <a:pt x="5347" y="134"/>
                      <a:pt x="4704" y="1"/>
                      <a:pt x="4065" y="1"/>
                    </a:cubicBezTo>
                    <a:close/>
                  </a:path>
                </a:pathLst>
              </a:custGeom>
              <a:solidFill>
                <a:srgbClr val="F2BF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4" name="Google Shape;3804;p78"/>
              <p:cNvSpPr/>
              <p:nvPr/>
            </p:nvSpPr>
            <p:spPr>
              <a:xfrm>
                <a:off x="1668000" y="2975825"/>
                <a:ext cx="105950" cy="194225"/>
              </a:xfrm>
              <a:custGeom>
                <a:avLst/>
                <a:gdLst/>
                <a:ahLst/>
                <a:cxnLst/>
                <a:rect l="l" t="t" r="r" b="b"/>
                <a:pathLst>
                  <a:path w="4238" h="7769" extrusionOk="0">
                    <a:moveTo>
                      <a:pt x="2705" y="0"/>
                    </a:moveTo>
                    <a:lnTo>
                      <a:pt x="2705" y="0"/>
                    </a:lnTo>
                    <a:cubicBezTo>
                      <a:pt x="2273" y="91"/>
                      <a:pt x="1858" y="253"/>
                      <a:pt x="1479" y="487"/>
                    </a:cubicBezTo>
                    <a:cubicBezTo>
                      <a:pt x="0" y="1028"/>
                      <a:pt x="217" y="4653"/>
                      <a:pt x="740" y="6221"/>
                    </a:cubicBezTo>
                    <a:cubicBezTo>
                      <a:pt x="1040" y="7193"/>
                      <a:pt x="1962" y="7768"/>
                      <a:pt x="3202" y="7768"/>
                    </a:cubicBezTo>
                    <a:cubicBezTo>
                      <a:pt x="3527" y="7768"/>
                      <a:pt x="3874" y="7728"/>
                      <a:pt x="4238" y="7646"/>
                    </a:cubicBezTo>
                    <a:cubicBezTo>
                      <a:pt x="2940" y="6095"/>
                      <a:pt x="2273" y="4130"/>
                      <a:pt x="2327" y="2128"/>
                    </a:cubicBezTo>
                    <a:cubicBezTo>
                      <a:pt x="2345" y="1389"/>
                      <a:pt x="2489" y="686"/>
                      <a:pt x="2705" y="0"/>
                    </a:cubicBezTo>
                    <a:close/>
                  </a:path>
                </a:pathLst>
              </a:custGeom>
              <a:solidFill>
                <a:srgbClr val="F2BF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5" name="Google Shape;3805;p78"/>
              <p:cNvSpPr/>
              <p:nvPr/>
            </p:nvSpPr>
            <p:spPr>
              <a:xfrm>
                <a:off x="1658075" y="1849775"/>
                <a:ext cx="865575" cy="454525"/>
              </a:xfrm>
              <a:custGeom>
                <a:avLst/>
                <a:gdLst/>
                <a:ahLst/>
                <a:cxnLst/>
                <a:rect l="l" t="t" r="r" b="b"/>
                <a:pathLst>
                  <a:path w="34623" h="18181" extrusionOk="0">
                    <a:moveTo>
                      <a:pt x="18264" y="1"/>
                    </a:moveTo>
                    <a:cubicBezTo>
                      <a:pt x="12603" y="1"/>
                      <a:pt x="6326" y="1439"/>
                      <a:pt x="4328" y="4921"/>
                    </a:cubicBezTo>
                    <a:cubicBezTo>
                      <a:pt x="4328" y="4921"/>
                      <a:pt x="1" y="15254"/>
                      <a:pt x="3535" y="15650"/>
                    </a:cubicBezTo>
                    <a:cubicBezTo>
                      <a:pt x="3535" y="15650"/>
                      <a:pt x="4480" y="15427"/>
                      <a:pt x="6136" y="10617"/>
                    </a:cubicBezTo>
                    <a:lnTo>
                      <a:pt x="6136" y="10617"/>
                    </a:lnTo>
                    <a:cubicBezTo>
                      <a:pt x="5900" y="11611"/>
                      <a:pt x="6286" y="13108"/>
                      <a:pt x="8169" y="13108"/>
                    </a:cubicBezTo>
                    <a:cubicBezTo>
                      <a:pt x="9540" y="13108"/>
                      <a:pt x="10135" y="12386"/>
                      <a:pt x="10387" y="11647"/>
                    </a:cubicBezTo>
                    <a:cubicBezTo>
                      <a:pt x="10441" y="12495"/>
                      <a:pt x="10820" y="13414"/>
                      <a:pt x="12154" y="13468"/>
                    </a:cubicBezTo>
                    <a:cubicBezTo>
                      <a:pt x="12216" y="13472"/>
                      <a:pt x="12276" y="13474"/>
                      <a:pt x="12335" y="13474"/>
                    </a:cubicBezTo>
                    <a:cubicBezTo>
                      <a:pt x="13935" y="13474"/>
                      <a:pt x="14358" y="12084"/>
                      <a:pt x="14462" y="11214"/>
                    </a:cubicBezTo>
                    <a:cubicBezTo>
                      <a:pt x="14495" y="12255"/>
                      <a:pt x="14892" y="14038"/>
                      <a:pt x="17247" y="14038"/>
                    </a:cubicBezTo>
                    <a:cubicBezTo>
                      <a:pt x="17462" y="14038"/>
                      <a:pt x="17693" y="14023"/>
                      <a:pt x="17943" y="13991"/>
                    </a:cubicBezTo>
                    <a:cubicBezTo>
                      <a:pt x="18934" y="13396"/>
                      <a:pt x="19511" y="12278"/>
                      <a:pt x="19439" y="11124"/>
                    </a:cubicBezTo>
                    <a:lnTo>
                      <a:pt x="19439" y="11124"/>
                    </a:lnTo>
                    <a:cubicBezTo>
                      <a:pt x="19628" y="12172"/>
                      <a:pt x="20275" y="14005"/>
                      <a:pt x="22300" y="14005"/>
                    </a:cubicBezTo>
                    <a:cubicBezTo>
                      <a:pt x="22401" y="14005"/>
                      <a:pt x="22505" y="14001"/>
                      <a:pt x="22613" y="13991"/>
                    </a:cubicBezTo>
                    <a:cubicBezTo>
                      <a:pt x="24687" y="13793"/>
                      <a:pt x="24452" y="12206"/>
                      <a:pt x="24055" y="11124"/>
                    </a:cubicBezTo>
                    <a:lnTo>
                      <a:pt x="24055" y="11124"/>
                    </a:lnTo>
                    <a:cubicBezTo>
                      <a:pt x="24595" y="12131"/>
                      <a:pt x="25738" y="14284"/>
                      <a:pt x="26957" y="14284"/>
                    </a:cubicBezTo>
                    <a:cubicBezTo>
                      <a:pt x="27244" y="14284"/>
                      <a:pt x="27535" y="14165"/>
                      <a:pt x="27824" y="13883"/>
                    </a:cubicBezTo>
                    <a:cubicBezTo>
                      <a:pt x="28455" y="13270"/>
                      <a:pt x="28545" y="11557"/>
                      <a:pt x="28527" y="11016"/>
                    </a:cubicBezTo>
                    <a:lnTo>
                      <a:pt x="28527" y="11016"/>
                    </a:lnTo>
                    <a:cubicBezTo>
                      <a:pt x="29572" y="12356"/>
                      <a:pt x="30851" y="18180"/>
                      <a:pt x="32106" y="18180"/>
                    </a:cubicBezTo>
                    <a:cubicBezTo>
                      <a:pt x="32151" y="18180"/>
                      <a:pt x="32197" y="18172"/>
                      <a:pt x="32242" y="18157"/>
                    </a:cubicBezTo>
                    <a:cubicBezTo>
                      <a:pt x="34622" y="17345"/>
                      <a:pt x="31521" y="5065"/>
                      <a:pt x="27734" y="2036"/>
                    </a:cubicBezTo>
                    <a:cubicBezTo>
                      <a:pt x="26143" y="756"/>
                      <a:pt x="22366" y="1"/>
                      <a:pt x="1826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6" name="Google Shape;3806;p78"/>
              <p:cNvSpPr/>
              <p:nvPr/>
            </p:nvSpPr>
            <p:spPr>
              <a:xfrm>
                <a:off x="1657625" y="1853325"/>
                <a:ext cx="380500" cy="387725"/>
              </a:xfrm>
              <a:custGeom>
                <a:avLst/>
                <a:gdLst/>
                <a:ahLst/>
                <a:cxnLst/>
                <a:rect l="l" t="t" r="r" b="b"/>
                <a:pathLst>
                  <a:path w="15220" h="15509" extrusionOk="0">
                    <a:moveTo>
                      <a:pt x="15220" y="1"/>
                    </a:moveTo>
                    <a:lnTo>
                      <a:pt x="15220" y="1"/>
                    </a:lnTo>
                    <a:cubicBezTo>
                      <a:pt x="10513" y="433"/>
                      <a:pt x="5987" y="1912"/>
                      <a:pt x="4346" y="4779"/>
                    </a:cubicBezTo>
                    <a:cubicBezTo>
                      <a:pt x="4346" y="4779"/>
                      <a:pt x="1" y="15112"/>
                      <a:pt x="3553" y="15508"/>
                    </a:cubicBezTo>
                    <a:cubicBezTo>
                      <a:pt x="3553" y="15508"/>
                      <a:pt x="4491" y="15274"/>
                      <a:pt x="6150" y="10441"/>
                    </a:cubicBezTo>
                    <a:lnTo>
                      <a:pt x="6150" y="10441"/>
                    </a:lnTo>
                    <a:cubicBezTo>
                      <a:pt x="5897" y="11433"/>
                      <a:pt x="6276" y="12966"/>
                      <a:pt x="8169" y="12966"/>
                    </a:cubicBezTo>
                    <a:cubicBezTo>
                      <a:pt x="9540" y="12966"/>
                      <a:pt x="10153" y="12226"/>
                      <a:pt x="10405" y="11487"/>
                    </a:cubicBezTo>
                    <a:cubicBezTo>
                      <a:pt x="10405" y="11722"/>
                      <a:pt x="10441" y="11938"/>
                      <a:pt x="10513" y="12154"/>
                    </a:cubicBezTo>
                    <a:cubicBezTo>
                      <a:pt x="10477" y="11595"/>
                      <a:pt x="10459" y="11036"/>
                      <a:pt x="10495" y="10477"/>
                    </a:cubicBezTo>
                    <a:cubicBezTo>
                      <a:pt x="10640" y="6492"/>
                      <a:pt x="12335" y="2742"/>
                      <a:pt x="1522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7" name="Google Shape;3807;p78"/>
              <p:cNvSpPr/>
              <p:nvPr/>
            </p:nvSpPr>
            <p:spPr>
              <a:xfrm>
                <a:off x="1764925" y="2149950"/>
                <a:ext cx="252925" cy="252475"/>
              </a:xfrm>
              <a:custGeom>
                <a:avLst/>
                <a:gdLst/>
                <a:ahLst/>
                <a:cxnLst/>
                <a:rect l="l" t="t" r="r" b="b"/>
                <a:pathLst>
                  <a:path w="10117" h="10099" extrusionOk="0">
                    <a:moveTo>
                      <a:pt x="5067" y="1"/>
                    </a:moveTo>
                    <a:cubicBezTo>
                      <a:pt x="2272" y="1"/>
                      <a:pt x="0" y="2273"/>
                      <a:pt x="0" y="5050"/>
                    </a:cubicBezTo>
                    <a:cubicBezTo>
                      <a:pt x="0" y="7845"/>
                      <a:pt x="2272" y="10099"/>
                      <a:pt x="5067" y="10099"/>
                    </a:cubicBezTo>
                    <a:cubicBezTo>
                      <a:pt x="7844" y="10099"/>
                      <a:pt x="10116" y="7845"/>
                      <a:pt x="10116" y="5050"/>
                    </a:cubicBezTo>
                    <a:cubicBezTo>
                      <a:pt x="10116" y="2273"/>
                      <a:pt x="7844" y="1"/>
                      <a:pt x="5067" y="1"/>
                    </a:cubicBezTo>
                    <a:close/>
                  </a:path>
                </a:pathLst>
              </a:custGeom>
              <a:solidFill>
                <a:srgbClr val="F8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8" name="Google Shape;3808;p78"/>
              <p:cNvSpPr/>
              <p:nvPr/>
            </p:nvSpPr>
            <p:spPr>
              <a:xfrm>
                <a:off x="1704525" y="2136300"/>
                <a:ext cx="326850" cy="280100"/>
              </a:xfrm>
              <a:custGeom>
                <a:avLst/>
                <a:gdLst/>
                <a:ahLst/>
                <a:cxnLst/>
                <a:rect l="l" t="t" r="r" b="b"/>
                <a:pathLst>
                  <a:path w="13074" h="11204" extrusionOk="0">
                    <a:moveTo>
                      <a:pt x="7483" y="1088"/>
                    </a:moveTo>
                    <a:cubicBezTo>
                      <a:pt x="9972" y="1088"/>
                      <a:pt x="11991" y="3107"/>
                      <a:pt x="11991" y="5596"/>
                    </a:cubicBezTo>
                    <a:cubicBezTo>
                      <a:pt x="11991" y="8316"/>
                      <a:pt x="9762" y="10121"/>
                      <a:pt x="7444" y="10121"/>
                    </a:cubicBezTo>
                    <a:cubicBezTo>
                      <a:pt x="6336" y="10121"/>
                      <a:pt x="5207" y="9709"/>
                      <a:pt x="4292" y="8787"/>
                    </a:cubicBezTo>
                    <a:cubicBezTo>
                      <a:pt x="1443" y="5956"/>
                      <a:pt x="3462" y="1088"/>
                      <a:pt x="7483" y="1088"/>
                    </a:cubicBezTo>
                    <a:close/>
                    <a:moveTo>
                      <a:pt x="7438" y="0"/>
                    </a:moveTo>
                    <a:cubicBezTo>
                      <a:pt x="6063" y="0"/>
                      <a:pt x="4659" y="509"/>
                      <a:pt x="3516" y="1647"/>
                    </a:cubicBezTo>
                    <a:cubicBezTo>
                      <a:pt x="0" y="5163"/>
                      <a:pt x="2488" y="11204"/>
                      <a:pt x="7483" y="11204"/>
                    </a:cubicBezTo>
                    <a:cubicBezTo>
                      <a:pt x="10567" y="11186"/>
                      <a:pt x="13055" y="8697"/>
                      <a:pt x="13073" y="5596"/>
                    </a:cubicBezTo>
                    <a:cubicBezTo>
                      <a:pt x="13073" y="2228"/>
                      <a:pt x="10316" y="0"/>
                      <a:pt x="743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9" name="Google Shape;3809;p78"/>
              <p:cNvSpPr/>
              <p:nvPr/>
            </p:nvSpPr>
            <p:spPr>
              <a:xfrm>
                <a:off x="2158925" y="2140950"/>
                <a:ext cx="252475" cy="252475"/>
              </a:xfrm>
              <a:custGeom>
                <a:avLst/>
                <a:gdLst/>
                <a:ahLst/>
                <a:cxnLst/>
                <a:rect l="l" t="t" r="r" b="b"/>
                <a:pathLst>
                  <a:path w="10099" h="10099" extrusionOk="0">
                    <a:moveTo>
                      <a:pt x="5049" y="0"/>
                    </a:moveTo>
                    <a:cubicBezTo>
                      <a:pt x="2254" y="0"/>
                      <a:pt x="0" y="2254"/>
                      <a:pt x="0" y="5049"/>
                    </a:cubicBezTo>
                    <a:cubicBezTo>
                      <a:pt x="0" y="7826"/>
                      <a:pt x="2254" y="10098"/>
                      <a:pt x="5049" y="10098"/>
                    </a:cubicBezTo>
                    <a:cubicBezTo>
                      <a:pt x="7844" y="10098"/>
                      <a:pt x="10098" y="7826"/>
                      <a:pt x="10098" y="5049"/>
                    </a:cubicBezTo>
                    <a:cubicBezTo>
                      <a:pt x="10098" y="2254"/>
                      <a:pt x="7844" y="0"/>
                      <a:pt x="5049" y="0"/>
                    </a:cubicBezTo>
                    <a:close/>
                  </a:path>
                </a:pathLst>
              </a:custGeom>
              <a:solidFill>
                <a:srgbClr val="F8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0" name="Google Shape;3810;p78"/>
              <p:cNvSpPr/>
              <p:nvPr/>
            </p:nvSpPr>
            <p:spPr>
              <a:xfrm>
                <a:off x="2098075" y="2127075"/>
                <a:ext cx="326850" cy="279875"/>
              </a:xfrm>
              <a:custGeom>
                <a:avLst/>
                <a:gdLst/>
                <a:ahLst/>
                <a:cxnLst/>
                <a:rect l="l" t="t" r="r" b="b"/>
                <a:pathLst>
                  <a:path w="13074" h="11195" extrusionOk="0">
                    <a:moveTo>
                      <a:pt x="7516" y="1096"/>
                    </a:moveTo>
                    <a:cubicBezTo>
                      <a:pt x="9989" y="1096"/>
                      <a:pt x="11991" y="3127"/>
                      <a:pt x="11991" y="5604"/>
                    </a:cubicBezTo>
                    <a:cubicBezTo>
                      <a:pt x="11991" y="8325"/>
                      <a:pt x="9770" y="10121"/>
                      <a:pt x="7451" y="10121"/>
                    </a:cubicBezTo>
                    <a:cubicBezTo>
                      <a:pt x="6343" y="10121"/>
                      <a:pt x="5213" y="9711"/>
                      <a:pt x="4292" y="8796"/>
                    </a:cubicBezTo>
                    <a:cubicBezTo>
                      <a:pt x="1461" y="5947"/>
                      <a:pt x="3462" y="1096"/>
                      <a:pt x="7483" y="1096"/>
                    </a:cubicBezTo>
                    <a:cubicBezTo>
                      <a:pt x="7494" y="1096"/>
                      <a:pt x="7505" y="1096"/>
                      <a:pt x="7516" y="1096"/>
                    </a:cubicBezTo>
                    <a:close/>
                    <a:moveTo>
                      <a:pt x="7444" y="1"/>
                    </a:moveTo>
                    <a:cubicBezTo>
                      <a:pt x="6071" y="1"/>
                      <a:pt x="4672" y="512"/>
                      <a:pt x="3534" y="1655"/>
                    </a:cubicBezTo>
                    <a:cubicBezTo>
                      <a:pt x="0" y="5171"/>
                      <a:pt x="2506" y="11194"/>
                      <a:pt x="7483" y="11194"/>
                    </a:cubicBezTo>
                    <a:cubicBezTo>
                      <a:pt x="10567" y="11194"/>
                      <a:pt x="13073" y="8688"/>
                      <a:pt x="13073" y="5604"/>
                    </a:cubicBezTo>
                    <a:cubicBezTo>
                      <a:pt x="13073" y="2237"/>
                      <a:pt x="10317" y="1"/>
                      <a:pt x="744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1" name="Google Shape;3811;p78"/>
              <p:cNvSpPr/>
              <p:nvPr/>
            </p:nvSpPr>
            <p:spPr>
              <a:xfrm>
                <a:off x="2006550" y="2225075"/>
                <a:ext cx="165475" cy="60600"/>
              </a:xfrm>
              <a:custGeom>
                <a:avLst/>
                <a:gdLst/>
                <a:ahLst/>
                <a:cxnLst/>
                <a:rect l="l" t="t" r="r" b="b"/>
                <a:pathLst>
                  <a:path w="6619" h="2424" extrusionOk="0">
                    <a:moveTo>
                      <a:pt x="3273" y="1"/>
                    </a:moveTo>
                    <a:cubicBezTo>
                      <a:pt x="3204" y="1"/>
                      <a:pt x="3135" y="3"/>
                      <a:pt x="3066" y="7"/>
                    </a:cubicBezTo>
                    <a:cubicBezTo>
                      <a:pt x="1227" y="133"/>
                      <a:pt x="55" y="1666"/>
                      <a:pt x="1" y="1720"/>
                    </a:cubicBezTo>
                    <a:lnTo>
                      <a:pt x="884" y="2369"/>
                    </a:lnTo>
                    <a:cubicBezTo>
                      <a:pt x="884" y="2369"/>
                      <a:pt x="1786" y="1179"/>
                      <a:pt x="3138" y="1089"/>
                    </a:cubicBezTo>
                    <a:cubicBezTo>
                      <a:pt x="3185" y="1086"/>
                      <a:pt x="3233" y="1085"/>
                      <a:pt x="3281" y="1085"/>
                    </a:cubicBezTo>
                    <a:cubicBezTo>
                      <a:pt x="4120" y="1085"/>
                      <a:pt x="4990" y="1536"/>
                      <a:pt x="5843" y="2423"/>
                    </a:cubicBezTo>
                    <a:lnTo>
                      <a:pt x="6618" y="1666"/>
                    </a:lnTo>
                    <a:cubicBezTo>
                      <a:pt x="5547" y="561"/>
                      <a:pt x="4412" y="1"/>
                      <a:pt x="327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2" name="Google Shape;3812;p78"/>
              <p:cNvSpPr/>
              <p:nvPr/>
            </p:nvSpPr>
            <p:spPr>
              <a:xfrm>
                <a:off x="1662075" y="2206750"/>
                <a:ext cx="106475" cy="54125"/>
              </a:xfrm>
              <a:custGeom>
                <a:avLst/>
                <a:gdLst/>
                <a:ahLst/>
                <a:cxnLst/>
                <a:rect l="l" t="t" r="r" b="b"/>
                <a:pathLst>
                  <a:path w="4259" h="2165" extrusionOk="0">
                    <a:moveTo>
                      <a:pt x="777" y="0"/>
                    </a:moveTo>
                    <a:cubicBezTo>
                      <a:pt x="254" y="0"/>
                      <a:pt x="1" y="789"/>
                      <a:pt x="580" y="1047"/>
                    </a:cubicBezTo>
                    <a:lnTo>
                      <a:pt x="3303" y="2129"/>
                    </a:lnTo>
                    <a:cubicBezTo>
                      <a:pt x="3357" y="2147"/>
                      <a:pt x="3429" y="2165"/>
                      <a:pt x="3501" y="2165"/>
                    </a:cubicBezTo>
                    <a:cubicBezTo>
                      <a:pt x="4096" y="2165"/>
                      <a:pt x="4259" y="1353"/>
                      <a:pt x="3700" y="1119"/>
                    </a:cubicBezTo>
                    <a:lnTo>
                      <a:pt x="977" y="37"/>
                    </a:lnTo>
                    <a:cubicBezTo>
                      <a:pt x="907" y="12"/>
                      <a:pt x="840" y="0"/>
                      <a:pt x="77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3" name="Google Shape;3813;p78"/>
              <p:cNvSpPr/>
              <p:nvPr/>
            </p:nvSpPr>
            <p:spPr>
              <a:xfrm>
                <a:off x="2395600" y="2262800"/>
                <a:ext cx="119250" cy="56225"/>
              </a:xfrm>
              <a:custGeom>
                <a:avLst/>
                <a:gdLst/>
                <a:ahLst/>
                <a:cxnLst/>
                <a:rect l="l" t="t" r="r" b="b"/>
                <a:pathLst>
                  <a:path w="4770" h="2249" extrusionOk="0">
                    <a:moveTo>
                      <a:pt x="4008" y="0"/>
                    </a:moveTo>
                    <a:cubicBezTo>
                      <a:pt x="3949" y="0"/>
                      <a:pt x="3888" y="10"/>
                      <a:pt x="3823" y="31"/>
                    </a:cubicBezTo>
                    <a:lnTo>
                      <a:pt x="577" y="1185"/>
                    </a:lnTo>
                    <a:cubicBezTo>
                      <a:pt x="0" y="1401"/>
                      <a:pt x="144" y="2231"/>
                      <a:pt x="757" y="2249"/>
                    </a:cubicBezTo>
                    <a:cubicBezTo>
                      <a:pt x="812" y="2249"/>
                      <a:pt x="884" y="2231"/>
                      <a:pt x="938" y="2213"/>
                    </a:cubicBezTo>
                    <a:lnTo>
                      <a:pt x="4184" y="1059"/>
                    </a:lnTo>
                    <a:cubicBezTo>
                      <a:pt x="4770" y="831"/>
                      <a:pt x="4547" y="0"/>
                      <a:pt x="4008"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4" name="Google Shape;3814;p78"/>
              <p:cNvSpPr/>
              <p:nvPr/>
            </p:nvSpPr>
            <p:spPr>
              <a:xfrm>
                <a:off x="2410025" y="4069475"/>
                <a:ext cx="162750" cy="261475"/>
              </a:xfrm>
              <a:custGeom>
                <a:avLst/>
                <a:gdLst/>
                <a:ahLst/>
                <a:cxnLst/>
                <a:rect l="l" t="t" r="r" b="b"/>
                <a:pathLst>
                  <a:path w="6510" h="10459" extrusionOk="0">
                    <a:moveTo>
                      <a:pt x="0" y="0"/>
                    </a:moveTo>
                    <a:lnTo>
                      <a:pt x="974" y="10459"/>
                    </a:lnTo>
                    <a:lnTo>
                      <a:pt x="6510" y="8277"/>
                    </a:lnTo>
                    <a:lnTo>
                      <a:pt x="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5" name="Google Shape;3815;p78"/>
              <p:cNvSpPr/>
              <p:nvPr/>
            </p:nvSpPr>
            <p:spPr>
              <a:xfrm>
                <a:off x="2246825" y="5244700"/>
                <a:ext cx="381850" cy="153750"/>
              </a:xfrm>
              <a:custGeom>
                <a:avLst/>
                <a:gdLst/>
                <a:ahLst/>
                <a:cxnLst/>
                <a:rect l="l" t="t" r="r" b="b"/>
                <a:pathLst>
                  <a:path w="15274" h="6150" extrusionOk="0">
                    <a:moveTo>
                      <a:pt x="6348" y="1"/>
                    </a:moveTo>
                    <a:lnTo>
                      <a:pt x="6149" y="2363"/>
                    </a:lnTo>
                    <a:lnTo>
                      <a:pt x="1" y="2363"/>
                    </a:lnTo>
                    <a:lnTo>
                      <a:pt x="1" y="6149"/>
                    </a:lnTo>
                    <a:lnTo>
                      <a:pt x="14985" y="6149"/>
                    </a:lnTo>
                    <a:cubicBezTo>
                      <a:pt x="15274" y="2218"/>
                      <a:pt x="13110" y="938"/>
                      <a:pt x="10730" y="560"/>
                    </a:cubicBezTo>
                    <a:lnTo>
                      <a:pt x="10549" y="2381"/>
                    </a:lnTo>
                    <a:lnTo>
                      <a:pt x="8169" y="2417"/>
                    </a:lnTo>
                    <a:lnTo>
                      <a:pt x="8403" y="307"/>
                    </a:lnTo>
                    <a:lnTo>
                      <a:pt x="63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6" name="Google Shape;3816;p78"/>
              <p:cNvSpPr/>
              <p:nvPr/>
            </p:nvSpPr>
            <p:spPr>
              <a:xfrm>
                <a:off x="2553825" y="3954050"/>
                <a:ext cx="140675" cy="219575"/>
              </a:xfrm>
              <a:custGeom>
                <a:avLst/>
                <a:gdLst/>
                <a:ahLst/>
                <a:cxnLst/>
                <a:rect l="l" t="t" r="r" b="b"/>
                <a:pathLst>
                  <a:path w="5627" h="8783" extrusionOk="0">
                    <a:moveTo>
                      <a:pt x="0" y="1"/>
                    </a:moveTo>
                    <a:lnTo>
                      <a:pt x="4003" y="8782"/>
                    </a:lnTo>
                    <a:lnTo>
                      <a:pt x="5626" y="7124"/>
                    </a:lnTo>
                    <a:lnTo>
                      <a:pt x="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7" name="Google Shape;3817;p78"/>
              <p:cNvSpPr/>
              <p:nvPr/>
            </p:nvSpPr>
            <p:spPr>
              <a:xfrm>
                <a:off x="1208625" y="1316875"/>
                <a:ext cx="118600" cy="4089225"/>
              </a:xfrm>
              <a:custGeom>
                <a:avLst/>
                <a:gdLst/>
                <a:ahLst/>
                <a:cxnLst/>
                <a:rect l="l" t="t" r="r" b="b"/>
                <a:pathLst>
                  <a:path w="4744" h="163569" extrusionOk="0">
                    <a:moveTo>
                      <a:pt x="1" y="1"/>
                    </a:moveTo>
                    <a:lnTo>
                      <a:pt x="1" y="163569"/>
                    </a:lnTo>
                    <a:lnTo>
                      <a:pt x="4743" y="163569"/>
                    </a:lnTo>
                    <a:lnTo>
                      <a:pt x="474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8" name="Google Shape;3818;p78"/>
              <p:cNvSpPr/>
              <p:nvPr/>
            </p:nvSpPr>
            <p:spPr>
              <a:xfrm>
                <a:off x="549125" y="238225"/>
                <a:ext cx="1437625" cy="1411375"/>
              </a:xfrm>
              <a:custGeom>
                <a:avLst/>
                <a:gdLst/>
                <a:ahLst/>
                <a:cxnLst/>
                <a:rect l="l" t="t" r="r" b="b"/>
                <a:pathLst>
                  <a:path w="57505" h="56455" extrusionOk="0">
                    <a:moveTo>
                      <a:pt x="28752" y="1"/>
                    </a:moveTo>
                    <a:cubicBezTo>
                      <a:pt x="27373" y="1"/>
                      <a:pt x="25993" y="528"/>
                      <a:pt x="24938" y="1583"/>
                    </a:cubicBezTo>
                    <a:lnTo>
                      <a:pt x="2110" y="24411"/>
                    </a:lnTo>
                    <a:cubicBezTo>
                      <a:pt x="0" y="26521"/>
                      <a:pt x="0" y="29929"/>
                      <a:pt x="2110" y="32039"/>
                    </a:cubicBezTo>
                    <a:lnTo>
                      <a:pt x="24938" y="54885"/>
                    </a:lnTo>
                    <a:cubicBezTo>
                      <a:pt x="25993" y="55931"/>
                      <a:pt x="27373" y="56454"/>
                      <a:pt x="28752" y="56454"/>
                    </a:cubicBezTo>
                    <a:cubicBezTo>
                      <a:pt x="30132" y="56454"/>
                      <a:pt x="31511" y="55931"/>
                      <a:pt x="32566" y="54885"/>
                    </a:cubicBezTo>
                    <a:lnTo>
                      <a:pt x="55412" y="32039"/>
                    </a:lnTo>
                    <a:cubicBezTo>
                      <a:pt x="57504" y="29929"/>
                      <a:pt x="57504" y="26521"/>
                      <a:pt x="55412" y="24411"/>
                    </a:cubicBezTo>
                    <a:lnTo>
                      <a:pt x="32566" y="1583"/>
                    </a:lnTo>
                    <a:cubicBezTo>
                      <a:pt x="31511" y="528"/>
                      <a:pt x="30132" y="1"/>
                      <a:pt x="2875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9" name="Google Shape;3819;p78"/>
              <p:cNvSpPr/>
              <p:nvPr/>
            </p:nvSpPr>
            <p:spPr>
              <a:xfrm>
                <a:off x="619900" y="308425"/>
                <a:ext cx="1296075" cy="1270400"/>
              </a:xfrm>
              <a:custGeom>
                <a:avLst/>
                <a:gdLst/>
                <a:ahLst/>
                <a:cxnLst/>
                <a:rect l="l" t="t" r="r" b="b"/>
                <a:pathLst>
                  <a:path w="51843" h="50816" extrusionOk="0">
                    <a:moveTo>
                      <a:pt x="25930" y="1083"/>
                    </a:moveTo>
                    <a:cubicBezTo>
                      <a:pt x="27030" y="1083"/>
                      <a:pt x="28112" y="1534"/>
                      <a:pt x="28887" y="2327"/>
                    </a:cubicBezTo>
                    <a:lnTo>
                      <a:pt x="49011" y="22451"/>
                    </a:lnTo>
                    <a:cubicBezTo>
                      <a:pt x="50652" y="24092"/>
                      <a:pt x="50652" y="26742"/>
                      <a:pt x="49011" y="28383"/>
                    </a:cubicBezTo>
                    <a:lnTo>
                      <a:pt x="28887" y="48507"/>
                    </a:lnTo>
                    <a:cubicBezTo>
                      <a:pt x="28067" y="49328"/>
                      <a:pt x="26994" y="49738"/>
                      <a:pt x="25921" y="49738"/>
                    </a:cubicBezTo>
                    <a:cubicBezTo>
                      <a:pt x="24848" y="49738"/>
                      <a:pt x="23775" y="49328"/>
                      <a:pt x="22955" y="48507"/>
                    </a:cubicBezTo>
                    <a:lnTo>
                      <a:pt x="2813" y="28383"/>
                    </a:lnTo>
                    <a:cubicBezTo>
                      <a:pt x="1190" y="26742"/>
                      <a:pt x="1190" y="24092"/>
                      <a:pt x="2813" y="22451"/>
                    </a:cubicBezTo>
                    <a:lnTo>
                      <a:pt x="22955" y="2309"/>
                    </a:lnTo>
                    <a:cubicBezTo>
                      <a:pt x="23730" y="1534"/>
                      <a:pt x="24812" y="1083"/>
                      <a:pt x="25930" y="1083"/>
                    </a:cubicBezTo>
                    <a:close/>
                    <a:moveTo>
                      <a:pt x="25930" y="1"/>
                    </a:moveTo>
                    <a:cubicBezTo>
                      <a:pt x="24524" y="1"/>
                      <a:pt x="23171" y="560"/>
                      <a:pt x="22197" y="1552"/>
                    </a:cubicBezTo>
                    <a:lnTo>
                      <a:pt x="2056" y="21675"/>
                    </a:lnTo>
                    <a:cubicBezTo>
                      <a:pt x="0" y="23749"/>
                      <a:pt x="0" y="27085"/>
                      <a:pt x="2056" y="29159"/>
                    </a:cubicBezTo>
                    <a:lnTo>
                      <a:pt x="22197" y="49282"/>
                    </a:lnTo>
                    <a:cubicBezTo>
                      <a:pt x="23156" y="50259"/>
                      <a:pt x="24481" y="50816"/>
                      <a:pt x="25864" y="50816"/>
                    </a:cubicBezTo>
                    <a:cubicBezTo>
                      <a:pt x="25886" y="50816"/>
                      <a:pt x="25908" y="50815"/>
                      <a:pt x="25930" y="50815"/>
                    </a:cubicBezTo>
                    <a:cubicBezTo>
                      <a:pt x="25952" y="50815"/>
                      <a:pt x="25974" y="50816"/>
                      <a:pt x="25995" y="50816"/>
                    </a:cubicBezTo>
                    <a:cubicBezTo>
                      <a:pt x="27361" y="50816"/>
                      <a:pt x="28686" y="50259"/>
                      <a:pt x="29663" y="49282"/>
                    </a:cubicBezTo>
                    <a:lnTo>
                      <a:pt x="49786" y="29159"/>
                    </a:lnTo>
                    <a:cubicBezTo>
                      <a:pt x="51842" y="27085"/>
                      <a:pt x="51842" y="23749"/>
                      <a:pt x="49786" y="21675"/>
                    </a:cubicBezTo>
                    <a:lnTo>
                      <a:pt x="29663" y="1552"/>
                    </a:lnTo>
                    <a:cubicBezTo>
                      <a:pt x="28671" y="560"/>
                      <a:pt x="27337" y="1"/>
                      <a:pt x="2593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0" name="Google Shape;3820;p78"/>
              <p:cNvSpPr/>
              <p:nvPr/>
            </p:nvSpPr>
            <p:spPr>
              <a:xfrm>
                <a:off x="998550" y="5002175"/>
                <a:ext cx="461200" cy="404375"/>
              </a:xfrm>
              <a:custGeom>
                <a:avLst/>
                <a:gdLst/>
                <a:ahLst/>
                <a:cxnLst/>
                <a:rect l="l" t="t" r="r" b="b"/>
                <a:pathLst>
                  <a:path w="18448" h="16175" extrusionOk="0">
                    <a:moveTo>
                      <a:pt x="17185" y="0"/>
                    </a:moveTo>
                    <a:lnTo>
                      <a:pt x="17185" y="0"/>
                    </a:lnTo>
                    <a:cubicBezTo>
                      <a:pt x="6781" y="2164"/>
                      <a:pt x="8368" y="11631"/>
                      <a:pt x="8368" y="11631"/>
                    </a:cubicBezTo>
                    <a:cubicBezTo>
                      <a:pt x="6168" y="3138"/>
                      <a:pt x="1" y="2669"/>
                      <a:pt x="1" y="2669"/>
                    </a:cubicBezTo>
                    <a:lnTo>
                      <a:pt x="1" y="2669"/>
                    </a:lnTo>
                    <a:cubicBezTo>
                      <a:pt x="4725" y="4436"/>
                      <a:pt x="5699" y="12136"/>
                      <a:pt x="5699" y="12136"/>
                    </a:cubicBezTo>
                    <a:cubicBezTo>
                      <a:pt x="4293" y="10315"/>
                      <a:pt x="560" y="10279"/>
                      <a:pt x="560" y="10279"/>
                    </a:cubicBezTo>
                    <a:lnTo>
                      <a:pt x="560" y="10279"/>
                    </a:lnTo>
                    <a:cubicBezTo>
                      <a:pt x="4257" y="11956"/>
                      <a:pt x="6547" y="16175"/>
                      <a:pt x="6547" y="16175"/>
                    </a:cubicBezTo>
                    <a:lnTo>
                      <a:pt x="12822" y="16175"/>
                    </a:lnTo>
                    <a:lnTo>
                      <a:pt x="15202" y="16157"/>
                    </a:lnTo>
                    <a:cubicBezTo>
                      <a:pt x="15314" y="9878"/>
                      <a:pt x="17204" y="9174"/>
                      <a:pt x="18047" y="9174"/>
                    </a:cubicBezTo>
                    <a:cubicBezTo>
                      <a:pt x="18291" y="9174"/>
                      <a:pt x="18448" y="9233"/>
                      <a:pt x="18448" y="9233"/>
                    </a:cubicBezTo>
                    <a:cubicBezTo>
                      <a:pt x="17591" y="8648"/>
                      <a:pt x="16875" y="8429"/>
                      <a:pt x="16284" y="8429"/>
                    </a:cubicBezTo>
                    <a:cubicBezTo>
                      <a:pt x="14524" y="8429"/>
                      <a:pt x="13868" y="10369"/>
                      <a:pt x="13868" y="10369"/>
                    </a:cubicBezTo>
                    <a:cubicBezTo>
                      <a:pt x="14805" y="5230"/>
                      <a:pt x="18448" y="4436"/>
                      <a:pt x="18448" y="4436"/>
                    </a:cubicBezTo>
                    <a:cubicBezTo>
                      <a:pt x="18163" y="4387"/>
                      <a:pt x="17889" y="4364"/>
                      <a:pt x="17627" y="4364"/>
                    </a:cubicBezTo>
                    <a:cubicBezTo>
                      <a:pt x="13168" y="4364"/>
                      <a:pt x="12010" y="11072"/>
                      <a:pt x="12010" y="11072"/>
                    </a:cubicBezTo>
                    <a:cubicBezTo>
                      <a:pt x="11109" y="1551"/>
                      <a:pt x="17185" y="0"/>
                      <a:pt x="171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21" name="Google Shape;3821;p78"/>
            <p:cNvGrpSpPr/>
            <p:nvPr/>
          </p:nvGrpSpPr>
          <p:grpSpPr>
            <a:xfrm rot="-1292317">
              <a:off x="1934391" y="3446992"/>
              <a:ext cx="211486" cy="241619"/>
              <a:chOff x="4408296" y="1016962"/>
              <a:chExt cx="507136" cy="579524"/>
            </a:xfrm>
          </p:grpSpPr>
          <p:sp>
            <p:nvSpPr>
              <p:cNvPr id="3822" name="Google Shape;3822;p78"/>
              <p:cNvSpPr/>
              <p:nvPr/>
            </p:nvSpPr>
            <p:spPr>
              <a:xfrm>
                <a:off x="4644350" y="1281314"/>
                <a:ext cx="80533" cy="116632"/>
              </a:xfrm>
              <a:custGeom>
                <a:avLst/>
                <a:gdLst/>
                <a:ahLst/>
                <a:cxnLst/>
                <a:rect l="l" t="t" r="r" b="b"/>
                <a:pathLst>
                  <a:path w="2106" h="3050" extrusionOk="0">
                    <a:moveTo>
                      <a:pt x="0" y="1"/>
                    </a:moveTo>
                    <a:lnTo>
                      <a:pt x="0" y="1"/>
                    </a:lnTo>
                    <a:cubicBezTo>
                      <a:pt x="27" y="214"/>
                      <a:pt x="0" y="400"/>
                      <a:pt x="0" y="640"/>
                    </a:cubicBezTo>
                    <a:cubicBezTo>
                      <a:pt x="0" y="773"/>
                      <a:pt x="27" y="880"/>
                      <a:pt x="53" y="987"/>
                    </a:cubicBezTo>
                    <a:cubicBezTo>
                      <a:pt x="53" y="1040"/>
                      <a:pt x="80" y="1120"/>
                      <a:pt x="107" y="1173"/>
                    </a:cubicBezTo>
                    <a:lnTo>
                      <a:pt x="133" y="1200"/>
                    </a:lnTo>
                    <a:lnTo>
                      <a:pt x="160" y="1253"/>
                    </a:lnTo>
                    <a:cubicBezTo>
                      <a:pt x="187" y="1280"/>
                      <a:pt x="213" y="1306"/>
                      <a:pt x="240" y="1306"/>
                    </a:cubicBezTo>
                    <a:cubicBezTo>
                      <a:pt x="267" y="1360"/>
                      <a:pt x="346" y="1386"/>
                      <a:pt x="400" y="1413"/>
                    </a:cubicBezTo>
                    <a:cubicBezTo>
                      <a:pt x="453" y="1440"/>
                      <a:pt x="506" y="1466"/>
                      <a:pt x="586" y="1493"/>
                    </a:cubicBezTo>
                    <a:cubicBezTo>
                      <a:pt x="693" y="1493"/>
                      <a:pt x="799" y="1520"/>
                      <a:pt x="906" y="1520"/>
                    </a:cubicBezTo>
                    <a:cubicBezTo>
                      <a:pt x="1013" y="1546"/>
                      <a:pt x="1119" y="1546"/>
                      <a:pt x="1199" y="1573"/>
                    </a:cubicBezTo>
                    <a:cubicBezTo>
                      <a:pt x="1252" y="1573"/>
                      <a:pt x="1279" y="1599"/>
                      <a:pt x="1332" y="1626"/>
                    </a:cubicBezTo>
                    <a:cubicBezTo>
                      <a:pt x="1359" y="1626"/>
                      <a:pt x="1386" y="1653"/>
                      <a:pt x="1412" y="1679"/>
                    </a:cubicBezTo>
                    <a:cubicBezTo>
                      <a:pt x="1492" y="1733"/>
                      <a:pt x="1572" y="1813"/>
                      <a:pt x="1652" y="1893"/>
                    </a:cubicBezTo>
                    <a:cubicBezTo>
                      <a:pt x="1679" y="1919"/>
                      <a:pt x="1705" y="1973"/>
                      <a:pt x="1732" y="2026"/>
                    </a:cubicBezTo>
                    <a:cubicBezTo>
                      <a:pt x="1759" y="2052"/>
                      <a:pt x="1785" y="2106"/>
                      <a:pt x="1785" y="2132"/>
                    </a:cubicBezTo>
                    <a:cubicBezTo>
                      <a:pt x="1785" y="2159"/>
                      <a:pt x="1785" y="2159"/>
                      <a:pt x="1785" y="2186"/>
                    </a:cubicBezTo>
                    <a:cubicBezTo>
                      <a:pt x="1785" y="2212"/>
                      <a:pt x="1785" y="2212"/>
                      <a:pt x="1785" y="2239"/>
                    </a:cubicBezTo>
                    <a:cubicBezTo>
                      <a:pt x="1785" y="2266"/>
                      <a:pt x="1732" y="2319"/>
                      <a:pt x="1732" y="2346"/>
                    </a:cubicBezTo>
                    <a:cubicBezTo>
                      <a:pt x="1705" y="2372"/>
                      <a:pt x="1679" y="2426"/>
                      <a:pt x="1652" y="2452"/>
                    </a:cubicBezTo>
                    <a:cubicBezTo>
                      <a:pt x="1599" y="2479"/>
                      <a:pt x="1572" y="2505"/>
                      <a:pt x="1519" y="2559"/>
                    </a:cubicBezTo>
                    <a:cubicBezTo>
                      <a:pt x="1439" y="2612"/>
                      <a:pt x="1332" y="2665"/>
                      <a:pt x="1252" y="2719"/>
                    </a:cubicBezTo>
                    <a:cubicBezTo>
                      <a:pt x="1146" y="2745"/>
                      <a:pt x="1039" y="2799"/>
                      <a:pt x="933" y="2825"/>
                    </a:cubicBezTo>
                    <a:cubicBezTo>
                      <a:pt x="720" y="2905"/>
                      <a:pt x="480" y="2985"/>
                      <a:pt x="267" y="3038"/>
                    </a:cubicBezTo>
                    <a:cubicBezTo>
                      <a:pt x="337" y="3046"/>
                      <a:pt x="407" y="3049"/>
                      <a:pt x="477" y="3049"/>
                    </a:cubicBezTo>
                    <a:cubicBezTo>
                      <a:pt x="647" y="3049"/>
                      <a:pt x="816" y="3031"/>
                      <a:pt x="986" y="3012"/>
                    </a:cubicBezTo>
                    <a:cubicBezTo>
                      <a:pt x="1226" y="2958"/>
                      <a:pt x="1439" y="2878"/>
                      <a:pt x="1679" y="2772"/>
                    </a:cubicBezTo>
                    <a:cubicBezTo>
                      <a:pt x="1732" y="2745"/>
                      <a:pt x="1785" y="2719"/>
                      <a:pt x="1839" y="2665"/>
                    </a:cubicBezTo>
                    <a:cubicBezTo>
                      <a:pt x="1892" y="2612"/>
                      <a:pt x="1945" y="2559"/>
                      <a:pt x="1999" y="2505"/>
                    </a:cubicBezTo>
                    <a:cubicBezTo>
                      <a:pt x="2025" y="2452"/>
                      <a:pt x="2052" y="2372"/>
                      <a:pt x="2078" y="2292"/>
                    </a:cubicBezTo>
                    <a:lnTo>
                      <a:pt x="2105" y="2186"/>
                    </a:lnTo>
                    <a:lnTo>
                      <a:pt x="2105" y="2079"/>
                    </a:lnTo>
                    <a:cubicBezTo>
                      <a:pt x="2078" y="1999"/>
                      <a:pt x="2052" y="1919"/>
                      <a:pt x="2025" y="1866"/>
                    </a:cubicBezTo>
                    <a:cubicBezTo>
                      <a:pt x="1999" y="1786"/>
                      <a:pt x="1945" y="1733"/>
                      <a:pt x="1919" y="1706"/>
                    </a:cubicBezTo>
                    <a:cubicBezTo>
                      <a:pt x="1812" y="1599"/>
                      <a:pt x="1732" y="1493"/>
                      <a:pt x="1625" y="1413"/>
                    </a:cubicBezTo>
                    <a:cubicBezTo>
                      <a:pt x="1572" y="1386"/>
                      <a:pt x="1519" y="1333"/>
                      <a:pt x="1466" y="1306"/>
                    </a:cubicBezTo>
                    <a:cubicBezTo>
                      <a:pt x="1386" y="1280"/>
                      <a:pt x="1332" y="1253"/>
                      <a:pt x="1279" y="1253"/>
                    </a:cubicBezTo>
                    <a:cubicBezTo>
                      <a:pt x="1173" y="1226"/>
                      <a:pt x="1039" y="1200"/>
                      <a:pt x="933" y="1200"/>
                    </a:cubicBezTo>
                    <a:lnTo>
                      <a:pt x="640" y="1200"/>
                    </a:lnTo>
                    <a:cubicBezTo>
                      <a:pt x="586" y="1173"/>
                      <a:pt x="533" y="1173"/>
                      <a:pt x="506" y="1173"/>
                    </a:cubicBezTo>
                    <a:cubicBezTo>
                      <a:pt x="453" y="1147"/>
                      <a:pt x="426" y="1147"/>
                      <a:pt x="400" y="1120"/>
                    </a:cubicBezTo>
                    <a:cubicBezTo>
                      <a:pt x="373" y="1120"/>
                      <a:pt x="346" y="1093"/>
                      <a:pt x="346" y="1067"/>
                    </a:cubicBezTo>
                    <a:lnTo>
                      <a:pt x="320" y="1067"/>
                    </a:lnTo>
                    <a:lnTo>
                      <a:pt x="320" y="1040"/>
                    </a:lnTo>
                    <a:cubicBezTo>
                      <a:pt x="293" y="987"/>
                      <a:pt x="267" y="960"/>
                      <a:pt x="267" y="907"/>
                    </a:cubicBezTo>
                    <a:cubicBezTo>
                      <a:pt x="213" y="827"/>
                      <a:pt x="187" y="720"/>
                      <a:pt x="187" y="614"/>
                    </a:cubicBezTo>
                    <a:cubicBezTo>
                      <a:pt x="133" y="400"/>
                      <a:pt x="80" y="187"/>
                      <a:pt x="0" y="1"/>
                    </a:cubicBezTo>
                    <a:close/>
                  </a:path>
                </a:pathLst>
              </a:custGeom>
              <a:solidFill>
                <a:srgbClr val="E39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3" name="Google Shape;3823;p78"/>
              <p:cNvSpPr/>
              <p:nvPr/>
            </p:nvSpPr>
            <p:spPr>
              <a:xfrm>
                <a:off x="4408296" y="1016962"/>
                <a:ext cx="60878" cy="44358"/>
              </a:xfrm>
              <a:custGeom>
                <a:avLst/>
                <a:gdLst/>
                <a:ahLst/>
                <a:cxnLst/>
                <a:rect l="l" t="t" r="r" b="b"/>
                <a:pathLst>
                  <a:path w="1592" h="1160" extrusionOk="0">
                    <a:moveTo>
                      <a:pt x="1244" y="1"/>
                    </a:moveTo>
                    <a:cubicBezTo>
                      <a:pt x="807" y="1"/>
                      <a:pt x="1" y="477"/>
                      <a:pt x="71" y="918"/>
                    </a:cubicBezTo>
                    <a:cubicBezTo>
                      <a:pt x="93" y="1092"/>
                      <a:pt x="193" y="1160"/>
                      <a:pt x="331" y="1160"/>
                    </a:cubicBezTo>
                    <a:cubicBezTo>
                      <a:pt x="700" y="1160"/>
                      <a:pt x="1340" y="672"/>
                      <a:pt x="1457" y="439"/>
                    </a:cubicBezTo>
                    <a:cubicBezTo>
                      <a:pt x="1592" y="124"/>
                      <a:pt x="1466" y="1"/>
                      <a:pt x="124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4" name="Google Shape;3824;p78"/>
              <p:cNvSpPr/>
              <p:nvPr/>
            </p:nvSpPr>
            <p:spPr>
              <a:xfrm>
                <a:off x="4861016" y="1095966"/>
                <a:ext cx="54416" cy="53727"/>
              </a:xfrm>
              <a:custGeom>
                <a:avLst/>
                <a:gdLst/>
                <a:ahLst/>
                <a:cxnLst/>
                <a:rect l="l" t="t" r="r" b="b"/>
                <a:pathLst>
                  <a:path w="1423" h="1405" extrusionOk="0">
                    <a:moveTo>
                      <a:pt x="234" y="1"/>
                    </a:moveTo>
                    <a:cubicBezTo>
                      <a:pt x="90" y="1"/>
                      <a:pt x="0" y="106"/>
                      <a:pt x="36" y="371"/>
                    </a:cubicBezTo>
                    <a:cubicBezTo>
                      <a:pt x="79" y="645"/>
                      <a:pt x="605" y="1404"/>
                      <a:pt x="968" y="1404"/>
                    </a:cubicBezTo>
                    <a:cubicBezTo>
                      <a:pt x="1064" y="1404"/>
                      <a:pt x="1148" y="1352"/>
                      <a:pt x="1209" y="1224"/>
                    </a:cubicBezTo>
                    <a:cubicBezTo>
                      <a:pt x="1423" y="776"/>
                      <a:pt x="627" y="1"/>
                      <a:pt x="23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5" name="Google Shape;3825;p78"/>
              <p:cNvSpPr/>
              <p:nvPr/>
            </p:nvSpPr>
            <p:spPr>
              <a:xfrm>
                <a:off x="4431392" y="1228084"/>
                <a:ext cx="52006" cy="49291"/>
              </a:xfrm>
              <a:custGeom>
                <a:avLst/>
                <a:gdLst/>
                <a:ahLst/>
                <a:cxnLst/>
                <a:rect l="l" t="t" r="r" b="b"/>
                <a:pathLst>
                  <a:path w="1360" h="1289" extrusionOk="0">
                    <a:moveTo>
                      <a:pt x="702" y="0"/>
                    </a:moveTo>
                    <a:cubicBezTo>
                      <a:pt x="672" y="0"/>
                      <a:pt x="643" y="3"/>
                      <a:pt x="613" y="7"/>
                    </a:cubicBezTo>
                    <a:cubicBezTo>
                      <a:pt x="240" y="34"/>
                      <a:pt x="0" y="354"/>
                      <a:pt x="27" y="700"/>
                    </a:cubicBezTo>
                    <a:cubicBezTo>
                      <a:pt x="77" y="1054"/>
                      <a:pt x="368" y="1288"/>
                      <a:pt x="694" y="1288"/>
                    </a:cubicBezTo>
                    <a:cubicBezTo>
                      <a:pt x="711" y="1288"/>
                      <a:pt x="729" y="1288"/>
                      <a:pt x="746" y="1286"/>
                    </a:cubicBezTo>
                    <a:cubicBezTo>
                      <a:pt x="1093" y="1260"/>
                      <a:pt x="1359" y="940"/>
                      <a:pt x="1306" y="567"/>
                    </a:cubicBezTo>
                    <a:cubicBezTo>
                      <a:pt x="1281" y="250"/>
                      <a:pt x="1012" y="0"/>
                      <a:pt x="70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6" name="Google Shape;3826;p78"/>
              <p:cNvSpPr/>
              <p:nvPr/>
            </p:nvSpPr>
            <p:spPr>
              <a:xfrm>
                <a:off x="4800215" y="1275119"/>
                <a:ext cx="52006" cy="49291"/>
              </a:xfrm>
              <a:custGeom>
                <a:avLst/>
                <a:gdLst/>
                <a:ahLst/>
                <a:cxnLst/>
                <a:rect l="l" t="t" r="r" b="b"/>
                <a:pathLst>
                  <a:path w="1360" h="1289" extrusionOk="0">
                    <a:moveTo>
                      <a:pt x="670" y="1"/>
                    </a:moveTo>
                    <a:cubicBezTo>
                      <a:pt x="651" y="1"/>
                      <a:pt x="633" y="2"/>
                      <a:pt x="614" y="3"/>
                    </a:cubicBezTo>
                    <a:cubicBezTo>
                      <a:pt x="267" y="30"/>
                      <a:pt x="1" y="349"/>
                      <a:pt x="54" y="722"/>
                    </a:cubicBezTo>
                    <a:cubicBezTo>
                      <a:pt x="79" y="1039"/>
                      <a:pt x="348" y="1289"/>
                      <a:pt x="679" y="1289"/>
                    </a:cubicBezTo>
                    <a:cubicBezTo>
                      <a:pt x="710" y="1289"/>
                      <a:pt x="742" y="1286"/>
                      <a:pt x="774" y="1282"/>
                    </a:cubicBezTo>
                    <a:cubicBezTo>
                      <a:pt x="1120" y="1255"/>
                      <a:pt x="1360" y="935"/>
                      <a:pt x="1333" y="589"/>
                    </a:cubicBezTo>
                    <a:cubicBezTo>
                      <a:pt x="1308" y="235"/>
                      <a:pt x="1018" y="1"/>
                      <a:pt x="67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7" name="Google Shape;3827;p78"/>
              <p:cNvSpPr/>
              <p:nvPr/>
            </p:nvSpPr>
            <p:spPr>
              <a:xfrm>
                <a:off x="4452768" y="1498171"/>
                <a:ext cx="261906" cy="98315"/>
              </a:xfrm>
              <a:custGeom>
                <a:avLst/>
                <a:gdLst/>
                <a:ahLst/>
                <a:cxnLst/>
                <a:rect l="l" t="t" r="r" b="b"/>
                <a:pathLst>
                  <a:path w="6849" h="2571" extrusionOk="0">
                    <a:moveTo>
                      <a:pt x="1984" y="1"/>
                    </a:moveTo>
                    <a:cubicBezTo>
                      <a:pt x="1287" y="1"/>
                      <a:pt x="608" y="78"/>
                      <a:pt x="1" y="218"/>
                    </a:cubicBezTo>
                    <a:cubicBezTo>
                      <a:pt x="614" y="1364"/>
                      <a:pt x="1972" y="2244"/>
                      <a:pt x="3518" y="2537"/>
                    </a:cubicBezTo>
                    <a:cubicBezTo>
                      <a:pt x="3666" y="2559"/>
                      <a:pt x="3828" y="2570"/>
                      <a:pt x="4000" y="2570"/>
                    </a:cubicBezTo>
                    <a:cubicBezTo>
                      <a:pt x="4848" y="2570"/>
                      <a:pt x="5940" y="2300"/>
                      <a:pt x="6849" y="1791"/>
                    </a:cubicBezTo>
                    <a:cubicBezTo>
                      <a:pt x="5733" y="521"/>
                      <a:pt x="3797" y="1"/>
                      <a:pt x="1984" y="1"/>
                    </a:cubicBezTo>
                    <a:close/>
                  </a:path>
                </a:pathLst>
              </a:custGeom>
              <a:solidFill>
                <a:srgbClr val="D179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8" name="Google Shape;3828;p78"/>
              <p:cNvSpPr/>
              <p:nvPr/>
            </p:nvSpPr>
            <p:spPr>
              <a:xfrm>
                <a:off x="4435446" y="1417868"/>
                <a:ext cx="346493" cy="148792"/>
              </a:xfrm>
              <a:custGeom>
                <a:avLst/>
                <a:gdLst/>
                <a:ahLst/>
                <a:cxnLst/>
                <a:rect l="l" t="t" r="r" b="b"/>
                <a:pathLst>
                  <a:path w="9061" h="3891" extrusionOk="0">
                    <a:moveTo>
                      <a:pt x="294" y="0"/>
                    </a:moveTo>
                    <a:cubicBezTo>
                      <a:pt x="1" y="746"/>
                      <a:pt x="54" y="1599"/>
                      <a:pt x="454" y="2318"/>
                    </a:cubicBezTo>
                    <a:cubicBezTo>
                      <a:pt x="1081" y="2167"/>
                      <a:pt x="1779" y="2085"/>
                      <a:pt x="2492" y="2085"/>
                    </a:cubicBezTo>
                    <a:cubicBezTo>
                      <a:pt x="4292" y="2085"/>
                      <a:pt x="6187" y="2612"/>
                      <a:pt x="7275" y="3891"/>
                    </a:cubicBezTo>
                    <a:cubicBezTo>
                      <a:pt x="8288" y="3331"/>
                      <a:pt x="9060" y="2452"/>
                      <a:pt x="8980" y="1359"/>
                    </a:cubicBezTo>
                    <a:lnTo>
                      <a:pt x="8980" y="1359"/>
                    </a:lnTo>
                    <a:lnTo>
                      <a:pt x="8501" y="1386"/>
                    </a:lnTo>
                    <a:cubicBezTo>
                      <a:pt x="8067" y="2164"/>
                      <a:pt x="7375" y="2328"/>
                      <a:pt x="6541" y="2328"/>
                    </a:cubicBezTo>
                    <a:cubicBezTo>
                      <a:pt x="6147" y="2328"/>
                      <a:pt x="5722" y="2291"/>
                      <a:pt x="5277" y="2265"/>
                    </a:cubicBezTo>
                    <a:cubicBezTo>
                      <a:pt x="4024" y="2185"/>
                      <a:pt x="1493" y="1919"/>
                      <a:pt x="640" y="933"/>
                    </a:cubicBezTo>
                    <a:lnTo>
                      <a:pt x="587" y="933"/>
                    </a:lnTo>
                    <a:cubicBezTo>
                      <a:pt x="507" y="666"/>
                      <a:pt x="480" y="400"/>
                      <a:pt x="507" y="134"/>
                    </a:cubicBezTo>
                    <a:cubicBezTo>
                      <a:pt x="427" y="80"/>
                      <a:pt x="374" y="54"/>
                      <a:pt x="294" y="0"/>
                    </a:cubicBezTo>
                    <a:close/>
                  </a:path>
                </a:pathLst>
              </a:custGeom>
              <a:solidFill>
                <a:srgbClr val="B052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9" name="Google Shape;3829;p78"/>
              <p:cNvSpPr/>
              <p:nvPr/>
            </p:nvSpPr>
            <p:spPr>
              <a:xfrm>
                <a:off x="4453801" y="1423986"/>
                <a:ext cx="306723" cy="83172"/>
              </a:xfrm>
              <a:custGeom>
                <a:avLst/>
                <a:gdLst/>
                <a:ahLst/>
                <a:cxnLst/>
                <a:rect l="l" t="t" r="r" b="b"/>
                <a:pathLst>
                  <a:path w="8021" h="2175" extrusionOk="0">
                    <a:moveTo>
                      <a:pt x="27" y="0"/>
                    </a:moveTo>
                    <a:cubicBezTo>
                      <a:pt x="0" y="267"/>
                      <a:pt x="27" y="533"/>
                      <a:pt x="107" y="773"/>
                    </a:cubicBezTo>
                    <a:lnTo>
                      <a:pt x="160" y="773"/>
                    </a:lnTo>
                    <a:cubicBezTo>
                      <a:pt x="1040" y="1759"/>
                      <a:pt x="3544" y="2052"/>
                      <a:pt x="4823" y="2105"/>
                    </a:cubicBezTo>
                    <a:cubicBezTo>
                      <a:pt x="5291" y="2132"/>
                      <a:pt x="5737" y="2174"/>
                      <a:pt x="6147" y="2174"/>
                    </a:cubicBezTo>
                    <a:cubicBezTo>
                      <a:pt x="6951" y="2174"/>
                      <a:pt x="7615" y="2012"/>
                      <a:pt x="8021" y="1253"/>
                    </a:cubicBezTo>
                    <a:lnTo>
                      <a:pt x="8021" y="1253"/>
                    </a:lnTo>
                    <a:cubicBezTo>
                      <a:pt x="7391" y="1305"/>
                      <a:pt x="6682" y="1347"/>
                      <a:pt x="5932" y="1347"/>
                    </a:cubicBezTo>
                    <a:cubicBezTo>
                      <a:pt x="4014" y="1347"/>
                      <a:pt x="1828" y="1073"/>
                      <a:pt x="2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30" name="Google Shape;3830;p78"/>
            <p:cNvSpPr/>
            <p:nvPr/>
          </p:nvSpPr>
          <p:spPr>
            <a:xfrm rot="-1061648">
              <a:off x="1815520" y="3585854"/>
              <a:ext cx="48349" cy="25700"/>
            </a:xfrm>
            <a:custGeom>
              <a:avLst/>
              <a:gdLst/>
              <a:ahLst/>
              <a:cxnLst/>
              <a:rect l="l" t="t" r="r" b="b"/>
              <a:pathLst>
                <a:path w="2559" h="1360" extrusionOk="0">
                  <a:moveTo>
                    <a:pt x="453" y="0"/>
                  </a:moveTo>
                  <a:cubicBezTo>
                    <a:pt x="347" y="27"/>
                    <a:pt x="240" y="53"/>
                    <a:pt x="134" y="80"/>
                  </a:cubicBezTo>
                  <a:lnTo>
                    <a:pt x="0" y="133"/>
                  </a:lnTo>
                  <a:lnTo>
                    <a:pt x="160" y="160"/>
                  </a:lnTo>
                  <a:cubicBezTo>
                    <a:pt x="267" y="160"/>
                    <a:pt x="373" y="160"/>
                    <a:pt x="480" y="187"/>
                  </a:cubicBezTo>
                  <a:cubicBezTo>
                    <a:pt x="560" y="213"/>
                    <a:pt x="613" y="240"/>
                    <a:pt x="693" y="240"/>
                  </a:cubicBezTo>
                  <a:cubicBezTo>
                    <a:pt x="773" y="240"/>
                    <a:pt x="853" y="267"/>
                    <a:pt x="933" y="293"/>
                  </a:cubicBezTo>
                  <a:cubicBezTo>
                    <a:pt x="1093" y="347"/>
                    <a:pt x="1253" y="426"/>
                    <a:pt x="1386" y="506"/>
                  </a:cubicBezTo>
                  <a:lnTo>
                    <a:pt x="1599" y="640"/>
                  </a:lnTo>
                  <a:cubicBezTo>
                    <a:pt x="1679" y="693"/>
                    <a:pt x="1759" y="720"/>
                    <a:pt x="1812" y="773"/>
                  </a:cubicBezTo>
                  <a:cubicBezTo>
                    <a:pt x="1892" y="826"/>
                    <a:pt x="1972" y="879"/>
                    <a:pt x="2025" y="933"/>
                  </a:cubicBezTo>
                  <a:cubicBezTo>
                    <a:pt x="2079" y="986"/>
                    <a:pt x="2132" y="1013"/>
                    <a:pt x="2185" y="1066"/>
                  </a:cubicBezTo>
                  <a:cubicBezTo>
                    <a:pt x="2319" y="1146"/>
                    <a:pt x="2398" y="1226"/>
                    <a:pt x="2452" y="1279"/>
                  </a:cubicBezTo>
                  <a:lnTo>
                    <a:pt x="2558" y="1359"/>
                  </a:lnTo>
                  <a:cubicBezTo>
                    <a:pt x="2558" y="1359"/>
                    <a:pt x="2532" y="1306"/>
                    <a:pt x="2505" y="1252"/>
                  </a:cubicBezTo>
                  <a:cubicBezTo>
                    <a:pt x="2452" y="1119"/>
                    <a:pt x="2398" y="1039"/>
                    <a:pt x="2345" y="933"/>
                  </a:cubicBezTo>
                  <a:cubicBezTo>
                    <a:pt x="2292" y="879"/>
                    <a:pt x="2239" y="800"/>
                    <a:pt x="2185" y="746"/>
                  </a:cubicBezTo>
                  <a:cubicBezTo>
                    <a:pt x="2132" y="666"/>
                    <a:pt x="2079" y="613"/>
                    <a:pt x="1999" y="560"/>
                  </a:cubicBezTo>
                  <a:cubicBezTo>
                    <a:pt x="1945" y="480"/>
                    <a:pt x="1866" y="426"/>
                    <a:pt x="1786" y="373"/>
                  </a:cubicBezTo>
                  <a:lnTo>
                    <a:pt x="1546" y="213"/>
                  </a:lnTo>
                  <a:cubicBezTo>
                    <a:pt x="1439" y="187"/>
                    <a:pt x="1333" y="133"/>
                    <a:pt x="1253" y="107"/>
                  </a:cubicBezTo>
                  <a:cubicBezTo>
                    <a:pt x="1173" y="80"/>
                    <a:pt x="1066" y="53"/>
                    <a:pt x="986" y="27"/>
                  </a:cubicBezTo>
                  <a:cubicBezTo>
                    <a:pt x="880" y="0"/>
                    <a:pt x="800" y="0"/>
                    <a:pt x="720" y="0"/>
                  </a:cubicBezTo>
                  <a:close/>
                </a:path>
              </a:pathLst>
            </a:custGeom>
            <a:solidFill>
              <a:srgbClr val="E39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1" name="Google Shape;3831;p78"/>
            <p:cNvSpPr/>
            <p:nvPr/>
          </p:nvSpPr>
          <p:spPr>
            <a:xfrm rot="-1061648">
              <a:off x="2186229" y="3516696"/>
              <a:ext cx="38279" cy="31615"/>
            </a:xfrm>
            <a:custGeom>
              <a:avLst/>
              <a:gdLst/>
              <a:ahLst/>
              <a:cxnLst/>
              <a:rect l="l" t="t" r="r" b="b"/>
              <a:pathLst>
                <a:path w="2026" h="1673" extrusionOk="0">
                  <a:moveTo>
                    <a:pt x="1736" y="1"/>
                  </a:moveTo>
                  <a:cubicBezTo>
                    <a:pt x="1679" y="1"/>
                    <a:pt x="1626" y="7"/>
                    <a:pt x="1572" y="21"/>
                  </a:cubicBezTo>
                  <a:lnTo>
                    <a:pt x="1359" y="47"/>
                  </a:lnTo>
                  <a:cubicBezTo>
                    <a:pt x="1279" y="47"/>
                    <a:pt x="1199" y="74"/>
                    <a:pt x="1119" y="127"/>
                  </a:cubicBezTo>
                  <a:cubicBezTo>
                    <a:pt x="1039" y="127"/>
                    <a:pt x="933" y="180"/>
                    <a:pt x="880" y="234"/>
                  </a:cubicBezTo>
                  <a:lnTo>
                    <a:pt x="640" y="367"/>
                  </a:lnTo>
                  <a:lnTo>
                    <a:pt x="427" y="580"/>
                  </a:lnTo>
                  <a:cubicBezTo>
                    <a:pt x="373" y="633"/>
                    <a:pt x="293" y="713"/>
                    <a:pt x="267" y="793"/>
                  </a:cubicBezTo>
                  <a:cubicBezTo>
                    <a:pt x="213" y="847"/>
                    <a:pt x="160" y="926"/>
                    <a:pt x="133" y="1006"/>
                  </a:cubicBezTo>
                  <a:cubicBezTo>
                    <a:pt x="107" y="1086"/>
                    <a:pt x="80" y="1140"/>
                    <a:pt x="54" y="1220"/>
                  </a:cubicBezTo>
                  <a:cubicBezTo>
                    <a:pt x="0" y="1326"/>
                    <a:pt x="0" y="1433"/>
                    <a:pt x="0" y="1539"/>
                  </a:cubicBezTo>
                  <a:lnTo>
                    <a:pt x="0" y="1673"/>
                  </a:lnTo>
                  <a:cubicBezTo>
                    <a:pt x="0" y="1673"/>
                    <a:pt x="27" y="1619"/>
                    <a:pt x="54" y="1539"/>
                  </a:cubicBezTo>
                  <a:cubicBezTo>
                    <a:pt x="107" y="1486"/>
                    <a:pt x="187" y="1326"/>
                    <a:pt x="240" y="1273"/>
                  </a:cubicBezTo>
                  <a:cubicBezTo>
                    <a:pt x="267" y="1220"/>
                    <a:pt x="320" y="1166"/>
                    <a:pt x="347" y="1113"/>
                  </a:cubicBezTo>
                  <a:cubicBezTo>
                    <a:pt x="400" y="1060"/>
                    <a:pt x="453" y="1006"/>
                    <a:pt x="507" y="953"/>
                  </a:cubicBezTo>
                  <a:cubicBezTo>
                    <a:pt x="613" y="847"/>
                    <a:pt x="720" y="713"/>
                    <a:pt x="826" y="633"/>
                  </a:cubicBezTo>
                  <a:lnTo>
                    <a:pt x="1039" y="500"/>
                  </a:lnTo>
                  <a:cubicBezTo>
                    <a:pt x="1093" y="447"/>
                    <a:pt x="1173" y="394"/>
                    <a:pt x="1226" y="367"/>
                  </a:cubicBezTo>
                  <a:cubicBezTo>
                    <a:pt x="1306" y="340"/>
                    <a:pt x="1359" y="287"/>
                    <a:pt x="1439" y="260"/>
                  </a:cubicBezTo>
                  <a:cubicBezTo>
                    <a:pt x="1492" y="234"/>
                    <a:pt x="1572" y="207"/>
                    <a:pt x="1626" y="180"/>
                  </a:cubicBezTo>
                  <a:cubicBezTo>
                    <a:pt x="1732" y="127"/>
                    <a:pt x="1839" y="100"/>
                    <a:pt x="1919" y="74"/>
                  </a:cubicBezTo>
                  <a:lnTo>
                    <a:pt x="2025" y="21"/>
                  </a:lnTo>
                  <a:lnTo>
                    <a:pt x="1919" y="21"/>
                  </a:lnTo>
                  <a:cubicBezTo>
                    <a:pt x="1852" y="7"/>
                    <a:pt x="1792" y="1"/>
                    <a:pt x="1736" y="1"/>
                  </a:cubicBezTo>
                  <a:close/>
                </a:path>
              </a:pathLst>
            </a:custGeom>
            <a:solidFill>
              <a:srgbClr val="E39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2" name="Google Shape;3832;p78"/>
            <p:cNvSpPr/>
            <p:nvPr/>
          </p:nvSpPr>
          <p:spPr>
            <a:xfrm rot="-1061648">
              <a:off x="1895616" y="3612424"/>
              <a:ext cx="63956" cy="31274"/>
            </a:xfrm>
            <a:custGeom>
              <a:avLst/>
              <a:gdLst/>
              <a:ahLst/>
              <a:cxnLst/>
              <a:rect l="l" t="t" r="r" b="b"/>
              <a:pathLst>
                <a:path w="3385" h="1655" extrusionOk="0">
                  <a:moveTo>
                    <a:pt x="1393" y="1"/>
                  </a:moveTo>
                  <a:cubicBezTo>
                    <a:pt x="1054" y="1"/>
                    <a:pt x="750" y="61"/>
                    <a:pt x="560" y="188"/>
                  </a:cubicBezTo>
                  <a:cubicBezTo>
                    <a:pt x="1" y="587"/>
                    <a:pt x="400" y="1147"/>
                    <a:pt x="853" y="1387"/>
                  </a:cubicBezTo>
                  <a:cubicBezTo>
                    <a:pt x="1139" y="1544"/>
                    <a:pt x="1569" y="1655"/>
                    <a:pt x="1980" y="1655"/>
                  </a:cubicBezTo>
                  <a:cubicBezTo>
                    <a:pt x="2338" y="1655"/>
                    <a:pt x="2682" y="1571"/>
                    <a:pt x="2905" y="1360"/>
                  </a:cubicBezTo>
                  <a:cubicBezTo>
                    <a:pt x="3385" y="907"/>
                    <a:pt x="3092" y="428"/>
                    <a:pt x="2532" y="214"/>
                  </a:cubicBezTo>
                  <a:cubicBezTo>
                    <a:pt x="2182" y="74"/>
                    <a:pt x="1767" y="1"/>
                    <a:pt x="1393" y="1"/>
                  </a:cubicBezTo>
                  <a:close/>
                </a:path>
              </a:pathLst>
            </a:custGeom>
            <a:solidFill>
              <a:srgbClr val="EDB9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3" name="Google Shape;3833;p78"/>
            <p:cNvSpPr/>
            <p:nvPr/>
          </p:nvSpPr>
          <p:spPr>
            <a:xfrm rot="-1061648">
              <a:off x="2095549" y="3564153"/>
              <a:ext cx="75027" cy="26531"/>
            </a:xfrm>
            <a:custGeom>
              <a:avLst/>
              <a:gdLst/>
              <a:ahLst/>
              <a:cxnLst/>
              <a:rect l="l" t="t" r="r" b="b"/>
              <a:pathLst>
                <a:path w="3971" h="1404" extrusionOk="0">
                  <a:moveTo>
                    <a:pt x="2025" y="0"/>
                  </a:moveTo>
                  <a:cubicBezTo>
                    <a:pt x="1359" y="80"/>
                    <a:pt x="0" y="533"/>
                    <a:pt x="1146" y="1200"/>
                  </a:cubicBezTo>
                  <a:cubicBezTo>
                    <a:pt x="1432" y="1337"/>
                    <a:pt x="1742" y="1404"/>
                    <a:pt x="2053" y="1404"/>
                  </a:cubicBezTo>
                  <a:cubicBezTo>
                    <a:pt x="2408" y="1404"/>
                    <a:pt x="2765" y="1317"/>
                    <a:pt x="3091" y="1146"/>
                  </a:cubicBezTo>
                  <a:cubicBezTo>
                    <a:pt x="3970" y="480"/>
                    <a:pt x="2851" y="0"/>
                    <a:pt x="2158" y="0"/>
                  </a:cubicBezTo>
                  <a:close/>
                </a:path>
              </a:pathLst>
            </a:custGeom>
            <a:solidFill>
              <a:srgbClr val="EDB9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4" name="Google Shape;3834;p78"/>
            <p:cNvSpPr/>
            <p:nvPr/>
          </p:nvSpPr>
          <p:spPr>
            <a:xfrm>
              <a:off x="2440917" y="2931288"/>
              <a:ext cx="36351" cy="19322"/>
            </a:xfrm>
            <a:custGeom>
              <a:avLst/>
              <a:gdLst/>
              <a:ahLst/>
              <a:cxnLst/>
              <a:rect l="l" t="t" r="r" b="b"/>
              <a:pathLst>
                <a:path w="2559" h="1360" extrusionOk="0">
                  <a:moveTo>
                    <a:pt x="453" y="0"/>
                  </a:moveTo>
                  <a:cubicBezTo>
                    <a:pt x="347" y="27"/>
                    <a:pt x="240" y="53"/>
                    <a:pt x="134" y="80"/>
                  </a:cubicBezTo>
                  <a:lnTo>
                    <a:pt x="0" y="133"/>
                  </a:lnTo>
                  <a:lnTo>
                    <a:pt x="160" y="160"/>
                  </a:lnTo>
                  <a:cubicBezTo>
                    <a:pt x="267" y="160"/>
                    <a:pt x="373" y="160"/>
                    <a:pt x="480" y="187"/>
                  </a:cubicBezTo>
                  <a:cubicBezTo>
                    <a:pt x="560" y="213"/>
                    <a:pt x="613" y="240"/>
                    <a:pt x="693" y="240"/>
                  </a:cubicBezTo>
                  <a:cubicBezTo>
                    <a:pt x="773" y="240"/>
                    <a:pt x="853" y="267"/>
                    <a:pt x="933" y="293"/>
                  </a:cubicBezTo>
                  <a:cubicBezTo>
                    <a:pt x="1093" y="347"/>
                    <a:pt x="1253" y="426"/>
                    <a:pt x="1386" y="506"/>
                  </a:cubicBezTo>
                  <a:lnTo>
                    <a:pt x="1599" y="640"/>
                  </a:lnTo>
                  <a:cubicBezTo>
                    <a:pt x="1679" y="693"/>
                    <a:pt x="1759" y="720"/>
                    <a:pt x="1812" y="773"/>
                  </a:cubicBezTo>
                  <a:cubicBezTo>
                    <a:pt x="1892" y="826"/>
                    <a:pt x="1972" y="879"/>
                    <a:pt x="2025" y="933"/>
                  </a:cubicBezTo>
                  <a:cubicBezTo>
                    <a:pt x="2079" y="986"/>
                    <a:pt x="2132" y="1013"/>
                    <a:pt x="2185" y="1066"/>
                  </a:cubicBezTo>
                  <a:cubicBezTo>
                    <a:pt x="2319" y="1146"/>
                    <a:pt x="2398" y="1226"/>
                    <a:pt x="2452" y="1279"/>
                  </a:cubicBezTo>
                  <a:lnTo>
                    <a:pt x="2558" y="1359"/>
                  </a:lnTo>
                  <a:cubicBezTo>
                    <a:pt x="2558" y="1359"/>
                    <a:pt x="2532" y="1306"/>
                    <a:pt x="2505" y="1252"/>
                  </a:cubicBezTo>
                  <a:cubicBezTo>
                    <a:pt x="2452" y="1119"/>
                    <a:pt x="2398" y="1039"/>
                    <a:pt x="2345" y="933"/>
                  </a:cubicBezTo>
                  <a:cubicBezTo>
                    <a:pt x="2292" y="879"/>
                    <a:pt x="2239" y="800"/>
                    <a:pt x="2185" y="746"/>
                  </a:cubicBezTo>
                  <a:cubicBezTo>
                    <a:pt x="2132" y="666"/>
                    <a:pt x="2079" y="613"/>
                    <a:pt x="1999" y="560"/>
                  </a:cubicBezTo>
                  <a:cubicBezTo>
                    <a:pt x="1945" y="480"/>
                    <a:pt x="1866" y="426"/>
                    <a:pt x="1786" y="373"/>
                  </a:cubicBezTo>
                  <a:lnTo>
                    <a:pt x="1546" y="213"/>
                  </a:lnTo>
                  <a:cubicBezTo>
                    <a:pt x="1439" y="187"/>
                    <a:pt x="1333" y="133"/>
                    <a:pt x="1253" y="107"/>
                  </a:cubicBezTo>
                  <a:cubicBezTo>
                    <a:pt x="1173" y="80"/>
                    <a:pt x="1066" y="53"/>
                    <a:pt x="986" y="27"/>
                  </a:cubicBezTo>
                  <a:cubicBezTo>
                    <a:pt x="880" y="0"/>
                    <a:pt x="800" y="0"/>
                    <a:pt x="720" y="0"/>
                  </a:cubicBezTo>
                  <a:close/>
                </a:path>
              </a:pathLst>
            </a:custGeom>
            <a:solidFill>
              <a:srgbClr val="E39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5" name="Google Shape;3835;p78"/>
            <p:cNvSpPr/>
            <p:nvPr/>
          </p:nvSpPr>
          <p:spPr>
            <a:xfrm>
              <a:off x="2831098" y="2938593"/>
              <a:ext cx="22727" cy="18775"/>
            </a:xfrm>
            <a:custGeom>
              <a:avLst/>
              <a:gdLst/>
              <a:ahLst/>
              <a:cxnLst/>
              <a:rect l="l" t="t" r="r" b="b"/>
              <a:pathLst>
                <a:path w="2026" h="1673" extrusionOk="0">
                  <a:moveTo>
                    <a:pt x="1736" y="1"/>
                  </a:moveTo>
                  <a:cubicBezTo>
                    <a:pt x="1679" y="1"/>
                    <a:pt x="1626" y="7"/>
                    <a:pt x="1572" y="21"/>
                  </a:cubicBezTo>
                  <a:lnTo>
                    <a:pt x="1359" y="47"/>
                  </a:lnTo>
                  <a:cubicBezTo>
                    <a:pt x="1279" y="47"/>
                    <a:pt x="1199" y="74"/>
                    <a:pt x="1119" y="127"/>
                  </a:cubicBezTo>
                  <a:cubicBezTo>
                    <a:pt x="1039" y="127"/>
                    <a:pt x="933" y="180"/>
                    <a:pt x="880" y="234"/>
                  </a:cubicBezTo>
                  <a:lnTo>
                    <a:pt x="640" y="367"/>
                  </a:lnTo>
                  <a:lnTo>
                    <a:pt x="427" y="580"/>
                  </a:lnTo>
                  <a:cubicBezTo>
                    <a:pt x="373" y="633"/>
                    <a:pt x="293" y="713"/>
                    <a:pt x="267" y="793"/>
                  </a:cubicBezTo>
                  <a:cubicBezTo>
                    <a:pt x="213" y="847"/>
                    <a:pt x="160" y="926"/>
                    <a:pt x="133" y="1006"/>
                  </a:cubicBezTo>
                  <a:cubicBezTo>
                    <a:pt x="107" y="1086"/>
                    <a:pt x="80" y="1140"/>
                    <a:pt x="54" y="1220"/>
                  </a:cubicBezTo>
                  <a:cubicBezTo>
                    <a:pt x="0" y="1326"/>
                    <a:pt x="0" y="1433"/>
                    <a:pt x="0" y="1539"/>
                  </a:cubicBezTo>
                  <a:lnTo>
                    <a:pt x="0" y="1673"/>
                  </a:lnTo>
                  <a:cubicBezTo>
                    <a:pt x="0" y="1673"/>
                    <a:pt x="27" y="1619"/>
                    <a:pt x="54" y="1539"/>
                  </a:cubicBezTo>
                  <a:cubicBezTo>
                    <a:pt x="107" y="1486"/>
                    <a:pt x="187" y="1326"/>
                    <a:pt x="240" y="1273"/>
                  </a:cubicBezTo>
                  <a:cubicBezTo>
                    <a:pt x="267" y="1220"/>
                    <a:pt x="320" y="1166"/>
                    <a:pt x="347" y="1113"/>
                  </a:cubicBezTo>
                  <a:cubicBezTo>
                    <a:pt x="400" y="1060"/>
                    <a:pt x="453" y="1006"/>
                    <a:pt x="507" y="953"/>
                  </a:cubicBezTo>
                  <a:cubicBezTo>
                    <a:pt x="613" y="847"/>
                    <a:pt x="720" y="713"/>
                    <a:pt x="826" y="633"/>
                  </a:cubicBezTo>
                  <a:lnTo>
                    <a:pt x="1039" y="500"/>
                  </a:lnTo>
                  <a:cubicBezTo>
                    <a:pt x="1093" y="447"/>
                    <a:pt x="1173" y="394"/>
                    <a:pt x="1226" y="367"/>
                  </a:cubicBezTo>
                  <a:cubicBezTo>
                    <a:pt x="1306" y="340"/>
                    <a:pt x="1359" y="287"/>
                    <a:pt x="1439" y="260"/>
                  </a:cubicBezTo>
                  <a:cubicBezTo>
                    <a:pt x="1492" y="234"/>
                    <a:pt x="1572" y="207"/>
                    <a:pt x="1626" y="180"/>
                  </a:cubicBezTo>
                  <a:cubicBezTo>
                    <a:pt x="1732" y="127"/>
                    <a:pt x="1839" y="100"/>
                    <a:pt x="1919" y="74"/>
                  </a:cubicBezTo>
                  <a:lnTo>
                    <a:pt x="2025" y="21"/>
                  </a:lnTo>
                  <a:lnTo>
                    <a:pt x="1919" y="21"/>
                  </a:lnTo>
                  <a:cubicBezTo>
                    <a:pt x="1852" y="7"/>
                    <a:pt x="1792" y="1"/>
                    <a:pt x="1736" y="1"/>
                  </a:cubicBezTo>
                  <a:close/>
                </a:path>
              </a:pathLst>
            </a:custGeom>
            <a:solidFill>
              <a:srgbClr val="E39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6" name="Google Shape;3836;p78"/>
            <p:cNvSpPr/>
            <p:nvPr/>
          </p:nvSpPr>
          <p:spPr>
            <a:xfrm>
              <a:off x="2655150" y="2949544"/>
              <a:ext cx="22728" cy="54161"/>
            </a:xfrm>
            <a:custGeom>
              <a:avLst/>
              <a:gdLst/>
              <a:ahLst/>
              <a:cxnLst/>
              <a:rect l="l" t="t" r="r" b="b"/>
              <a:pathLst>
                <a:path w="1600" h="3812" extrusionOk="0">
                  <a:moveTo>
                    <a:pt x="560" y="1"/>
                  </a:moveTo>
                  <a:cubicBezTo>
                    <a:pt x="560" y="1"/>
                    <a:pt x="507" y="81"/>
                    <a:pt x="427" y="187"/>
                  </a:cubicBezTo>
                  <a:cubicBezTo>
                    <a:pt x="321" y="347"/>
                    <a:pt x="241" y="507"/>
                    <a:pt x="161" y="694"/>
                  </a:cubicBezTo>
                  <a:cubicBezTo>
                    <a:pt x="54" y="960"/>
                    <a:pt x="1" y="1226"/>
                    <a:pt x="1" y="1493"/>
                  </a:cubicBezTo>
                  <a:cubicBezTo>
                    <a:pt x="1" y="1679"/>
                    <a:pt x="28" y="1839"/>
                    <a:pt x="81" y="1999"/>
                  </a:cubicBezTo>
                  <a:cubicBezTo>
                    <a:pt x="134" y="2159"/>
                    <a:pt x="241" y="2319"/>
                    <a:pt x="374" y="2426"/>
                  </a:cubicBezTo>
                  <a:cubicBezTo>
                    <a:pt x="401" y="2452"/>
                    <a:pt x="454" y="2479"/>
                    <a:pt x="481" y="2505"/>
                  </a:cubicBezTo>
                  <a:lnTo>
                    <a:pt x="534" y="2559"/>
                  </a:lnTo>
                  <a:lnTo>
                    <a:pt x="614" y="2559"/>
                  </a:lnTo>
                  <a:cubicBezTo>
                    <a:pt x="694" y="2585"/>
                    <a:pt x="800" y="2585"/>
                    <a:pt x="880" y="2585"/>
                  </a:cubicBezTo>
                  <a:cubicBezTo>
                    <a:pt x="1067" y="2612"/>
                    <a:pt x="1173" y="2639"/>
                    <a:pt x="1227" y="2665"/>
                  </a:cubicBezTo>
                  <a:cubicBezTo>
                    <a:pt x="1253" y="2692"/>
                    <a:pt x="1280" y="2745"/>
                    <a:pt x="1307" y="2799"/>
                  </a:cubicBezTo>
                  <a:cubicBezTo>
                    <a:pt x="1333" y="2825"/>
                    <a:pt x="1333" y="2905"/>
                    <a:pt x="1360" y="2958"/>
                  </a:cubicBezTo>
                  <a:cubicBezTo>
                    <a:pt x="1333" y="3038"/>
                    <a:pt x="1333" y="3145"/>
                    <a:pt x="1280" y="3225"/>
                  </a:cubicBezTo>
                  <a:cubicBezTo>
                    <a:pt x="1227" y="3331"/>
                    <a:pt x="1173" y="3411"/>
                    <a:pt x="1120" y="3491"/>
                  </a:cubicBezTo>
                  <a:cubicBezTo>
                    <a:pt x="1067" y="3545"/>
                    <a:pt x="1013" y="3598"/>
                    <a:pt x="960" y="3651"/>
                  </a:cubicBezTo>
                  <a:cubicBezTo>
                    <a:pt x="854" y="3758"/>
                    <a:pt x="800" y="3811"/>
                    <a:pt x="800" y="3811"/>
                  </a:cubicBezTo>
                  <a:cubicBezTo>
                    <a:pt x="854" y="3784"/>
                    <a:pt x="934" y="3731"/>
                    <a:pt x="987" y="3705"/>
                  </a:cubicBezTo>
                  <a:cubicBezTo>
                    <a:pt x="1067" y="3678"/>
                    <a:pt x="1147" y="3625"/>
                    <a:pt x="1200" y="3571"/>
                  </a:cubicBezTo>
                  <a:cubicBezTo>
                    <a:pt x="1280" y="3491"/>
                    <a:pt x="1360" y="3411"/>
                    <a:pt x="1440" y="3331"/>
                  </a:cubicBezTo>
                  <a:cubicBezTo>
                    <a:pt x="1466" y="3278"/>
                    <a:pt x="1520" y="3225"/>
                    <a:pt x="1546" y="3172"/>
                  </a:cubicBezTo>
                  <a:cubicBezTo>
                    <a:pt x="1573" y="3092"/>
                    <a:pt x="1600" y="3012"/>
                    <a:pt x="1600" y="2932"/>
                  </a:cubicBezTo>
                  <a:cubicBezTo>
                    <a:pt x="1600" y="2852"/>
                    <a:pt x="1600" y="2772"/>
                    <a:pt x="1573" y="2692"/>
                  </a:cubicBezTo>
                  <a:cubicBezTo>
                    <a:pt x="1546" y="2585"/>
                    <a:pt x="1493" y="2505"/>
                    <a:pt x="1413" y="2452"/>
                  </a:cubicBezTo>
                  <a:cubicBezTo>
                    <a:pt x="1280" y="2319"/>
                    <a:pt x="1093" y="2266"/>
                    <a:pt x="907" y="2266"/>
                  </a:cubicBezTo>
                  <a:lnTo>
                    <a:pt x="747" y="2266"/>
                  </a:lnTo>
                  <a:lnTo>
                    <a:pt x="694" y="2212"/>
                  </a:lnTo>
                  <a:lnTo>
                    <a:pt x="614" y="2159"/>
                  </a:lnTo>
                  <a:cubicBezTo>
                    <a:pt x="427" y="1999"/>
                    <a:pt x="321" y="1759"/>
                    <a:pt x="321" y="1493"/>
                  </a:cubicBezTo>
                  <a:cubicBezTo>
                    <a:pt x="294" y="1253"/>
                    <a:pt x="321" y="987"/>
                    <a:pt x="374" y="747"/>
                  </a:cubicBezTo>
                  <a:cubicBezTo>
                    <a:pt x="427" y="534"/>
                    <a:pt x="481" y="347"/>
                    <a:pt x="507" y="214"/>
                  </a:cubicBezTo>
                  <a:lnTo>
                    <a:pt x="560" y="1"/>
                  </a:lnTo>
                  <a:close/>
                </a:path>
              </a:pathLst>
            </a:custGeom>
            <a:solidFill>
              <a:srgbClr val="E39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7" name="Google Shape;3837;p78"/>
            <p:cNvSpPr/>
            <p:nvPr/>
          </p:nvSpPr>
          <p:spPr>
            <a:xfrm>
              <a:off x="2557871" y="2851705"/>
              <a:ext cx="30299" cy="13810"/>
            </a:xfrm>
            <a:custGeom>
              <a:avLst/>
              <a:gdLst/>
              <a:ahLst/>
              <a:cxnLst/>
              <a:rect l="l" t="t" r="r" b="b"/>
              <a:pathLst>
                <a:path w="2133" h="972" extrusionOk="0">
                  <a:moveTo>
                    <a:pt x="1646" y="0"/>
                  </a:moveTo>
                  <a:cubicBezTo>
                    <a:pt x="1079" y="0"/>
                    <a:pt x="275" y="307"/>
                    <a:pt x="1" y="971"/>
                  </a:cubicBezTo>
                  <a:lnTo>
                    <a:pt x="2133" y="119"/>
                  </a:lnTo>
                  <a:cubicBezTo>
                    <a:pt x="2026" y="41"/>
                    <a:pt x="1852" y="0"/>
                    <a:pt x="1646" y="0"/>
                  </a:cubicBezTo>
                  <a:close/>
                </a:path>
              </a:pathLst>
            </a:custGeom>
            <a:solidFill>
              <a:srgbClr val="7641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8" name="Google Shape;3838;p78"/>
            <p:cNvSpPr/>
            <p:nvPr/>
          </p:nvSpPr>
          <p:spPr>
            <a:xfrm>
              <a:off x="2721020" y="2861580"/>
              <a:ext cx="26507" cy="17178"/>
            </a:xfrm>
            <a:custGeom>
              <a:avLst/>
              <a:gdLst/>
              <a:ahLst/>
              <a:cxnLst/>
              <a:rect l="l" t="t" r="r" b="b"/>
              <a:pathLst>
                <a:path w="1866" h="1209" extrusionOk="0">
                  <a:moveTo>
                    <a:pt x="371" y="1"/>
                  </a:moveTo>
                  <a:cubicBezTo>
                    <a:pt x="246" y="1"/>
                    <a:pt x="121" y="20"/>
                    <a:pt x="0" y="63"/>
                  </a:cubicBezTo>
                  <a:lnTo>
                    <a:pt x="1865" y="1209"/>
                  </a:lnTo>
                  <a:cubicBezTo>
                    <a:pt x="1843" y="663"/>
                    <a:pt x="1102" y="1"/>
                    <a:pt x="371" y="1"/>
                  </a:cubicBezTo>
                  <a:close/>
                </a:path>
              </a:pathLst>
            </a:custGeom>
            <a:solidFill>
              <a:srgbClr val="76411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9" name="Google Shape;3839;p78"/>
            <p:cNvSpPr/>
            <p:nvPr/>
          </p:nvSpPr>
          <p:spPr>
            <a:xfrm>
              <a:off x="2572644" y="2923784"/>
              <a:ext cx="19319" cy="18613"/>
            </a:xfrm>
            <a:custGeom>
              <a:avLst/>
              <a:gdLst/>
              <a:ahLst/>
              <a:cxnLst/>
              <a:rect l="l" t="t" r="r" b="b"/>
              <a:pathLst>
                <a:path w="1360" h="1310" extrusionOk="0">
                  <a:moveTo>
                    <a:pt x="687" y="0"/>
                  </a:moveTo>
                  <a:cubicBezTo>
                    <a:pt x="671" y="0"/>
                    <a:pt x="655" y="1"/>
                    <a:pt x="640" y="2"/>
                  </a:cubicBezTo>
                  <a:cubicBezTo>
                    <a:pt x="267" y="2"/>
                    <a:pt x="0" y="322"/>
                    <a:pt x="0" y="668"/>
                  </a:cubicBezTo>
                  <a:cubicBezTo>
                    <a:pt x="26" y="1025"/>
                    <a:pt x="296" y="1309"/>
                    <a:pt x="646" y="1309"/>
                  </a:cubicBezTo>
                  <a:cubicBezTo>
                    <a:pt x="661" y="1309"/>
                    <a:pt x="677" y="1309"/>
                    <a:pt x="693" y="1307"/>
                  </a:cubicBezTo>
                  <a:cubicBezTo>
                    <a:pt x="1066" y="1307"/>
                    <a:pt x="1359" y="988"/>
                    <a:pt x="1332" y="615"/>
                  </a:cubicBezTo>
                  <a:cubicBezTo>
                    <a:pt x="1307" y="283"/>
                    <a:pt x="1037" y="0"/>
                    <a:pt x="68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0" name="Google Shape;3840;p78"/>
            <p:cNvSpPr/>
            <p:nvPr/>
          </p:nvSpPr>
          <p:spPr>
            <a:xfrm>
              <a:off x="2590813" y="3007855"/>
              <a:ext cx="104095" cy="32565"/>
            </a:xfrm>
            <a:custGeom>
              <a:avLst/>
              <a:gdLst/>
              <a:ahLst/>
              <a:cxnLst/>
              <a:rect l="l" t="t" r="r" b="b"/>
              <a:pathLst>
                <a:path w="7328" h="2292" extrusionOk="0">
                  <a:moveTo>
                    <a:pt x="0" y="0"/>
                  </a:moveTo>
                  <a:lnTo>
                    <a:pt x="0" y="0"/>
                  </a:lnTo>
                  <a:cubicBezTo>
                    <a:pt x="0" y="0"/>
                    <a:pt x="53" y="133"/>
                    <a:pt x="133" y="347"/>
                  </a:cubicBezTo>
                  <a:cubicBezTo>
                    <a:pt x="213" y="453"/>
                    <a:pt x="293" y="560"/>
                    <a:pt x="373" y="666"/>
                  </a:cubicBezTo>
                  <a:cubicBezTo>
                    <a:pt x="426" y="720"/>
                    <a:pt x="480" y="800"/>
                    <a:pt x="533" y="880"/>
                  </a:cubicBezTo>
                  <a:lnTo>
                    <a:pt x="746" y="1066"/>
                  </a:lnTo>
                  <a:cubicBezTo>
                    <a:pt x="906" y="1226"/>
                    <a:pt x="1066" y="1359"/>
                    <a:pt x="1252" y="1466"/>
                  </a:cubicBezTo>
                  <a:cubicBezTo>
                    <a:pt x="1439" y="1626"/>
                    <a:pt x="1652" y="1732"/>
                    <a:pt x="1892" y="1839"/>
                  </a:cubicBezTo>
                  <a:lnTo>
                    <a:pt x="2238" y="1972"/>
                  </a:lnTo>
                  <a:cubicBezTo>
                    <a:pt x="2372" y="2025"/>
                    <a:pt x="2478" y="2052"/>
                    <a:pt x="2611" y="2105"/>
                  </a:cubicBezTo>
                  <a:cubicBezTo>
                    <a:pt x="2878" y="2159"/>
                    <a:pt x="3118" y="2212"/>
                    <a:pt x="3384" y="2265"/>
                  </a:cubicBezTo>
                  <a:cubicBezTo>
                    <a:pt x="3651" y="2292"/>
                    <a:pt x="3917" y="2292"/>
                    <a:pt x="4184" y="2292"/>
                  </a:cubicBezTo>
                  <a:cubicBezTo>
                    <a:pt x="4450" y="2292"/>
                    <a:pt x="4716" y="2265"/>
                    <a:pt x="4956" y="2238"/>
                  </a:cubicBezTo>
                  <a:cubicBezTo>
                    <a:pt x="5196" y="2185"/>
                    <a:pt x="5436" y="2132"/>
                    <a:pt x="5676" y="2052"/>
                  </a:cubicBezTo>
                  <a:cubicBezTo>
                    <a:pt x="5862" y="1999"/>
                    <a:pt x="6075" y="1892"/>
                    <a:pt x="6262" y="1812"/>
                  </a:cubicBezTo>
                  <a:lnTo>
                    <a:pt x="6528" y="1679"/>
                  </a:lnTo>
                  <a:lnTo>
                    <a:pt x="6742" y="1519"/>
                  </a:lnTo>
                  <a:cubicBezTo>
                    <a:pt x="6848" y="1439"/>
                    <a:pt x="6955" y="1359"/>
                    <a:pt x="7061" y="1253"/>
                  </a:cubicBezTo>
                  <a:cubicBezTo>
                    <a:pt x="7248" y="1093"/>
                    <a:pt x="7328" y="1013"/>
                    <a:pt x="7328" y="1013"/>
                  </a:cubicBezTo>
                  <a:lnTo>
                    <a:pt x="7328" y="1013"/>
                  </a:lnTo>
                  <a:cubicBezTo>
                    <a:pt x="7328" y="1013"/>
                    <a:pt x="7221" y="1093"/>
                    <a:pt x="7035" y="1226"/>
                  </a:cubicBezTo>
                  <a:cubicBezTo>
                    <a:pt x="6928" y="1306"/>
                    <a:pt x="6795" y="1359"/>
                    <a:pt x="6688" y="1412"/>
                  </a:cubicBezTo>
                  <a:lnTo>
                    <a:pt x="6448" y="1519"/>
                  </a:lnTo>
                  <a:lnTo>
                    <a:pt x="6209" y="1626"/>
                  </a:lnTo>
                  <a:cubicBezTo>
                    <a:pt x="5995" y="1706"/>
                    <a:pt x="5809" y="1759"/>
                    <a:pt x="5596" y="1812"/>
                  </a:cubicBezTo>
                  <a:cubicBezTo>
                    <a:pt x="5409" y="1865"/>
                    <a:pt x="5169" y="1892"/>
                    <a:pt x="4930" y="1945"/>
                  </a:cubicBezTo>
                  <a:cubicBezTo>
                    <a:pt x="4690" y="1972"/>
                    <a:pt x="4450" y="1972"/>
                    <a:pt x="4210" y="1972"/>
                  </a:cubicBezTo>
                  <a:cubicBezTo>
                    <a:pt x="3944" y="1972"/>
                    <a:pt x="3704" y="1945"/>
                    <a:pt x="3464" y="1919"/>
                  </a:cubicBezTo>
                  <a:cubicBezTo>
                    <a:pt x="3198" y="1892"/>
                    <a:pt x="2958" y="1839"/>
                    <a:pt x="2718" y="1785"/>
                  </a:cubicBezTo>
                  <a:cubicBezTo>
                    <a:pt x="2585" y="1732"/>
                    <a:pt x="2478" y="1706"/>
                    <a:pt x="2345" y="1679"/>
                  </a:cubicBezTo>
                  <a:lnTo>
                    <a:pt x="2025" y="1546"/>
                  </a:lnTo>
                  <a:cubicBezTo>
                    <a:pt x="1892" y="1519"/>
                    <a:pt x="1785" y="1466"/>
                    <a:pt x="1679" y="1412"/>
                  </a:cubicBezTo>
                  <a:cubicBezTo>
                    <a:pt x="1572" y="1386"/>
                    <a:pt x="1492" y="1332"/>
                    <a:pt x="1386" y="1279"/>
                  </a:cubicBezTo>
                  <a:cubicBezTo>
                    <a:pt x="1199" y="1173"/>
                    <a:pt x="1039" y="1066"/>
                    <a:pt x="879" y="933"/>
                  </a:cubicBezTo>
                  <a:lnTo>
                    <a:pt x="666" y="773"/>
                  </a:lnTo>
                  <a:cubicBezTo>
                    <a:pt x="586" y="720"/>
                    <a:pt x="533" y="640"/>
                    <a:pt x="480" y="586"/>
                  </a:cubicBezTo>
                  <a:cubicBezTo>
                    <a:pt x="373" y="506"/>
                    <a:pt x="293" y="400"/>
                    <a:pt x="213" y="293"/>
                  </a:cubicBezTo>
                  <a:cubicBezTo>
                    <a:pt x="80" y="107"/>
                    <a:pt x="0" y="0"/>
                    <a:pt x="0" y="0"/>
                  </a:cubicBezTo>
                  <a:close/>
                </a:path>
              </a:pathLst>
            </a:custGeom>
            <a:solidFill>
              <a:srgbClr val="E39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1" name="Google Shape;3841;p78"/>
            <p:cNvSpPr/>
            <p:nvPr/>
          </p:nvSpPr>
          <p:spPr>
            <a:xfrm>
              <a:off x="2515417" y="2971666"/>
              <a:ext cx="48084" cy="23513"/>
            </a:xfrm>
            <a:custGeom>
              <a:avLst/>
              <a:gdLst/>
              <a:ahLst/>
              <a:cxnLst/>
              <a:rect l="l" t="t" r="r" b="b"/>
              <a:pathLst>
                <a:path w="3385" h="1655" extrusionOk="0">
                  <a:moveTo>
                    <a:pt x="1393" y="1"/>
                  </a:moveTo>
                  <a:cubicBezTo>
                    <a:pt x="1054" y="1"/>
                    <a:pt x="750" y="61"/>
                    <a:pt x="560" y="188"/>
                  </a:cubicBezTo>
                  <a:cubicBezTo>
                    <a:pt x="1" y="587"/>
                    <a:pt x="400" y="1147"/>
                    <a:pt x="853" y="1387"/>
                  </a:cubicBezTo>
                  <a:cubicBezTo>
                    <a:pt x="1139" y="1544"/>
                    <a:pt x="1569" y="1655"/>
                    <a:pt x="1980" y="1655"/>
                  </a:cubicBezTo>
                  <a:cubicBezTo>
                    <a:pt x="2338" y="1655"/>
                    <a:pt x="2682" y="1571"/>
                    <a:pt x="2905" y="1360"/>
                  </a:cubicBezTo>
                  <a:cubicBezTo>
                    <a:pt x="3385" y="907"/>
                    <a:pt x="3092" y="428"/>
                    <a:pt x="2532" y="214"/>
                  </a:cubicBezTo>
                  <a:cubicBezTo>
                    <a:pt x="2182" y="74"/>
                    <a:pt x="1767" y="1"/>
                    <a:pt x="1393" y="1"/>
                  </a:cubicBezTo>
                  <a:close/>
                </a:path>
              </a:pathLst>
            </a:custGeom>
            <a:solidFill>
              <a:srgbClr val="EDB9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2" name="Google Shape;3842;p78"/>
            <p:cNvSpPr/>
            <p:nvPr/>
          </p:nvSpPr>
          <p:spPr>
            <a:xfrm>
              <a:off x="2724430" y="2978700"/>
              <a:ext cx="56408" cy="19948"/>
            </a:xfrm>
            <a:custGeom>
              <a:avLst/>
              <a:gdLst/>
              <a:ahLst/>
              <a:cxnLst/>
              <a:rect l="l" t="t" r="r" b="b"/>
              <a:pathLst>
                <a:path w="3971" h="1404" extrusionOk="0">
                  <a:moveTo>
                    <a:pt x="2025" y="0"/>
                  </a:moveTo>
                  <a:cubicBezTo>
                    <a:pt x="1359" y="80"/>
                    <a:pt x="0" y="533"/>
                    <a:pt x="1146" y="1200"/>
                  </a:cubicBezTo>
                  <a:cubicBezTo>
                    <a:pt x="1432" y="1337"/>
                    <a:pt x="1742" y="1404"/>
                    <a:pt x="2053" y="1404"/>
                  </a:cubicBezTo>
                  <a:cubicBezTo>
                    <a:pt x="2408" y="1404"/>
                    <a:pt x="2765" y="1317"/>
                    <a:pt x="3091" y="1146"/>
                  </a:cubicBezTo>
                  <a:cubicBezTo>
                    <a:pt x="3970" y="480"/>
                    <a:pt x="2851" y="0"/>
                    <a:pt x="2158" y="0"/>
                  </a:cubicBezTo>
                  <a:close/>
                </a:path>
              </a:pathLst>
            </a:custGeom>
            <a:solidFill>
              <a:srgbClr val="EDB9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3" name="Google Shape;3843;p78"/>
            <p:cNvSpPr/>
            <p:nvPr/>
          </p:nvSpPr>
          <p:spPr>
            <a:xfrm>
              <a:off x="2697372" y="2925554"/>
              <a:ext cx="19319" cy="18613"/>
            </a:xfrm>
            <a:custGeom>
              <a:avLst/>
              <a:gdLst/>
              <a:ahLst/>
              <a:cxnLst/>
              <a:rect l="l" t="t" r="r" b="b"/>
              <a:pathLst>
                <a:path w="1360" h="1310" extrusionOk="0">
                  <a:moveTo>
                    <a:pt x="687" y="0"/>
                  </a:moveTo>
                  <a:cubicBezTo>
                    <a:pt x="671" y="0"/>
                    <a:pt x="655" y="1"/>
                    <a:pt x="640" y="2"/>
                  </a:cubicBezTo>
                  <a:cubicBezTo>
                    <a:pt x="267" y="2"/>
                    <a:pt x="0" y="322"/>
                    <a:pt x="0" y="668"/>
                  </a:cubicBezTo>
                  <a:cubicBezTo>
                    <a:pt x="26" y="1025"/>
                    <a:pt x="296" y="1309"/>
                    <a:pt x="646" y="1309"/>
                  </a:cubicBezTo>
                  <a:cubicBezTo>
                    <a:pt x="661" y="1309"/>
                    <a:pt x="677" y="1309"/>
                    <a:pt x="693" y="1307"/>
                  </a:cubicBezTo>
                  <a:cubicBezTo>
                    <a:pt x="1066" y="1307"/>
                    <a:pt x="1359" y="988"/>
                    <a:pt x="1332" y="615"/>
                  </a:cubicBezTo>
                  <a:cubicBezTo>
                    <a:pt x="1307" y="283"/>
                    <a:pt x="1037" y="0"/>
                    <a:pt x="68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44" name="Google Shape;3844;p78"/>
            <p:cNvGrpSpPr/>
            <p:nvPr/>
          </p:nvGrpSpPr>
          <p:grpSpPr>
            <a:xfrm rot="544349">
              <a:off x="3241243" y="2962658"/>
              <a:ext cx="410746" cy="270757"/>
              <a:chOff x="3299177" y="1867368"/>
              <a:chExt cx="849974" cy="560175"/>
            </a:xfrm>
          </p:grpSpPr>
          <p:sp>
            <p:nvSpPr>
              <p:cNvPr id="3845" name="Google Shape;3845;p78"/>
              <p:cNvSpPr/>
              <p:nvPr/>
            </p:nvSpPr>
            <p:spPr>
              <a:xfrm>
                <a:off x="4073741" y="2222319"/>
                <a:ext cx="75409" cy="66270"/>
              </a:xfrm>
              <a:custGeom>
                <a:avLst/>
                <a:gdLst/>
                <a:ahLst/>
                <a:cxnLst/>
                <a:rect l="l" t="t" r="r" b="b"/>
                <a:pathLst>
                  <a:path w="1972" h="1733" extrusionOk="0">
                    <a:moveTo>
                      <a:pt x="1492" y="1"/>
                    </a:moveTo>
                    <a:lnTo>
                      <a:pt x="1279" y="54"/>
                    </a:lnTo>
                    <a:cubicBezTo>
                      <a:pt x="1199" y="81"/>
                      <a:pt x="1119" y="108"/>
                      <a:pt x="1039" y="134"/>
                    </a:cubicBezTo>
                    <a:cubicBezTo>
                      <a:pt x="959" y="161"/>
                      <a:pt x="879" y="188"/>
                      <a:pt x="800" y="241"/>
                    </a:cubicBezTo>
                    <a:lnTo>
                      <a:pt x="586" y="401"/>
                    </a:lnTo>
                    <a:lnTo>
                      <a:pt x="373" y="614"/>
                    </a:lnTo>
                    <a:cubicBezTo>
                      <a:pt x="320" y="694"/>
                      <a:pt x="267" y="747"/>
                      <a:pt x="240" y="827"/>
                    </a:cubicBezTo>
                    <a:cubicBezTo>
                      <a:pt x="187" y="907"/>
                      <a:pt x="133" y="987"/>
                      <a:pt x="107" y="1067"/>
                    </a:cubicBezTo>
                    <a:cubicBezTo>
                      <a:pt x="80" y="1147"/>
                      <a:pt x="53" y="1227"/>
                      <a:pt x="53" y="1280"/>
                    </a:cubicBezTo>
                    <a:cubicBezTo>
                      <a:pt x="27" y="1387"/>
                      <a:pt x="0" y="1493"/>
                      <a:pt x="27" y="1626"/>
                    </a:cubicBezTo>
                    <a:lnTo>
                      <a:pt x="27" y="1733"/>
                    </a:lnTo>
                    <a:cubicBezTo>
                      <a:pt x="27" y="1733"/>
                      <a:pt x="53" y="1706"/>
                      <a:pt x="80" y="1600"/>
                    </a:cubicBezTo>
                    <a:cubicBezTo>
                      <a:pt x="133" y="1520"/>
                      <a:pt x="160" y="1413"/>
                      <a:pt x="240" y="1333"/>
                    </a:cubicBezTo>
                    <a:cubicBezTo>
                      <a:pt x="267" y="1280"/>
                      <a:pt x="293" y="1227"/>
                      <a:pt x="347" y="1147"/>
                    </a:cubicBezTo>
                    <a:cubicBezTo>
                      <a:pt x="373" y="1093"/>
                      <a:pt x="427" y="1040"/>
                      <a:pt x="453" y="987"/>
                    </a:cubicBezTo>
                    <a:cubicBezTo>
                      <a:pt x="506" y="934"/>
                      <a:pt x="560" y="854"/>
                      <a:pt x="613" y="800"/>
                    </a:cubicBezTo>
                    <a:lnTo>
                      <a:pt x="800" y="640"/>
                    </a:lnTo>
                    <a:cubicBezTo>
                      <a:pt x="906" y="561"/>
                      <a:pt x="1039" y="454"/>
                      <a:pt x="1173" y="374"/>
                    </a:cubicBezTo>
                    <a:cubicBezTo>
                      <a:pt x="1226" y="347"/>
                      <a:pt x="1306" y="294"/>
                      <a:pt x="1359" y="267"/>
                    </a:cubicBezTo>
                    <a:lnTo>
                      <a:pt x="1546" y="188"/>
                    </a:lnTo>
                    <a:cubicBezTo>
                      <a:pt x="1679" y="134"/>
                      <a:pt x="1759" y="108"/>
                      <a:pt x="1839" y="81"/>
                    </a:cubicBezTo>
                    <a:lnTo>
                      <a:pt x="1972" y="28"/>
                    </a:lnTo>
                    <a:lnTo>
                      <a:pt x="1839" y="1"/>
                    </a:lnTo>
                    <a:close/>
                  </a:path>
                </a:pathLst>
              </a:custGeom>
              <a:solidFill>
                <a:srgbClr val="8F5B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6" name="Google Shape;3846;p78"/>
              <p:cNvSpPr/>
              <p:nvPr/>
            </p:nvSpPr>
            <p:spPr>
              <a:xfrm>
                <a:off x="3299177" y="2082095"/>
                <a:ext cx="74415" cy="75448"/>
              </a:xfrm>
              <a:custGeom>
                <a:avLst/>
                <a:gdLst/>
                <a:ahLst/>
                <a:cxnLst/>
                <a:rect l="l" t="t" r="r" b="b"/>
                <a:pathLst>
                  <a:path w="1946" h="1973" extrusionOk="0">
                    <a:moveTo>
                      <a:pt x="1" y="1"/>
                    </a:moveTo>
                    <a:lnTo>
                      <a:pt x="134" y="54"/>
                    </a:lnTo>
                    <a:lnTo>
                      <a:pt x="267" y="107"/>
                    </a:lnTo>
                    <a:cubicBezTo>
                      <a:pt x="321" y="134"/>
                      <a:pt x="374" y="161"/>
                      <a:pt x="427" y="214"/>
                    </a:cubicBezTo>
                    <a:cubicBezTo>
                      <a:pt x="480" y="241"/>
                      <a:pt x="534" y="294"/>
                      <a:pt x="587" y="320"/>
                    </a:cubicBezTo>
                    <a:cubicBezTo>
                      <a:pt x="640" y="374"/>
                      <a:pt x="720" y="400"/>
                      <a:pt x="747" y="454"/>
                    </a:cubicBezTo>
                    <a:cubicBezTo>
                      <a:pt x="827" y="507"/>
                      <a:pt x="880" y="560"/>
                      <a:pt x="933" y="640"/>
                    </a:cubicBezTo>
                    <a:lnTo>
                      <a:pt x="1093" y="827"/>
                    </a:lnTo>
                    <a:cubicBezTo>
                      <a:pt x="1200" y="960"/>
                      <a:pt x="1307" y="1093"/>
                      <a:pt x="1413" y="1226"/>
                    </a:cubicBezTo>
                    <a:cubicBezTo>
                      <a:pt x="1440" y="1306"/>
                      <a:pt x="1493" y="1360"/>
                      <a:pt x="1546" y="1413"/>
                    </a:cubicBezTo>
                    <a:cubicBezTo>
                      <a:pt x="1573" y="1493"/>
                      <a:pt x="1626" y="1546"/>
                      <a:pt x="1653" y="1599"/>
                    </a:cubicBezTo>
                    <a:cubicBezTo>
                      <a:pt x="1759" y="1733"/>
                      <a:pt x="1839" y="1839"/>
                      <a:pt x="1946" y="1972"/>
                    </a:cubicBezTo>
                    <a:cubicBezTo>
                      <a:pt x="1919" y="1813"/>
                      <a:pt x="1893" y="1653"/>
                      <a:pt x="1839" y="1520"/>
                    </a:cubicBezTo>
                    <a:cubicBezTo>
                      <a:pt x="1786" y="1360"/>
                      <a:pt x="1733" y="1226"/>
                      <a:pt x="1653" y="1093"/>
                    </a:cubicBezTo>
                    <a:cubicBezTo>
                      <a:pt x="1600" y="987"/>
                      <a:pt x="1573" y="907"/>
                      <a:pt x="1520" y="853"/>
                    </a:cubicBezTo>
                    <a:lnTo>
                      <a:pt x="1360" y="614"/>
                    </a:lnTo>
                    <a:cubicBezTo>
                      <a:pt x="1280" y="534"/>
                      <a:pt x="1227" y="480"/>
                      <a:pt x="1147" y="400"/>
                    </a:cubicBezTo>
                    <a:cubicBezTo>
                      <a:pt x="1093" y="347"/>
                      <a:pt x="1013" y="267"/>
                      <a:pt x="933" y="241"/>
                    </a:cubicBezTo>
                    <a:cubicBezTo>
                      <a:pt x="854" y="187"/>
                      <a:pt x="774" y="134"/>
                      <a:pt x="694" y="107"/>
                    </a:cubicBezTo>
                    <a:cubicBezTo>
                      <a:pt x="614" y="81"/>
                      <a:pt x="534" y="54"/>
                      <a:pt x="480" y="27"/>
                    </a:cubicBezTo>
                    <a:cubicBezTo>
                      <a:pt x="401" y="1"/>
                      <a:pt x="347" y="1"/>
                      <a:pt x="294" y="1"/>
                    </a:cubicBezTo>
                    <a:close/>
                  </a:path>
                </a:pathLst>
              </a:custGeom>
              <a:solidFill>
                <a:srgbClr val="8F5B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7" name="Google Shape;3847;p78"/>
              <p:cNvSpPr/>
              <p:nvPr/>
            </p:nvSpPr>
            <p:spPr>
              <a:xfrm>
                <a:off x="3732733" y="2107169"/>
                <a:ext cx="63211" cy="137358"/>
              </a:xfrm>
              <a:custGeom>
                <a:avLst/>
                <a:gdLst/>
                <a:ahLst/>
                <a:cxnLst/>
                <a:rect l="l" t="t" r="r" b="b"/>
                <a:pathLst>
                  <a:path w="1653" h="3592" extrusionOk="0">
                    <a:moveTo>
                      <a:pt x="373" y="1"/>
                    </a:moveTo>
                    <a:cubicBezTo>
                      <a:pt x="373" y="134"/>
                      <a:pt x="373" y="267"/>
                      <a:pt x="347" y="374"/>
                    </a:cubicBezTo>
                    <a:lnTo>
                      <a:pt x="214" y="773"/>
                    </a:lnTo>
                    <a:cubicBezTo>
                      <a:pt x="187" y="907"/>
                      <a:pt x="134" y="1067"/>
                      <a:pt x="107" y="1200"/>
                    </a:cubicBezTo>
                    <a:lnTo>
                      <a:pt x="80" y="1413"/>
                    </a:lnTo>
                    <a:lnTo>
                      <a:pt x="80" y="1653"/>
                    </a:lnTo>
                    <a:cubicBezTo>
                      <a:pt x="134" y="1733"/>
                      <a:pt x="160" y="1839"/>
                      <a:pt x="187" y="1919"/>
                    </a:cubicBezTo>
                    <a:cubicBezTo>
                      <a:pt x="240" y="1999"/>
                      <a:pt x="294" y="2079"/>
                      <a:pt x="400" y="2159"/>
                    </a:cubicBezTo>
                    <a:cubicBezTo>
                      <a:pt x="427" y="2186"/>
                      <a:pt x="480" y="2212"/>
                      <a:pt x="533" y="2239"/>
                    </a:cubicBezTo>
                    <a:cubicBezTo>
                      <a:pt x="587" y="2239"/>
                      <a:pt x="640" y="2266"/>
                      <a:pt x="693" y="2266"/>
                    </a:cubicBezTo>
                    <a:cubicBezTo>
                      <a:pt x="773" y="2292"/>
                      <a:pt x="853" y="2292"/>
                      <a:pt x="933" y="2292"/>
                    </a:cubicBezTo>
                    <a:lnTo>
                      <a:pt x="1040" y="2319"/>
                    </a:lnTo>
                    <a:lnTo>
                      <a:pt x="1120" y="2346"/>
                    </a:lnTo>
                    <a:lnTo>
                      <a:pt x="1173" y="2399"/>
                    </a:lnTo>
                    <a:cubicBezTo>
                      <a:pt x="1200" y="2399"/>
                      <a:pt x="1226" y="2425"/>
                      <a:pt x="1253" y="2452"/>
                    </a:cubicBezTo>
                    <a:cubicBezTo>
                      <a:pt x="1253" y="2479"/>
                      <a:pt x="1279" y="2479"/>
                      <a:pt x="1279" y="2505"/>
                    </a:cubicBezTo>
                    <a:cubicBezTo>
                      <a:pt x="1306" y="2532"/>
                      <a:pt x="1333" y="2559"/>
                      <a:pt x="1333" y="2612"/>
                    </a:cubicBezTo>
                    <a:cubicBezTo>
                      <a:pt x="1359" y="2665"/>
                      <a:pt x="1386" y="2719"/>
                      <a:pt x="1386" y="2799"/>
                    </a:cubicBezTo>
                    <a:cubicBezTo>
                      <a:pt x="1386" y="2852"/>
                      <a:pt x="1386" y="2932"/>
                      <a:pt x="1359" y="2985"/>
                    </a:cubicBezTo>
                    <a:cubicBezTo>
                      <a:pt x="1359" y="3012"/>
                      <a:pt x="1359" y="3038"/>
                      <a:pt x="1333" y="3065"/>
                    </a:cubicBezTo>
                    <a:lnTo>
                      <a:pt x="1306" y="3118"/>
                    </a:lnTo>
                    <a:lnTo>
                      <a:pt x="1306" y="3145"/>
                    </a:lnTo>
                    <a:lnTo>
                      <a:pt x="1200" y="3225"/>
                    </a:lnTo>
                    <a:cubicBezTo>
                      <a:pt x="1173" y="3252"/>
                      <a:pt x="1173" y="3278"/>
                      <a:pt x="1146" y="3278"/>
                    </a:cubicBezTo>
                    <a:cubicBezTo>
                      <a:pt x="1066" y="3331"/>
                      <a:pt x="1013" y="3358"/>
                      <a:pt x="933" y="3385"/>
                    </a:cubicBezTo>
                    <a:cubicBezTo>
                      <a:pt x="800" y="3438"/>
                      <a:pt x="640" y="3465"/>
                      <a:pt x="480" y="3465"/>
                    </a:cubicBezTo>
                    <a:cubicBezTo>
                      <a:pt x="400" y="3478"/>
                      <a:pt x="320" y="3485"/>
                      <a:pt x="240" y="3485"/>
                    </a:cubicBezTo>
                    <a:cubicBezTo>
                      <a:pt x="160" y="3485"/>
                      <a:pt x="80" y="3478"/>
                      <a:pt x="0" y="3465"/>
                    </a:cubicBezTo>
                    <a:lnTo>
                      <a:pt x="0" y="3465"/>
                    </a:lnTo>
                    <a:cubicBezTo>
                      <a:pt x="80" y="3491"/>
                      <a:pt x="160" y="3518"/>
                      <a:pt x="240" y="3545"/>
                    </a:cubicBezTo>
                    <a:cubicBezTo>
                      <a:pt x="320" y="3545"/>
                      <a:pt x="400" y="3571"/>
                      <a:pt x="480" y="3571"/>
                    </a:cubicBezTo>
                    <a:cubicBezTo>
                      <a:pt x="573" y="3585"/>
                      <a:pt x="660" y="3591"/>
                      <a:pt x="747" y="3591"/>
                    </a:cubicBezTo>
                    <a:cubicBezTo>
                      <a:pt x="833" y="3591"/>
                      <a:pt x="920" y="3585"/>
                      <a:pt x="1013" y="3571"/>
                    </a:cubicBezTo>
                    <a:cubicBezTo>
                      <a:pt x="1093" y="3571"/>
                      <a:pt x="1173" y="3545"/>
                      <a:pt x="1279" y="3491"/>
                    </a:cubicBezTo>
                    <a:cubicBezTo>
                      <a:pt x="1306" y="3465"/>
                      <a:pt x="1359" y="3438"/>
                      <a:pt x="1386" y="3411"/>
                    </a:cubicBezTo>
                    <a:lnTo>
                      <a:pt x="1493" y="3331"/>
                    </a:lnTo>
                    <a:lnTo>
                      <a:pt x="1519" y="3305"/>
                    </a:lnTo>
                    <a:lnTo>
                      <a:pt x="1519" y="3278"/>
                    </a:lnTo>
                    <a:lnTo>
                      <a:pt x="1546" y="3225"/>
                    </a:lnTo>
                    <a:cubicBezTo>
                      <a:pt x="1573" y="3172"/>
                      <a:pt x="1599" y="3145"/>
                      <a:pt x="1626" y="3092"/>
                    </a:cubicBezTo>
                    <a:cubicBezTo>
                      <a:pt x="1652" y="2985"/>
                      <a:pt x="1652" y="2905"/>
                      <a:pt x="1652" y="2799"/>
                    </a:cubicBezTo>
                    <a:cubicBezTo>
                      <a:pt x="1652" y="2692"/>
                      <a:pt x="1626" y="2585"/>
                      <a:pt x="1599" y="2505"/>
                    </a:cubicBezTo>
                    <a:cubicBezTo>
                      <a:pt x="1573" y="2399"/>
                      <a:pt x="1519" y="2319"/>
                      <a:pt x="1439" y="2239"/>
                    </a:cubicBezTo>
                    <a:cubicBezTo>
                      <a:pt x="1413" y="2186"/>
                      <a:pt x="1386" y="2159"/>
                      <a:pt x="1333" y="2132"/>
                    </a:cubicBezTo>
                    <a:lnTo>
                      <a:pt x="1279" y="2106"/>
                    </a:lnTo>
                    <a:lnTo>
                      <a:pt x="1226" y="2106"/>
                    </a:lnTo>
                    <a:lnTo>
                      <a:pt x="1093" y="2052"/>
                    </a:lnTo>
                    <a:lnTo>
                      <a:pt x="960" y="2026"/>
                    </a:lnTo>
                    <a:lnTo>
                      <a:pt x="720" y="1999"/>
                    </a:lnTo>
                    <a:cubicBezTo>
                      <a:pt x="667" y="1999"/>
                      <a:pt x="640" y="1999"/>
                      <a:pt x="613" y="1973"/>
                    </a:cubicBezTo>
                    <a:cubicBezTo>
                      <a:pt x="587" y="1973"/>
                      <a:pt x="560" y="1973"/>
                      <a:pt x="560" y="1946"/>
                    </a:cubicBezTo>
                    <a:cubicBezTo>
                      <a:pt x="507" y="1919"/>
                      <a:pt x="480" y="1866"/>
                      <a:pt x="427" y="1813"/>
                    </a:cubicBezTo>
                    <a:lnTo>
                      <a:pt x="347" y="1626"/>
                    </a:lnTo>
                    <a:lnTo>
                      <a:pt x="320" y="1440"/>
                    </a:lnTo>
                    <a:lnTo>
                      <a:pt x="320" y="1226"/>
                    </a:lnTo>
                    <a:cubicBezTo>
                      <a:pt x="320" y="1093"/>
                      <a:pt x="347" y="960"/>
                      <a:pt x="347" y="827"/>
                    </a:cubicBezTo>
                    <a:cubicBezTo>
                      <a:pt x="373" y="694"/>
                      <a:pt x="400" y="560"/>
                      <a:pt x="400" y="427"/>
                    </a:cubicBezTo>
                    <a:lnTo>
                      <a:pt x="400" y="214"/>
                    </a:lnTo>
                    <a:cubicBezTo>
                      <a:pt x="400" y="134"/>
                      <a:pt x="373" y="54"/>
                      <a:pt x="373" y="1"/>
                    </a:cubicBezTo>
                    <a:close/>
                  </a:path>
                </a:pathLst>
              </a:custGeom>
              <a:solidFill>
                <a:srgbClr val="8F5B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8" name="Google Shape;3848;p78"/>
              <p:cNvSpPr/>
              <p:nvPr/>
            </p:nvSpPr>
            <p:spPr>
              <a:xfrm>
                <a:off x="3906953" y="2122388"/>
                <a:ext cx="48947" cy="47073"/>
              </a:xfrm>
              <a:custGeom>
                <a:avLst/>
                <a:gdLst/>
                <a:ahLst/>
                <a:cxnLst/>
                <a:rect l="l" t="t" r="r" b="b"/>
                <a:pathLst>
                  <a:path w="1280" h="1231" extrusionOk="0">
                    <a:moveTo>
                      <a:pt x="636" y="0"/>
                    </a:moveTo>
                    <a:cubicBezTo>
                      <a:pt x="620" y="0"/>
                      <a:pt x="603" y="1"/>
                      <a:pt x="587" y="2"/>
                    </a:cubicBezTo>
                    <a:cubicBezTo>
                      <a:pt x="241" y="56"/>
                      <a:pt x="1" y="349"/>
                      <a:pt x="28" y="695"/>
                    </a:cubicBezTo>
                    <a:cubicBezTo>
                      <a:pt x="78" y="999"/>
                      <a:pt x="345" y="1230"/>
                      <a:pt x="668" y="1230"/>
                    </a:cubicBezTo>
                    <a:cubicBezTo>
                      <a:pt x="685" y="1230"/>
                      <a:pt x="703" y="1229"/>
                      <a:pt x="720" y="1228"/>
                    </a:cubicBezTo>
                    <a:cubicBezTo>
                      <a:pt x="1040" y="1201"/>
                      <a:pt x="1280" y="882"/>
                      <a:pt x="1253" y="562"/>
                    </a:cubicBezTo>
                    <a:cubicBezTo>
                      <a:pt x="1228" y="233"/>
                      <a:pt x="939" y="0"/>
                      <a:pt x="63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9" name="Google Shape;3849;p78"/>
              <p:cNvSpPr/>
              <p:nvPr/>
            </p:nvSpPr>
            <p:spPr>
              <a:xfrm>
                <a:off x="3535072" y="2281427"/>
                <a:ext cx="279228" cy="146115"/>
              </a:xfrm>
              <a:custGeom>
                <a:avLst/>
                <a:gdLst/>
                <a:ahLst/>
                <a:cxnLst/>
                <a:rect l="l" t="t" r="r" b="b"/>
                <a:pathLst>
                  <a:path w="7302" h="3821" extrusionOk="0">
                    <a:moveTo>
                      <a:pt x="533" y="0"/>
                    </a:moveTo>
                    <a:cubicBezTo>
                      <a:pt x="0" y="1972"/>
                      <a:pt x="1999" y="3118"/>
                      <a:pt x="3464" y="3624"/>
                    </a:cubicBezTo>
                    <a:cubicBezTo>
                      <a:pt x="3925" y="3756"/>
                      <a:pt x="4393" y="3821"/>
                      <a:pt x="4857" y="3821"/>
                    </a:cubicBezTo>
                    <a:cubicBezTo>
                      <a:pt x="5706" y="3821"/>
                      <a:pt x="6543" y="3602"/>
                      <a:pt x="7301" y="3171"/>
                    </a:cubicBezTo>
                    <a:cubicBezTo>
                      <a:pt x="7115" y="2691"/>
                      <a:pt x="6821" y="2265"/>
                      <a:pt x="6475" y="1892"/>
                    </a:cubicBezTo>
                    <a:cubicBezTo>
                      <a:pt x="6075" y="1865"/>
                      <a:pt x="5676" y="1839"/>
                      <a:pt x="5249" y="1812"/>
                    </a:cubicBezTo>
                    <a:cubicBezTo>
                      <a:pt x="4557" y="1732"/>
                      <a:pt x="3837" y="1705"/>
                      <a:pt x="3144" y="1599"/>
                    </a:cubicBezTo>
                    <a:cubicBezTo>
                      <a:pt x="2452" y="1466"/>
                      <a:pt x="1759" y="1306"/>
                      <a:pt x="1066" y="1093"/>
                    </a:cubicBezTo>
                    <a:cubicBezTo>
                      <a:pt x="933" y="773"/>
                      <a:pt x="853" y="426"/>
                      <a:pt x="773" y="80"/>
                    </a:cubicBezTo>
                    <a:lnTo>
                      <a:pt x="533" y="0"/>
                    </a:lnTo>
                    <a:close/>
                  </a:path>
                </a:pathLst>
              </a:custGeom>
              <a:solidFill>
                <a:srgbClr val="D179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0" name="Google Shape;3850;p78"/>
              <p:cNvSpPr/>
              <p:nvPr/>
            </p:nvSpPr>
            <p:spPr>
              <a:xfrm>
                <a:off x="3782674" y="2325212"/>
                <a:ext cx="92732" cy="77512"/>
              </a:xfrm>
              <a:custGeom>
                <a:avLst/>
                <a:gdLst/>
                <a:ahLst/>
                <a:cxnLst/>
                <a:rect l="l" t="t" r="r" b="b"/>
                <a:pathLst>
                  <a:path w="2425" h="2027" extrusionOk="0">
                    <a:moveTo>
                      <a:pt x="1919" y="1"/>
                    </a:moveTo>
                    <a:cubicBezTo>
                      <a:pt x="1865" y="134"/>
                      <a:pt x="1785" y="267"/>
                      <a:pt x="1705" y="374"/>
                    </a:cubicBezTo>
                    <a:cubicBezTo>
                      <a:pt x="1469" y="753"/>
                      <a:pt x="1358" y="774"/>
                      <a:pt x="981" y="774"/>
                    </a:cubicBezTo>
                    <a:cubicBezTo>
                      <a:pt x="934" y="774"/>
                      <a:pt x="882" y="774"/>
                      <a:pt x="826" y="774"/>
                    </a:cubicBezTo>
                    <a:cubicBezTo>
                      <a:pt x="560" y="774"/>
                      <a:pt x="267" y="774"/>
                      <a:pt x="0" y="747"/>
                    </a:cubicBezTo>
                    <a:lnTo>
                      <a:pt x="0" y="747"/>
                    </a:lnTo>
                    <a:cubicBezTo>
                      <a:pt x="346" y="1120"/>
                      <a:pt x="640" y="1546"/>
                      <a:pt x="826" y="2026"/>
                    </a:cubicBezTo>
                    <a:cubicBezTo>
                      <a:pt x="1599" y="1600"/>
                      <a:pt x="2185" y="880"/>
                      <a:pt x="2425" y="28"/>
                    </a:cubicBezTo>
                    <a:lnTo>
                      <a:pt x="1919" y="1"/>
                    </a:lnTo>
                    <a:close/>
                  </a:path>
                </a:pathLst>
              </a:custGeom>
              <a:solidFill>
                <a:srgbClr val="B052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1" name="Google Shape;3851;p78"/>
              <p:cNvSpPr/>
              <p:nvPr/>
            </p:nvSpPr>
            <p:spPr>
              <a:xfrm>
                <a:off x="3564593" y="2284487"/>
                <a:ext cx="291465" cy="70323"/>
              </a:xfrm>
              <a:custGeom>
                <a:avLst/>
                <a:gdLst/>
                <a:ahLst/>
                <a:cxnLst/>
                <a:rect l="l" t="t" r="r" b="b"/>
                <a:pathLst>
                  <a:path w="7622" h="1839" extrusionOk="0">
                    <a:moveTo>
                      <a:pt x="1" y="0"/>
                    </a:moveTo>
                    <a:lnTo>
                      <a:pt x="1" y="0"/>
                    </a:lnTo>
                    <a:cubicBezTo>
                      <a:pt x="54" y="346"/>
                      <a:pt x="161" y="693"/>
                      <a:pt x="294" y="1013"/>
                    </a:cubicBezTo>
                    <a:cubicBezTo>
                      <a:pt x="987" y="1226"/>
                      <a:pt x="1680" y="1386"/>
                      <a:pt x="2372" y="1519"/>
                    </a:cubicBezTo>
                    <a:cubicBezTo>
                      <a:pt x="3039" y="1625"/>
                      <a:pt x="3785" y="1652"/>
                      <a:pt x="4477" y="1732"/>
                    </a:cubicBezTo>
                    <a:cubicBezTo>
                      <a:pt x="5170" y="1785"/>
                      <a:pt x="5836" y="1839"/>
                      <a:pt x="6529" y="1839"/>
                    </a:cubicBezTo>
                    <a:cubicBezTo>
                      <a:pt x="6585" y="1839"/>
                      <a:pt x="6637" y="1839"/>
                      <a:pt x="6684" y="1839"/>
                    </a:cubicBezTo>
                    <a:cubicBezTo>
                      <a:pt x="7061" y="1839"/>
                      <a:pt x="7172" y="1818"/>
                      <a:pt x="7408" y="1439"/>
                    </a:cubicBezTo>
                    <a:cubicBezTo>
                      <a:pt x="7488" y="1306"/>
                      <a:pt x="7568" y="1199"/>
                      <a:pt x="7622" y="1066"/>
                    </a:cubicBezTo>
                    <a:cubicBezTo>
                      <a:pt x="6476" y="1013"/>
                      <a:pt x="5277" y="1013"/>
                      <a:pt x="3865" y="853"/>
                    </a:cubicBezTo>
                    <a:cubicBezTo>
                      <a:pt x="2559" y="720"/>
                      <a:pt x="1253" y="426"/>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2" name="Google Shape;3852;p78"/>
              <p:cNvSpPr/>
              <p:nvPr/>
            </p:nvSpPr>
            <p:spPr>
              <a:xfrm>
                <a:off x="3513658" y="1867368"/>
                <a:ext cx="72388" cy="36060"/>
              </a:xfrm>
              <a:custGeom>
                <a:avLst/>
                <a:gdLst/>
                <a:ahLst/>
                <a:cxnLst/>
                <a:rect l="l" t="t" r="r" b="b"/>
                <a:pathLst>
                  <a:path w="1893" h="943" extrusionOk="0">
                    <a:moveTo>
                      <a:pt x="1467" y="0"/>
                    </a:moveTo>
                    <a:cubicBezTo>
                      <a:pt x="844" y="0"/>
                      <a:pt x="351" y="418"/>
                      <a:pt x="1" y="943"/>
                    </a:cubicBezTo>
                    <a:lnTo>
                      <a:pt x="1892" y="63"/>
                    </a:lnTo>
                    <a:cubicBezTo>
                      <a:pt x="1744" y="20"/>
                      <a:pt x="1602" y="0"/>
                      <a:pt x="146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3" name="Google Shape;3853;p78"/>
              <p:cNvSpPr/>
              <p:nvPr/>
            </p:nvSpPr>
            <p:spPr>
              <a:xfrm>
                <a:off x="3917163" y="1892185"/>
                <a:ext cx="57092" cy="64243"/>
              </a:xfrm>
              <a:custGeom>
                <a:avLst/>
                <a:gdLst/>
                <a:ahLst/>
                <a:cxnLst/>
                <a:rect l="l" t="t" r="r" b="b"/>
                <a:pathLst>
                  <a:path w="1493" h="1680" extrusionOk="0">
                    <a:moveTo>
                      <a:pt x="0" y="0"/>
                    </a:moveTo>
                    <a:lnTo>
                      <a:pt x="1493" y="1679"/>
                    </a:lnTo>
                    <a:cubicBezTo>
                      <a:pt x="1359" y="906"/>
                      <a:pt x="853" y="134"/>
                      <a:pt x="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4" name="Google Shape;3854;p78"/>
              <p:cNvSpPr/>
              <p:nvPr/>
            </p:nvSpPr>
            <p:spPr>
              <a:xfrm>
                <a:off x="3542622" y="2077145"/>
                <a:ext cx="48947" cy="47073"/>
              </a:xfrm>
              <a:custGeom>
                <a:avLst/>
                <a:gdLst/>
                <a:ahLst/>
                <a:cxnLst/>
                <a:rect l="l" t="t" r="r" b="b"/>
                <a:pathLst>
                  <a:path w="1280" h="1231" extrusionOk="0">
                    <a:moveTo>
                      <a:pt x="636" y="0"/>
                    </a:moveTo>
                    <a:cubicBezTo>
                      <a:pt x="620" y="0"/>
                      <a:pt x="603" y="1"/>
                      <a:pt x="587" y="2"/>
                    </a:cubicBezTo>
                    <a:cubicBezTo>
                      <a:pt x="241" y="56"/>
                      <a:pt x="1" y="349"/>
                      <a:pt x="28" y="695"/>
                    </a:cubicBezTo>
                    <a:cubicBezTo>
                      <a:pt x="78" y="999"/>
                      <a:pt x="345" y="1230"/>
                      <a:pt x="668" y="1230"/>
                    </a:cubicBezTo>
                    <a:cubicBezTo>
                      <a:pt x="685" y="1230"/>
                      <a:pt x="703" y="1229"/>
                      <a:pt x="720" y="1228"/>
                    </a:cubicBezTo>
                    <a:cubicBezTo>
                      <a:pt x="1040" y="1201"/>
                      <a:pt x="1280" y="882"/>
                      <a:pt x="1253" y="562"/>
                    </a:cubicBezTo>
                    <a:cubicBezTo>
                      <a:pt x="1228" y="233"/>
                      <a:pt x="939" y="0"/>
                      <a:pt x="63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55" name="Google Shape;3855;p78"/>
            <p:cNvSpPr/>
            <p:nvPr/>
          </p:nvSpPr>
          <p:spPr>
            <a:xfrm>
              <a:off x="1368675" y="3066600"/>
              <a:ext cx="22728" cy="54159"/>
            </a:xfrm>
            <a:custGeom>
              <a:avLst/>
              <a:gdLst/>
              <a:ahLst/>
              <a:cxnLst/>
              <a:rect l="l" t="t" r="r" b="b"/>
              <a:pathLst>
                <a:path w="1600" h="3812" extrusionOk="0">
                  <a:moveTo>
                    <a:pt x="560" y="1"/>
                  </a:moveTo>
                  <a:cubicBezTo>
                    <a:pt x="560" y="1"/>
                    <a:pt x="507" y="81"/>
                    <a:pt x="427" y="187"/>
                  </a:cubicBezTo>
                  <a:cubicBezTo>
                    <a:pt x="321" y="347"/>
                    <a:pt x="241" y="507"/>
                    <a:pt x="161" y="694"/>
                  </a:cubicBezTo>
                  <a:cubicBezTo>
                    <a:pt x="54" y="960"/>
                    <a:pt x="1" y="1226"/>
                    <a:pt x="1" y="1493"/>
                  </a:cubicBezTo>
                  <a:cubicBezTo>
                    <a:pt x="1" y="1679"/>
                    <a:pt x="28" y="1839"/>
                    <a:pt x="81" y="1999"/>
                  </a:cubicBezTo>
                  <a:cubicBezTo>
                    <a:pt x="134" y="2159"/>
                    <a:pt x="241" y="2319"/>
                    <a:pt x="374" y="2426"/>
                  </a:cubicBezTo>
                  <a:cubicBezTo>
                    <a:pt x="401" y="2452"/>
                    <a:pt x="454" y="2479"/>
                    <a:pt x="481" y="2505"/>
                  </a:cubicBezTo>
                  <a:lnTo>
                    <a:pt x="534" y="2559"/>
                  </a:lnTo>
                  <a:lnTo>
                    <a:pt x="614" y="2559"/>
                  </a:lnTo>
                  <a:cubicBezTo>
                    <a:pt x="694" y="2585"/>
                    <a:pt x="800" y="2585"/>
                    <a:pt x="880" y="2585"/>
                  </a:cubicBezTo>
                  <a:cubicBezTo>
                    <a:pt x="1067" y="2612"/>
                    <a:pt x="1173" y="2639"/>
                    <a:pt x="1227" y="2665"/>
                  </a:cubicBezTo>
                  <a:cubicBezTo>
                    <a:pt x="1253" y="2692"/>
                    <a:pt x="1280" y="2745"/>
                    <a:pt x="1307" y="2799"/>
                  </a:cubicBezTo>
                  <a:cubicBezTo>
                    <a:pt x="1333" y="2825"/>
                    <a:pt x="1333" y="2905"/>
                    <a:pt x="1360" y="2958"/>
                  </a:cubicBezTo>
                  <a:cubicBezTo>
                    <a:pt x="1333" y="3038"/>
                    <a:pt x="1333" y="3145"/>
                    <a:pt x="1280" y="3225"/>
                  </a:cubicBezTo>
                  <a:cubicBezTo>
                    <a:pt x="1227" y="3331"/>
                    <a:pt x="1173" y="3411"/>
                    <a:pt x="1120" y="3491"/>
                  </a:cubicBezTo>
                  <a:cubicBezTo>
                    <a:pt x="1067" y="3545"/>
                    <a:pt x="1013" y="3598"/>
                    <a:pt x="960" y="3651"/>
                  </a:cubicBezTo>
                  <a:cubicBezTo>
                    <a:pt x="854" y="3758"/>
                    <a:pt x="800" y="3811"/>
                    <a:pt x="800" y="3811"/>
                  </a:cubicBezTo>
                  <a:cubicBezTo>
                    <a:pt x="854" y="3784"/>
                    <a:pt x="934" y="3731"/>
                    <a:pt x="987" y="3705"/>
                  </a:cubicBezTo>
                  <a:cubicBezTo>
                    <a:pt x="1067" y="3678"/>
                    <a:pt x="1147" y="3625"/>
                    <a:pt x="1200" y="3571"/>
                  </a:cubicBezTo>
                  <a:cubicBezTo>
                    <a:pt x="1280" y="3491"/>
                    <a:pt x="1360" y="3411"/>
                    <a:pt x="1440" y="3331"/>
                  </a:cubicBezTo>
                  <a:cubicBezTo>
                    <a:pt x="1466" y="3278"/>
                    <a:pt x="1520" y="3225"/>
                    <a:pt x="1546" y="3172"/>
                  </a:cubicBezTo>
                  <a:cubicBezTo>
                    <a:pt x="1573" y="3092"/>
                    <a:pt x="1600" y="3012"/>
                    <a:pt x="1600" y="2932"/>
                  </a:cubicBezTo>
                  <a:cubicBezTo>
                    <a:pt x="1600" y="2852"/>
                    <a:pt x="1600" y="2772"/>
                    <a:pt x="1573" y="2692"/>
                  </a:cubicBezTo>
                  <a:cubicBezTo>
                    <a:pt x="1546" y="2585"/>
                    <a:pt x="1493" y="2505"/>
                    <a:pt x="1413" y="2452"/>
                  </a:cubicBezTo>
                  <a:cubicBezTo>
                    <a:pt x="1280" y="2319"/>
                    <a:pt x="1093" y="2266"/>
                    <a:pt x="907" y="2266"/>
                  </a:cubicBezTo>
                  <a:lnTo>
                    <a:pt x="747" y="2266"/>
                  </a:lnTo>
                  <a:lnTo>
                    <a:pt x="694" y="2212"/>
                  </a:lnTo>
                  <a:lnTo>
                    <a:pt x="614" y="2159"/>
                  </a:lnTo>
                  <a:cubicBezTo>
                    <a:pt x="427" y="1999"/>
                    <a:pt x="321" y="1759"/>
                    <a:pt x="321" y="1493"/>
                  </a:cubicBezTo>
                  <a:cubicBezTo>
                    <a:pt x="294" y="1253"/>
                    <a:pt x="321" y="987"/>
                    <a:pt x="374" y="747"/>
                  </a:cubicBezTo>
                  <a:cubicBezTo>
                    <a:pt x="427" y="534"/>
                    <a:pt x="481" y="347"/>
                    <a:pt x="507" y="214"/>
                  </a:cubicBezTo>
                  <a:lnTo>
                    <a:pt x="560" y="1"/>
                  </a:lnTo>
                  <a:close/>
                </a:path>
              </a:pathLst>
            </a:custGeom>
            <a:solidFill>
              <a:srgbClr val="E39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6" name="Google Shape;3856;p78"/>
            <p:cNvSpPr/>
            <p:nvPr/>
          </p:nvSpPr>
          <p:spPr>
            <a:xfrm>
              <a:off x="1304338" y="3124912"/>
              <a:ext cx="104094" cy="32564"/>
            </a:xfrm>
            <a:custGeom>
              <a:avLst/>
              <a:gdLst/>
              <a:ahLst/>
              <a:cxnLst/>
              <a:rect l="l" t="t" r="r" b="b"/>
              <a:pathLst>
                <a:path w="7328" h="2292" extrusionOk="0">
                  <a:moveTo>
                    <a:pt x="0" y="0"/>
                  </a:moveTo>
                  <a:lnTo>
                    <a:pt x="0" y="0"/>
                  </a:lnTo>
                  <a:cubicBezTo>
                    <a:pt x="0" y="0"/>
                    <a:pt x="53" y="133"/>
                    <a:pt x="133" y="347"/>
                  </a:cubicBezTo>
                  <a:cubicBezTo>
                    <a:pt x="213" y="453"/>
                    <a:pt x="293" y="560"/>
                    <a:pt x="373" y="666"/>
                  </a:cubicBezTo>
                  <a:cubicBezTo>
                    <a:pt x="426" y="720"/>
                    <a:pt x="480" y="800"/>
                    <a:pt x="533" y="880"/>
                  </a:cubicBezTo>
                  <a:lnTo>
                    <a:pt x="746" y="1066"/>
                  </a:lnTo>
                  <a:cubicBezTo>
                    <a:pt x="906" y="1226"/>
                    <a:pt x="1066" y="1359"/>
                    <a:pt x="1252" y="1466"/>
                  </a:cubicBezTo>
                  <a:cubicBezTo>
                    <a:pt x="1439" y="1626"/>
                    <a:pt x="1652" y="1732"/>
                    <a:pt x="1892" y="1839"/>
                  </a:cubicBezTo>
                  <a:lnTo>
                    <a:pt x="2238" y="1972"/>
                  </a:lnTo>
                  <a:cubicBezTo>
                    <a:pt x="2372" y="2025"/>
                    <a:pt x="2478" y="2052"/>
                    <a:pt x="2611" y="2105"/>
                  </a:cubicBezTo>
                  <a:cubicBezTo>
                    <a:pt x="2878" y="2159"/>
                    <a:pt x="3118" y="2212"/>
                    <a:pt x="3384" y="2265"/>
                  </a:cubicBezTo>
                  <a:cubicBezTo>
                    <a:pt x="3651" y="2292"/>
                    <a:pt x="3917" y="2292"/>
                    <a:pt x="4184" y="2292"/>
                  </a:cubicBezTo>
                  <a:cubicBezTo>
                    <a:pt x="4450" y="2292"/>
                    <a:pt x="4716" y="2265"/>
                    <a:pt x="4956" y="2238"/>
                  </a:cubicBezTo>
                  <a:cubicBezTo>
                    <a:pt x="5196" y="2185"/>
                    <a:pt x="5436" y="2132"/>
                    <a:pt x="5676" y="2052"/>
                  </a:cubicBezTo>
                  <a:cubicBezTo>
                    <a:pt x="5862" y="1999"/>
                    <a:pt x="6075" y="1892"/>
                    <a:pt x="6262" y="1812"/>
                  </a:cubicBezTo>
                  <a:lnTo>
                    <a:pt x="6528" y="1679"/>
                  </a:lnTo>
                  <a:lnTo>
                    <a:pt x="6742" y="1519"/>
                  </a:lnTo>
                  <a:cubicBezTo>
                    <a:pt x="6848" y="1439"/>
                    <a:pt x="6955" y="1359"/>
                    <a:pt x="7061" y="1253"/>
                  </a:cubicBezTo>
                  <a:cubicBezTo>
                    <a:pt x="7248" y="1093"/>
                    <a:pt x="7328" y="1013"/>
                    <a:pt x="7328" y="1013"/>
                  </a:cubicBezTo>
                  <a:lnTo>
                    <a:pt x="7328" y="1013"/>
                  </a:lnTo>
                  <a:cubicBezTo>
                    <a:pt x="7328" y="1013"/>
                    <a:pt x="7221" y="1093"/>
                    <a:pt x="7035" y="1226"/>
                  </a:cubicBezTo>
                  <a:cubicBezTo>
                    <a:pt x="6928" y="1306"/>
                    <a:pt x="6795" y="1359"/>
                    <a:pt x="6688" y="1412"/>
                  </a:cubicBezTo>
                  <a:lnTo>
                    <a:pt x="6448" y="1519"/>
                  </a:lnTo>
                  <a:lnTo>
                    <a:pt x="6209" y="1626"/>
                  </a:lnTo>
                  <a:cubicBezTo>
                    <a:pt x="5995" y="1706"/>
                    <a:pt x="5809" y="1759"/>
                    <a:pt x="5596" y="1812"/>
                  </a:cubicBezTo>
                  <a:cubicBezTo>
                    <a:pt x="5409" y="1865"/>
                    <a:pt x="5169" y="1892"/>
                    <a:pt x="4930" y="1945"/>
                  </a:cubicBezTo>
                  <a:cubicBezTo>
                    <a:pt x="4690" y="1972"/>
                    <a:pt x="4450" y="1972"/>
                    <a:pt x="4210" y="1972"/>
                  </a:cubicBezTo>
                  <a:cubicBezTo>
                    <a:pt x="3944" y="1972"/>
                    <a:pt x="3704" y="1945"/>
                    <a:pt x="3464" y="1919"/>
                  </a:cubicBezTo>
                  <a:cubicBezTo>
                    <a:pt x="3198" y="1892"/>
                    <a:pt x="2958" y="1839"/>
                    <a:pt x="2718" y="1785"/>
                  </a:cubicBezTo>
                  <a:cubicBezTo>
                    <a:pt x="2585" y="1732"/>
                    <a:pt x="2478" y="1706"/>
                    <a:pt x="2345" y="1679"/>
                  </a:cubicBezTo>
                  <a:lnTo>
                    <a:pt x="2025" y="1546"/>
                  </a:lnTo>
                  <a:cubicBezTo>
                    <a:pt x="1892" y="1519"/>
                    <a:pt x="1785" y="1466"/>
                    <a:pt x="1679" y="1412"/>
                  </a:cubicBezTo>
                  <a:cubicBezTo>
                    <a:pt x="1572" y="1386"/>
                    <a:pt x="1492" y="1332"/>
                    <a:pt x="1386" y="1279"/>
                  </a:cubicBezTo>
                  <a:cubicBezTo>
                    <a:pt x="1199" y="1173"/>
                    <a:pt x="1039" y="1066"/>
                    <a:pt x="879" y="933"/>
                  </a:cubicBezTo>
                  <a:lnTo>
                    <a:pt x="666" y="773"/>
                  </a:lnTo>
                  <a:cubicBezTo>
                    <a:pt x="586" y="720"/>
                    <a:pt x="533" y="640"/>
                    <a:pt x="480" y="586"/>
                  </a:cubicBezTo>
                  <a:cubicBezTo>
                    <a:pt x="373" y="506"/>
                    <a:pt x="293" y="400"/>
                    <a:pt x="213" y="293"/>
                  </a:cubicBezTo>
                  <a:cubicBezTo>
                    <a:pt x="80" y="107"/>
                    <a:pt x="0" y="0"/>
                    <a:pt x="0" y="0"/>
                  </a:cubicBezTo>
                  <a:close/>
                </a:path>
              </a:pathLst>
            </a:custGeom>
            <a:solidFill>
              <a:srgbClr val="E39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7" name="Google Shape;3857;p78"/>
            <p:cNvSpPr/>
            <p:nvPr/>
          </p:nvSpPr>
          <p:spPr>
            <a:xfrm>
              <a:off x="1152661" y="3033682"/>
              <a:ext cx="36351" cy="19322"/>
            </a:xfrm>
            <a:custGeom>
              <a:avLst/>
              <a:gdLst/>
              <a:ahLst/>
              <a:cxnLst/>
              <a:rect l="l" t="t" r="r" b="b"/>
              <a:pathLst>
                <a:path w="2559" h="1360" extrusionOk="0">
                  <a:moveTo>
                    <a:pt x="453" y="0"/>
                  </a:moveTo>
                  <a:cubicBezTo>
                    <a:pt x="347" y="27"/>
                    <a:pt x="240" y="53"/>
                    <a:pt x="134" y="80"/>
                  </a:cubicBezTo>
                  <a:lnTo>
                    <a:pt x="0" y="133"/>
                  </a:lnTo>
                  <a:lnTo>
                    <a:pt x="160" y="160"/>
                  </a:lnTo>
                  <a:cubicBezTo>
                    <a:pt x="267" y="160"/>
                    <a:pt x="373" y="160"/>
                    <a:pt x="480" y="187"/>
                  </a:cubicBezTo>
                  <a:cubicBezTo>
                    <a:pt x="560" y="213"/>
                    <a:pt x="613" y="240"/>
                    <a:pt x="693" y="240"/>
                  </a:cubicBezTo>
                  <a:cubicBezTo>
                    <a:pt x="773" y="240"/>
                    <a:pt x="853" y="267"/>
                    <a:pt x="933" y="293"/>
                  </a:cubicBezTo>
                  <a:cubicBezTo>
                    <a:pt x="1093" y="347"/>
                    <a:pt x="1253" y="426"/>
                    <a:pt x="1386" y="506"/>
                  </a:cubicBezTo>
                  <a:lnTo>
                    <a:pt x="1599" y="640"/>
                  </a:lnTo>
                  <a:cubicBezTo>
                    <a:pt x="1679" y="693"/>
                    <a:pt x="1759" y="720"/>
                    <a:pt x="1812" y="773"/>
                  </a:cubicBezTo>
                  <a:cubicBezTo>
                    <a:pt x="1892" y="826"/>
                    <a:pt x="1972" y="879"/>
                    <a:pt x="2025" y="933"/>
                  </a:cubicBezTo>
                  <a:cubicBezTo>
                    <a:pt x="2079" y="986"/>
                    <a:pt x="2132" y="1013"/>
                    <a:pt x="2185" y="1066"/>
                  </a:cubicBezTo>
                  <a:cubicBezTo>
                    <a:pt x="2319" y="1146"/>
                    <a:pt x="2398" y="1226"/>
                    <a:pt x="2452" y="1279"/>
                  </a:cubicBezTo>
                  <a:lnTo>
                    <a:pt x="2558" y="1359"/>
                  </a:lnTo>
                  <a:cubicBezTo>
                    <a:pt x="2558" y="1359"/>
                    <a:pt x="2532" y="1306"/>
                    <a:pt x="2505" y="1252"/>
                  </a:cubicBezTo>
                  <a:cubicBezTo>
                    <a:pt x="2452" y="1119"/>
                    <a:pt x="2398" y="1039"/>
                    <a:pt x="2345" y="933"/>
                  </a:cubicBezTo>
                  <a:cubicBezTo>
                    <a:pt x="2292" y="879"/>
                    <a:pt x="2239" y="800"/>
                    <a:pt x="2185" y="746"/>
                  </a:cubicBezTo>
                  <a:cubicBezTo>
                    <a:pt x="2132" y="666"/>
                    <a:pt x="2079" y="613"/>
                    <a:pt x="1999" y="560"/>
                  </a:cubicBezTo>
                  <a:cubicBezTo>
                    <a:pt x="1945" y="480"/>
                    <a:pt x="1866" y="426"/>
                    <a:pt x="1786" y="373"/>
                  </a:cubicBezTo>
                  <a:lnTo>
                    <a:pt x="1546" y="213"/>
                  </a:lnTo>
                  <a:cubicBezTo>
                    <a:pt x="1439" y="187"/>
                    <a:pt x="1333" y="133"/>
                    <a:pt x="1253" y="107"/>
                  </a:cubicBezTo>
                  <a:cubicBezTo>
                    <a:pt x="1173" y="80"/>
                    <a:pt x="1066" y="53"/>
                    <a:pt x="986" y="27"/>
                  </a:cubicBezTo>
                  <a:cubicBezTo>
                    <a:pt x="880" y="0"/>
                    <a:pt x="800" y="0"/>
                    <a:pt x="720" y="0"/>
                  </a:cubicBezTo>
                  <a:close/>
                </a:path>
              </a:pathLst>
            </a:custGeom>
            <a:solidFill>
              <a:srgbClr val="E39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8" name="Google Shape;3858;p78"/>
            <p:cNvSpPr/>
            <p:nvPr/>
          </p:nvSpPr>
          <p:spPr>
            <a:xfrm>
              <a:off x="1545223" y="3062418"/>
              <a:ext cx="22727" cy="18775"/>
            </a:xfrm>
            <a:custGeom>
              <a:avLst/>
              <a:gdLst/>
              <a:ahLst/>
              <a:cxnLst/>
              <a:rect l="l" t="t" r="r" b="b"/>
              <a:pathLst>
                <a:path w="2026" h="1673" extrusionOk="0">
                  <a:moveTo>
                    <a:pt x="1736" y="1"/>
                  </a:moveTo>
                  <a:cubicBezTo>
                    <a:pt x="1679" y="1"/>
                    <a:pt x="1626" y="7"/>
                    <a:pt x="1572" y="21"/>
                  </a:cubicBezTo>
                  <a:lnTo>
                    <a:pt x="1359" y="47"/>
                  </a:lnTo>
                  <a:cubicBezTo>
                    <a:pt x="1279" y="47"/>
                    <a:pt x="1199" y="74"/>
                    <a:pt x="1119" y="127"/>
                  </a:cubicBezTo>
                  <a:cubicBezTo>
                    <a:pt x="1039" y="127"/>
                    <a:pt x="933" y="180"/>
                    <a:pt x="880" y="234"/>
                  </a:cubicBezTo>
                  <a:lnTo>
                    <a:pt x="640" y="367"/>
                  </a:lnTo>
                  <a:lnTo>
                    <a:pt x="427" y="580"/>
                  </a:lnTo>
                  <a:cubicBezTo>
                    <a:pt x="373" y="633"/>
                    <a:pt x="293" y="713"/>
                    <a:pt x="267" y="793"/>
                  </a:cubicBezTo>
                  <a:cubicBezTo>
                    <a:pt x="213" y="847"/>
                    <a:pt x="160" y="926"/>
                    <a:pt x="133" y="1006"/>
                  </a:cubicBezTo>
                  <a:cubicBezTo>
                    <a:pt x="107" y="1086"/>
                    <a:pt x="80" y="1140"/>
                    <a:pt x="54" y="1220"/>
                  </a:cubicBezTo>
                  <a:cubicBezTo>
                    <a:pt x="0" y="1326"/>
                    <a:pt x="0" y="1433"/>
                    <a:pt x="0" y="1539"/>
                  </a:cubicBezTo>
                  <a:lnTo>
                    <a:pt x="0" y="1673"/>
                  </a:lnTo>
                  <a:cubicBezTo>
                    <a:pt x="0" y="1673"/>
                    <a:pt x="27" y="1619"/>
                    <a:pt x="54" y="1539"/>
                  </a:cubicBezTo>
                  <a:cubicBezTo>
                    <a:pt x="107" y="1486"/>
                    <a:pt x="187" y="1326"/>
                    <a:pt x="240" y="1273"/>
                  </a:cubicBezTo>
                  <a:cubicBezTo>
                    <a:pt x="267" y="1220"/>
                    <a:pt x="320" y="1166"/>
                    <a:pt x="347" y="1113"/>
                  </a:cubicBezTo>
                  <a:cubicBezTo>
                    <a:pt x="400" y="1060"/>
                    <a:pt x="453" y="1006"/>
                    <a:pt x="507" y="953"/>
                  </a:cubicBezTo>
                  <a:cubicBezTo>
                    <a:pt x="613" y="847"/>
                    <a:pt x="720" y="713"/>
                    <a:pt x="826" y="633"/>
                  </a:cubicBezTo>
                  <a:lnTo>
                    <a:pt x="1039" y="500"/>
                  </a:lnTo>
                  <a:cubicBezTo>
                    <a:pt x="1093" y="447"/>
                    <a:pt x="1173" y="394"/>
                    <a:pt x="1226" y="367"/>
                  </a:cubicBezTo>
                  <a:cubicBezTo>
                    <a:pt x="1306" y="340"/>
                    <a:pt x="1359" y="287"/>
                    <a:pt x="1439" y="260"/>
                  </a:cubicBezTo>
                  <a:cubicBezTo>
                    <a:pt x="1492" y="234"/>
                    <a:pt x="1572" y="207"/>
                    <a:pt x="1626" y="180"/>
                  </a:cubicBezTo>
                  <a:cubicBezTo>
                    <a:pt x="1732" y="127"/>
                    <a:pt x="1839" y="100"/>
                    <a:pt x="1919" y="74"/>
                  </a:cubicBezTo>
                  <a:lnTo>
                    <a:pt x="2025" y="21"/>
                  </a:lnTo>
                  <a:lnTo>
                    <a:pt x="1919" y="21"/>
                  </a:lnTo>
                  <a:cubicBezTo>
                    <a:pt x="1852" y="7"/>
                    <a:pt x="1792" y="1"/>
                    <a:pt x="1736" y="1"/>
                  </a:cubicBezTo>
                  <a:close/>
                </a:path>
              </a:pathLst>
            </a:custGeom>
            <a:solidFill>
              <a:srgbClr val="E398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59" name="Google Shape;3859;p78"/>
            <p:cNvGrpSpPr/>
            <p:nvPr/>
          </p:nvGrpSpPr>
          <p:grpSpPr>
            <a:xfrm rot="10800000">
              <a:off x="1244420" y="3013232"/>
              <a:ext cx="236351" cy="49220"/>
              <a:chOff x="6929351" y="1970551"/>
              <a:chExt cx="578724" cy="120550"/>
            </a:xfrm>
          </p:grpSpPr>
          <p:sp>
            <p:nvSpPr>
              <p:cNvPr id="3860" name="Google Shape;3860;p78"/>
              <p:cNvSpPr/>
              <p:nvPr/>
            </p:nvSpPr>
            <p:spPr>
              <a:xfrm rot="-2184202">
                <a:off x="7402873" y="1988706"/>
                <a:ext cx="88879" cy="84239"/>
              </a:xfrm>
              <a:custGeom>
                <a:avLst/>
                <a:gdLst/>
                <a:ahLst/>
                <a:cxnLst/>
                <a:rect l="l" t="t" r="r" b="b"/>
                <a:pathLst>
                  <a:path w="1530" h="1398" extrusionOk="0">
                    <a:moveTo>
                      <a:pt x="511" y="0"/>
                    </a:moveTo>
                    <a:cubicBezTo>
                      <a:pt x="435" y="19"/>
                      <a:pt x="378" y="38"/>
                      <a:pt x="303" y="57"/>
                    </a:cubicBezTo>
                    <a:cubicBezTo>
                      <a:pt x="246" y="76"/>
                      <a:pt x="209" y="95"/>
                      <a:pt x="152" y="132"/>
                    </a:cubicBezTo>
                    <a:cubicBezTo>
                      <a:pt x="133" y="151"/>
                      <a:pt x="95" y="189"/>
                      <a:pt x="58" y="227"/>
                    </a:cubicBezTo>
                    <a:cubicBezTo>
                      <a:pt x="20" y="265"/>
                      <a:pt x="1" y="302"/>
                      <a:pt x="1" y="302"/>
                    </a:cubicBezTo>
                    <a:lnTo>
                      <a:pt x="95" y="265"/>
                    </a:lnTo>
                    <a:cubicBezTo>
                      <a:pt x="133" y="265"/>
                      <a:pt x="171" y="246"/>
                      <a:pt x="227" y="246"/>
                    </a:cubicBezTo>
                    <a:lnTo>
                      <a:pt x="511" y="246"/>
                    </a:lnTo>
                    <a:cubicBezTo>
                      <a:pt x="567" y="265"/>
                      <a:pt x="624" y="265"/>
                      <a:pt x="681" y="283"/>
                    </a:cubicBezTo>
                    <a:cubicBezTo>
                      <a:pt x="850" y="340"/>
                      <a:pt x="1001" y="434"/>
                      <a:pt x="1115" y="585"/>
                    </a:cubicBezTo>
                    <a:cubicBezTo>
                      <a:pt x="1152" y="623"/>
                      <a:pt x="1171" y="680"/>
                      <a:pt x="1209" y="718"/>
                    </a:cubicBezTo>
                    <a:cubicBezTo>
                      <a:pt x="1228" y="774"/>
                      <a:pt x="1266" y="831"/>
                      <a:pt x="1285" y="887"/>
                    </a:cubicBezTo>
                    <a:cubicBezTo>
                      <a:pt x="1285" y="925"/>
                      <a:pt x="1303" y="982"/>
                      <a:pt x="1322" y="1038"/>
                    </a:cubicBezTo>
                    <a:cubicBezTo>
                      <a:pt x="1322" y="1076"/>
                      <a:pt x="1341" y="1133"/>
                      <a:pt x="1341" y="1171"/>
                    </a:cubicBezTo>
                    <a:cubicBezTo>
                      <a:pt x="1341" y="1208"/>
                      <a:pt x="1341" y="1246"/>
                      <a:pt x="1341" y="1284"/>
                    </a:cubicBezTo>
                    <a:lnTo>
                      <a:pt x="1341" y="1397"/>
                    </a:lnTo>
                    <a:lnTo>
                      <a:pt x="1398" y="1322"/>
                    </a:lnTo>
                    <a:cubicBezTo>
                      <a:pt x="1436" y="1284"/>
                      <a:pt x="1454" y="1246"/>
                      <a:pt x="1473" y="1208"/>
                    </a:cubicBezTo>
                    <a:cubicBezTo>
                      <a:pt x="1492" y="1152"/>
                      <a:pt x="1511" y="1095"/>
                      <a:pt x="1511" y="1057"/>
                    </a:cubicBezTo>
                    <a:cubicBezTo>
                      <a:pt x="1530" y="982"/>
                      <a:pt x="1530" y="906"/>
                      <a:pt x="1530" y="850"/>
                    </a:cubicBezTo>
                    <a:cubicBezTo>
                      <a:pt x="1530" y="680"/>
                      <a:pt x="1473" y="529"/>
                      <a:pt x="1379" y="397"/>
                    </a:cubicBezTo>
                    <a:cubicBezTo>
                      <a:pt x="1247" y="170"/>
                      <a:pt x="1001" y="38"/>
                      <a:pt x="73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1" name="Google Shape;3861;p78"/>
              <p:cNvSpPr/>
              <p:nvPr/>
            </p:nvSpPr>
            <p:spPr>
              <a:xfrm rot="2184202" flipH="1">
                <a:off x="6945673" y="1988706"/>
                <a:ext cx="88879" cy="84239"/>
              </a:xfrm>
              <a:custGeom>
                <a:avLst/>
                <a:gdLst/>
                <a:ahLst/>
                <a:cxnLst/>
                <a:rect l="l" t="t" r="r" b="b"/>
                <a:pathLst>
                  <a:path w="1530" h="1398" extrusionOk="0">
                    <a:moveTo>
                      <a:pt x="511" y="0"/>
                    </a:moveTo>
                    <a:cubicBezTo>
                      <a:pt x="435" y="19"/>
                      <a:pt x="378" y="38"/>
                      <a:pt x="303" y="57"/>
                    </a:cubicBezTo>
                    <a:cubicBezTo>
                      <a:pt x="246" y="76"/>
                      <a:pt x="209" y="95"/>
                      <a:pt x="152" y="132"/>
                    </a:cubicBezTo>
                    <a:cubicBezTo>
                      <a:pt x="133" y="151"/>
                      <a:pt x="95" y="189"/>
                      <a:pt x="58" y="227"/>
                    </a:cubicBezTo>
                    <a:cubicBezTo>
                      <a:pt x="20" y="265"/>
                      <a:pt x="1" y="302"/>
                      <a:pt x="1" y="302"/>
                    </a:cubicBezTo>
                    <a:lnTo>
                      <a:pt x="95" y="265"/>
                    </a:lnTo>
                    <a:cubicBezTo>
                      <a:pt x="133" y="265"/>
                      <a:pt x="171" y="246"/>
                      <a:pt x="227" y="246"/>
                    </a:cubicBezTo>
                    <a:lnTo>
                      <a:pt x="511" y="246"/>
                    </a:lnTo>
                    <a:cubicBezTo>
                      <a:pt x="567" y="265"/>
                      <a:pt x="624" y="265"/>
                      <a:pt x="681" y="283"/>
                    </a:cubicBezTo>
                    <a:cubicBezTo>
                      <a:pt x="850" y="340"/>
                      <a:pt x="1001" y="434"/>
                      <a:pt x="1115" y="585"/>
                    </a:cubicBezTo>
                    <a:cubicBezTo>
                      <a:pt x="1152" y="623"/>
                      <a:pt x="1171" y="680"/>
                      <a:pt x="1209" y="718"/>
                    </a:cubicBezTo>
                    <a:cubicBezTo>
                      <a:pt x="1228" y="774"/>
                      <a:pt x="1266" y="831"/>
                      <a:pt x="1285" y="887"/>
                    </a:cubicBezTo>
                    <a:cubicBezTo>
                      <a:pt x="1285" y="925"/>
                      <a:pt x="1303" y="982"/>
                      <a:pt x="1322" y="1038"/>
                    </a:cubicBezTo>
                    <a:cubicBezTo>
                      <a:pt x="1322" y="1076"/>
                      <a:pt x="1341" y="1133"/>
                      <a:pt x="1341" y="1171"/>
                    </a:cubicBezTo>
                    <a:cubicBezTo>
                      <a:pt x="1341" y="1208"/>
                      <a:pt x="1341" y="1246"/>
                      <a:pt x="1341" y="1284"/>
                    </a:cubicBezTo>
                    <a:lnTo>
                      <a:pt x="1341" y="1397"/>
                    </a:lnTo>
                    <a:lnTo>
                      <a:pt x="1398" y="1322"/>
                    </a:lnTo>
                    <a:cubicBezTo>
                      <a:pt x="1436" y="1284"/>
                      <a:pt x="1454" y="1246"/>
                      <a:pt x="1473" y="1208"/>
                    </a:cubicBezTo>
                    <a:cubicBezTo>
                      <a:pt x="1492" y="1152"/>
                      <a:pt x="1511" y="1095"/>
                      <a:pt x="1511" y="1057"/>
                    </a:cubicBezTo>
                    <a:cubicBezTo>
                      <a:pt x="1530" y="982"/>
                      <a:pt x="1530" y="906"/>
                      <a:pt x="1530" y="850"/>
                    </a:cubicBezTo>
                    <a:cubicBezTo>
                      <a:pt x="1530" y="680"/>
                      <a:pt x="1473" y="529"/>
                      <a:pt x="1379" y="397"/>
                    </a:cubicBezTo>
                    <a:cubicBezTo>
                      <a:pt x="1247" y="170"/>
                      <a:pt x="1001" y="38"/>
                      <a:pt x="73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862" name="Google Shape;3862;p78"/>
          <p:cNvGrpSpPr/>
          <p:nvPr/>
        </p:nvGrpSpPr>
        <p:grpSpPr>
          <a:xfrm>
            <a:off x="4238592" y="2003921"/>
            <a:ext cx="4524324" cy="2739878"/>
            <a:chOff x="4411340" y="2696089"/>
            <a:chExt cx="3507500" cy="2124101"/>
          </a:xfrm>
        </p:grpSpPr>
        <p:sp>
          <p:nvSpPr>
            <p:cNvPr id="3863" name="Google Shape;3863;p78"/>
            <p:cNvSpPr/>
            <p:nvPr/>
          </p:nvSpPr>
          <p:spPr>
            <a:xfrm>
              <a:off x="7314064" y="3474110"/>
              <a:ext cx="36718" cy="18049"/>
            </a:xfrm>
            <a:custGeom>
              <a:avLst/>
              <a:gdLst/>
              <a:ahLst/>
              <a:cxnLst/>
              <a:rect l="l" t="t" r="r" b="b"/>
              <a:pathLst>
                <a:path w="2073" h="1019" extrusionOk="0">
                  <a:moveTo>
                    <a:pt x="1055" y="0"/>
                  </a:moveTo>
                  <a:cubicBezTo>
                    <a:pt x="473" y="0"/>
                    <a:pt x="0" y="437"/>
                    <a:pt x="0" y="1019"/>
                  </a:cubicBezTo>
                  <a:lnTo>
                    <a:pt x="2073" y="1019"/>
                  </a:lnTo>
                  <a:cubicBezTo>
                    <a:pt x="2073" y="437"/>
                    <a:pt x="1600" y="0"/>
                    <a:pt x="10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4" name="Google Shape;3864;p78"/>
            <p:cNvSpPr/>
            <p:nvPr/>
          </p:nvSpPr>
          <p:spPr>
            <a:xfrm>
              <a:off x="7314064" y="3474110"/>
              <a:ext cx="18687" cy="18049"/>
            </a:xfrm>
            <a:custGeom>
              <a:avLst/>
              <a:gdLst/>
              <a:ahLst/>
              <a:cxnLst/>
              <a:rect l="l" t="t" r="r" b="b"/>
              <a:pathLst>
                <a:path w="1055" h="1019" extrusionOk="0">
                  <a:moveTo>
                    <a:pt x="1055" y="0"/>
                  </a:moveTo>
                  <a:cubicBezTo>
                    <a:pt x="473" y="0"/>
                    <a:pt x="0" y="437"/>
                    <a:pt x="0" y="1019"/>
                  </a:cubicBezTo>
                  <a:lnTo>
                    <a:pt x="1055" y="1019"/>
                  </a:lnTo>
                  <a:lnTo>
                    <a:pt x="10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5" name="Google Shape;3865;p78"/>
            <p:cNvSpPr/>
            <p:nvPr/>
          </p:nvSpPr>
          <p:spPr>
            <a:xfrm>
              <a:off x="7420977" y="3474110"/>
              <a:ext cx="36080" cy="18049"/>
            </a:xfrm>
            <a:custGeom>
              <a:avLst/>
              <a:gdLst/>
              <a:ahLst/>
              <a:cxnLst/>
              <a:rect l="l" t="t" r="r" b="b"/>
              <a:pathLst>
                <a:path w="2037" h="1019" extrusionOk="0">
                  <a:moveTo>
                    <a:pt x="1018" y="0"/>
                  </a:moveTo>
                  <a:cubicBezTo>
                    <a:pt x="473" y="0"/>
                    <a:pt x="0" y="437"/>
                    <a:pt x="0" y="1019"/>
                  </a:cubicBezTo>
                  <a:lnTo>
                    <a:pt x="2037" y="1019"/>
                  </a:lnTo>
                  <a:cubicBezTo>
                    <a:pt x="2037" y="437"/>
                    <a:pt x="1600" y="0"/>
                    <a:pt x="10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6" name="Google Shape;3866;p78"/>
            <p:cNvSpPr/>
            <p:nvPr/>
          </p:nvSpPr>
          <p:spPr>
            <a:xfrm>
              <a:off x="7420977" y="3474110"/>
              <a:ext cx="18049" cy="18049"/>
            </a:xfrm>
            <a:custGeom>
              <a:avLst/>
              <a:gdLst/>
              <a:ahLst/>
              <a:cxnLst/>
              <a:rect l="l" t="t" r="r" b="b"/>
              <a:pathLst>
                <a:path w="1019" h="1019" extrusionOk="0">
                  <a:moveTo>
                    <a:pt x="1018" y="0"/>
                  </a:moveTo>
                  <a:cubicBezTo>
                    <a:pt x="437" y="0"/>
                    <a:pt x="0" y="437"/>
                    <a:pt x="0" y="1019"/>
                  </a:cubicBezTo>
                  <a:lnTo>
                    <a:pt x="1018" y="1019"/>
                  </a:lnTo>
                  <a:lnTo>
                    <a:pt x="101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7" name="Google Shape;3867;p78"/>
            <p:cNvSpPr/>
            <p:nvPr/>
          </p:nvSpPr>
          <p:spPr>
            <a:xfrm>
              <a:off x="7207789" y="3474110"/>
              <a:ext cx="36080" cy="18049"/>
            </a:xfrm>
            <a:custGeom>
              <a:avLst/>
              <a:gdLst/>
              <a:ahLst/>
              <a:cxnLst/>
              <a:rect l="l" t="t" r="r" b="b"/>
              <a:pathLst>
                <a:path w="2037" h="1019" extrusionOk="0">
                  <a:moveTo>
                    <a:pt x="1019" y="0"/>
                  </a:moveTo>
                  <a:cubicBezTo>
                    <a:pt x="437" y="0"/>
                    <a:pt x="1" y="437"/>
                    <a:pt x="1" y="1019"/>
                  </a:cubicBezTo>
                  <a:lnTo>
                    <a:pt x="2037" y="1019"/>
                  </a:lnTo>
                  <a:cubicBezTo>
                    <a:pt x="2037" y="437"/>
                    <a:pt x="1564" y="0"/>
                    <a:pt x="10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8" name="Google Shape;3868;p78"/>
            <p:cNvSpPr/>
            <p:nvPr/>
          </p:nvSpPr>
          <p:spPr>
            <a:xfrm>
              <a:off x="7207789" y="3474110"/>
              <a:ext cx="18049" cy="18049"/>
            </a:xfrm>
            <a:custGeom>
              <a:avLst/>
              <a:gdLst/>
              <a:ahLst/>
              <a:cxnLst/>
              <a:rect l="l" t="t" r="r" b="b"/>
              <a:pathLst>
                <a:path w="1019" h="1019" extrusionOk="0">
                  <a:moveTo>
                    <a:pt x="1019" y="0"/>
                  </a:moveTo>
                  <a:cubicBezTo>
                    <a:pt x="437" y="0"/>
                    <a:pt x="1" y="437"/>
                    <a:pt x="1" y="1019"/>
                  </a:cubicBezTo>
                  <a:lnTo>
                    <a:pt x="1019" y="1019"/>
                  </a:lnTo>
                  <a:lnTo>
                    <a:pt x="101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9" name="Google Shape;3869;p78"/>
            <p:cNvSpPr/>
            <p:nvPr/>
          </p:nvSpPr>
          <p:spPr>
            <a:xfrm>
              <a:off x="7792123" y="3711121"/>
              <a:ext cx="90192" cy="334270"/>
            </a:xfrm>
            <a:custGeom>
              <a:avLst/>
              <a:gdLst/>
              <a:ahLst/>
              <a:cxnLst/>
              <a:rect l="l" t="t" r="r" b="b"/>
              <a:pathLst>
                <a:path w="5092" h="18872" extrusionOk="0">
                  <a:moveTo>
                    <a:pt x="1" y="0"/>
                  </a:moveTo>
                  <a:lnTo>
                    <a:pt x="1" y="1346"/>
                  </a:lnTo>
                  <a:lnTo>
                    <a:pt x="2364" y="1346"/>
                  </a:lnTo>
                  <a:cubicBezTo>
                    <a:pt x="3091" y="1346"/>
                    <a:pt x="3710" y="1927"/>
                    <a:pt x="3710" y="2691"/>
                  </a:cubicBezTo>
                  <a:lnTo>
                    <a:pt x="3710" y="16181"/>
                  </a:lnTo>
                  <a:cubicBezTo>
                    <a:pt x="3710" y="16908"/>
                    <a:pt x="3091" y="17526"/>
                    <a:pt x="2364" y="17526"/>
                  </a:cubicBezTo>
                  <a:lnTo>
                    <a:pt x="1" y="17526"/>
                  </a:lnTo>
                  <a:lnTo>
                    <a:pt x="1" y="18872"/>
                  </a:lnTo>
                  <a:lnTo>
                    <a:pt x="2364" y="18872"/>
                  </a:lnTo>
                  <a:cubicBezTo>
                    <a:pt x="3855" y="18872"/>
                    <a:pt x="5091" y="17672"/>
                    <a:pt x="5091" y="16145"/>
                  </a:cubicBezTo>
                  <a:lnTo>
                    <a:pt x="5091" y="2727"/>
                  </a:lnTo>
                  <a:cubicBezTo>
                    <a:pt x="5091" y="1200"/>
                    <a:pt x="3855" y="0"/>
                    <a:pt x="23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0" name="Google Shape;3870;p78"/>
            <p:cNvSpPr/>
            <p:nvPr/>
          </p:nvSpPr>
          <p:spPr>
            <a:xfrm>
              <a:off x="6782087" y="3710466"/>
              <a:ext cx="90174" cy="334926"/>
            </a:xfrm>
            <a:custGeom>
              <a:avLst/>
              <a:gdLst/>
              <a:ahLst/>
              <a:cxnLst/>
              <a:rect l="l" t="t" r="r" b="b"/>
              <a:pathLst>
                <a:path w="5091" h="18909" extrusionOk="0">
                  <a:moveTo>
                    <a:pt x="2727" y="1"/>
                  </a:moveTo>
                  <a:cubicBezTo>
                    <a:pt x="1236" y="1"/>
                    <a:pt x="0" y="1237"/>
                    <a:pt x="0" y="2728"/>
                  </a:cubicBezTo>
                  <a:lnTo>
                    <a:pt x="0" y="16182"/>
                  </a:lnTo>
                  <a:cubicBezTo>
                    <a:pt x="0" y="17709"/>
                    <a:pt x="1236" y="18909"/>
                    <a:pt x="2727" y="18909"/>
                  </a:cubicBezTo>
                  <a:lnTo>
                    <a:pt x="5091" y="18909"/>
                  </a:lnTo>
                  <a:lnTo>
                    <a:pt x="5091" y="17563"/>
                  </a:lnTo>
                  <a:lnTo>
                    <a:pt x="2727" y="17563"/>
                  </a:lnTo>
                  <a:cubicBezTo>
                    <a:pt x="2000" y="17527"/>
                    <a:pt x="1382" y="16945"/>
                    <a:pt x="1382" y="16182"/>
                  </a:cubicBezTo>
                  <a:lnTo>
                    <a:pt x="1382" y="2692"/>
                  </a:lnTo>
                  <a:cubicBezTo>
                    <a:pt x="1382" y="1964"/>
                    <a:pt x="2000" y="1346"/>
                    <a:pt x="2727" y="1346"/>
                  </a:cubicBezTo>
                  <a:lnTo>
                    <a:pt x="5091" y="1346"/>
                  </a:lnTo>
                  <a:lnTo>
                    <a:pt x="5091" y="1"/>
                  </a:lnTo>
                  <a:close/>
                </a:path>
              </a:pathLst>
            </a:custGeom>
            <a:solidFill>
              <a:srgbClr val="8082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1" name="Google Shape;3871;p78"/>
            <p:cNvSpPr/>
            <p:nvPr/>
          </p:nvSpPr>
          <p:spPr>
            <a:xfrm>
              <a:off x="7205221" y="3485694"/>
              <a:ext cx="41235" cy="14188"/>
            </a:xfrm>
            <a:custGeom>
              <a:avLst/>
              <a:gdLst/>
              <a:ahLst/>
              <a:cxnLst/>
              <a:rect l="l" t="t" r="r" b="b"/>
              <a:pathLst>
                <a:path w="2328" h="801" extrusionOk="0">
                  <a:moveTo>
                    <a:pt x="182" y="1"/>
                  </a:moveTo>
                  <a:cubicBezTo>
                    <a:pt x="73" y="1"/>
                    <a:pt x="0" y="74"/>
                    <a:pt x="0" y="146"/>
                  </a:cubicBezTo>
                  <a:lnTo>
                    <a:pt x="0" y="801"/>
                  </a:lnTo>
                  <a:lnTo>
                    <a:pt x="2327" y="801"/>
                  </a:lnTo>
                  <a:lnTo>
                    <a:pt x="2327" y="146"/>
                  </a:lnTo>
                  <a:cubicBezTo>
                    <a:pt x="2327" y="74"/>
                    <a:pt x="2255" y="1"/>
                    <a:pt x="2146" y="1"/>
                  </a:cubicBez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2" name="Google Shape;3872;p78"/>
            <p:cNvSpPr/>
            <p:nvPr/>
          </p:nvSpPr>
          <p:spPr>
            <a:xfrm>
              <a:off x="7312133" y="3485694"/>
              <a:ext cx="40597" cy="14188"/>
            </a:xfrm>
            <a:custGeom>
              <a:avLst/>
              <a:gdLst/>
              <a:ahLst/>
              <a:cxnLst/>
              <a:rect l="l" t="t" r="r" b="b"/>
              <a:pathLst>
                <a:path w="2292" h="801" extrusionOk="0">
                  <a:moveTo>
                    <a:pt x="146" y="1"/>
                  </a:moveTo>
                  <a:cubicBezTo>
                    <a:pt x="73" y="1"/>
                    <a:pt x="0" y="74"/>
                    <a:pt x="0" y="146"/>
                  </a:cubicBezTo>
                  <a:lnTo>
                    <a:pt x="0" y="801"/>
                  </a:lnTo>
                  <a:lnTo>
                    <a:pt x="2291" y="801"/>
                  </a:lnTo>
                  <a:lnTo>
                    <a:pt x="2291" y="146"/>
                  </a:lnTo>
                  <a:cubicBezTo>
                    <a:pt x="2291" y="74"/>
                    <a:pt x="2218" y="1"/>
                    <a:pt x="2146" y="1"/>
                  </a:cubicBez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3" name="Google Shape;3873;p78"/>
            <p:cNvSpPr/>
            <p:nvPr/>
          </p:nvSpPr>
          <p:spPr>
            <a:xfrm>
              <a:off x="7419046" y="3485694"/>
              <a:ext cx="40579" cy="14188"/>
            </a:xfrm>
            <a:custGeom>
              <a:avLst/>
              <a:gdLst/>
              <a:ahLst/>
              <a:cxnLst/>
              <a:rect l="l" t="t" r="r" b="b"/>
              <a:pathLst>
                <a:path w="2291" h="801" extrusionOk="0">
                  <a:moveTo>
                    <a:pt x="146" y="1"/>
                  </a:moveTo>
                  <a:cubicBezTo>
                    <a:pt x="37" y="1"/>
                    <a:pt x="0" y="74"/>
                    <a:pt x="0" y="146"/>
                  </a:cubicBezTo>
                  <a:lnTo>
                    <a:pt x="0" y="801"/>
                  </a:lnTo>
                  <a:lnTo>
                    <a:pt x="2291" y="801"/>
                  </a:lnTo>
                  <a:lnTo>
                    <a:pt x="2291" y="146"/>
                  </a:lnTo>
                  <a:cubicBezTo>
                    <a:pt x="2291" y="74"/>
                    <a:pt x="2218" y="1"/>
                    <a:pt x="2109" y="1"/>
                  </a:cubicBez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4" name="Google Shape;3874;p78"/>
            <p:cNvSpPr/>
            <p:nvPr/>
          </p:nvSpPr>
          <p:spPr>
            <a:xfrm>
              <a:off x="6872244" y="3492141"/>
              <a:ext cx="919722" cy="806362"/>
            </a:xfrm>
            <a:custGeom>
              <a:avLst/>
              <a:gdLst/>
              <a:ahLst/>
              <a:cxnLst/>
              <a:rect l="l" t="t" r="r" b="b"/>
              <a:pathLst>
                <a:path w="51925" h="45525" extrusionOk="0">
                  <a:moveTo>
                    <a:pt x="8036" y="1"/>
                  </a:moveTo>
                  <a:cubicBezTo>
                    <a:pt x="3600" y="1"/>
                    <a:pt x="1" y="3600"/>
                    <a:pt x="1" y="8000"/>
                  </a:cubicBezTo>
                  <a:lnTo>
                    <a:pt x="1" y="45525"/>
                  </a:lnTo>
                  <a:lnTo>
                    <a:pt x="51924" y="45525"/>
                  </a:lnTo>
                  <a:lnTo>
                    <a:pt x="51924" y="8000"/>
                  </a:lnTo>
                  <a:cubicBezTo>
                    <a:pt x="51924" y="3600"/>
                    <a:pt x="48361" y="1"/>
                    <a:pt x="439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5" name="Google Shape;3875;p78"/>
            <p:cNvSpPr/>
            <p:nvPr/>
          </p:nvSpPr>
          <p:spPr>
            <a:xfrm>
              <a:off x="6823942" y="3959716"/>
              <a:ext cx="1017619" cy="338787"/>
            </a:xfrm>
            <a:custGeom>
              <a:avLst/>
              <a:gdLst/>
              <a:ahLst/>
              <a:cxnLst/>
              <a:rect l="l" t="t" r="r" b="b"/>
              <a:pathLst>
                <a:path w="57452" h="19127" extrusionOk="0">
                  <a:moveTo>
                    <a:pt x="11454" y="1"/>
                  </a:moveTo>
                  <a:cubicBezTo>
                    <a:pt x="10509" y="1"/>
                    <a:pt x="9745" y="764"/>
                    <a:pt x="9745" y="1710"/>
                  </a:cubicBezTo>
                  <a:lnTo>
                    <a:pt x="9745" y="2437"/>
                  </a:lnTo>
                  <a:lnTo>
                    <a:pt x="7673" y="2437"/>
                  </a:lnTo>
                  <a:cubicBezTo>
                    <a:pt x="3418" y="2437"/>
                    <a:pt x="1" y="5891"/>
                    <a:pt x="1" y="10146"/>
                  </a:cubicBezTo>
                  <a:lnTo>
                    <a:pt x="1" y="19127"/>
                  </a:lnTo>
                  <a:lnTo>
                    <a:pt x="57451" y="19127"/>
                  </a:lnTo>
                  <a:lnTo>
                    <a:pt x="57451" y="10109"/>
                  </a:lnTo>
                  <a:cubicBezTo>
                    <a:pt x="57451" y="5891"/>
                    <a:pt x="53997" y="2437"/>
                    <a:pt x="49779" y="2437"/>
                  </a:cubicBezTo>
                  <a:lnTo>
                    <a:pt x="47706" y="2437"/>
                  </a:lnTo>
                  <a:lnTo>
                    <a:pt x="47706" y="1710"/>
                  </a:lnTo>
                  <a:cubicBezTo>
                    <a:pt x="47706" y="764"/>
                    <a:pt x="46943" y="1"/>
                    <a:pt x="459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6" name="Google Shape;3876;p78"/>
            <p:cNvSpPr/>
            <p:nvPr/>
          </p:nvSpPr>
          <p:spPr>
            <a:xfrm>
              <a:off x="7082845" y="4002881"/>
              <a:ext cx="499156" cy="295622"/>
            </a:xfrm>
            <a:custGeom>
              <a:avLst/>
              <a:gdLst/>
              <a:ahLst/>
              <a:cxnLst/>
              <a:rect l="l" t="t" r="r" b="b"/>
              <a:pathLst>
                <a:path w="28181" h="16690" extrusionOk="0">
                  <a:moveTo>
                    <a:pt x="2691" y="0"/>
                  </a:moveTo>
                  <a:cubicBezTo>
                    <a:pt x="1201" y="0"/>
                    <a:pt x="1" y="1200"/>
                    <a:pt x="1" y="2691"/>
                  </a:cubicBezTo>
                  <a:lnTo>
                    <a:pt x="1" y="16690"/>
                  </a:lnTo>
                  <a:lnTo>
                    <a:pt x="28181" y="16690"/>
                  </a:lnTo>
                  <a:lnTo>
                    <a:pt x="28181" y="2691"/>
                  </a:lnTo>
                  <a:cubicBezTo>
                    <a:pt x="28181" y="1200"/>
                    <a:pt x="26981" y="0"/>
                    <a:pt x="2549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7" name="Google Shape;3877;p78"/>
            <p:cNvSpPr/>
            <p:nvPr/>
          </p:nvSpPr>
          <p:spPr>
            <a:xfrm>
              <a:off x="6779501" y="4298485"/>
              <a:ext cx="1105845" cy="109516"/>
            </a:xfrm>
            <a:custGeom>
              <a:avLst/>
              <a:gdLst/>
              <a:ahLst/>
              <a:cxnLst/>
              <a:rect l="l" t="t" r="r" b="b"/>
              <a:pathLst>
                <a:path w="62433" h="6183" extrusionOk="0">
                  <a:moveTo>
                    <a:pt x="2037" y="1"/>
                  </a:moveTo>
                  <a:cubicBezTo>
                    <a:pt x="910" y="1"/>
                    <a:pt x="1" y="910"/>
                    <a:pt x="1" y="2037"/>
                  </a:cubicBezTo>
                  <a:lnTo>
                    <a:pt x="1" y="6182"/>
                  </a:lnTo>
                  <a:lnTo>
                    <a:pt x="62433" y="6182"/>
                  </a:lnTo>
                  <a:lnTo>
                    <a:pt x="62433" y="2037"/>
                  </a:lnTo>
                  <a:cubicBezTo>
                    <a:pt x="62433" y="910"/>
                    <a:pt x="61524" y="1"/>
                    <a:pt x="6039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8" name="Google Shape;3878;p78"/>
            <p:cNvSpPr/>
            <p:nvPr/>
          </p:nvSpPr>
          <p:spPr>
            <a:xfrm>
              <a:off x="6779501" y="4407522"/>
              <a:ext cx="1106500" cy="29633"/>
            </a:xfrm>
            <a:custGeom>
              <a:avLst/>
              <a:gdLst/>
              <a:ahLst/>
              <a:cxnLst/>
              <a:rect l="l" t="t" r="r" b="b"/>
              <a:pathLst>
                <a:path w="62470" h="1673" extrusionOk="0">
                  <a:moveTo>
                    <a:pt x="1" y="0"/>
                  </a:moveTo>
                  <a:lnTo>
                    <a:pt x="1" y="837"/>
                  </a:lnTo>
                  <a:cubicBezTo>
                    <a:pt x="1" y="1273"/>
                    <a:pt x="364" y="1673"/>
                    <a:pt x="837" y="1673"/>
                  </a:cubicBezTo>
                  <a:lnTo>
                    <a:pt x="61633" y="1673"/>
                  </a:lnTo>
                  <a:cubicBezTo>
                    <a:pt x="62069" y="1673"/>
                    <a:pt x="62469" y="1273"/>
                    <a:pt x="62469" y="837"/>
                  </a:cubicBezTo>
                  <a:lnTo>
                    <a:pt x="6246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9" name="Google Shape;3879;p78"/>
            <p:cNvSpPr/>
            <p:nvPr/>
          </p:nvSpPr>
          <p:spPr>
            <a:xfrm>
              <a:off x="7069330" y="4437599"/>
              <a:ext cx="526203" cy="82469"/>
            </a:xfrm>
            <a:custGeom>
              <a:avLst/>
              <a:gdLst/>
              <a:ahLst/>
              <a:cxnLst/>
              <a:rect l="l" t="t" r="r" b="b"/>
              <a:pathLst>
                <a:path w="29708" h="4656" extrusionOk="0">
                  <a:moveTo>
                    <a:pt x="0" y="1"/>
                  </a:moveTo>
                  <a:lnTo>
                    <a:pt x="1818" y="4437"/>
                  </a:lnTo>
                  <a:cubicBezTo>
                    <a:pt x="1855" y="4546"/>
                    <a:pt x="2000" y="4655"/>
                    <a:pt x="2145" y="4655"/>
                  </a:cubicBezTo>
                  <a:lnTo>
                    <a:pt x="27126" y="4655"/>
                  </a:lnTo>
                  <a:cubicBezTo>
                    <a:pt x="27562" y="4619"/>
                    <a:pt x="27925" y="4401"/>
                    <a:pt x="28071" y="4001"/>
                  </a:cubicBezTo>
                  <a:lnTo>
                    <a:pt x="2970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0" name="Google Shape;3880;p78"/>
            <p:cNvSpPr/>
            <p:nvPr/>
          </p:nvSpPr>
          <p:spPr>
            <a:xfrm>
              <a:off x="6876760" y="4437599"/>
              <a:ext cx="57335" cy="242838"/>
            </a:xfrm>
            <a:custGeom>
              <a:avLst/>
              <a:gdLst/>
              <a:ahLst/>
              <a:cxnLst/>
              <a:rect l="l" t="t" r="r" b="b"/>
              <a:pathLst>
                <a:path w="3237" h="13710" extrusionOk="0">
                  <a:moveTo>
                    <a:pt x="1091" y="1"/>
                  </a:moveTo>
                  <a:lnTo>
                    <a:pt x="0" y="1492"/>
                  </a:lnTo>
                  <a:lnTo>
                    <a:pt x="1091" y="3019"/>
                  </a:lnTo>
                  <a:lnTo>
                    <a:pt x="0" y="4546"/>
                  </a:lnTo>
                  <a:lnTo>
                    <a:pt x="1091" y="6073"/>
                  </a:lnTo>
                  <a:lnTo>
                    <a:pt x="0" y="7600"/>
                  </a:lnTo>
                  <a:lnTo>
                    <a:pt x="1091" y="9128"/>
                  </a:lnTo>
                  <a:lnTo>
                    <a:pt x="0" y="10655"/>
                  </a:lnTo>
                  <a:lnTo>
                    <a:pt x="1091" y="12182"/>
                  </a:lnTo>
                  <a:lnTo>
                    <a:pt x="0" y="13709"/>
                  </a:lnTo>
                  <a:lnTo>
                    <a:pt x="2109" y="13709"/>
                  </a:lnTo>
                  <a:lnTo>
                    <a:pt x="3236" y="12182"/>
                  </a:lnTo>
                  <a:lnTo>
                    <a:pt x="2109" y="10655"/>
                  </a:lnTo>
                  <a:lnTo>
                    <a:pt x="3236" y="9128"/>
                  </a:lnTo>
                  <a:lnTo>
                    <a:pt x="2109" y="7600"/>
                  </a:lnTo>
                  <a:lnTo>
                    <a:pt x="3236" y="6073"/>
                  </a:lnTo>
                  <a:lnTo>
                    <a:pt x="2109" y="4546"/>
                  </a:lnTo>
                  <a:lnTo>
                    <a:pt x="3236" y="3019"/>
                  </a:lnTo>
                  <a:lnTo>
                    <a:pt x="2109" y="1492"/>
                  </a:lnTo>
                  <a:lnTo>
                    <a:pt x="3236" y="1"/>
                  </a:lnTo>
                  <a:close/>
                </a:path>
              </a:pathLst>
            </a:custGeom>
            <a:solidFill>
              <a:srgbClr val="2D34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1" name="Google Shape;3881;p78"/>
            <p:cNvSpPr/>
            <p:nvPr/>
          </p:nvSpPr>
          <p:spPr>
            <a:xfrm>
              <a:off x="6840680" y="4436962"/>
              <a:ext cx="44458" cy="243476"/>
            </a:xfrm>
            <a:custGeom>
              <a:avLst/>
              <a:gdLst/>
              <a:ahLst/>
              <a:cxnLst/>
              <a:rect l="l" t="t" r="r" b="b"/>
              <a:pathLst>
                <a:path w="2510" h="13746" extrusionOk="0">
                  <a:moveTo>
                    <a:pt x="1" y="1"/>
                  </a:moveTo>
                  <a:lnTo>
                    <a:pt x="1" y="12909"/>
                  </a:lnTo>
                  <a:cubicBezTo>
                    <a:pt x="1" y="13381"/>
                    <a:pt x="401" y="13745"/>
                    <a:pt x="874" y="13745"/>
                  </a:cubicBezTo>
                  <a:lnTo>
                    <a:pt x="1419" y="13745"/>
                  </a:lnTo>
                  <a:lnTo>
                    <a:pt x="2510" y="12218"/>
                  </a:lnTo>
                  <a:lnTo>
                    <a:pt x="1419" y="10691"/>
                  </a:lnTo>
                  <a:lnTo>
                    <a:pt x="2510" y="9164"/>
                  </a:lnTo>
                  <a:lnTo>
                    <a:pt x="1419" y="7636"/>
                  </a:lnTo>
                  <a:lnTo>
                    <a:pt x="2510" y="6109"/>
                  </a:lnTo>
                  <a:lnTo>
                    <a:pt x="1419" y="4582"/>
                  </a:lnTo>
                  <a:lnTo>
                    <a:pt x="2510" y="3055"/>
                  </a:lnTo>
                  <a:lnTo>
                    <a:pt x="1419" y="1528"/>
                  </a:lnTo>
                  <a:lnTo>
                    <a:pt x="2510" y="1"/>
                  </a:lnTo>
                  <a:close/>
                </a:path>
              </a:pathLst>
            </a:custGeom>
            <a:solidFill>
              <a:srgbClr val="2D34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2" name="Google Shape;3882;p78"/>
            <p:cNvSpPr/>
            <p:nvPr/>
          </p:nvSpPr>
          <p:spPr>
            <a:xfrm>
              <a:off x="6914116" y="4437599"/>
              <a:ext cx="30926" cy="242838"/>
            </a:xfrm>
            <a:custGeom>
              <a:avLst/>
              <a:gdLst/>
              <a:ahLst/>
              <a:cxnLst/>
              <a:rect l="l" t="t" r="r" b="b"/>
              <a:pathLst>
                <a:path w="1746" h="13710" extrusionOk="0">
                  <a:moveTo>
                    <a:pt x="1127" y="1"/>
                  </a:moveTo>
                  <a:lnTo>
                    <a:pt x="0" y="1492"/>
                  </a:lnTo>
                  <a:lnTo>
                    <a:pt x="1127" y="3019"/>
                  </a:lnTo>
                  <a:lnTo>
                    <a:pt x="0" y="4546"/>
                  </a:lnTo>
                  <a:lnTo>
                    <a:pt x="1127" y="6073"/>
                  </a:lnTo>
                  <a:lnTo>
                    <a:pt x="0" y="7600"/>
                  </a:lnTo>
                  <a:lnTo>
                    <a:pt x="1127" y="9128"/>
                  </a:lnTo>
                  <a:lnTo>
                    <a:pt x="0" y="10655"/>
                  </a:lnTo>
                  <a:lnTo>
                    <a:pt x="1127" y="12182"/>
                  </a:lnTo>
                  <a:lnTo>
                    <a:pt x="0" y="13709"/>
                  </a:lnTo>
                  <a:lnTo>
                    <a:pt x="655" y="13709"/>
                  </a:lnTo>
                  <a:lnTo>
                    <a:pt x="1745" y="12182"/>
                  </a:lnTo>
                  <a:lnTo>
                    <a:pt x="655" y="10655"/>
                  </a:lnTo>
                  <a:lnTo>
                    <a:pt x="1745" y="9128"/>
                  </a:lnTo>
                  <a:lnTo>
                    <a:pt x="655" y="7600"/>
                  </a:lnTo>
                  <a:lnTo>
                    <a:pt x="1745" y="6073"/>
                  </a:lnTo>
                  <a:lnTo>
                    <a:pt x="655" y="4546"/>
                  </a:lnTo>
                  <a:lnTo>
                    <a:pt x="1745" y="3019"/>
                  </a:lnTo>
                  <a:lnTo>
                    <a:pt x="655" y="1492"/>
                  </a:lnTo>
                  <a:lnTo>
                    <a:pt x="1745" y="1"/>
                  </a:ln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3" name="Google Shape;3883;p78"/>
            <p:cNvSpPr/>
            <p:nvPr/>
          </p:nvSpPr>
          <p:spPr>
            <a:xfrm>
              <a:off x="6865814" y="4437599"/>
              <a:ext cx="30271" cy="242838"/>
            </a:xfrm>
            <a:custGeom>
              <a:avLst/>
              <a:gdLst/>
              <a:ahLst/>
              <a:cxnLst/>
              <a:rect l="l" t="t" r="r" b="b"/>
              <a:pathLst>
                <a:path w="1709" h="13710" extrusionOk="0">
                  <a:moveTo>
                    <a:pt x="1091" y="1"/>
                  </a:moveTo>
                  <a:lnTo>
                    <a:pt x="0" y="1492"/>
                  </a:lnTo>
                  <a:lnTo>
                    <a:pt x="1091" y="3019"/>
                  </a:lnTo>
                  <a:lnTo>
                    <a:pt x="0" y="4546"/>
                  </a:lnTo>
                  <a:lnTo>
                    <a:pt x="1091" y="6073"/>
                  </a:lnTo>
                  <a:lnTo>
                    <a:pt x="0" y="7600"/>
                  </a:lnTo>
                  <a:lnTo>
                    <a:pt x="1091" y="9128"/>
                  </a:lnTo>
                  <a:lnTo>
                    <a:pt x="0" y="10655"/>
                  </a:lnTo>
                  <a:lnTo>
                    <a:pt x="1091" y="12182"/>
                  </a:lnTo>
                  <a:lnTo>
                    <a:pt x="0" y="13709"/>
                  </a:lnTo>
                  <a:lnTo>
                    <a:pt x="618" y="13709"/>
                  </a:lnTo>
                  <a:lnTo>
                    <a:pt x="1709" y="12182"/>
                  </a:lnTo>
                  <a:lnTo>
                    <a:pt x="618" y="10655"/>
                  </a:lnTo>
                  <a:lnTo>
                    <a:pt x="1709" y="9128"/>
                  </a:lnTo>
                  <a:lnTo>
                    <a:pt x="618" y="7600"/>
                  </a:lnTo>
                  <a:lnTo>
                    <a:pt x="1709" y="6073"/>
                  </a:lnTo>
                  <a:lnTo>
                    <a:pt x="618" y="4546"/>
                  </a:lnTo>
                  <a:lnTo>
                    <a:pt x="1709" y="3019"/>
                  </a:lnTo>
                  <a:lnTo>
                    <a:pt x="618" y="1492"/>
                  </a:lnTo>
                  <a:lnTo>
                    <a:pt x="1709" y="1"/>
                  </a:ln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4" name="Google Shape;3884;p78"/>
            <p:cNvSpPr/>
            <p:nvPr/>
          </p:nvSpPr>
          <p:spPr>
            <a:xfrm>
              <a:off x="6925700" y="4437599"/>
              <a:ext cx="56698" cy="242838"/>
            </a:xfrm>
            <a:custGeom>
              <a:avLst/>
              <a:gdLst/>
              <a:ahLst/>
              <a:cxnLst/>
              <a:rect l="l" t="t" r="r" b="b"/>
              <a:pathLst>
                <a:path w="3201" h="13710" extrusionOk="0">
                  <a:moveTo>
                    <a:pt x="1091" y="1"/>
                  </a:moveTo>
                  <a:lnTo>
                    <a:pt x="1" y="1492"/>
                  </a:lnTo>
                  <a:lnTo>
                    <a:pt x="1091" y="3019"/>
                  </a:lnTo>
                  <a:lnTo>
                    <a:pt x="1" y="4546"/>
                  </a:lnTo>
                  <a:lnTo>
                    <a:pt x="1091" y="6073"/>
                  </a:lnTo>
                  <a:lnTo>
                    <a:pt x="1" y="7600"/>
                  </a:lnTo>
                  <a:lnTo>
                    <a:pt x="1091" y="9128"/>
                  </a:lnTo>
                  <a:lnTo>
                    <a:pt x="1" y="10655"/>
                  </a:lnTo>
                  <a:lnTo>
                    <a:pt x="1091" y="12182"/>
                  </a:lnTo>
                  <a:lnTo>
                    <a:pt x="1" y="13709"/>
                  </a:lnTo>
                  <a:lnTo>
                    <a:pt x="2110" y="13709"/>
                  </a:lnTo>
                  <a:lnTo>
                    <a:pt x="3200" y="12182"/>
                  </a:lnTo>
                  <a:lnTo>
                    <a:pt x="2110" y="10655"/>
                  </a:lnTo>
                  <a:lnTo>
                    <a:pt x="3200" y="9128"/>
                  </a:lnTo>
                  <a:lnTo>
                    <a:pt x="2110" y="7600"/>
                  </a:lnTo>
                  <a:lnTo>
                    <a:pt x="3200" y="6073"/>
                  </a:lnTo>
                  <a:lnTo>
                    <a:pt x="2110" y="4546"/>
                  </a:lnTo>
                  <a:lnTo>
                    <a:pt x="3200" y="3019"/>
                  </a:lnTo>
                  <a:lnTo>
                    <a:pt x="2110" y="1492"/>
                  </a:lnTo>
                  <a:lnTo>
                    <a:pt x="3200" y="1"/>
                  </a:lnTo>
                  <a:close/>
                </a:path>
              </a:pathLst>
            </a:custGeom>
            <a:solidFill>
              <a:srgbClr val="2D34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5" name="Google Shape;3885;p78"/>
            <p:cNvSpPr/>
            <p:nvPr/>
          </p:nvSpPr>
          <p:spPr>
            <a:xfrm>
              <a:off x="6974002" y="4437599"/>
              <a:ext cx="44458" cy="242183"/>
            </a:xfrm>
            <a:custGeom>
              <a:avLst/>
              <a:gdLst/>
              <a:ahLst/>
              <a:cxnLst/>
              <a:rect l="l" t="t" r="r" b="b"/>
              <a:pathLst>
                <a:path w="2510" h="13673" extrusionOk="0">
                  <a:moveTo>
                    <a:pt x="1092" y="1"/>
                  </a:moveTo>
                  <a:lnTo>
                    <a:pt x="1" y="1492"/>
                  </a:lnTo>
                  <a:lnTo>
                    <a:pt x="1092" y="3019"/>
                  </a:lnTo>
                  <a:lnTo>
                    <a:pt x="1" y="4546"/>
                  </a:lnTo>
                  <a:lnTo>
                    <a:pt x="1092" y="6073"/>
                  </a:lnTo>
                  <a:lnTo>
                    <a:pt x="1" y="7600"/>
                  </a:lnTo>
                  <a:lnTo>
                    <a:pt x="1092" y="9128"/>
                  </a:lnTo>
                  <a:lnTo>
                    <a:pt x="1" y="10618"/>
                  </a:lnTo>
                  <a:lnTo>
                    <a:pt x="1092" y="12146"/>
                  </a:lnTo>
                  <a:lnTo>
                    <a:pt x="1" y="13673"/>
                  </a:lnTo>
                  <a:lnTo>
                    <a:pt x="1637" y="13673"/>
                  </a:lnTo>
                  <a:cubicBezTo>
                    <a:pt x="2110" y="13673"/>
                    <a:pt x="2510" y="13309"/>
                    <a:pt x="2510" y="12836"/>
                  </a:cubicBezTo>
                  <a:lnTo>
                    <a:pt x="251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6" name="Google Shape;3886;p78"/>
            <p:cNvSpPr/>
            <p:nvPr/>
          </p:nvSpPr>
          <p:spPr>
            <a:xfrm>
              <a:off x="6963055" y="4437599"/>
              <a:ext cx="30288" cy="242838"/>
            </a:xfrm>
            <a:custGeom>
              <a:avLst/>
              <a:gdLst/>
              <a:ahLst/>
              <a:cxnLst/>
              <a:rect l="l" t="t" r="r" b="b"/>
              <a:pathLst>
                <a:path w="1710" h="13710" extrusionOk="0">
                  <a:moveTo>
                    <a:pt x="1091" y="1"/>
                  </a:moveTo>
                  <a:lnTo>
                    <a:pt x="1" y="1492"/>
                  </a:lnTo>
                  <a:lnTo>
                    <a:pt x="1091" y="3019"/>
                  </a:lnTo>
                  <a:lnTo>
                    <a:pt x="1" y="4546"/>
                  </a:lnTo>
                  <a:lnTo>
                    <a:pt x="1091" y="6073"/>
                  </a:lnTo>
                  <a:lnTo>
                    <a:pt x="1" y="7600"/>
                  </a:lnTo>
                  <a:lnTo>
                    <a:pt x="1091" y="9128"/>
                  </a:lnTo>
                  <a:lnTo>
                    <a:pt x="1" y="10655"/>
                  </a:lnTo>
                  <a:lnTo>
                    <a:pt x="1091" y="12182"/>
                  </a:lnTo>
                  <a:lnTo>
                    <a:pt x="1" y="13709"/>
                  </a:lnTo>
                  <a:lnTo>
                    <a:pt x="619" y="13709"/>
                  </a:lnTo>
                  <a:lnTo>
                    <a:pt x="1710" y="12182"/>
                  </a:lnTo>
                  <a:lnTo>
                    <a:pt x="619" y="10655"/>
                  </a:lnTo>
                  <a:lnTo>
                    <a:pt x="1710" y="9128"/>
                  </a:lnTo>
                  <a:lnTo>
                    <a:pt x="619" y="7600"/>
                  </a:lnTo>
                  <a:lnTo>
                    <a:pt x="1710" y="6073"/>
                  </a:lnTo>
                  <a:lnTo>
                    <a:pt x="619" y="4546"/>
                  </a:lnTo>
                  <a:lnTo>
                    <a:pt x="1710" y="3019"/>
                  </a:lnTo>
                  <a:lnTo>
                    <a:pt x="619" y="1492"/>
                  </a:lnTo>
                  <a:lnTo>
                    <a:pt x="1710" y="1"/>
                  </a:ln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7" name="Google Shape;3887;p78"/>
            <p:cNvSpPr/>
            <p:nvPr/>
          </p:nvSpPr>
          <p:spPr>
            <a:xfrm>
              <a:off x="7682449" y="4437599"/>
              <a:ext cx="57353" cy="242838"/>
            </a:xfrm>
            <a:custGeom>
              <a:avLst/>
              <a:gdLst/>
              <a:ahLst/>
              <a:cxnLst/>
              <a:rect l="l" t="t" r="r" b="b"/>
              <a:pathLst>
                <a:path w="3238" h="13710" extrusionOk="0">
                  <a:moveTo>
                    <a:pt x="1092" y="1"/>
                  </a:moveTo>
                  <a:lnTo>
                    <a:pt x="1" y="1492"/>
                  </a:lnTo>
                  <a:lnTo>
                    <a:pt x="1092" y="3019"/>
                  </a:lnTo>
                  <a:lnTo>
                    <a:pt x="1" y="4546"/>
                  </a:lnTo>
                  <a:lnTo>
                    <a:pt x="1092" y="6073"/>
                  </a:lnTo>
                  <a:lnTo>
                    <a:pt x="1" y="7600"/>
                  </a:lnTo>
                  <a:lnTo>
                    <a:pt x="1092" y="9128"/>
                  </a:lnTo>
                  <a:lnTo>
                    <a:pt x="1" y="10655"/>
                  </a:lnTo>
                  <a:lnTo>
                    <a:pt x="1092" y="12182"/>
                  </a:lnTo>
                  <a:lnTo>
                    <a:pt x="1" y="13709"/>
                  </a:lnTo>
                  <a:lnTo>
                    <a:pt x="2110" y="13709"/>
                  </a:lnTo>
                  <a:lnTo>
                    <a:pt x="3237" y="12182"/>
                  </a:lnTo>
                  <a:lnTo>
                    <a:pt x="2110" y="10655"/>
                  </a:lnTo>
                  <a:lnTo>
                    <a:pt x="3237" y="9128"/>
                  </a:lnTo>
                  <a:lnTo>
                    <a:pt x="2110" y="7600"/>
                  </a:lnTo>
                  <a:lnTo>
                    <a:pt x="3237" y="6073"/>
                  </a:lnTo>
                  <a:lnTo>
                    <a:pt x="2110" y="4546"/>
                  </a:lnTo>
                  <a:lnTo>
                    <a:pt x="3237" y="3019"/>
                  </a:lnTo>
                  <a:lnTo>
                    <a:pt x="2110" y="1492"/>
                  </a:lnTo>
                  <a:lnTo>
                    <a:pt x="323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8" name="Google Shape;3888;p78"/>
            <p:cNvSpPr/>
            <p:nvPr/>
          </p:nvSpPr>
          <p:spPr>
            <a:xfrm>
              <a:off x="7646386" y="4436962"/>
              <a:ext cx="44458" cy="243476"/>
            </a:xfrm>
            <a:custGeom>
              <a:avLst/>
              <a:gdLst/>
              <a:ahLst/>
              <a:cxnLst/>
              <a:rect l="l" t="t" r="r" b="b"/>
              <a:pathLst>
                <a:path w="2510" h="13746" extrusionOk="0">
                  <a:moveTo>
                    <a:pt x="1" y="1"/>
                  </a:moveTo>
                  <a:lnTo>
                    <a:pt x="1" y="12909"/>
                  </a:lnTo>
                  <a:cubicBezTo>
                    <a:pt x="1" y="13381"/>
                    <a:pt x="401" y="13745"/>
                    <a:pt x="873" y="13745"/>
                  </a:cubicBezTo>
                  <a:lnTo>
                    <a:pt x="1419" y="13745"/>
                  </a:lnTo>
                  <a:lnTo>
                    <a:pt x="2510" y="12218"/>
                  </a:lnTo>
                  <a:lnTo>
                    <a:pt x="1419" y="10691"/>
                  </a:lnTo>
                  <a:lnTo>
                    <a:pt x="2510" y="9164"/>
                  </a:lnTo>
                  <a:lnTo>
                    <a:pt x="1419" y="7636"/>
                  </a:lnTo>
                  <a:lnTo>
                    <a:pt x="2510" y="6109"/>
                  </a:lnTo>
                  <a:lnTo>
                    <a:pt x="1419" y="4582"/>
                  </a:lnTo>
                  <a:lnTo>
                    <a:pt x="2510" y="3055"/>
                  </a:lnTo>
                  <a:lnTo>
                    <a:pt x="1419" y="1528"/>
                  </a:lnTo>
                  <a:lnTo>
                    <a:pt x="251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9" name="Google Shape;3889;p78"/>
            <p:cNvSpPr/>
            <p:nvPr/>
          </p:nvSpPr>
          <p:spPr>
            <a:xfrm>
              <a:off x="7719804" y="4437599"/>
              <a:ext cx="30944" cy="242838"/>
            </a:xfrm>
            <a:custGeom>
              <a:avLst/>
              <a:gdLst/>
              <a:ahLst/>
              <a:cxnLst/>
              <a:rect l="l" t="t" r="r" b="b"/>
              <a:pathLst>
                <a:path w="1747" h="13710" extrusionOk="0">
                  <a:moveTo>
                    <a:pt x="1128" y="1"/>
                  </a:moveTo>
                  <a:lnTo>
                    <a:pt x="1" y="1492"/>
                  </a:lnTo>
                  <a:lnTo>
                    <a:pt x="1128" y="3019"/>
                  </a:lnTo>
                  <a:lnTo>
                    <a:pt x="1" y="4546"/>
                  </a:lnTo>
                  <a:lnTo>
                    <a:pt x="1128" y="6073"/>
                  </a:lnTo>
                  <a:lnTo>
                    <a:pt x="1" y="7600"/>
                  </a:lnTo>
                  <a:lnTo>
                    <a:pt x="1128" y="9128"/>
                  </a:lnTo>
                  <a:lnTo>
                    <a:pt x="1" y="10655"/>
                  </a:lnTo>
                  <a:lnTo>
                    <a:pt x="1128" y="12182"/>
                  </a:lnTo>
                  <a:lnTo>
                    <a:pt x="1" y="13709"/>
                  </a:lnTo>
                  <a:lnTo>
                    <a:pt x="655" y="13709"/>
                  </a:lnTo>
                  <a:lnTo>
                    <a:pt x="1746" y="12182"/>
                  </a:lnTo>
                  <a:lnTo>
                    <a:pt x="655" y="10655"/>
                  </a:lnTo>
                  <a:lnTo>
                    <a:pt x="1746" y="9128"/>
                  </a:lnTo>
                  <a:lnTo>
                    <a:pt x="655" y="7600"/>
                  </a:lnTo>
                  <a:lnTo>
                    <a:pt x="1746" y="6073"/>
                  </a:lnTo>
                  <a:lnTo>
                    <a:pt x="655" y="4546"/>
                  </a:lnTo>
                  <a:lnTo>
                    <a:pt x="1746" y="3019"/>
                  </a:lnTo>
                  <a:lnTo>
                    <a:pt x="655" y="1492"/>
                  </a:lnTo>
                  <a:lnTo>
                    <a:pt x="1746"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0" name="Google Shape;3890;p78"/>
            <p:cNvSpPr/>
            <p:nvPr/>
          </p:nvSpPr>
          <p:spPr>
            <a:xfrm>
              <a:off x="7671502" y="4437599"/>
              <a:ext cx="30288" cy="242838"/>
            </a:xfrm>
            <a:custGeom>
              <a:avLst/>
              <a:gdLst/>
              <a:ahLst/>
              <a:cxnLst/>
              <a:rect l="l" t="t" r="r" b="b"/>
              <a:pathLst>
                <a:path w="1710" h="13710" extrusionOk="0">
                  <a:moveTo>
                    <a:pt x="1092" y="1"/>
                  </a:moveTo>
                  <a:lnTo>
                    <a:pt x="1" y="1492"/>
                  </a:lnTo>
                  <a:lnTo>
                    <a:pt x="1092" y="3019"/>
                  </a:lnTo>
                  <a:lnTo>
                    <a:pt x="1" y="4546"/>
                  </a:lnTo>
                  <a:lnTo>
                    <a:pt x="1092" y="6073"/>
                  </a:lnTo>
                  <a:lnTo>
                    <a:pt x="1" y="7600"/>
                  </a:lnTo>
                  <a:lnTo>
                    <a:pt x="1092" y="9128"/>
                  </a:lnTo>
                  <a:lnTo>
                    <a:pt x="1" y="10655"/>
                  </a:lnTo>
                  <a:lnTo>
                    <a:pt x="1092" y="12182"/>
                  </a:lnTo>
                  <a:lnTo>
                    <a:pt x="1" y="13709"/>
                  </a:lnTo>
                  <a:lnTo>
                    <a:pt x="619" y="13709"/>
                  </a:lnTo>
                  <a:lnTo>
                    <a:pt x="1710" y="12182"/>
                  </a:lnTo>
                  <a:lnTo>
                    <a:pt x="619" y="10655"/>
                  </a:lnTo>
                  <a:lnTo>
                    <a:pt x="1710" y="9128"/>
                  </a:lnTo>
                  <a:lnTo>
                    <a:pt x="619" y="7600"/>
                  </a:lnTo>
                  <a:lnTo>
                    <a:pt x="1710" y="6073"/>
                  </a:lnTo>
                  <a:lnTo>
                    <a:pt x="619" y="4546"/>
                  </a:lnTo>
                  <a:lnTo>
                    <a:pt x="1710" y="3019"/>
                  </a:lnTo>
                  <a:lnTo>
                    <a:pt x="619" y="1492"/>
                  </a:lnTo>
                  <a:lnTo>
                    <a:pt x="171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1" name="Google Shape;3891;p78"/>
            <p:cNvSpPr/>
            <p:nvPr/>
          </p:nvSpPr>
          <p:spPr>
            <a:xfrm>
              <a:off x="7731406" y="4437599"/>
              <a:ext cx="56698" cy="242838"/>
            </a:xfrm>
            <a:custGeom>
              <a:avLst/>
              <a:gdLst/>
              <a:ahLst/>
              <a:cxnLst/>
              <a:rect l="l" t="t" r="r" b="b"/>
              <a:pathLst>
                <a:path w="3201" h="13710" extrusionOk="0">
                  <a:moveTo>
                    <a:pt x="1091" y="1"/>
                  </a:moveTo>
                  <a:lnTo>
                    <a:pt x="0" y="1492"/>
                  </a:lnTo>
                  <a:lnTo>
                    <a:pt x="1091" y="3019"/>
                  </a:lnTo>
                  <a:lnTo>
                    <a:pt x="0" y="4546"/>
                  </a:lnTo>
                  <a:lnTo>
                    <a:pt x="1091" y="6073"/>
                  </a:lnTo>
                  <a:lnTo>
                    <a:pt x="0" y="7600"/>
                  </a:lnTo>
                  <a:lnTo>
                    <a:pt x="1091" y="9128"/>
                  </a:lnTo>
                  <a:lnTo>
                    <a:pt x="0" y="10655"/>
                  </a:lnTo>
                  <a:lnTo>
                    <a:pt x="1091" y="12182"/>
                  </a:lnTo>
                  <a:lnTo>
                    <a:pt x="0" y="13709"/>
                  </a:lnTo>
                  <a:lnTo>
                    <a:pt x="2109" y="13709"/>
                  </a:lnTo>
                  <a:lnTo>
                    <a:pt x="3200" y="12182"/>
                  </a:lnTo>
                  <a:lnTo>
                    <a:pt x="2109" y="10655"/>
                  </a:lnTo>
                  <a:lnTo>
                    <a:pt x="3200" y="9128"/>
                  </a:lnTo>
                  <a:lnTo>
                    <a:pt x="2109" y="7600"/>
                  </a:lnTo>
                  <a:lnTo>
                    <a:pt x="3200" y="6073"/>
                  </a:lnTo>
                  <a:lnTo>
                    <a:pt x="2109" y="4546"/>
                  </a:lnTo>
                  <a:lnTo>
                    <a:pt x="3200" y="3019"/>
                  </a:lnTo>
                  <a:lnTo>
                    <a:pt x="2109" y="1492"/>
                  </a:lnTo>
                  <a:lnTo>
                    <a:pt x="320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2" name="Google Shape;3892;p78"/>
            <p:cNvSpPr/>
            <p:nvPr/>
          </p:nvSpPr>
          <p:spPr>
            <a:xfrm>
              <a:off x="7779708" y="4437599"/>
              <a:ext cx="44458" cy="242183"/>
            </a:xfrm>
            <a:custGeom>
              <a:avLst/>
              <a:gdLst/>
              <a:ahLst/>
              <a:cxnLst/>
              <a:rect l="l" t="t" r="r" b="b"/>
              <a:pathLst>
                <a:path w="2510" h="13673" extrusionOk="0">
                  <a:moveTo>
                    <a:pt x="1091" y="1"/>
                  </a:moveTo>
                  <a:lnTo>
                    <a:pt x="0" y="1492"/>
                  </a:lnTo>
                  <a:lnTo>
                    <a:pt x="1091" y="3019"/>
                  </a:lnTo>
                  <a:lnTo>
                    <a:pt x="0" y="4546"/>
                  </a:lnTo>
                  <a:lnTo>
                    <a:pt x="1091" y="6073"/>
                  </a:lnTo>
                  <a:lnTo>
                    <a:pt x="0" y="7600"/>
                  </a:lnTo>
                  <a:lnTo>
                    <a:pt x="1091" y="9128"/>
                  </a:lnTo>
                  <a:lnTo>
                    <a:pt x="0" y="10618"/>
                  </a:lnTo>
                  <a:lnTo>
                    <a:pt x="1091" y="12146"/>
                  </a:lnTo>
                  <a:lnTo>
                    <a:pt x="0" y="13673"/>
                  </a:lnTo>
                  <a:lnTo>
                    <a:pt x="1637" y="13673"/>
                  </a:lnTo>
                  <a:cubicBezTo>
                    <a:pt x="2109" y="13673"/>
                    <a:pt x="2509" y="13309"/>
                    <a:pt x="2509" y="12836"/>
                  </a:cubicBezTo>
                  <a:lnTo>
                    <a:pt x="250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3" name="Google Shape;3893;p78"/>
            <p:cNvSpPr/>
            <p:nvPr/>
          </p:nvSpPr>
          <p:spPr>
            <a:xfrm>
              <a:off x="7768762" y="4437599"/>
              <a:ext cx="30288" cy="242838"/>
            </a:xfrm>
            <a:custGeom>
              <a:avLst/>
              <a:gdLst/>
              <a:ahLst/>
              <a:cxnLst/>
              <a:rect l="l" t="t" r="r" b="b"/>
              <a:pathLst>
                <a:path w="1710" h="13710" extrusionOk="0">
                  <a:moveTo>
                    <a:pt x="1091" y="1"/>
                  </a:moveTo>
                  <a:lnTo>
                    <a:pt x="0" y="1492"/>
                  </a:lnTo>
                  <a:lnTo>
                    <a:pt x="1091" y="3019"/>
                  </a:lnTo>
                  <a:lnTo>
                    <a:pt x="0" y="4546"/>
                  </a:lnTo>
                  <a:lnTo>
                    <a:pt x="1091" y="6073"/>
                  </a:lnTo>
                  <a:lnTo>
                    <a:pt x="0" y="7600"/>
                  </a:lnTo>
                  <a:lnTo>
                    <a:pt x="1091" y="9128"/>
                  </a:lnTo>
                  <a:lnTo>
                    <a:pt x="0" y="10655"/>
                  </a:lnTo>
                  <a:lnTo>
                    <a:pt x="1091" y="12182"/>
                  </a:lnTo>
                  <a:lnTo>
                    <a:pt x="0" y="13709"/>
                  </a:lnTo>
                  <a:lnTo>
                    <a:pt x="618" y="13709"/>
                  </a:lnTo>
                  <a:lnTo>
                    <a:pt x="1709" y="12182"/>
                  </a:lnTo>
                  <a:lnTo>
                    <a:pt x="618" y="10655"/>
                  </a:lnTo>
                  <a:lnTo>
                    <a:pt x="1709" y="9128"/>
                  </a:lnTo>
                  <a:lnTo>
                    <a:pt x="618" y="7600"/>
                  </a:lnTo>
                  <a:lnTo>
                    <a:pt x="1709" y="6073"/>
                  </a:lnTo>
                  <a:lnTo>
                    <a:pt x="618" y="4546"/>
                  </a:lnTo>
                  <a:lnTo>
                    <a:pt x="1709" y="3019"/>
                  </a:lnTo>
                  <a:lnTo>
                    <a:pt x="618" y="1492"/>
                  </a:lnTo>
                  <a:lnTo>
                    <a:pt x="170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4" name="Google Shape;3894;p78"/>
            <p:cNvSpPr/>
            <p:nvPr/>
          </p:nvSpPr>
          <p:spPr>
            <a:xfrm>
              <a:off x="7176881" y="4283040"/>
              <a:ext cx="311085" cy="169402"/>
            </a:xfrm>
            <a:custGeom>
              <a:avLst/>
              <a:gdLst/>
              <a:ahLst/>
              <a:cxnLst/>
              <a:rect l="l" t="t" r="r" b="b"/>
              <a:pathLst>
                <a:path w="17563" h="9564" extrusionOk="0">
                  <a:moveTo>
                    <a:pt x="510" y="0"/>
                  </a:moveTo>
                  <a:cubicBezTo>
                    <a:pt x="219" y="0"/>
                    <a:pt x="0" y="255"/>
                    <a:pt x="0" y="546"/>
                  </a:cubicBezTo>
                  <a:lnTo>
                    <a:pt x="0" y="9018"/>
                  </a:lnTo>
                  <a:cubicBezTo>
                    <a:pt x="0" y="9309"/>
                    <a:pt x="219" y="9563"/>
                    <a:pt x="510" y="9563"/>
                  </a:cubicBezTo>
                  <a:lnTo>
                    <a:pt x="17054" y="9563"/>
                  </a:lnTo>
                  <a:cubicBezTo>
                    <a:pt x="17345" y="9563"/>
                    <a:pt x="17563" y="9309"/>
                    <a:pt x="17563" y="9018"/>
                  </a:cubicBezTo>
                  <a:lnTo>
                    <a:pt x="17563" y="546"/>
                  </a:lnTo>
                  <a:cubicBezTo>
                    <a:pt x="17563" y="255"/>
                    <a:pt x="17345" y="0"/>
                    <a:pt x="1705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5" name="Google Shape;3895;p78"/>
            <p:cNvSpPr/>
            <p:nvPr/>
          </p:nvSpPr>
          <p:spPr>
            <a:xfrm>
              <a:off x="7203290" y="4297848"/>
              <a:ext cx="258284" cy="139769"/>
            </a:xfrm>
            <a:custGeom>
              <a:avLst/>
              <a:gdLst/>
              <a:ahLst/>
              <a:cxnLst/>
              <a:rect l="l" t="t" r="r" b="b"/>
              <a:pathLst>
                <a:path w="14582" h="7891" extrusionOk="0">
                  <a:moveTo>
                    <a:pt x="437" y="0"/>
                  </a:moveTo>
                  <a:cubicBezTo>
                    <a:pt x="218" y="0"/>
                    <a:pt x="0" y="182"/>
                    <a:pt x="0" y="437"/>
                  </a:cubicBezTo>
                  <a:lnTo>
                    <a:pt x="0" y="7455"/>
                  </a:lnTo>
                  <a:cubicBezTo>
                    <a:pt x="0" y="7709"/>
                    <a:pt x="218" y="7891"/>
                    <a:pt x="437" y="7891"/>
                  </a:cubicBezTo>
                  <a:lnTo>
                    <a:pt x="14145" y="7891"/>
                  </a:lnTo>
                  <a:cubicBezTo>
                    <a:pt x="14363" y="7891"/>
                    <a:pt x="14581" y="7709"/>
                    <a:pt x="14581" y="7455"/>
                  </a:cubicBezTo>
                  <a:lnTo>
                    <a:pt x="14581" y="437"/>
                  </a:lnTo>
                  <a:cubicBezTo>
                    <a:pt x="14581" y="182"/>
                    <a:pt x="14363" y="0"/>
                    <a:pt x="141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6" name="Google Shape;3896;p78"/>
            <p:cNvSpPr/>
            <p:nvPr/>
          </p:nvSpPr>
          <p:spPr>
            <a:xfrm>
              <a:off x="6872244" y="4352597"/>
              <a:ext cx="191950" cy="30288"/>
            </a:xfrm>
            <a:custGeom>
              <a:avLst/>
              <a:gdLst/>
              <a:ahLst/>
              <a:cxnLst/>
              <a:rect l="l" t="t" r="r" b="b"/>
              <a:pathLst>
                <a:path w="10837" h="1710" extrusionOk="0">
                  <a:moveTo>
                    <a:pt x="546" y="0"/>
                  </a:moveTo>
                  <a:cubicBezTo>
                    <a:pt x="255" y="0"/>
                    <a:pt x="1" y="255"/>
                    <a:pt x="1" y="546"/>
                  </a:cubicBezTo>
                  <a:lnTo>
                    <a:pt x="1" y="1164"/>
                  </a:lnTo>
                  <a:cubicBezTo>
                    <a:pt x="1" y="1491"/>
                    <a:pt x="255" y="1709"/>
                    <a:pt x="546" y="1709"/>
                  </a:cubicBezTo>
                  <a:lnTo>
                    <a:pt x="10291" y="1709"/>
                  </a:lnTo>
                  <a:cubicBezTo>
                    <a:pt x="10582" y="1709"/>
                    <a:pt x="10836" y="1491"/>
                    <a:pt x="10836" y="1164"/>
                  </a:cubicBezTo>
                  <a:lnTo>
                    <a:pt x="10836" y="546"/>
                  </a:lnTo>
                  <a:cubicBezTo>
                    <a:pt x="10836" y="255"/>
                    <a:pt x="10582" y="0"/>
                    <a:pt x="102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7" name="Google Shape;3897;p78"/>
            <p:cNvSpPr/>
            <p:nvPr/>
          </p:nvSpPr>
          <p:spPr>
            <a:xfrm>
              <a:off x="7600670" y="4352597"/>
              <a:ext cx="191933" cy="30288"/>
            </a:xfrm>
            <a:custGeom>
              <a:avLst/>
              <a:gdLst/>
              <a:ahLst/>
              <a:cxnLst/>
              <a:rect l="l" t="t" r="r" b="b"/>
              <a:pathLst>
                <a:path w="10836" h="1710" extrusionOk="0">
                  <a:moveTo>
                    <a:pt x="545" y="0"/>
                  </a:moveTo>
                  <a:cubicBezTo>
                    <a:pt x="255" y="0"/>
                    <a:pt x="0" y="255"/>
                    <a:pt x="0" y="546"/>
                  </a:cubicBezTo>
                  <a:lnTo>
                    <a:pt x="0" y="1164"/>
                  </a:lnTo>
                  <a:cubicBezTo>
                    <a:pt x="0" y="1491"/>
                    <a:pt x="255" y="1709"/>
                    <a:pt x="545" y="1709"/>
                  </a:cubicBezTo>
                  <a:lnTo>
                    <a:pt x="10290" y="1709"/>
                  </a:lnTo>
                  <a:cubicBezTo>
                    <a:pt x="10581" y="1709"/>
                    <a:pt x="10836" y="1491"/>
                    <a:pt x="10836" y="1164"/>
                  </a:cubicBezTo>
                  <a:lnTo>
                    <a:pt x="10836" y="546"/>
                  </a:lnTo>
                  <a:cubicBezTo>
                    <a:pt x="10836" y="255"/>
                    <a:pt x="10581" y="0"/>
                    <a:pt x="1029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8" name="Google Shape;3898;p78"/>
            <p:cNvSpPr/>
            <p:nvPr/>
          </p:nvSpPr>
          <p:spPr>
            <a:xfrm>
              <a:off x="7114409" y="4061474"/>
              <a:ext cx="436029" cy="21928"/>
            </a:xfrm>
            <a:custGeom>
              <a:avLst/>
              <a:gdLst/>
              <a:ahLst/>
              <a:cxnLst/>
              <a:rect l="l" t="t" r="r" b="b"/>
              <a:pathLst>
                <a:path w="24617" h="1238" extrusionOk="0">
                  <a:moveTo>
                    <a:pt x="619" y="1"/>
                  </a:moveTo>
                  <a:cubicBezTo>
                    <a:pt x="255" y="1"/>
                    <a:pt x="0" y="255"/>
                    <a:pt x="0" y="619"/>
                  </a:cubicBezTo>
                  <a:cubicBezTo>
                    <a:pt x="0" y="946"/>
                    <a:pt x="255" y="1237"/>
                    <a:pt x="619" y="1237"/>
                  </a:cubicBezTo>
                  <a:lnTo>
                    <a:pt x="23999" y="1237"/>
                  </a:lnTo>
                  <a:cubicBezTo>
                    <a:pt x="24362" y="1237"/>
                    <a:pt x="24617" y="946"/>
                    <a:pt x="24617" y="619"/>
                  </a:cubicBezTo>
                  <a:cubicBezTo>
                    <a:pt x="24617" y="255"/>
                    <a:pt x="24362" y="1"/>
                    <a:pt x="23999" y="1"/>
                  </a:cubicBez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9" name="Google Shape;3899;p78"/>
            <p:cNvSpPr/>
            <p:nvPr/>
          </p:nvSpPr>
          <p:spPr>
            <a:xfrm>
              <a:off x="7225820" y="4017689"/>
              <a:ext cx="213205" cy="21910"/>
            </a:xfrm>
            <a:custGeom>
              <a:avLst/>
              <a:gdLst/>
              <a:ahLst/>
              <a:cxnLst/>
              <a:rect l="l" t="t" r="r" b="b"/>
              <a:pathLst>
                <a:path w="12037" h="1237" extrusionOk="0">
                  <a:moveTo>
                    <a:pt x="619" y="0"/>
                  </a:moveTo>
                  <a:cubicBezTo>
                    <a:pt x="292" y="0"/>
                    <a:pt x="1" y="291"/>
                    <a:pt x="1" y="618"/>
                  </a:cubicBezTo>
                  <a:cubicBezTo>
                    <a:pt x="1" y="982"/>
                    <a:pt x="292" y="1237"/>
                    <a:pt x="619" y="1237"/>
                  </a:cubicBezTo>
                  <a:lnTo>
                    <a:pt x="11418" y="1237"/>
                  </a:lnTo>
                  <a:cubicBezTo>
                    <a:pt x="11746" y="1237"/>
                    <a:pt x="12036" y="982"/>
                    <a:pt x="12036" y="618"/>
                  </a:cubicBezTo>
                  <a:cubicBezTo>
                    <a:pt x="12036" y="291"/>
                    <a:pt x="11746" y="0"/>
                    <a:pt x="11418" y="0"/>
                  </a:cubicBez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0" name="Google Shape;3900;p78"/>
            <p:cNvSpPr/>
            <p:nvPr/>
          </p:nvSpPr>
          <p:spPr>
            <a:xfrm>
              <a:off x="7114409" y="4104640"/>
              <a:ext cx="436029" cy="21910"/>
            </a:xfrm>
            <a:custGeom>
              <a:avLst/>
              <a:gdLst/>
              <a:ahLst/>
              <a:cxnLst/>
              <a:rect l="l" t="t" r="r" b="b"/>
              <a:pathLst>
                <a:path w="24617" h="1237" extrusionOk="0">
                  <a:moveTo>
                    <a:pt x="619" y="0"/>
                  </a:moveTo>
                  <a:cubicBezTo>
                    <a:pt x="255" y="0"/>
                    <a:pt x="0" y="291"/>
                    <a:pt x="0" y="618"/>
                  </a:cubicBezTo>
                  <a:cubicBezTo>
                    <a:pt x="0" y="945"/>
                    <a:pt x="255" y="1236"/>
                    <a:pt x="619" y="1236"/>
                  </a:cubicBezTo>
                  <a:lnTo>
                    <a:pt x="23999" y="1236"/>
                  </a:lnTo>
                  <a:cubicBezTo>
                    <a:pt x="24362" y="1236"/>
                    <a:pt x="24617" y="945"/>
                    <a:pt x="24617" y="618"/>
                  </a:cubicBezTo>
                  <a:cubicBezTo>
                    <a:pt x="24617" y="291"/>
                    <a:pt x="24362" y="0"/>
                    <a:pt x="23999" y="0"/>
                  </a:cubicBez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1" name="Google Shape;3901;p78"/>
            <p:cNvSpPr/>
            <p:nvPr/>
          </p:nvSpPr>
          <p:spPr>
            <a:xfrm>
              <a:off x="7114409" y="4148425"/>
              <a:ext cx="436029" cy="21910"/>
            </a:xfrm>
            <a:custGeom>
              <a:avLst/>
              <a:gdLst/>
              <a:ahLst/>
              <a:cxnLst/>
              <a:rect l="l" t="t" r="r" b="b"/>
              <a:pathLst>
                <a:path w="24617" h="1237" extrusionOk="0">
                  <a:moveTo>
                    <a:pt x="619" y="1"/>
                  </a:moveTo>
                  <a:cubicBezTo>
                    <a:pt x="255" y="1"/>
                    <a:pt x="0" y="255"/>
                    <a:pt x="0" y="619"/>
                  </a:cubicBezTo>
                  <a:cubicBezTo>
                    <a:pt x="0" y="946"/>
                    <a:pt x="255" y="1237"/>
                    <a:pt x="619" y="1237"/>
                  </a:cubicBezTo>
                  <a:lnTo>
                    <a:pt x="23999" y="1237"/>
                  </a:lnTo>
                  <a:cubicBezTo>
                    <a:pt x="24362" y="1237"/>
                    <a:pt x="24617" y="946"/>
                    <a:pt x="24617" y="619"/>
                  </a:cubicBezTo>
                  <a:cubicBezTo>
                    <a:pt x="24617" y="255"/>
                    <a:pt x="24362" y="1"/>
                    <a:pt x="23999" y="1"/>
                  </a:cubicBez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2" name="Google Shape;3902;p78"/>
            <p:cNvSpPr/>
            <p:nvPr/>
          </p:nvSpPr>
          <p:spPr>
            <a:xfrm>
              <a:off x="7114409" y="4191573"/>
              <a:ext cx="436029" cy="21928"/>
            </a:xfrm>
            <a:custGeom>
              <a:avLst/>
              <a:gdLst/>
              <a:ahLst/>
              <a:cxnLst/>
              <a:rect l="l" t="t" r="r" b="b"/>
              <a:pathLst>
                <a:path w="24617" h="1238" extrusionOk="0">
                  <a:moveTo>
                    <a:pt x="619" y="1"/>
                  </a:moveTo>
                  <a:cubicBezTo>
                    <a:pt x="255" y="1"/>
                    <a:pt x="0" y="292"/>
                    <a:pt x="0" y="619"/>
                  </a:cubicBezTo>
                  <a:cubicBezTo>
                    <a:pt x="0" y="946"/>
                    <a:pt x="255" y="1237"/>
                    <a:pt x="619" y="1237"/>
                  </a:cubicBezTo>
                  <a:lnTo>
                    <a:pt x="23999" y="1237"/>
                  </a:lnTo>
                  <a:cubicBezTo>
                    <a:pt x="24362" y="1237"/>
                    <a:pt x="24617" y="946"/>
                    <a:pt x="24617" y="619"/>
                  </a:cubicBezTo>
                  <a:cubicBezTo>
                    <a:pt x="24617" y="292"/>
                    <a:pt x="24362" y="1"/>
                    <a:pt x="23999" y="1"/>
                  </a:cubicBez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3" name="Google Shape;3903;p78"/>
            <p:cNvSpPr/>
            <p:nvPr/>
          </p:nvSpPr>
          <p:spPr>
            <a:xfrm>
              <a:off x="7114409" y="4235376"/>
              <a:ext cx="436029" cy="21273"/>
            </a:xfrm>
            <a:custGeom>
              <a:avLst/>
              <a:gdLst/>
              <a:ahLst/>
              <a:cxnLst/>
              <a:rect l="l" t="t" r="r" b="b"/>
              <a:pathLst>
                <a:path w="24617" h="1201" extrusionOk="0">
                  <a:moveTo>
                    <a:pt x="619" y="0"/>
                  </a:moveTo>
                  <a:cubicBezTo>
                    <a:pt x="255" y="0"/>
                    <a:pt x="0" y="255"/>
                    <a:pt x="0" y="619"/>
                  </a:cubicBezTo>
                  <a:cubicBezTo>
                    <a:pt x="0" y="946"/>
                    <a:pt x="255" y="1200"/>
                    <a:pt x="619" y="1200"/>
                  </a:cubicBezTo>
                  <a:lnTo>
                    <a:pt x="23999" y="1200"/>
                  </a:lnTo>
                  <a:cubicBezTo>
                    <a:pt x="24362" y="1200"/>
                    <a:pt x="24617" y="946"/>
                    <a:pt x="24617" y="619"/>
                  </a:cubicBezTo>
                  <a:cubicBezTo>
                    <a:pt x="24617" y="255"/>
                    <a:pt x="24362" y="0"/>
                    <a:pt x="23999" y="0"/>
                  </a:cubicBez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4" name="Google Shape;3904;p78"/>
            <p:cNvSpPr/>
            <p:nvPr/>
          </p:nvSpPr>
          <p:spPr>
            <a:xfrm>
              <a:off x="6879329" y="4058906"/>
              <a:ext cx="148803" cy="148785"/>
            </a:xfrm>
            <a:custGeom>
              <a:avLst/>
              <a:gdLst/>
              <a:ahLst/>
              <a:cxnLst/>
              <a:rect l="l" t="t" r="r" b="b"/>
              <a:pathLst>
                <a:path w="8401" h="8400" extrusionOk="0">
                  <a:moveTo>
                    <a:pt x="4182" y="0"/>
                  </a:moveTo>
                  <a:cubicBezTo>
                    <a:pt x="1855" y="0"/>
                    <a:pt x="1" y="1855"/>
                    <a:pt x="1" y="4182"/>
                  </a:cubicBezTo>
                  <a:cubicBezTo>
                    <a:pt x="1" y="6509"/>
                    <a:pt x="1855" y="8400"/>
                    <a:pt x="4182" y="8400"/>
                  </a:cubicBezTo>
                  <a:cubicBezTo>
                    <a:pt x="6509" y="8400"/>
                    <a:pt x="8400" y="6509"/>
                    <a:pt x="8400" y="4182"/>
                  </a:cubicBezTo>
                  <a:cubicBezTo>
                    <a:pt x="8400" y="1855"/>
                    <a:pt x="6509" y="0"/>
                    <a:pt x="4182" y="0"/>
                  </a:cubicBezTo>
                  <a:close/>
                </a:path>
              </a:pathLst>
            </a:custGeom>
            <a:solidFill>
              <a:srgbClr val="8082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5" name="Google Shape;3905;p78"/>
            <p:cNvSpPr/>
            <p:nvPr/>
          </p:nvSpPr>
          <p:spPr>
            <a:xfrm>
              <a:off x="6893499" y="4073076"/>
              <a:ext cx="120463" cy="120445"/>
            </a:xfrm>
            <a:custGeom>
              <a:avLst/>
              <a:gdLst/>
              <a:ahLst/>
              <a:cxnLst/>
              <a:rect l="l" t="t" r="r" b="b"/>
              <a:pathLst>
                <a:path w="6801" h="6800" extrusionOk="0">
                  <a:moveTo>
                    <a:pt x="3382" y="0"/>
                  </a:moveTo>
                  <a:cubicBezTo>
                    <a:pt x="1528" y="0"/>
                    <a:pt x="1" y="1528"/>
                    <a:pt x="1" y="3382"/>
                  </a:cubicBezTo>
                  <a:cubicBezTo>
                    <a:pt x="1" y="5273"/>
                    <a:pt x="1528" y="6800"/>
                    <a:pt x="3382" y="6800"/>
                  </a:cubicBezTo>
                  <a:cubicBezTo>
                    <a:pt x="5273" y="6800"/>
                    <a:pt x="6800" y="5273"/>
                    <a:pt x="6800" y="3382"/>
                  </a:cubicBezTo>
                  <a:cubicBezTo>
                    <a:pt x="6800" y="1528"/>
                    <a:pt x="5273" y="0"/>
                    <a:pt x="3382" y="0"/>
                  </a:cubicBezTo>
                  <a:close/>
                </a:path>
              </a:pathLst>
            </a:custGeom>
            <a:solidFill>
              <a:srgbClr val="B3E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6" name="Google Shape;3906;p78"/>
            <p:cNvSpPr/>
            <p:nvPr/>
          </p:nvSpPr>
          <p:spPr>
            <a:xfrm>
              <a:off x="6879329" y="4227653"/>
              <a:ext cx="148803" cy="38649"/>
            </a:xfrm>
            <a:custGeom>
              <a:avLst/>
              <a:gdLst/>
              <a:ahLst/>
              <a:cxnLst/>
              <a:rect l="l" t="t" r="r" b="b"/>
              <a:pathLst>
                <a:path w="8401" h="2182" extrusionOk="0">
                  <a:moveTo>
                    <a:pt x="510" y="0"/>
                  </a:moveTo>
                  <a:cubicBezTo>
                    <a:pt x="219" y="0"/>
                    <a:pt x="1" y="255"/>
                    <a:pt x="1" y="546"/>
                  </a:cubicBezTo>
                  <a:lnTo>
                    <a:pt x="1" y="1636"/>
                  </a:lnTo>
                  <a:cubicBezTo>
                    <a:pt x="1" y="1927"/>
                    <a:pt x="219" y="2182"/>
                    <a:pt x="510" y="2182"/>
                  </a:cubicBezTo>
                  <a:lnTo>
                    <a:pt x="7891" y="2182"/>
                  </a:lnTo>
                  <a:cubicBezTo>
                    <a:pt x="8182" y="2182"/>
                    <a:pt x="8400" y="1927"/>
                    <a:pt x="8400" y="1636"/>
                  </a:cubicBezTo>
                  <a:lnTo>
                    <a:pt x="8400" y="546"/>
                  </a:lnTo>
                  <a:cubicBezTo>
                    <a:pt x="8400" y="255"/>
                    <a:pt x="8182" y="0"/>
                    <a:pt x="7891" y="0"/>
                  </a:cubicBezTo>
                  <a:close/>
                </a:path>
              </a:pathLst>
            </a:custGeom>
            <a:solidFill>
              <a:srgbClr val="FFDC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7" name="Google Shape;3907;p78"/>
            <p:cNvSpPr/>
            <p:nvPr/>
          </p:nvSpPr>
          <p:spPr>
            <a:xfrm>
              <a:off x="7636733" y="4058906"/>
              <a:ext cx="148785" cy="148785"/>
            </a:xfrm>
            <a:custGeom>
              <a:avLst/>
              <a:gdLst/>
              <a:ahLst/>
              <a:cxnLst/>
              <a:rect l="l" t="t" r="r" b="b"/>
              <a:pathLst>
                <a:path w="8400" h="8400" extrusionOk="0">
                  <a:moveTo>
                    <a:pt x="4218" y="0"/>
                  </a:moveTo>
                  <a:cubicBezTo>
                    <a:pt x="1891" y="0"/>
                    <a:pt x="0" y="1855"/>
                    <a:pt x="0" y="4182"/>
                  </a:cubicBezTo>
                  <a:cubicBezTo>
                    <a:pt x="0" y="6509"/>
                    <a:pt x="1891" y="8400"/>
                    <a:pt x="4218" y="8400"/>
                  </a:cubicBezTo>
                  <a:cubicBezTo>
                    <a:pt x="6509" y="8400"/>
                    <a:pt x="8400" y="6509"/>
                    <a:pt x="8400" y="4182"/>
                  </a:cubicBezTo>
                  <a:cubicBezTo>
                    <a:pt x="8400" y="1855"/>
                    <a:pt x="6509" y="0"/>
                    <a:pt x="42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8" name="Google Shape;3908;p78"/>
            <p:cNvSpPr/>
            <p:nvPr/>
          </p:nvSpPr>
          <p:spPr>
            <a:xfrm>
              <a:off x="7636733" y="4227653"/>
              <a:ext cx="148785" cy="38649"/>
            </a:xfrm>
            <a:custGeom>
              <a:avLst/>
              <a:gdLst/>
              <a:ahLst/>
              <a:cxnLst/>
              <a:rect l="l" t="t" r="r" b="b"/>
              <a:pathLst>
                <a:path w="8400" h="2182" extrusionOk="0">
                  <a:moveTo>
                    <a:pt x="509" y="0"/>
                  </a:moveTo>
                  <a:cubicBezTo>
                    <a:pt x="218" y="0"/>
                    <a:pt x="0" y="255"/>
                    <a:pt x="0" y="546"/>
                  </a:cubicBezTo>
                  <a:lnTo>
                    <a:pt x="0" y="1636"/>
                  </a:lnTo>
                  <a:cubicBezTo>
                    <a:pt x="0" y="1927"/>
                    <a:pt x="218" y="2182"/>
                    <a:pt x="509" y="2182"/>
                  </a:cubicBezTo>
                  <a:lnTo>
                    <a:pt x="7891" y="2182"/>
                  </a:lnTo>
                  <a:cubicBezTo>
                    <a:pt x="8182" y="2182"/>
                    <a:pt x="8400" y="1927"/>
                    <a:pt x="8400" y="1636"/>
                  </a:cubicBezTo>
                  <a:lnTo>
                    <a:pt x="8400" y="546"/>
                  </a:lnTo>
                  <a:cubicBezTo>
                    <a:pt x="8400" y="255"/>
                    <a:pt x="8182" y="0"/>
                    <a:pt x="78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9" name="Google Shape;3909;p78"/>
            <p:cNvSpPr/>
            <p:nvPr/>
          </p:nvSpPr>
          <p:spPr>
            <a:xfrm>
              <a:off x="6910892" y="3631255"/>
              <a:ext cx="843080" cy="309154"/>
            </a:xfrm>
            <a:custGeom>
              <a:avLst/>
              <a:gdLst/>
              <a:ahLst/>
              <a:cxnLst/>
              <a:rect l="l" t="t" r="r" b="b"/>
              <a:pathLst>
                <a:path w="47598" h="17454" extrusionOk="0">
                  <a:moveTo>
                    <a:pt x="1055" y="1"/>
                  </a:moveTo>
                  <a:cubicBezTo>
                    <a:pt x="473" y="1"/>
                    <a:pt x="0" y="473"/>
                    <a:pt x="0" y="1091"/>
                  </a:cubicBezTo>
                  <a:lnTo>
                    <a:pt x="0" y="16399"/>
                  </a:lnTo>
                  <a:cubicBezTo>
                    <a:pt x="0" y="16981"/>
                    <a:pt x="473" y="17454"/>
                    <a:pt x="1055" y="17454"/>
                  </a:cubicBezTo>
                  <a:lnTo>
                    <a:pt x="46543" y="17454"/>
                  </a:lnTo>
                  <a:cubicBezTo>
                    <a:pt x="47124" y="17454"/>
                    <a:pt x="47597" y="16981"/>
                    <a:pt x="47597" y="16399"/>
                  </a:cubicBezTo>
                  <a:lnTo>
                    <a:pt x="47597" y="1091"/>
                  </a:lnTo>
                  <a:cubicBezTo>
                    <a:pt x="47597" y="473"/>
                    <a:pt x="47124" y="1"/>
                    <a:pt x="4654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0" name="Google Shape;3910;p78"/>
            <p:cNvSpPr/>
            <p:nvPr/>
          </p:nvSpPr>
          <p:spPr>
            <a:xfrm>
              <a:off x="6923132" y="3643495"/>
              <a:ext cx="394812" cy="285331"/>
            </a:xfrm>
            <a:custGeom>
              <a:avLst/>
              <a:gdLst/>
              <a:ahLst/>
              <a:cxnLst/>
              <a:rect l="l" t="t" r="r" b="b"/>
              <a:pathLst>
                <a:path w="22290" h="16109" extrusionOk="0">
                  <a:moveTo>
                    <a:pt x="546" y="0"/>
                  </a:moveTo>
                  <a:cubicBezTo>
                    <a:pt x="255" y="0"/>
                    <a:pt x="0" y="255"/>
                    <a:pt x="0" y="546"/>
                  </a:cubicBezTo>
                  <a:lnTo>
                    <a:pt x="0" y="15563"/>
                  </a:lnTo>
                  <a:cubicBezTo>
                    <a:pt x="0" y="15854"/>
                    <a:pt x="255" y="16108"/>
                    <a:pt x="546" y="16108"/>
                  </a:cubicBezTo>
                  <a:lnTo>
                    <a:pt x="21744" y="16108"/>
                  </a:lnTo>
                  <a:cubicBezTo>
                    <a:pt x="22035" y="16108"/>
                    <a:pt x="22290" y="15854"/>
                    <a:pt x="22290" y="15563"/>
                  </a:cubicBezTo>
                  <a:lnTo>
                    <a:pt x="22290" y="546"/>
                  </a:lnTo>
                  <a:cubicBezTo>
                    <a:pt x="22290" y="255"/>
                    <a:pt x="22035" y="0"/>
                    <a:pt x="217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1" name="Google Shape;3911;p78"/>
            <p:cNvSpPr/>
            <p:nvPr/>
          </p:nvSpPr>
          <p:spPr>
            <a:xfrm>
              <a:off x="7346903" y="3643495"/>
              <a:ext cx="394829" cy="285331"/>
            </a:xfrm>
            <a:custGeom>
              <a:avLst/>
              <a:gdLst/>
              <a:ahLst/>
              <a:cxnLst/>
              <a:rect l="l" t="t" r="r" b="b"/>
              <a:pathLst>
                <a:path w="22291" h="16109" extrusionOk="0">
                  <a:moveTo>
                    <a:pt x="546" y="0"/>
                  </a:moveTo>
                  <a:cubicBezTo>
                    <a:pt x="255" y="0"/>
                    <a:pt x="1" y="255"/>
                    <a:pt x="1" y="546"/>
                  </a:cubicBezTo>
                  <a:lnTo>
                    <a:pt x="1" y="15563"/>
                  </a:lnTo>
                  <a:cubicBezTo>
                    <a:pt x="1" y="15854"/>
                    <a:pt x="255" y="16108"/>
                    <a:pt x="546" y="16108"/>
                  </a:cubicBezTo>
                  <a:lnTo>
                    <a:pt x="21745" y="16108"/>
                  </a:lnTo>
                  <a:cubicBezTo>
                    <a:pt x="22036" y="16108"/>
                    <a:pt x="22290" y="15854"/>
                    <a:pt x="22290" y="15563"/>
                  </a:cubicBezTo>
                  <a:lnTo>
                    <a:pt x="22290" y="546"/>
                  </a:lnTo>
                  <a:cubicBezTo>
                    <a:pt x="22290" y="255"/>
                    <a:pt x="22036" y="0"/>
                    <a:pt x="217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2" name="Google Shape;3912;p78"/>
            <p:cNvSpPr/>
            <p:nvPr/>
          </p:nvSpPr>
          <p:spPr>
            <a:xfrm>
              <a:off x="7095084" y="3515327"/>
              <a:ext cx="474040" cy="94691"/>
            </a:xfrm>
            <a:custGeom>
              <a:avLst/>
              <a:gdLst/>
              <a:ahLst/>
              <a:cxnLst/>
              <a:rect l="l" t="t" r="r" b="b"/>
              <a:pathLst>
                <a:path w="26763" h="5346" extrusionOk="0">
                  <a:moveTo>
                    <a:pt x="2291" y="1"/>
                  </a:moveTo>
                  <a:cubicBezTo>
                    <a:pt x="1019" y="1"/>
                    <a:pt x="1" y="982"/>
                    <a:pt x="1" y="2255"/>
                  </a:cubicBezTo>
                  <a:lnTo>
                    <a:pt x="1" y="3055"/>
                  </a:lnTo>
                  <a:cubicBezTo>
                    <a:pt x="1" y="4328"/>
                    <a:pt x="1019" y="5346"/>
                    <a:pt x="2291" y="5346"/>
                  </a:cubicBezTo>
                  <a:lnTo>
                    <a:pt x="24508" y="5346"/>
                  </a:lnTo>
                  <a:cubicBezTo>
                    <a:pt x="25781" y="5346"/>
                    <a:pt x="26762" y="4328"/>
                    <a:pt x="26762" y="3055"/>
                  </a:cubicBezTo>
                  <a:lnTo>
                    <a:pt x="26762" y="2255"/>
                  </a:lnTo>
                  <a:cubicBezTo>
                    <a:pt x="26762" y="982"/>
                    <a:pt x="25781" y="1"/>
                    <a:pt x="24508" y="1"/>
                  </a:cubicBez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3" name="Google Shape;3913;p78"/>
            <p:cNvSpPr/>
            <p:nvPr/>
          </p:nvSpPr>
          <p:spPr>
            <a:xfrm>
              <a:off x="7103462" y="3522412"/>
              <a:ext cx="457939" cy="79883"/>
            </a:xfrm>
            <a:custGeom>
              <a:avLst/>
              <a:gdLst/>
              <a:ahLst/>
              <a:cxnLst/>
              <a:rect l="l" t="t" r="r" b="b"/>
              <a:pathLst>
                <a:path w="25854" h="4510" extrusionOk="0">
                  <a:moveTo>
                    <a:pt x="1927" y="0"/>
                  </a:moveTo>
                  <a:cubicBezTo>
                    <a:pt x="873" y="0"/>
                    <a:pt x="0" y="873"/>
                    <a:pt x="0" y="1928"/>
                  </a:cubicBezTo>
                  <a:lnTo>
                    <a:pt x="0" y="2582"/>
                  </a:lnTo>
                  <a:cubicBezTo>
                    <a:pt x="0" y="3673"/>
                    <a:pt x="873" y="4509"/>
                    <a:pt x="1927" y="4509"/>
                  </a:cubicBezTo>
                  <a:lnTo>
                    <a:pt x="23926" y="4509"/>
                  </a:lnTo>
                  <a:cubicBezTo>
                    <a:pt x="24980" y="4509"/>
                    <a:pt x="25853" y="3673"/>
                    <a:pt x="25853" y="2582"/>
                  </a:cubicBezTo>
                  <a:lnTo>
                    <a:pt x="25853" y="1928"/>
                  </a:lnTo>
                  <a:cubicBezTo>
                    <a:pt x="25853" y="873"/>
                    <a:pt x="24980" y="0"/>
                    <a:pt x="2392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4" name="Google Shape;3914;p78"/>
            <p:cNvSpPr/>
            <p:nvPr/>
          </p:nvSpPr>
          <p:spPr>
            <a:xfrm>
              <a:off x="6919908" y="3532065"/>
              <a:ext cx="60559" cy="60559"/>
            </a:xfrm>
            <a:custGeom>
              <a:avLst/>
              <a:gdLst/>
              <a:ahLst/>
              <a:cxnLst/>
              <a:rect l="l" t="t" r="r" b="b"/>
              <a:pathLst>
                <a:path w="3419" h="3419" extrusionOk="0">
                  <a:moveTo>
                    <a:pt x="1709" y="1"/>
                  </a:moveTo>
                  <a:cubicBezTo>
                    <a:pt x="764" y="1"/>
                    <a:pt x="0" y="764"/>
                    <a:pt x="0" y="1710"/>
                  </a:cubicBezTo>
                  <a:cubicBezTo>
                    <a:pt x="0" y="2655"/>
                    <a:pt x="764" y="3419"/>
                    <a:pt x="1709" y="3419"/>
                  </a:cubicBezTo>
                  <a:cubicBezTo>
                    <a:pt x="2655" y="3419"/>
                    <a:pt x="3418" y="2655"/>
                    <a:pt x="3418" y="1710"/>
                  </a:cubicBezTo>
                  <a:cubicBezTo>
                    <a:pt x="3418" y="764"/>
                    <a:pt x="2655" y="1"/>
                    <a:pt x="1709" y="1"/>
                  </a:cubicBez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5" name="Google Shape;3915;p78"/>
            <p:cNvSpPr/>
            <p:nvPr/>
          </p:nvSpPr>
          <p:spPr>
            <a:xfrm>
              <a:off x="6930217" y="3542374"/>
              <a:ext cx="39942" cy="39959"/>
            </a:xfrm>
            <a:custGeom>
              <a:avLst/>
              <a:gdLst/>
              <a:ahLst/>
              <a:cxnLst/>
              <a:rect l="l" t="t" r="r" b="b"/>
              <a:pathLst>
                <a:path w="2255" h="2256" extrusionOk="0">
                  <a:moveTo>
                    <a:pt x="1127" y="1"/>
                  </a:moveTo>
                  <a:cubicBezTo>
                    <a:pt x="509" y="1"/>
                    <a:pt x="0" y="510"/>
                    <a:pt x="0" y="1128"/>
                  </a:cubicBezTo>
                  <a:cubicBezTo>
                    <a:pt x="0" y="1746"/>
                    <a:pt x="509" y="2255"/>
                    <a:pt x="1127" y="2255"/>
                  </a:cubicBezTo>
                  <a:cubicBezTo>
                    <a:pt x="1745" y="2255"/>
                    <a:pt x="2255" y="1746"/>
                    <a:pt x="2255" y="1128"/>
                  </a:cubicBezTo>
                  <a:cubicBezTo>
                    <a:pt x="2255" y="510"/>
                    <a:pt x="1745" y="1"/>
                    <a:pt x="112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6" name="Google Shape;3916;p78"/>
            <p:cNvSpPr/>
            <p:nvPr/>
          </p:nvSpPr>
          <p:spPr>
            <a:xfrm>
              <a:off x="7002342" y="3532065"/>
              <a:ext cx="60559" cy="60559"/>
            </a:xfrm>
            <a:custGeom>
              <a:avLst/>
              <a:gdLst/>
              <a:ahLst/>
              <a:cxnLst/>
              <a:rect l="l" t="t" r="r" b="b"/>
              <a:pathLst>
                <a:path w="3419" h="3419" extrusionOk="0">
                  <a:moveTo>
                    <a:pt x="1710" y="1"/>
                  </a:moveTo>
                  <a:cubicBezTo>
                    <a:pt x="764" y="1"/>
                    <a:pt x="1" y="764"/>
                    <a:pt x="1" y="1710"/>
                  </a:cubicBezTo>
                  <a:cubicBezTo>
                    <a:pt x="1" y="2655"/>
                    <a:pt x="764" y="3419"/>
                    <a:pt x="1710" y="3419"/>
                  </a:cubicBezTo>
                  <a:cubicBezTo>
                    <a:pt x="2655" y="3419"/>
                    <a:pt x="3419" y="2655"/>
                    <a:pt x="3419" y="1710"/>
                  </a:cubicBezTo>
                  <a:cubicBezTo>
                    <a:pt x="3419" y="764"/>
                    <a:pt x="2655" y="1"/>
                    <a:pt x="1710" y="1"/>
                  </a:cubicBez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7" name="Google Shape;3917;p78"/>
            <p:cNvSpPr/>
            <p:nvPr/>
          </p:nvSpPr>
          <p:spPr>
            <a:xfrm>
              <a:off x="7012650" y="3542374"/>
              <a:ext cx="39942" cy="39959"/>
            </a:xfrm>
            <a:custGeom>
              <a:avLst/>
              <a:gdLst/>
              <a:ahLst/>
              <a:cxnLst/>
              <a:rect l="l" t="t" r="r" b="b"/>
              <a:pathLst>
                <a:path w="2255" h="2256" extrusionOk="0">
                  <a:moveTo>
                    <a:pt x="1128" y="1"/>
                  </a:moveTo>
                  <a:cubicBezTo>
                    <a:pt x="509" y="1"/>
                    <a:pt x="0" y="510"/>
                    <a:pt x="0" y="1128"/>
                  </a:cubicBezTo>
                  <a:cubicBezTo>
                    <a:pt x="0" y="1746"/>
                    <a:pt x="509" y="2255"/>
                    <a:pt x="1128" y="2255"/>
                  </a:cubicBezTo>
                  <a:cubicBezTo>
                    <a:pt x="1746" y="2255"/>
                    <a:pt x="2255" y="1746"/>
                    <a:pt x="2255" y="1128"/>
                  </a:cubicBezTo>
                  <a:cubicBezTo>
                    <a:pt x="2255" y="510"/>
                    <a:pt x="1746" y="1"/>
                    <a:pt x="11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8" name="Google Shape;3918;p78"/>
            <p:cNvSpPr/>
            <p:nvPr/>
          </p:nvSpPr>
          <p:spPr>
            <a:xfrm>
              <a:off x="7598722" y="3532065"/>
              <a:ext cx="60559" cy="60559"/>
            </a:xfrm>
            <a:custGeom>
              <a:avLst/>
              <a:gdLst/>
              <a:ahLst/>
              <a:cxnLst/>
              <a:rect l="l" t="t" r="r" b="b"/>
              <a:pathLst>
                <a:path w="3419" h="3419" extrusionOk="0">
                  <a:moveTo>
                    <a:pt x="1710" y="1"/>
                  </a:moveTo>
                  <a:cubicBezTo>
                    <a:pt x="765" y="1"/>
                    <a:pt x="1" y="764"/>
                    <a:pt x="1" y="1710"/>
                  </a:cubicBezTo>
                  <a:cubicBezTo>
                    <a:pt x="1" y="2655"/>
                    <a:pt x="765" y="3419"/>
                    <a:pt x="1710" y="3419"/>
                  </a:cubicBezTo>
                  <a:cubicBezTo>
                    <a:pt x="2655" y="3419"/>
                    <a:pt x="3419" y="2655"/>
                    <a:pt x="3419" y="1710"/>
                  </a:cubicBezTo>
                  <a:cubicBezTo>
                    <a:pt x="3419" y="764"/>
                    <a:pt x="2655" y="1"/>
                    <a:pt x="1710" y="1"/>
                  </a:cubicBez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9" name="Google Shape;3919;p78"/>
            <p:cNvSpPr/>
            <p:nvPr/>
          </p:nvSpPr>
          <p:spPr>
            <a:xfrm>
              <a:off x="7608393" y="3542374"/>
              <a:ext cx="40597" cy="39959"/>
            </a:xfrm>
            <a:custGeom>
              <a:avLst/>
              <a:gdLst/>
              <a:ahLst/>
              <a:cxnLst/>
              <a:rect l="l" t="t" r="r" b="b"/>
              <a:pathLst>
                <a:path w="2292" h="2256" extrusionOk="0">
                  <a:moveTo>
                    <a:pt x="1164" y="1"/>
                  </a:moveTo>
                  <a:cubicBezTo>
                    <a:pt x="509" y="1"/>
                    <a:pt x="0" y="510"/>
                    <a:pt x="0" y="1128"/>
                  </a:cubicBezTo>
                  <a:cubicBezTo>
                    <a:pt x="0" y="1746"/>
                    <a:pt x="509" y="2255"/>
                    <a:pt x="1164" y="2255"/>
                  </a:cubicBezTo>
                  <a:cubicBezTo>
                    <a:pt x="1782" y="2255"/>
                    <a:pt x="2291" y="1746"/>
                    <a:pt x="2291" y="1128"/>
                  </a:cubicBezTo>
                  <a:cubicBezTo>
                    <a:pt x="2291" y="510"/>
                    <a:pt x="1782" y="1"/>
                    <a:pt x="116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0" name="Google Shape;3920;p78"/>
            <p:cNvSpPr/>
            <p:nvPr/>
          </p:nvSpPr>
          <p:spPr>
            <a:xfrm>
              <a:off x="7681173" y="3532065"/>
              <a:ext cx="60559" cy="60559"/>
            </a:xfrm>
            <a:custGeom>
              <a:avLst/>
              <a:gdLst/>
              <a:ahLst/>
              <a:cxnLst/>
              <a:rect l="l" t="t" r="r" b="b"/>
              <a:pathLst>
                <a:path w="3419" h="3419" extrusionOk="0">
                  <a:moveTo>
                    <a:pt x="1709" y="1"/>
                  </a:moveTo>
                  <a:cubicBezTo>
                    <a:pt x="764" y="1"/>
                    <a:pt x="0" y="764"/>
                    <a:pt x="0" y="1710"/>
                  </a:cubicBezTo>
                  <a:cubicBezTo>
                    <a:pt x="0" y="2655"/>
                    <a:pt x="764" y="3419"/>
                    <a:pt x="1709" y="3419"/>
                  </a:cubicBezTo>
                  <a:cubicBezTo>
                    <a:pt x="2618" y="3419"/>
                    <a:pt x="3418" y="2655"/>
                    <a:pt x="3418" y="1710"/>
                  </a:cubicBezTo>
                  <a:cubicBezTo>
                    <a:pt x="3418" y="764"/>
                    <a:pt x="2618" y="1"/>
                    <a:pt x="1709" y="1"/>
                  </a:cubicBez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1" name="Google Shape;3921;p78"/>
            <p:cNvSpPr/>
            <p:nvPr/>
          </p:nvSpPr>
          <p:spPr>
            <a:xfrm>
              <a:off x="7690827" y="3542374"/>
              <a:ext cx="40597" cy="39959"/>
            </a:xfrm>
            <a:custGeom>
              <a:avLst/>
              <a:gdLst/>
              <a:ahLst/>
              <a:cxnLst/>
              <a:rect l="l" t="t" r="r" b="b"/>
              <a:pathLst>
                <a:path w="2292" h="2256" extrusionOk="0">
                  <a:moveTo>
                    <a:pt x="1164" y="1"/>
                  </a:moveTo>
                  <a:cubicBezTo>
                    <a:pt x="510" y="1"/>
                    <a:pt x="1" y="510"/>
                    <a:pt x="1" y="1128"/>
                  </a:cubicBezTo>
                  <a:cubicBezTo>
                    <a:pt x="1" y="1746"/>
                    <a:pt x="510" y="2255"/>
                    <a:pt x="1164" y="2255"/>
                  </a:cubicBezTo>
                  <a:cubicBezTo>
                    <a:pt x="1782" y="2255"/>
                    <a:pt x="2291" y="1746"/>
                    <a:pt x="2291" y="1128"/>
                  </a:cubicBezTo>
                  <a:cubicBezTo>
                    <a:pt x="2291" y="510"/>
                    <a:pt x="1782" y="1"/>
                    <a:pt x="116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2" name="Google Shape;3922;p78"/>
            <p:cNvSpPr/>
            <p:nvPr/>
          </p:nvSpPr>
          <p:spPr>
            <a:xfrm>
              <a:off x="6746007" y="3763284"/>
              <a:ext cx="96639" cy="229306"/>
            </a:xfrm>
            <a:custGeom>
              <a:avLst/>
              <a:gdLst/>
              <a:ahLst/>
              <a:cxnLst/>
              <a:rect l="l" t="t" r="r" b="b"/>
              <a:pathLst>
                <a:path w="5456" h="12946" extrusionOk="0">
                  <a:moveTo>
                    <a:pt x="1855" y="1"/>
                  </a:moveTo>
                  <a:cubicBezTo>
                    <a:pt x="837" y="1"/>
                    <a:pt x="1" y="837"/>
                    <a:pt x="1" y="1855"/>
                  </a:cubicBezTo>
                  <a:lnTo>
                    <a:pt x="1" y="11091"/>
                  </a:lnTo>
                  <a:cubicBezTo>
                    <a:pt x="1" y="12109"/>
                    <a:pt x="837" y="12945"/>
                    <a:pt x="1855" y="12945"/>
                  </a:cubicBezTo>
                  <a:lnTo>
                    <a:pt x="3601" y="12945"/>
                  </a:lnTo>
                  <a:cubicBezTo>
                    <a:pt x="4619" y="12945"/>
                    <a:pt x="5455" y="12109"/>
                    <a:pt x="5455" y="11091"/>
                  </a:cubicBezTo>
                  <a:lnTo>
                    <a:pt x="5455" y="1855"/>
                  </a:lnTo>
                  <a:cubicBezTo>
                    <a:pt x="5455" y="837"/>
                    <a:pt x="4619" y="1"/>
                    <a:pt x="3601" y="1"/>
                  </a:cubicBez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3" name="Google Shape;3923;p78"/>
            <p:cNvSpPr/>
            <p:nvPr/>
          </p:nvSpPr>
          <p:spPr>
            <a:xfrm>
              <a:off x="7822218" y="3763284"/>
              <a:ext cx="96622" cy="229306"/>
            </a:xfrm>
            <a:custGeom>
              <a:avLst/>
              <a:gdLst/>
              <a:ahLst/>
              <a:cxnLst/>
              <a:rect l="l" t="t" r="r" b="b"/>
              <a:pathLst>
                <a:path w="5455" h="12946" extrusionOk="0">
                  <a:moveTo>
                    <a:pt x="1855" y="1"/>
                  </a:moveTo>
                  <a:cubicBezTo>
                    <a:pt x="837" y="1"/>
                    <a:pt x="0" y="837"/>
                    <a:pt x="0" y="1855"/>
                  </a:cubicBezTo>
                  <a:lnTo>
                    <a:pt x="0" y="11091"/>
                  </a:lnTo>
                  <a:cubicBezTo>
                    <a:pt x="0" y="12109"/>
                    <a:pt x="837" y="12945"/>
                    <a:pt x="1855" y="12945"/>
                  </a:cubicBezTo>
                  <a:lnTo>
                    <a:pt x="3600" y="12945"/>
                  </a:lnTo>
                  <a:cubicBezTo>
                    <a:pt x="4618" y="12945"/>
                    <a:pt x="5454" y="12109"/>
                    <a:pt x="5454" y="11091"/>
                  </a:cubicBezTo>
                  <a:lnTo>
                    <a:pt x="5454" y="1855"/>
                  </a:lnTo>
                  <a:cubicBezTo>
                    <a:pt x="5454" y="837"/>
                    <a:pt x="4618" y="1"/>
                    <a:pt x="360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4" name="Google Shape;3924;p78"/>
            <p:cNvSpPr/>
            <p:nvPr/>
          </p:nvSpPr>
          <p:spPr>
            <a:xfrm>
              <a:off x="7864728" y="3796141"/>
              <a:ext cx="11602" cy="163593"/>
            </a:xfrm>
            <a:custGeom>
              <a:avLst/>
              <a:gdLst/>
              <a:ahLst/>
              <a:cxnLst/>
              <a:rect l="l" t="t" r="r" b="b"/>
              <a:pathLst>
                <a:path w="655" h="9236" extrusionOk="0">
                  <a:moveTo>
                    <a:pt x="327" y="0"/>
                  </a:moveTo>
                  <a:cubicBezTo>
                    <a:pt x="146" y="0"/>
                    <a:pt x="0" y="145"/>
                    <a:pt x="0" y="364"/>
                  </a:cubicBezTo>
                  <a:lnTo>
                    <a:pt x="0" y="8909"/>
                  </a:lnTo>
                  <a:cubicBezTo>
                    <a:pt x="0" y="9090"/>
                    <a:pt x="146" y="9236"/>
                    <a:pt x="327" y="9236"/>
                  </a:cubicBezTo>
                  <a:cubicBezTo>
                    <a:pt x="509" y="9236"/>
                    <a:pt x="655" y="9090"/>
                    <a:pt x="655" y="8909"/>
                  </a:cubicBezTo>
                  <a:lnTo>
                    <a:pt x="655" y="364"/>
                  </a:lnTo>
                  <a:cubicBezTo>
                    <a:pt x="655" y="145"/>
                    <a:pt x="509" y="0"/>
                    <a:pt x="32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5" name="Google Shape;3925;p78"/>
            <p:cNvSpPr/>
            <p:nvPr/>
          </p:nvSpPr>
          <p:spPr>
            <a:xfrm>
              <a:off x="6788517" y="3796141"/>
              <a:ext cx="11619" cy="163593"/>
            </a:xfrm>
            <a:custGeom>
              <a:avLst/>
              <a:gdLst/>
              <a:ahLst/>
              <a:cxnLst/>
              <a:rect l="l" t="t" r="r" b="b"/>
              <a:pathLst>
                <a:path w="656" h="9236" extrusionOk="0">
                  <a:moveTo>
                    <a:pt x="328" y="0"/>
                  </a:moveTo>
                  <a:cubicBezTo>
                    <a:pt x="146" y="0"/>
                    <a:pt x="1" y="145"/>
                    <a:pt x="1" y="364"/>
                  </a:cubicBezTo>
                  <a:lnTo>
                    <a:pt x="1" y="8909"/>
                  </a:lnTo>
                  <a:cubicBezTo>
                    <a:pt x="1" y="9090"/>
                    <a:pt x="146" y="9236"/>
                    <a:pt x="328" y="9236"/>
                  </a:cubicBezTo>
                  <a:cubicBezTo>
                    <a:pt x="510" y="9236"/>
                    <a:pt x="655" y="9090"/>
                    <a:pt x="655" y="8909"/>
                  </a:cubicBezTo>
                  <a:lnTo>
                    <a:pt x="655" y="364"/>
                  </a:lnTo>
                  <a:cubicBezTo>
                    <a:pt x="655" y="145"/>
                    <a:pt x="510" y="0"/>
                    <a:pt x="328" y="0"/>
                  </a:cubicBezTo>
                  <a:close/>
                </a:path>
              </a:pathLst>
            </a:custGeom>
            <a:solidFill>
              <a:srgbClr val="191F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6" name="Google Shape;3926;p78"/>
            <p:cNvSpPr/>
            <p:nvPr/>
          </p:nvSpPr>
          <p:spPr>
            <a:xfrm>
              <a:off x="6934078" y="3643495"/>
              <a:ext cx="182917" cy="284693"/>
            </a:xfrm>
            <a:custGeom>
              <a:avLst/>
              <a:gdLst/>
              <a:ahLst/>
              <a:cxnLst/>
              <a:rect l="l" t="t" r="r" b="b"/>
              <a:pathLst>
                <a:path w="10327" h="16073" extrusionOk="0">
                  <a:moveTo>
                    <a:pt x="5454" y="0"/>
                  </a:moveTo>
                  <a:lnTo>
                    <a:pt x="0" y="16072"/>
                  </a:lnTo>
                  <a:lnTo>
                    <a:pt x="4873" y="16072"/>
                  </a:lnTo>
                  <a:lnTo>
                    <a:pt x="1032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7" name="Google Shape;3927;p78"/>
            <p:cNvSpPr/>
            <p:nvPr/>
          </p:nvSpPr>
          <p:spPr>
            <a:xfrm>
              <a:off x="7045489" y="3643495"/>
              <a:ext cx="115946" cy="284693"/>
            </a:xfrm>
            <a:custGeom>
              <a:avLst/>
              <a:gdLst/>
              <a:ahLst/>
              <a:cxnLst/>
              <a:rect l="l" t="t" r="r" b="b"/>
              <a:pathLst>
                <a:path w="6546" h="16073" extrusionOk="0">
                  <a:moveTo>
                    <a:pt x="5419" y="0"/>
                  </a:moveTo>
                  <a:lnTo>
                    <a:pt x="1" y="16072"/>
                  </a:lnTo>
                  <a:lnTo>
                    <a:pt x="1128" y="16072"/>
                  </a:lnTo>
                  <a:lnTo>
                    <a:pt x="65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8" name="Google Shape;3928;p78"/>
            <p:cNvSpPr/>
            <p:nvPr/>
          </p:nvSpPr>
          <p:spPr>
            <a:xfrm>
              <a:off x="7455109" y="3643495"/>
              <a:ext cx="182935" cy="284693"/>
            </a:xfrm>
            <a:custGeom>
              <a:avLst/>
              <a:gdLst/>
              <a:ahLst/>
              <a:cxnLst/>
              <a:rect l="l" t="t" r="r" b="b"/>
              <a:pathLst>
                <a:path w="10328" h="16073" extrusionOk="0">
                  <a:moveTo>
                    <a:pt x="5455" y="0"/>
                  </a:moveTo>
                  <a:lnTo>
                    <a:pt x="0" y="16072"/>
                  </a:lnTo>
                  <a:lnTo>
                    <a:pt x="4909" y="16072"/>
                  </a:lnTo>
                  <a:lnTo>
                    <a:pt x="1032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9" name="Google Shape;3929;p78"/>
            <p:cNvSpPr/>
            <p:nvPr/>
          </p:nvSpPr>
          <p:spPr>
            <a:xfrm>
              <a:off x="7566520" y="3643495"/>
              <a:ext cx="116601" cy="284693"/>
            </a:xfrm>
            <a:custGeom>
              <a:avLst/>
              <a:gdLst/>
              <a:ahLst/>
              <a:cxnLst/>
              <a:rect l="l" t="t" r="r" b="b"/>
              <a:pathLst>
                <a:path w="6583" h="16073" extrusionOk="0">
                  <a:moveTo>
                    <a:pt x="5455" y="0"/>
                  </a:moveTo>
                  <a:lnTo>
                    <a:pt x="1" y="16072"/>
                  </a:lnTo>
                  <a:lnTo>
                    <a:pt x="1128" y="16072"/>
                  </a:lnTo>
                  <a:lnTo>
                    <a:pt x="65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0" name="Google Shape;3930;p78"/>
            <p:cNvSpPr/>
            <p:nvPr/>
          </p:nvSpPr>
          <p:spPr>
            <a:xfrm>
              <a:off x="6902514" y="4073076"/>
              <a:ext cx="57335" cy="112085"/>
            </a:xfrm>
            <a:custGeom>
              <a:avLst/>
              <a:gdLst/>
              <a:ahLst/>
              <a:cxnLst/>
              <a:rect l="l" t="t" r="r" b="b"/>
              <a:pathLst>
                <a:path w="3237" h="6328" extrusionOk="0">
                  <a:moveTo>
                    <a:pt x="2873" y="0"/>
                  </a:moveTo>
                  <a:cubicBezTo>
                    <a:pt x="2400" y="0"/>
                    <a:pt x="1964" y="109"/>
                    <a:pt x="1528" y="328"/>
                  </a:cubicBezTo>
                  <a:lnTo>
                    <a:pt x="1" y="5127"/>
                  </a:lnTo>
                  <a:cubicBezTo>
                    <a:pt x="291" y="5636"/>
                    <a:pt x="728" y="6036"/>
                    <a:pt x="1237" y="6327"/>
                  </a:cubicBezTo>
                  <a:lnTo>
                    <a:pt x="3237" y="37"/>
                  </a:lnTo>
                  <a:cubicBezTo>
                    <a:pt x="3128" y="37"/>
                    <a:pt x="3019" y="0"/>
                    <a:pt x="2873" y="0"/>
                  </a:cubicBezTo>
                  <a:close/>
                </a:path>
              </a:pathLst>
            </a:custGeom>
            <a:solidFill>
              <a:srgbClr val="D4F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1" name="Google Shape;3931;p78"/>
            <p:cNvSpPr/>
            <p:nvPr/>
          </p:nvSpPr>
          <p:spPr>
            <a:xfrm>
              <a:off x="6937302" y="4076937"/>
              <a:ext cx="46389" cy="115946"/>
            </a:xfrm>
            <a:custGeom>
              <a:avLst/>
              <a:gdLst/>
              <a:ahLst/>
              <a:cxnLst/>
              <a:rect l="l" t="t" r="r" b="b"/>
              <a:pathLst>
                <a:path w="2619" h="6546" extrusionOk="0">
                  <a:moveTo>
                    <a:pt x="2036" y="1"/>
                  </a:moveTo>
                  <a:lnTo>
                    <a:pt x="0" y="6436"/>
                  </a:lnTo>
                  <a:cubicBezTo>
                    <a:pt x="182" y="6509"/>
                    <a:pt x="400" y="6546"/>
                    <a:pt x="618" y="6546"/>
                  </a:cubicBezTo>
                  <a:lnTo>
                    <a:pt x="2618" y="255"/>
                  </a:lnTo>
                  <a:cubicBezTo>
                    <a:pt x="2436" y="146"/>
                    <a:pt x="2254" y="73"/>
                    <a:pt x="2036" y="1"/>
                  </a:cubicBezTo>
                  <a:close/>
                </a:path>
              </a:pathLst>
            </a:custGeom>
            <a:solidFill>
              <a:srgbClr val="D4F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2" name="Google Shape;3932;p78"/>
            <p:cNvSpPr/>
            <p:nvPr/>
          </p:nvSpPr>
          <p:spPr>
            <a:xfrm>
              <a:off x="7650903" y="4073076"/>
              <a:ext cx="119807" cy="120445"/>
            </a:xfrm>
            <a:custGeom>
              <a:avLst/>
              <a:gdLst/>
              <a:ahLst/>
              <a:cxnLst/>
              <a:rect l="l" t="t" r="r" b="b"/>
              <a:pathLst>
                <a:path w="6764" h="6800" extrusionOk="0">
                  <a:moveTo>
                    <a:pt x="3382" y="0"/>
                  </a:moveTo>
                  <a:cubicBezTo>
                    <a:pt x="1527" y="0"/>
                    <a:pt x="0" y="1528"/>
                    <a:pt x="0" y="3382"/>
                  </a:cubicBezTo>
                  <a:cubicBezTo>
                    <a:pt x="0" y="5273"/>
                    <a:pt x="1527" y="6800"/>
                    <a:pt x="3382" y="6800"/>
                  </a:cubicBezTo>
                  <a:cubicBezTo>
                    <a:pt x="5273" y="6800"/>
                    <a:pt x="6763" y="5273"/>
                    <a:pt x="6763" y="3382"/>
                  </a:cubicBezTo>
                  <a:cubicBezTo>
                    <a:pt x="6763" y="1528"/>
                    <a:pt x="5273" y="0"/>
                    <a:pt x="33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3" name="Google Shape;3933;p78"/>
            <p:cNvSpPr/>
            <p:nvPr/>
          </p:nvSpPr>
          <p:spPr>
            <a:xfrm>
              <a:off x="7659918" y="4073076"/>
              <a:ext cx="57335" cy="112085"/>
            </a:xfrm>
            <a:custGeom>
              <a:avLst/>
              <a:gdLst/>
              <a:ahLst/>
              <a:cxnLst/>
              <a:rect l="l" t="t" r="r" b="b"/>
              <a:pathLst>
                <a:path w="3237" h="6328" extrusionOk="0">
                  <a:moveTo>
                    <a:pt x="2873" y="0"/>
                  </a:moveTo>
                  <a:cubicBezTo>
                    <a:pt x="2400" y="0"/>
                    <a:pt x="1927" y="109"/>
                    <a:pt x="1527" y="328"/>
                  </a:cubicBezTo>
                  <a:lnTo>
                    <a:pt x="0" y="5127"/>
                  </a:lnTo>
                  <a:cubicBezTo>
                    <a:pt x="291" y="5636"/>
                    <a:pt x="728" y="6036"/>
                    <a:pt x="1237" y="6327"/>
                  </a:cubicBezTo>
                  <a:lnTo>
                    <a:pt x="3236" y="37"/>
                  </a:lnTo>
                  <a:cubicBezTo>
                    <a:pt x="3091" y="37"/>
                    <a:pt x="2982" y="0"/>
                    <a:pt x="287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4" name="Google Shape;3934;p78"/>
            <p:cNvSpPr/>
            <p:nvPr/>
          </p:nvSpPr>
          <p:spPr>
            <a:xfrm>
              <a:off x="7694688" y="4076937"/>
              <a:ext cx="45751" cy="115946"/>
            </a:xfrm>
            <a:custGeom>
              <a:avLst/>
              <a:gdLst/>
              <a:ahLst/>
              <a:cxnLst/>
              <a:rect l="l" t="t" r="r" b="b"/>
              <a:pathLst>
                <a:path w="2583" h="6546" extrusionOk="0">
                  <a:moveTo>
                    <a:pt x="2037" y="1"/>
                  </a:moveTo>
                  <a:lnTo>
                    <a:pt x="1" y="6436"/>
                  </a:lnTo>
                  <a:cubicBezTo>
                    <a:pt x="183" y="6509"/>
                    <a:pt x="401" y="6546"/>
                    <a:pt x="583" y="6546"/>
                  </a:cubicBezTo>
                  <a:lnTo>
                    <a:pt x="2582" y="255"/>
                  </a:lnTo>
                  <a:cubicBezTo>
                    <a:pt x="2401" y="146"/>
                    <a:pt x="2219" y="73"/>
                    <a:pt x="203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5" name="Google Shape;3935;p78"/>
            <p:cNvSpPr/>
            <p:nvPr/>
          </p:nvSpPr>
          <p:spPr>
            <a:xfrm>
              <a:off x="4980035" y="3474075"/>
              <a:ext cx="36736" cy="18084"/>
            </a:xfrm>
            <a:custGeom>
              <a:avLst/>
              <a:gdLst/>
              <a:ahLst/>
              <a:cxnLst/>
              <a:rect l="l" t="t" r="r" b="b"/>
              <a:pathLst>
                <a:path w="2074" h="1021" extrusionOk="0">
                  <a:moveTo>
                    <a:pt x="1082" y="0"/>
                  </a:moveTo>
                  <a:cubicBezTo>
                    <a:pt x="1061" y="0"/>
                    <a:pt x="1040" y="1"/>
                    <a:pt x="1019" y="2"/>
                  </a:cubicBezTo>
                  <a:cubicBezTo>
                    <a:pt x="437" y="2"/>
                    <a:pt x="1" y="439"/>
                    <a:pt x="1" y="1021"/>
                  </a:cubicBezTo>
                  <a:lnTo>
                    <a:pt x="2073" y="1021"/>
                  </a:lnTo>
                  <a:cubicBezTo>
                    <a:pt x="2073" y="460"/>
                    <a:pt x="1634" y="0"/>
                    <a:pt x="108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6" name="Google Shape;3936;p78"/>
            <p:cNvSpPr/>
            <p:nvPr/>
          </p:nvSpPr>
          <p:spPr>
            <a:xfrm>
              <a:off x="4979397" y="3474110"/>
              <a:ext cx="18687" cy="18049"/>
            </a:xfrm>
            <a:custGeom>
              <a:avLst/>
              <a:gdLst/>
              <a:ahLst/>
              <a:cxnLst/>
              <a:rect l="l" t="t" r="r" b="b"/>
              <a:pathLst>
                <a:path w="1055" h="1019" extrusionOk="0">
                  <a:moveTo>
                    <a:pt x="1055" y="0"/>
                  </a:moveTo>
                  <a:cubicBezTo>
                    <a:pt x="473" y="0"/>
                    <a:pt x="0" y="437"/>
                    <a:pt x="37" y="1019"/>
                  </a:cubicBezTo>
                  <a:lnTo>
                    <a:pt x="1055" y="1019"/>
                  </a:lnTo>
                  <a:lnTo>
                    <a:pt x="10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7" name="Google Shape;3937;p78"/>
            <p:cNvSpPr/>
            <p:nvPr/>
          </p:nvSpPr>
          <p:spPr>
            <a:xfrm>
              <a:off x="5086310" y="3474110"/>
              <a:ext cx="36718" cy="18049"/>
            </a:xfrm>
            <a:custGeom>
              <a:avLst/>
              <a:gdLst/>
              <a:ahLst/>
              <a:cxnLst/>
              <a:rect l="l" t="t" r="r" b="b"/>
              <a:pathLst>
                <a:path w="2073" h="1019" extrusionOk="0">
                  <a:moveTo>
                    <a:pt x="1018" y="0"/>
                  </a:moveTo>
                  <a:cubicBezTo>
                    <a:pt x="473" y="0"/>
                    <a:pt x="0" y="437"/>
                    <a:pt x="0" y="1019"/>
                  </a:cubicBezTo>
                  <a:lnTo>
                    <a:pt x="2073" y="1019"/>
                  </a:lnTo>
                  <a:cubicBezTo>
                    <a:pt x="2073" y="437"/>
                    <a:pt x="1600" y="0"/>
                    <a:pt x="10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8" name="Google Shape;3938;p78"/>
            <p:cNvSpPr/>
            <p:nvPr/>
          </p:nvSpPr>
          <p:spPr>
            <a:xfrm>
              <a:off x="5086310" y="3474110"/>
              <a:ext cx="18049" cy="18049"/>
            </a:xfrm>
            <a:custGeom>
              <a:avLst/>
              <a:gdLst/>
              <a:ahLst/>
              <a:cxnLst/>
              <a:rect l="l" t="t" r="r" b="b"/>
              <a:pathLst>
                <a:path w="1019" h="1019" extrusionOk="0">
                  <a:moveTo>
                    <a:pt x="1018" y="0"/>
                  </a:moveTo>
                  <a:cubicBezTo>
                    <a:pt x="473" y="0"/>
                    <a:pt x="0" y="437"/>
                    <a:pt x="0" y="1019"/>
                  </a:cubicBezTo>
                  <a:lnTo>
                    <a:pt x="1018" y="1019"/>
                  </a:lnTo>
                  <a:lnTo>
                    <a:pt x="101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9" name="Google Shape;3939;p78"/>
            <p:cNvSpPr/>
            <p:nvPr/>
          </p:nvSpPr>
          <p:spPr>
            <a:xfrm>
              <a:off x="4873122" y="3474110"/>
              <a:ext cx="36080" cy="18049"/>
            </a:xfrm>
            <a:custGeom>
              <a:avLst/>
              <a:gdLst/>
              <a:ahLst/>
              <a:cxnLst/>
              <a:rect l="l" t="t" r="r" b="b"/>
              <a:pathLst>
                <a:path w="2037" h="1019" extrusionOk="0">
                  <a:moveTo>
                    <a:pt x="1019" y="0"/>
                  </a:moveTo>
                  <a:cubicBezTo>
                    <a:pt x="473" y="0"/>
                    <a:pt x="1" y="437"/>
                    <a:pt x="1" y="1019"/>
                  </a:cubicBezTo>
                  <a:lnTo>
                    <a:pt x="2037" y="1019"/>
                  </a:lnTo>
                  <a:cubicBezTo>
                    <a:pt x="2037" y="437"/>
                    <a:pt x="1601" y="0"/>
                    <a:pt x="10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0" name="Google Shape;3940;p78"/>
            <p:cNvSpPr/>
            <p:nvPr/>
          </p:nvSpPr>
          <p:spPr>
            <a:xfrm>
              <a:off x="4873122" y="3474110"/>
              <a:ext cx="18049" cy="18049"/>
            </a:xfrm>
            <a:custGeom>
              <a:avLst/>
              <a:gdLst/>
              <a:ahLst/>
              <a:cxnLst/>
              <a:rect l="l" t="t" r="r" b="b"/>
              <a:pathLst>
                <a:path w="1019" h="1019" extrusionOk="0">
                  <a:moveTo>
                    <a:pt x="1019" y="0"/>
                  </a:moveTo>
                  <a:cubicBezTo>
                    <a:pt x="437" y="0"/>
                    <a:pt x="1" y="437"/>
                    <a:pt x="1" y="1019"/>
                  </a:cubicBezTo>
                  <a:lnTo>
                    <a:pt x="1019" y="1019"/>
                  </a:lnTo>
                  <a:lnTo>
                    <a:pt x="101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1" name="Google Shape;3941;p78"/>
            <p:cNvSpPr/>
            <p:nvPr/>
          </p:nvSpPr>
          <p:spPr>
            <a:xfrm>
              <a:off x="5457918" y="3711121"/>
              <a:ext cx="90192" cy="334270"/>
            </a:xfrm>
            <a:custGeom>
              <a:avLst/>
              <a:gdLst/>
              <a:ahLst/>
              <a:cxnLst/>
              <a:rect l="l" t="t" r="r" b="b"/>
              <a:pathLst>
                <a:path w="5092" h="18872" extrusionOk="0">
                  <a:moveTo>
                    <a:pt x="1" y="0"/>
                  </a:moveTo>
                  <a:lnTo>
                    <a:pt x="1" y="1346"/>
                  </a:lnTo>
                  <a:lnTo>
                    <a:pt x="2364" y="1346"/>
                  </a:lnTo>
                  <a:cubicBezTo>
                    <a:pt x="3091" y="1346"/>
                    <a:pt x="3709" y="1927"/>
                    <a:pt x="3709" y="2691"/>
                  </a:cubicBezTo>
                  <a:lnTo>
                    <a:pt x="3709" y="16181"/>
                  </a:lnTo>
                  <a:cubicBezTo>
                    <a:pt x="3709" y="16908"/>
                    <a:pt x="3091" y="17526"/>
                    <a:pt x="2364" y="17526"/>
                  </a:cubicBezTo>
                  <a:lnTo>
                    <a:pt x="1" y="17526"/>
                  </a:lnTo>
                  <a:lnTo>
                    <a:pt x="1" y="18872"/>
                  </a:lnTo>
                  <a:lnTo>
                    <a:pt x="2364" y="18872"/>
                  </a:lnTo>
                  <a:cubicBezTo>
                    <a:pt x="3855" y="18872"/>
                    <a:pt x="5091" y="17672"/>
                    <a:pt x="5091" y="16145"/>
                  </a:cubicBezTo>
                  <a:lnTo>
                    <a:pt x="5091" y="2727"/>
                  </a:lnTo>
                  <a:cubicBezTo>
                    <a:pt x="5091" y="1200"/>
                    <a:pt x="3855" y="0"/>
                    <a:pt x="2364" y="0"/>
                  </a:cubicBezTo>
                  <a:close/>
                </a:path>
              </a:pathLst>
            </a:custGeom>
            <a:solidFill>
              <a:srgbClr val="8082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2" name="Google Shape;3942;p78"/>
            <p:cNvSpPr/>
            <p:nvPr/>
          </p:nvSpPr>
          <p:spPr>
            <a:xfrm>
              <a:off x="4448058" y="3710466"/>
              <a:ext cx="90174" cy="334926"/>
            </a:xfrm>
            <a:custGeom>
              <a:avLst/>
              <a:gdLst/>
              <a:ahLst/>
              <a:cxnLst/>
              <a:rect l="l" t="t" r="r" b="b"/>
              <a:pathLst>
                <a:path w="5091" h="18909" extrusionOk="0">
                  <a:moveTo>
                    <a:pt x="2727" y="1"/>
                  </a:moveTo>
                  <a:cubicBezTo>
                    <a:pt x="1200" y="1"/>
                    <a:pt x="0" y="1237"/>
                    <a:pt x="0" y="2728"/>
                  </a:cubicBezTo>
                  <a:lnTo>
                    <a:pt x="0" y="16182"/>
                  </a:lnTo>
                  <a:cubicBezTo>
                    <a:pt x="0" y="17709"/>
                    <a:pt x="1200" y="18909"/>
                    <a:pt x="2727" y="18909"/>
                  </a:cubicBezTo>
                  <a:lnTo>
                    <a:pt x="5091" y="18909"/>
                  </a:lnTo>
                  <a:lnTo>
                    <a:pt x="5091" y="17563"/>
                  </a:lnTo>
                  <a:lnTo>
                    <a:pt x="2727" y="17563"/>
                  </a:lnTo>
                  <a:cubicBezTo>
                    <a:pt x="1964" y="17527"/>
                    <a:pt x="1382" y="16945"/>
                    <a:pt x="1346" y="16182"/>
                  </a:cubicBezTo>
                  <a:lnTo>
                    <a:pt x="1346" y="2692"/>
                  </a:lnTo>
                  <a:cubicBezTo>
                    <a:pt x="1382" y="1964"/>
                    <a:pt x="1964" y="1346"/>
                    <a:pt x="2727" y="1346"/>
                  </a:cubicBezTo>
                  <a:lnTo>
                    <a:pt x="5091" y="1346"/>
                  </a:lnTo>
                  <a:lnTo>
                    <a:pt x="509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3" name="Google Shape;3943;p78"/>
            <p:cNvSpPr/>
            <p:nvPr/>
          </p:nvSpPr>
          <p:spPr>
            <a:xfrm>
              <a:off x="4870554" y="3485694"/>
              <a:ext cx="41235" cy="14188"/>
            </a:xfrm>
            <a:custGeom>
              <a:avLst/>
              <a:gdLst/>
              <a:ahLst/>
              <a:cxnLst/>
              <a:rect l="l" t="t" r="r" b="b"/>
              <a:pathLst>
                <a:path w="2328" h="801" extrusionOk="0">
                  <a:moveTo>
                    <a:pt x="182" y="1"/>
                  </a:moveTo>
                  <a:cubicBezTo>
                    <a:pt x="109" y="1"/>
                    <a:pt x="0" y="74"/>
                    <a:pt x="37" y="146"/>
                  </a:cubicBezTo>
                  <a:lnTo>
                    <a:pt x="37" y="801"/>
                  </a:lnTo>
                  <a:lnTo>
                    <a:pt x="2327" y="801"/>
                  </a:lnTo>
                  <a:lnTo>
                    <a:pt x="2327" y="146"/>
                  </a:lnTo>
                  <a:cubicBezTo>
                    <a:pt x="2327" y="74"/>
                    <a:pt x="2255" y="1"/>
                    <a:pt x="214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4" name="Google Shape;3944;p78"/>
            <p:cNvSpPr/>
            <p:nvPr/>
          </p:nvSpPr>
          <p:spPr>
            <a:xfrm>
              <a:off x="4977467" y="3485694"/>
              <a:ext cx="40579" cy="14188"/>
            </a:xfrm>
            <a:custGeom>
              <a:avLst/>
              <a:gdLst/>
              <a:ahLst/>
              <a:cxnLst/>
              <a:rect l="l" t="t" r="r" b="b"/>
              <a:pathLst>
                <a:path w="2291" h="801" extrusionOk="0">
                  <a:moveTo>
                    <a:pt x="182" y="1"/>
                  </a:moveTo>
                  <a:cubicBezTo>
                    <a:pt x="73" y="1"/>
                    <a:pt x="0" y="74"/>
                    <a:pt x="0" y="146"/>
                  </a:cubicBezTo>
                  <a:lnTo>
                    <a:pt x="0" y="801"/>
                  </a:lnTo>
                  <a:lnTo>
                    <a:pt x="2291" y="801"/>
                  </a:lnTo>
                  <a:lnTo>
                    <a:pt x="2291" y="146"/>
                  </a:lnTo>
                  <a:cubicBezTo>
                    <a:pt x="2291" y="74"/>
                    <a:pt x="2218" y="1"/>
                    <a:pt x="214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5" name="Google Shape;3945;p78"/>
            <p:cNvSpPr/>
            <p:nvPr/>
          </p:nvSpPr>
          <p:spPr>
            <a:xfrm>
              <a:off x="5084379" y="3485694"/>
              <a:ext cx="40579" cy="14188"/>
            </a:xfrm>
            <a:custGeom>
              <a:avLst/>
              <a:gdLst/>
              <a:ahLst/>
              <a:cxnLst/>
              <a:rect l="l" t="t" r="r" b="b"/>
              <a:pathLst>
                <a:path w="2291" h="801" extrusionOk="0">
                  <a:moveTo>
                    <a:pt x="146" y="1"/>
                  </a:moveTo>
                  <a:cubicBezTo>
                    <a:pt x="73" y="1"/>
                    <a:pt x="0" y="74"/>
                    <a:pt x="0" y="146"/>
                  </a:cubicBezTo>
                  <a:lnTo>
                    <a:pt x="0" y="801"/>
                  </a:lnTo>
                  <a:lnTo>
                    <a:pt x="2291" y="801"/>
                  </a:lnTo>
                  <a:lnTo>
                    <a:pt x="2291" y="146"/>
                  </a:lnTo>
                  <a:cubicBezTo>
                    <a:pt x="2291" y="74"/>
                    <a:pt x="2218" y="1"/>
                    <a:pt x="21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6" name="Google Shape;3946;p78"/>
            <p:cNvSpPr/>
            <p:nvPr/>
          </p:nvSpPr>
          <p:spPr>
            <a:xfrm>
              <a:off x="4538214" y="3492141"/>
              <a:ext cx="919722" cy="806362"/>
            </a:xfrm>
            <a:custGeom>
              <a:avLst/>
              <a:gdLst/>
              <a:ahLst/>
              <a:cxnLst/>
              <a:rect l="l" t="t" r="r" b="b"/>
              <a:pathLst>
                <a:path w="51925" h="45525" extrusionOk="0">
                  <a:moveTo>
                    <a:pt x="8000" y="1"/>
                  </a:moveTo>
                  <a:cubicBezTo>
                    <a:pt x="3564" y="1"/>
                    <a:pt x="1" y="3600"/>
                    <a:pt x="1" y="8000"/>
                  </a:cubicBezTo>
                  <a:lnTo>
                    <a:pt x="1" y="45525"/>
                  </a:lnTo>
                  <a:lnTo>
                    <a:pt x="51925" y="45525"/>
                  </a:lnTo>
                  <a:lnTo>
                    <a:pt x="51925" y="8000"/>
                  </a:lnTo>
                  <a:cubicBezTo>
                    <a:pt x="51925" y="3600"/>
                    <a:pt x="48325" y="1"/>
                    <a:pt x="438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7" name="Google Shape;3947;p78"/>
            <p:cNvSpPr/>
            <p:nvPr/>
          </p:nvSpPr>
          <p:spPr>
            <a:xfrm>
              <a:off x="4489275" y="3959716"/>
              <a:ext cx="1017619" cy="338787"/>
            </a:xfrm>
            <a:custGeom>
              <a:avLst/>
              <a:gdLst/>
              <a:ahLst/>
              <a:cxnLst/>
              <a:rect l="l" t="t" r="r" b="b"/>
              <a:pathLst>
                <a:path w="57452" h="19127" extrusionOk="0">
                  <a:moveTo>
                    <a:pt x="11454" y="1"/>
                  </a:moveTo>
                  <a:cubicBezTo>
                    <a:pt x="10509" y="1"/>
                    <a:pt x="9745" y="764"/>
                    <a:pt x="9745" y="1710"/>
                  </a:cubicBezTo>
                  <a:lnTo>
                    <a:pt x="9745" y="2437"/>
                  </a:lnTo>
                  <a:lnTo>
                    <a:pt x="7673" y="2437"/>
                  </a:lnTo>
                  <a:cubicBezTo>
                    <a:pt x="3418" y="2437"/>
                    <a:pt x="0" y="5891"/>
                    <a:pt x="0" y="10146"/>
                  </a:cubicBezTo>
                  <a:lnTo>
                    <a:pt x="0" y="19127"/>
                  </a:lnTo>
                  <a:lnTo>
                    <a:pt x="57451" y="19127"/>
                  </a:lnTo>
                  <a:lnTo>
                    <a:pt x="57451" y="10109"/>
                  </a:lnTo>
                  <a:cubicBezTo>
                    <a:pt x="57451" y="5891"/>
                    <a:pt x="53997" y="2437"/>
                    <a:pt x="49779" y="2437"/>
                  </a:cubicBezTo>
                  <a:lnTo>
                    <a:pt x="47706" y="2437"/>
                  </a:lnTo>
                  <a:lnTo>
                    <a:pt x="47706" y="1710"/>
                  </a:lnTo>
                  <a:cubicBezTo>
                    <a:pt x="47706" y="764"/>
                    <a:pt x="46943" y="1"/>
                    <a:pt x="459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8" name="Google Shape;3948;p78"/>
            <p:cNvSpPr/>
            <p:nvPr/>
          </p:nvSpPr>
          <p:spPr>
            <a:xfrm>
              <a:off x="4748178" y="4002881"/>
              <a:ext cx="499156" cy="295622"/>
            </a:xfrm>
            <a:custGeom>
              <a:avLst/>
              <a:gdLst/>
              <a:ahLst/>
              <a:cxnLst/>
              <a:rect l="l" t="t" r="r" b="b"/>
              <a:pathLst>
                <a:path w="28181" h="16690" extrusionOk="0">
                  <a:moveTo>
                    <a:pt x="2691" y="0"/>
                  </a:moveTo>
                  <a:cubicBezTo>
                    <a:pt x="1201" y="0"/>
                    <a:pt x="1" y="1200"/>
                    <a:pt x="1" y="2691"/>
                  </a:cubicBezTo>
                  <a:lnTo>
                    <a:pt x="1" y="16690"/>
                  </a:lnTo>
                  <a:lnTo>
                    <a:pt x="28180" y="16690"/>
                  </a:lnTo>
                  <a:lnTo>
                    <a:pt x="28180" y="2691"/>
                  </a:lnTo>
                  <a:cubicBezTo>
                    <a:pt x="28180" y="1200"/>
                    <a:pt x="26981" y="0"/>
                    <a:pt x="255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9" name="Google Shape;3949;p78"/>
            <p:cNvSpPr/>
            <p:nvPr/>
          </p:nvSpPr>
          <p:spPr>
            <a:xfrm>
              <a:off x="4444834" y="4298485"/>
              <a:ext cx="1106482" cy="109516"/>
            </a:xfrm>
            <a:custGeom>
              <a:avLst/>
              <a:gdLst/>
              <a:ahLst/>
              <a:cxnLst/>
              <a:rect l="l" t="t" r="r" b="b"/>
              <a:pathLst>
                <a:path w="62469" h="6183" extrusionOk="0">
                  <a:moveTo>
                    <a:pt x="2037" y="1"/>
                  </a:moveTo>
                  <a:cubicBezTo>
                    <a:pt x="910" y="1"/>
                    <a:pt x="1" y="910"/>
                    <a:pt x="1" y="2037"/>
                  </a:cubicBezTo>
                  <a:lnTo>
                    <a:pt x="1" y="6182"/>
                  </a:lnTo>
                  <a:lnTo>
                    <a:pt x="62469" y="6182"/>
                  </a:lnTo>
                  <a:lnTo>
                    <a:pt x="62469" y="2037"/>
                  </a:lnTo>
                  <a:cubicBezTo>
                    <a:pt x="62469" y="910"/>
                    <a:pt x="61524" y="1"/>
                    <a:pt x="6039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0" name="Google Shape;3950;p78"/>
            <p:cNvSpPr/>
            <p:nvPr/>
          </p:nvSpPr>
          <p:spPr>
            <a:xfrm>
              <a:off x="4444834" y="4407522"/>
              <a:ext cx="1106482" cy="29633"/>
            </a:xfrm>
            <a:custGeom>
              <a:avLst/>
              <a:gdLst/>
              <a:ahLst/>
              <a:cxnLst/>
              <a:rect l="l" t="t" r="r" b="b"/>
              <a:pathLst>
                <a:path w="62469" h="1673" extrusionOk="0">
                  <a:moveTo>
                    <a:pt x="1" y="0"/>
                  </a:moveTo>
                  <a:lnTo>
                    <a:pt x="1" y="837"/>
                  </a:lnTo>
                  <a:cubicBezTo>
                    <a:pt x="1" y="1273"/>
                    <a:pt x="364" y="1673"/>
                    <a:pt x="837" y="1673"/>
                  </a:cubicBezTo>
                  <a:lnTo>
                    <a:pt x="61633" y="1673"/>
                  </a:lnTo>
                  <a:cubicBezTo>
                    <a:pt x="62105" y="1673"/>
                    <a:pt x="62469" y="1273"/>
                    <a:pt x="62469" y="837"/>
                  </a:cubicBezTo>
                  <a:lnTo>
                    <a:pt x="6246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1" name="Google Shape;3951;p78"/>
            <p:cNvSpPr/>
            <p:nvPr/>
          </p:nvSpPr>
          <p:spPr>
            <a:xfrm>
              <a:off x="4735301" y="4437599"/>
              <a:ext cx="525565" cy="82469"/>
            </a:xfrm>
            <a:custGeom>
              <a:avLst/>
              <a:gdLst/>
              <a:ahLst/>
              <a:cxnLst/>
              <a:rect l="l" t="t" r="r" b="b"/>
              <a:pathLst>
                <a:path w="29672" h="4656" extrusionOk="0">
                  <a:moveTo>
                    <a:pt x="0" y="1"/>
                  </a:moveTo>
                  <a:lnTo>
                    <a:pt x="1818" y="4437"/>
                  </a:lnTo>
                  <a:cubicBezTo>
                    <a:pt x="1855" y="4546"/>
                    <a:pt x="2000" y="4655"/>
                    <a:pt x="2146" y="4655"/>
                  </a:cubicBezTo>
                  <a:lnTo>
                    <a:pt x="27126" y="4655"/>
                  </a:lnTo>
                  <a:cubicBezTo>
                    <a:pt x="27526" y="4619"/>
                    <a:pt x="27926" y="4401"/>
                    <a:pt x="28071" y="4001"/>
                  </a:cubicBezTo>
                  <a:lnTo>
                    <a:pt x="2967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2" name="Google Shape;3952;p78"/>
            <p:cNvSpPr/>
            <p:nvPr/>
          </p:nvSpPr>
          <p:spPr>
            <a:xfrm>
              <a:off x="4542093" y="4437599"/>
              <a:ext cx="57335" cy="242838"/>
            </a:xfrm>
            <a:custGeom>
              <a:avLst/>
              <a:gdLst/>
              <a:ahLst/>
              <a:cxnLst/>
              <a:rect l="l" t="t" r="r" b="b"/>
              <a:pathLst>
                <a:path w="3237" h="13710" extrusionOk="0">
                  <a:moveTo>
                    <a:pt x="1091" y="1"/>
                  </a:moveTo>
                  <a:lnTo>
                    <a:pt x="0" y="1492"/>
                  </a:lnTo>
                  <a:lnTo>
                    <a:pt x="1091" y="3019"/>
                  </a:lnTo>
                  <a:lnTo>
                    <a:pt x="0" y="4546"/>
                  </a:lnTo>
                  <a:lnTo>
                    <a:pt x="1091" y="6073"/>
                  </a:lnTo>
                  <a:lnTo>
                    <a:pt x="0" y="7600"/>
                  </a:lnTo>
                  <a:lnTo>
                    <a:pt x="1091" y="9128"/>
                  </a:lnTo>
                  <a:lnTo>
                    <a:pt x="0" y="10655"/>
                  </a:lnTo>
                  <a:lnTo>
                    <a:pt x="1091" y="12182"/>
                  </a:lnTo>
                  <a:lnTo>
                    <a:pt x="0" y="13709"/>
                  </a:lnTo>
                  <a:lnTo>
                    <a:pt x="2145" y="13709"/>
                  </a:lnTo>
                  <a:lnTo>
                    <a:pt x="3236" y="12182"/>
                  </a:lnTo>
                  <a:lnTo>
                    <a:pt x="2145" y="10655"/>
                  </a:lnTo>
                  <a:lnTo>
                    <a:pt x="3236" y="9128"/>
                  </a:lnTo>
                  <a:lnTo>
                    <a:pt x="2145" y="7600"/>
                  </a:lnTo>
                  <a:lnTo>
                    <a:pt x="3236" y="6073"/>
                  </a:lnTo>
                  <a:lnTo>
                    <a:pt x="2145" y="4546"/>
                  </a:lnTo>
                  <a:lnTo>
                    <a:pt x="3236" y="3019"/>
                  </a:lnTo>
                  <a:lnTo>
                    <a:pt x="2145" y="1492"/>
                  </a:lnTo>
                  <a:lnTo>
                    <a:pt x="3236"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3" name="Google Shape;3953;p78"/>
            <p:cNvSpPr/>
            <p:nvPr/>
          </p:nvSpPr>
          <p:spPr>
            <a:xfrm>
              <a:off x="4506668" y="4436962"/>
              <a:ext cx="43803" cy="243476"/>
            </a:xfrm>
            <a:custGeom>
              <a:avLst/>
              <a:gdLst/>
              <a:ahLst/>
              <a:cxnLst/>
              <a:rect l="l" t="t" r="r" b="b"/>
              <a:pathLst>
                <a:path w="2473" h="13746" extrusionOk="0">
                  <a:moveTo>
                    <a:pt x="0" y="1"/>
                  </a:moveTo>
                  <a:lnTo>
                    <a:pt x="0" y="12909"/>
                  </a:lnTo>
                  <a:cubicBezTo>
                    <a:pt x="0" y="13381"/>
                    <a:pt x="364" y="13745"/>
                    <a:pt x="836" y="13745"/>
                  </a:cubicBezTo>
                  <a:lnTo>
                    <a:pt x="1382" y="13745"/>
                  </a:lnTo>
                  <a:lnTo>
                    <a:pt x="2473" y="12218"/>
                  </a:lnTo>
                  <a:lnTo>
                    <a:pt x="1382" y="10691"/>
                  </a:lnTo>
                  <a:lnTo>
                    <a:pt x="2473" y="9164"/>
                  </a:lnTo>
                  <a:lnTo>
                    <a:pt x="1382" y="7636"/>
                  </a:lnTo>
                  <a:lnTo>
                    <a:pt x="2473" y="6109"/>
                  </a:lnTo>
                  <a:lnTo>
                    <a:pt x="1382" y="4582"/>
                  </a:lnTo>
                  <a:lnTo>
                    <a:pt x="2473" y="3055"/>
                  </a:lnTo>
                  <a:lnTo>
                    <a:pt x="1382" y="1528"/>
                  </a:lnTo>
                  <a:lnTo>
                    <a:pt x="247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4" name="Google Shape;3954;p78"/>
            <p:cNvSpPr/>
            <p:nvPr/>
          </p:nvSpPr>
          <p:spPr>
            <a:xfrm>
              <a:off x="4580087" y="4437599"/>
              <a:ext cx="30288" cy="242838"/>
            </a:xfrm>
            <a:custGeom>
              <a:avLst/>
              <a:gdLst/>
              <a:ahLst/>
              <a:cxnLst/>
              <a:rect l="l" t="t" r="r" b="b"/>
              <a:pathLst>
                <a:path w="1710" h="13710" extrusionOk="0">
                  <a:moveTo>
                    <a:pt x="1091" y="1"/>
                  </a:moveTo>
                  <a:lnTo>
                    <a:pt x="0" y="1492"/>
                  </a:lnTo>
                  <a:lnTo>
                    <a:pt x="1091" y="3019"/>
                  </a:lnTo>
                  <a:lnTo>
                    <a:pt x="0" y="4546"/>
                  </a:lnTo>
                  <a:lnTo>
                    <a:pt x="1091" y="6073"/>
                  </a:lnTo>
                  <a:lnTo>
                    <a:pt x="0" y="7600"/>
                  </a:lnTo>
                  <a:lnTo>
                    <a:pt x="1091" y="9128"/>
                  </a:lnTo>
                  <a:lnTo>
                    <a:pt x="0" y="10655"/>
                  </a:lnTo>
                  <a:lnTo>
                    <a:pt x="1091" y="12182"/>
                  </a:lnTo>
                  <a:lnTo>
                    <a:pt x="0" y="13709"/>
                  </a:lnTo>
                  <a:lnTo>
                    <a:pt x="618" y="13709"/>
                  </a:lnTo>
                  <a:lnTo>
                    <a:pt x="1709" y="12182"/>
                  </a:lnTo>
                  <a:lnTo>
                    <a:pt x="618" y="10655"/>
                  </a:lnTo>
                  <a:lnTo>
                    <a:pt x="1709" y="9128"/>
                  </a:lnTo>
                  <a:lnTo>
                    <a:pt x="618" y="7600"/>
                  </a:lnTo>
                  <a:lnTo>
                    <a:pt x="1709" y="6073"/>
                  </a:lnTo>
                  <a:lnTo>
                    <a:pt x="618" y="4546"/>
                  </a:lnTo>
                  <a:lnTo>
                    <a:pt x="1709" y="3019"/>
                  </a:lnTo>
                  <a:lnTo>
                    <a:pt x="618" y="1492"/>
                  </a:lnTo>
                  <a:lnTo>
                    <a:pt x="1709"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5" name="Google Shape;3955;p78"/>
            <p:cNvSpPr/>
            <p:nvPr/>
          </p:nvSpPr>
          <p:spPr>
            <a:xfrm>
              <a:off x="4531129" y="4437599"/>
              <a:ext cx="30288" cy="242838"/>
            </a:xfrm>
            <a:custGeom>
              <a:avLst/>
              <a:gdLst/>
              <a:ahLst/>
              <a:cxnLst/>
              <a:rect l="l" t="t" r="r" b="b"/>
              <a:pathLst>
                <a:path w="1710" h="13710" extrusionOk="0">
                  <a:moveTo>
                    <a:pt x="1092" y="1"/>
                  </a:moveTo>
                  <a:lnTo>
                    <a:pt x="1" y="1492"/>
                  </a:lnTo>
                  <a:lnTo>
                    <a:pt x="1092" y="3019"/>
                  </a:lnTo>
                  <a:lnTo>
                    <a:pt x="1" y="4546"/>
                  </a:lnTo>
                  <a:lnTo>
                    <a:pt x="1092" y="6073"/>
                  </a:lnTo>
                  <a:lnTo>
                    <a:pt x="1" y="7600"/>
                  </a:lnTo>
                  <a:lnTo>
                    <a:pt x="1092" y="9128"/>
                  </a:lnTo>
                  <a:lnTo>
                    <a:pt x="1" y="10655"/>
                  </a:lnTo>
                  <a:lnTo>
                    <a:pt x="1092" y="12182"/>
                  </a:lnTo>
                  <a:lnTo>
                    <a:pt x="1" y="13709"/>
                  </a:lnTo>
                  <a:lnTo>
                    <a:pt x="619" y="13709"/>
                  </a:lnTo>
                  <a:lnTo>
                    <a:pt x="1710" y="12182"/>
                  </a:lnTo>
                  <a:lnTo>
                    <a:pt x="619" y="10655"/>
                  </a:lnTo>
                  <a:lnTo>
                    <a:pt x="1710" y="9128"/>
                  </a:lnTo>
                  <a:lnTo>
                    <a:pt x="619" y="7600"/>
                  </a:lnTo>
                  <a:lnTo>
                    <a:pt x="1710" y="6073"/>
                  </a:lnTo>
                  <a:lnTo>
                    <a:pt x="619" y="4546"/>
                  </a:lnTo>
                  <a:lnTo>
                    <a:pt x="1710" y="3019"/>
                  </a:lnTo>
                  <a:lnTo>
                    <a:pt x="619" y="1492"/>
                  </a:lnTo>
                  <a:lnTo>
                    <a:pt x="1710"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6" name="Google Shape;3956;p78"/>
            <p:cNvSpPr/>
            <p:nvPr/>
          </p:nvSpPr>
          <p:spPr>
            <a:xfrm>
              <a:off x="4591033" y="4437599"/>
              <a:ext cx="57335" cy="242838"/>
            </a:xfrm>
            <a:custGeom>
              <a:avLst/>
              <a:gdLst/>
              <a:ahLst/>
              <a:cxnLst/>
              <a:rect l="l" t="t" r="r" b="b"/>
              <a:pathLst>
                <a:path w="3237" h="13710" extrusionOk="0">
                  <a:moveTo>
                    <a:pt x="1091" y="1"/>
                  </a:moveTo>
                  <a:lnTo>
                    <a:pt x="0" y="1492"/>
                  </a:lnTo>
                  <a:lnTo>
                    <a:pt x="1091" y="3019"/>
                  </a:lnTo>
                  <a:lnTo>
                    <a:pt x="0" y="4546"/>
                  </a:lnTo>
                  <a:lnTo>
                    <a:pt x="1091" y="6073"/>
                  </a:lnTo>
                  <a:lnTo>
                    <a:pt x="0" y="7600"/>
                  </a:lnTo>
                  <a:lnTo>
                    <a:pt x="1091" y="9128"/>
                  </a:lnTo>
                  <a:lnTo>
                    <a:pt x="0" y="10655"/>
                  </a:lnTo>
                  <a:lnTo>
                    <a:pt x="1091" y="12182"/>
                  </a:lnTo>
                  <a:lnTo>
                    <a:pt x="0" y="13709"/>
                  </a:lnTo>
                  <a:lnTo>
                    <a:pt x="2109" y="13709"/>
                  </a:lnTo>
                  <a:lnTo>
                    <a:pt x="3237" y="12182"/>
                  </a:lnTo>
                  <a:lnTo>
                    <a:pt x="2109" y="10655"/>
                  </a:lnTo>
                  <a:lnTo>
                    <a:pt x="3237" y="9128"/>
                  </a:lnTo>
                  <a:lnTo>
                    <a:pt x="2109" y="7600"/>
                  </a:lnTo>
                  <a:lnTo>
                    <a:pt x="3237" y="6073"/>
                  </a:lnTo>
                  <a:lnTo>
                    <a:pt x="2109" y="4546"/>
                  </a:lnTo>
                  <a:lnTo>
                    <a:pt x="3237" y="3019"/>
                  </a:lnTo>
                  <a:lnTo>
                    <a:pt x="2109" y="1492"/>
                  </a:lnTo>
                  <a:lnTo>
                    <a:pt x="3237"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7" name="Google Shape;3957;p78"/>
            <p:cNvSpPr/>
            <p:nvPr/>
          </p:nvSpPr>
          <p:spPr>
            <a:xfrm>
              <a:off x="4639973" y="4437599"/>
              <a:ext cx="43821" cy="242183"/>
            </a:xfrm>
            <a:custGeom>
              <a:avLst/>
              <a:gdLst/>
              <a:ahLst/>
              <a:cxnLst/>
              <a:rect l="l" t="t" r="r" b="b"/>
              <a:pathLst>
                <a:path w="2474" h="13673" extrusionOk="0">
                  <a:moveTo>
                    <a:pt x="1092" y="1"/>
                  </a:moveTo>
                  <a:lnTo>
                    <a:pt x="1" y="1492"/>
                  </a:lnTo>
                  <a:lnTo>
                    <a:pt x="1092" y="3019"/>
                  </a:lnTo>
                  <a:lnTo>
                    <a:pt x="1" y="4546"/>
                  </a:lnTo>
                  <a:lnTo>
                    <a:pt x="1092" y="6073"/>
                  </a:lnTo>
                  <a:lnTo>
                    <a:pt x="1" y="7600"/>
                  </a:lnTo>
                  <a:lnTo>
                    <a:pt x="1092" y="9128"/>
                  </a:lnTo>
                  <a:lnTo>
                    <a:pt x="1" y="10618"/>
                  </a:lnTo>
                  <a:lnTo>
                    <a:pt x="1092" y="12146"/>
                  </a:lnTo>
                  <a:lnTo>
                    <a:pt x="1" y="13673"/>
                  </a:lnTo>
                  <a:lnTo>
                    <a:pt x="1637" y="13673"/>
                  </a:lnTo>
                  <a:cubicBezTo>
                    <a:pt x="2074" y="13673"/>
                    <a:pt x="2437" y="13309"/>
                    <a:pt x="2473" y="12873"/>
                  </a:cubicBezTo>
                  <a:lnTo>
                    <a:pt x="2473"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8" name="Google Shape;3958;p78"/>
            <p:cNvSpPr/>
            <p:nvPr/>
          </p:nvSpPr>
          <p:spPr>
            <a:xfrm>
              <a:off x="4628389" y="4437599"/>
              <a:ext cx="30926" cy="242838"/>
            </a:xfrm>
            <a:custGeom>
              <a:avLst/>
              <a:gdLst/>
              <a:ahLst/>
              <a:cxnLst/>
              <a:rect l="l" t="t" r="r" b="b"/>
              <a:pathLst>
                <a:path w="1746" h="13710" extrusionOk="0">
                  <a:moveTo>
                    <a:pt x="1128" y="1"/>
                  </a:moveTo>
                  <a:lnTo>
                    <a:pt x="0" y="1492"/>
                  </a:lnTo>
                  <a:lnTo>
                    <a:pt x="1128" y="3019"/>
                  </a:lnTo>
                  <a:lnTo>
                    <a:pt x="0" y="4546"/>
                  </a:lnTo>
                  <a:lnTo>
                    <a:pt x="1128" y="6073"/>
                  </a:lnTo>
                  <a:lnTo>
                    <a:pt x="0" y="7600"/>
                  </a:lnTo>
                  <a:lnTo>
                    <a:pt x="1128" y="9128"/>
                  </a:lnTo>
                  <a:lnTo>
                    <a:pt x="0" y="10655"/>
                  </a:lnTo>
                  <a:lnTo>
                    <a:pt x="1128" y="12182"/>
                  </a:lnTo>
                  <a:lnTo>
                    <a:pt x="0" y="13709"/>
                  </a:lnTo>
                  <a:lnTo>
                    <a:pt x="655" y="13709"/>
                  </a:lnTo>
                  <a:lnTo>
                    <a:pt x="1746" y="12182"/>
                  </a:lnTo>
                  <a:lnTo>
                    <a:pt x="655" y="10655"/>
                  </a:lnTo>
                  <a:lnTo>
                    <a:pt x="1746" y="9128"/>
                  </a:lnTo>
                  <a:lnTo>
                    <a:pt x="655" y="7600"/>
                  </a:lnTo>
                  <a:lnTo>
                    <a:pt x="1746" y="6073"/>
                  </a:lnTo>
                  <a:lnTo>
                    <a:pt x="655" y="4546"/>
                  </a:lnTo>
                  <a:lnTo>
                    <a:pt x="1746" y="3019"/>
                  </a:lnTo>
                  <a:lnTo>
                    <a:pt x="655" y="1492"/>
                  </a:lnTo>
                  <a:lnTo>
                    <a:pt x="1746"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9" name="Google Shape;3959;p78"/>
            <p:cNvSpPr/>
            <p:nvPr/>
          </p:nvSpPr>
          <p:spPr>
            <a:xfrm>
              <a:off x="5347782" y="4437599"/>
              <a:ext cx="57335" cy="242838"/>
            </a:xfrm>
            <a:custGeom>
              <a:avLst/>
              <a:gdLst/>
              <a:ahLst/>
              <a:cxnLst/>
              <a:rect l="l" t="t" r="r" b="b"/>
              <a:pathLst>
                <a:path w="3237" h="13710" extrusionOk="0">
                  <a:moveTo>
                    <a:pt x="1092" y="1"/>
                  </a:moveTo>
                  <a:lnTo>
                    <a:pt x="1" y="1492"/>
                  </a:lnTo>
                  <a:lnTo>
                    <a:pt x="1092" y="3019"/>
                  </a:lnTo>
                  <a:lnTo>
                    <a:pt x="1" y="4546"/>
                  </a:lnTo>
                  <a:lnTo>
                    <a:pt x="1092" y="6073"/>
                  </a:lnTo>
                  <a:lnTo>
                    <a:pt x="1" y="7600"/>
                  </a:lnTo>
                  <a:lnTo>
                    <a:pt x="1092" y="9128"/>
                  </a:lnTo>
                  <a:lnTo>
                    <a:pt x="1" y="10655"/>
                  </a:lnTo>
                  <a:lnTo>
                    <a:pt x="1092" y="12182"/>
                  </a:lnTo>
                  <a:lnTo>
                    <a:pt x="1" y="13709"/>
                  </a:lnTo>
                  <a:lnTo>
                    <a:pt x="2146" y="13709"/>
                  </a:lnTo>
                  <a:lnTo>
                    <a:pt x="3237" y="12182"/>
                  </a:lnTo>
                  <a:lnTo>
                    <a:pt x="2146" y="10655"/>
                  </a:lnTo>
                  <a:lnTo>
                    <a:pt x="3237" y="9128"/>
                  </a:lnTo>
                  <a:lnTo>
                    <a:pt x="2146" y="7600"/>
                  </a:lnTo>
                  <a:lnTo>
                    <a:pt x="3237" y="6073"/>
                  </a:lnTo>
                  <a:lnTo>
                    <a:pt x="2146" y="4546"/>
                  </a:lnTo>
                  <a:lnTo>
                    <a:pt x="3237" y="3019"/>
                  </a:lnTo>
                  <a:lnTo>
                    <a:pt x="2146" y="1492"/>
                  </a:lnTo>
                  <a:lnTo>
                    <a:pt x="3237" y="1"/>
                  </a:lnTo>
                  <a:close/>
                </a:path>
              </a:pathLst>
            </a:custGeom>
            <a:solidFill>
              <a:srgbClr val="2D34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0" name="Google Shape;3960;p78"/>
            <p:cNvSpPr/>
            <p:nvPr/>
          </p:nvSpPr>
          <p:spPr>
            <a:xfrm>
              <a:off x="5312357" y="4436962"/>
              <a:ext cx="43821" cy="243476"/>
            </a:xfrm>
            <a:custGeom>
              <a:avLst/>
              <a:gdLst/>
              <a:ahLst/>
              <a:cxnLst/>
              <a:rect l="l" t="t" r="r" b="b"/>
              <a:pathLst>
                <a:path w="2474" h="13746" extrusionOk="0">
                  <a:moveTo>
                    <a:pt x="1" y="1"/>
                  </a:moveTo>
                  <a:lnTo>
                    <a:pt x="1" y="12909"/>
                  </a:lnTo>
                  <a:cubicBezTo>
                    <a:pt x="1" y="13381"/>
                    <a:pt x="365" y="13745"/>
                    <a:pt x="837" y="13745"/>
                  </a:cubicBezTo>
                  <a:lnTo>
                    <a:pt x="1383" y="13745"/>
                  </a:lnTo>
                  <a:lnTo>
                    <a:pt x="2474" y="12218"/>
                  </a:lnTo>
                  <a:lnTo>
                    <a:pt x="1383" y="10691"/>
                  </a:lnTo>
                  <a:lnTo>
                    <a:pt x="2474" y="9164"/>
                  </a:lnTo>
                  <a:lnTo>
                    <a:pt x="1383" y="7636"/>
                  </a:lnTo>
                  <a:lnTo>
                    <a:pt x="2474" y="6109"/>
                  </a:lnTo>
                  <a:lnTo>
                    <a:pt x="1383" y="4582"/>
                  </a:lnTo>
                  <a:lnTo>
                    <a:pt x="2474" y="3055"/>
                  </a:lnTo>
                  <a:lnTo>
                    <a:pt x="1383" y="1528"/>
                  </a:lnTo>
                  <a:lnTo>
                    <a:pt x="247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1" name="Google Shape;3961;p78"/>
            <p:cNvSpPr/>
            <p:nvPr/>
          </p:nvSpPr>
          <p:spPr>
            <a:xfrm>
              <a:off x="5385793" y="4437599"/>
              <a:ext cx="30288" cy="242838"/>
            </a:xfrm>
            <a:custGeom>
              <a:avLst/>
              <a:gdLst/>
              <a:ahLst/>
              <a:cxnLst/>
              <a:rect l="l" t="t" r="r" b="b"/>
              <a:pathLst>
                <a:path w="1710" h="13710" extrusionOk="0">
                  <a:moveTo>
                    <a:pt x="1091" y="1"/>
                  </a:moveTo>
                  <a:lnTo>
                    <a:pt x="0" y="1492"/>
                  </a:lnTo>
                  <a:lnTo>
                    <a:pt x="1091" y="3019"/>
                  </a:lnTo>
                  <a:lnTo>
                    <a:pt x="0" y="4546"/>
                  </a:lnTo>
                  <a:lnTo>
                    <a:pt x="1091" y="6073"/>
                  </a:lnTo>
                  <a:lnTo>
                    <a:pt x="0" y="7600"/>
                  </a:lnTo>
                  <a:lnTo>
                    <a:pt x="1091" y="9128"/>
                  </a:lnTo>
                  <a:lnTo>
                    <a:pt x="0" y="10655"/>
                  </a:lnTo>
                  <a:lnTo>
                    <a:pt x="1091" y="12182"/>
                  </a:lnTo>
                  <a:lnTo>
                    <a:pt x="0" y="13709"/>
                  </a:lnTo>
                  <a:lnTo>
                    <a:pt x="618" y="13709"/>
                  </a:lnTo>
                  <a:lnTo>
                    <a:pt x="1709" y="12182"/>
                  </a:lnTo>
                  <a:lnTo>
                    <a:pt x="618" y="10655"/>
                  </a:lnTo>
                  <a:lnTo>
                    <a:pt x="1709" y="9128"/>
                  </a:lnTo>
                  <a:lnTo>
                    <a:pt x="618" y="7600"/>
                  </a:lnTo>
                  <a:lnTo>
                    <a:pt x="1709" y="6073"/>
                  </a:lnTo>
                  <a:lnTo>
                    <a:pt x="618" y="4546"/>
                  </a:lnTo>
                  <a:lnTo>
                    <a:pt x="1709" y="3019"/>
                  </a:lnTo>
                  <a:lnTo>
                    <a:pt x="618" y="1492"/>
                  </a:lnTo>
                  <a:lnTo>
                    <a:pt x="1709" y="1"/>
                  </a:ln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2" name="Google Shape;3962;p78"/>
            <p:cNvSpPr/>
            <p:nvPr/>
          </p:nvSpPr>
          <p:spPr>
            <a:xfrm>
              <a:off x="5336835" y="4437599"/>
              <a:ext cx="30288" cy="242838"/>
            </a:xfrm>
            <a:custGeom>
              <a:avLst/>
              <a:gdLst/>
              <a:ahLst/>
              <a:cxnLst/>
              <a:rect l="l" t="t" r="r" b="b"/>
              <a:pathLst>
                <a:path w="1710" h="13710" extrusionOk="0">
                  <a:moveTo>
                    <a:pt x="1092" y="1"/>
                  </a:moveTo>
                  <a:lnTo>
                    <a:pt x="1" y="1492"/>
                  </a:lnTo>
                  <a:lnTo>
                    <a:pt x="1092" y="3019"/>
                  </a:lnTo>
                  <a:lnTo>
                    <a:pt x="1" y="4546"/>
                  </a:lnTo>
                  <a:lnTo>
                    <a:pt x="1092" y="6073"/>
                  </a:lnTo>
                  <a:lnTo>
                    <a:pt x="1" y="7600"/>
                  </a:lnTo>
                  <a:lnTo>
                    <a:pt x="1092" y="9128"/>
                  </a:lnTo>
                  <a:lnTo>
                    <a:pt x="1" y="10655"/>
                  </a:lnTo>
                  <a:lnTo>
                    <a:pt x="1092" y="12182"/>
                  </a:lnTo>
                  <a:lnTo>
                    <a:pt x="1" y="13709"/>
                  </a:lnTo>
                  <a:lnTo>
                    <a:pt x="619" y="13709"/>
                  </a:lnTo>
                  <a:lnTo>
                    <a:pt x="1710" y="12182"/>
                  </a:lnTo>
                  <a:lnTo>
                    <a:pt x="619" y="10655"/>
                  </a:lnTo>
                  <a:lnTo>
                    <a:pt x="1710" y="9128"/>
                  </a:lnTo>
                  <a:lnTo>
                    <a:pt x="619" y="7600"/>
                  </a:lnTo>
                  <a:lnTo>
                    <a:pt x="1710" y="6073"/>
                  </a:lnTo>
                  <a:lnTo>
                    <a:pt x="619" y="4546"/>
                  </a:lnTo>
                  <a:lnTo>
                    <a:pt x="1710" y="3019"/>
                  </a:lnTo>
                  <a:lnTo>
                    <a:pt x="619" y="1492"/>
                  </a:lnTo>
                  <a:lnTo>
                    <a:pt x="1710" y="1"/>
                  </a:ln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3" name="Google Shape;3963;p78"/>
            <p:cNvSpPr/>
            <p:nvPr/>
          </p:nvSpPr>
          <p:spPr>
            <a:xfrm>
              <a:off x="5396739" y="4437599"/>
              <a:ext cx="56698" cy="242838"/>
            </a:xfrm>
            <a:custGeom>
              <a:avLst/>
              <a:gdLst/>
              <a:ahLst/>
              <a:cxnLst/>
              <a:rect l="l" t="t" r="r" b="b"/>
              <a:pathLst>
                <a:path w="3201" h="13710" extrusionOk="0">
                  <a:moveTo>
                    <a:pt x="1091" y="1"/>
                  </a:moveTo>
                  <a:lnTo>
                    <a:pt x="0" y="1492"/>
                  </a:lnTo>
                  <a:lnTo>
                    <a:pt x="1091" y="3019"/>
                  </a:lnTo>
                  <a:lnTo>
                    <a:pt x="0" y="4546"/>
                  </a:lnTo>
                  <a:lnTo>
                    <a:pt x="1091" y="6073"/>
                  </a:lnTo>
                  <a:lnTo>
                    <a:pt x="0" y="7600"/>
                  </a:lnTo>
                  <a:lnTo>
                    <a:pt x="1091" y="9128"/>
                  </a:lnTo>
                  <a:lnTo>
                    <a:pt x="0" y="10655"/>
                  </a:lnTo>
                  <a:lnTo>
                    <a:pt x="1091" y="12182"/>
                  </a:lnTo>
                  <a:lnTo>
                    <a:pt x="0" y="13709"/>
                  </a:lnTo>
                  <a:lnTo>
                    <a:pt x="2109" y="13709"/>
                  </a:lnTo>
                  <a:lnTo>
                    <a:pt x="3200" y="12182"/>
                  </a:lnTo>
                  <a:lnTo>
                    <a:pt x="2109" y="10655"/>
                  </a:lnTo>
                  <a:lnTo>
                    <a:pt x="3200" y="9128"/>
                  </a:lnTo>
                  <a:lnTo>
                    <a:pt x="2109" y="7600"/>
                  </a:lnTo>
                  <a:lnTo>
                    <a:pt x="3200" y="6073"/>
                  </a:lnTo>
                  <a:lnTo>
                    <a:pt x="2109" y="4546"/>
                  </a:lnTo>
                  <a:lnTo>
                    <a:pt x="3200" y="3019"/>
                  </a:lnTo>
                  <a:lnTo>
                    <a:pt x="2109" y="1492"/>
                  </a:lnTo>
                  <a:lnTo>
                    <a:pt x="3200" y="1"/>
                  </a:lnTo>
                  <a:close/>
                </a:path>
              </a:pathLst>
            </a:custGeom>
            <a:solidFill>
              <a:srgbClr val="2D34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4" name="Google Shape;3964;p78"/>
            <p:cNvSpPr/>
            <p:nvPr/>
          </p:nvSpPr>
          <p:spPr>
            <a:xfrm>
              <a:off x="5445679" y="4437599"/>
              <a:ext cx="43821" cy="242183"/>
            </a:xfrm>
            <a:custGeom>
              <a:avLst/>
              <a:gdLst/>
              <a:ahLst/>
              <a:cxnLst/>
              <a:rect l="l" t="t" r="r" b="b"/>
              <a:pathLst>
                <a:path w="2474" h="13673" extrusionOk="0">
                  <a:moveTo>
                    <a:pt x="1092" y="1"/>
                  </a:moveTo>
                  <a:lnTo>
                    <a:pt x="1" y="1492"/>
                  </a:lnTo>
                  <a:lnTo>
                    <a:pt x="1092" y="3019"/>
                  </a:lnTo>
                  <a:lnTo>
                    <a:pt x="1" y="4546"/>
                  </a:lnTo>
                  <a:lnTo>
                    <a:pt x="1092" y="6073"/>
                  </a:lnTo>
                  <a:lnTo>
                    <a:pt x="1" y="7600"/>
                  </a:lnTo>
                  <a:lnTo>
                    <a:pt x="1092" y="9128"/>
                  </a:lnTo>
                  <a:lnTo>
                    <a:pt x="1" y="10618"/>
                  </a:lnTo>
                  <a:lnTo>
                    <a:pt x="1092" y="12146"/>
                  </a:lnTo>
                  <a:lnTo>
                    <a:pt x="1" y="13673"/>
                  </a:lnTo>
                  <a:lnTo>
                    <a:pt x="1637" y="13673"/>
                  </a:lnTo>
                  <a:cubicBezTo>
                    <a:pt x="2073" y="13673"/>
                    <a:pt x="2473" y="13309"/>
                    <a:pt x="2473" y="12836"/>
                  </a:cubicBezTo>
                  <a:lnTo>
                    <a:pt x="2473" y="1"/>
                  </a:lnTo>
                  <a:close/>
                </a:path>
              </a:pathLst>
            </a:custGeom>
            <a:solidFill>
              <a:srgbClr val="2D34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5" name="Google Shape;3965;p78"/>
            <p:cNvSpPr/>
            <p:nvPr/>
          </p:nvSpPr>
          <p:spPr>
            <a:xfrm>
              <a:off x="5434095" y="4437599"/>
              <a:ext cx="30926" cy="242838"/>
            </a:xfrm>
            <a:custGeom>
              <a:avLst/>
              <a:gdLst/>
              <a:ahLst/>
              <a:cxnLst/>
              <a:rect l="l" t="t" r="r" b="b"/>
              <a:pathLst>
                <a:path w="1746" h="13710" extrusionOk="0">
                  <a:moveTo>
                    <a:pt x="1091" y="1"/>
                  </a:moveTo>
                  <a:lnTo>
                    <a:pt x="0" y="1492"/>
                  </a:lnTo>
                  <a:lnTo>
                    <a:pt x="1091" y="3019"/>
                  </a:lnTo>
                  <a:lnTo>
                    <a:pt x="0" y="4546"/>
                  </a:lnTo>
                  <a:lnTo>
                    <a:pt x="1091" y="6073"/>
                  </a:lnTo>
                  <a:lnTo>
                    <a:pt x="0" y="7600"/>
                  </a:lnTo>
                  <a:lnTo>
                    <a:pt x="1091" y="9128"/>
                  </a:lnTo>
                  <a:lnTo>
                    <a:pt x="0" y="10655"/>
                  </a:lnTo>
                  <a:lnTo>
                    <a:pt x="1091" y="12182"/>
                  </a:lnTo>
                  <a:lnTo>
                    <a:pt x="0" y="13709"/>
                  </a:lnTo>
                  <a:lnTo>
                    <a:pt x="655" y="13709"/>
                  </a:lnTo>
                  <a:lnTo>
                    <a:pt x="1746" y="12182"/>
                  </a:lnTo>
                  <a:lnTo>
                    <a:pt x="655" y="10655"/>
                  </a:lnTo>
                  <a:lnTo>
                    <a:pt x="1746" y="9128"/>
                  </a:lnTo>
                  <a:lnTo>
                    <a:pt x="655" y="7600"/>
                  </a:lnTo>
                  <a:lnTo>
                    <a:pt x="1746" y="6073"/>
                  </a:lnTo>
                  <a:lnTo>
                    <a:pt x="655" y="4546"/>
                  </a:lnTo>
                  <a:lnTo>
                    <a:pt x="1746" y="3019"/>
                  </a:lnTo>
                  <a:lnTo>
                    <a:pt x="655" y="1492"/>
                  </a:lnTo>
                  <a:lnTo>
                    <a:pt x="1746" y="1"/>
                  </a:ln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6" name="Google Shape;3966;p78"/>
            <p:cNvSpPr/>
            <p:nvPr/>
          </p:nvSpPr>
          <p:spPr>
            <a:xfrm>
              <a:off x="4842214" y="4283040"/>
              <a:ext cx="311740" cy="169402"/>
            </a:xfrm>
            <a:custGeom>
              <a:avLst/>
              <a:gdLst/>
              <a:ahLst/>
              <a:cxnLst/>
              <a:rect l="l" t="t" r="r" b="b"/>
              <a:pathLst>
                <a:path w="17600" h="9564" extrusionOk="0">
                  <a:moveTo>
                    <a:pt x="546" y="0"/>
                  </a:moveTo>
                  <a:cubicBezTo>
                    <a:pt x="255" y="0"/>
                    <a:pt x="0" y="255"/>
                    <a:pt x="0" y="546"/>
                  </a:cubicBezTo>
                  <a:lnTo>
                    <a:pt x="0" y="9018"/>
                  </a:lnTo>
                  <a:cubicBezTo>
                    <a:pt x="0" y="9309"/>
                    <a:pt x="255" y="9563"/>
                    <a:pt x="546" y="9563"/>
                  </a:cubicBezTo>
                  <a:lnTo>
                    <a:pt x="17054" y="9563"/>
                  </a:lnTo>
                  <a:cubicBezTo>
                    <a:pt x="17345" y="9563"/>
                    <a:pt x="17599" y="9309"/>
                    <a:pt x="17599" y="9018"/>
                  </a:cubicBezTo>
                  <a:lnTo>
                    <a:pt x="17599" y="546"/>
                  </a:lnTo>
                  <a:cubicBezTo>
                    <a:pt x="17599" y="255"/>
                    <a:pt x="17345" y="0"/>
                    <a:pt x="1705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7" name="Google Shape;3967;p78"/>
            <p:cNvSpPr/>
            <p:nvPr/>
          </p:nvSpPr>
          <p:spPr>
            <a:xfrm>
              <a:off x="4868623" y="4297848"/>
              <a:ext cx="258266" cy="139769"/>
            </a:xfrm>
            <a:custGeom>
              <a:avLst/>
              <a:gdLst/>
              <a:ahLst/>
              <a:cxnLst/>
              <a:rect l="l" t="t" r="r" b="b"/>
              <a:pathLst>
                <a:path w="14581" h="7891" extrusionOk="0">
                  <a:moveTo>
                    <a:pt x="436" y="0"/>
                  </a:moveTo>
                  <a:cubicBezTo>
                    <a:pt x="218" y="0"/>
                    <a:pt x="0" y="182"/>
                    <a:pt x="0" y="437"/>
                  </a:cubicBezTo>
                  <a:lnTo>
                    <a:pt x="0" y="7455"/>
                  </a:lnTo>
                  <a:cubicBezTo>
                    <a:pt x="0" y="7709"/>
                    <a:pt x="218" y="7891"/>
                    <a:pt x="436" y="7891"/>
                  </a:cubicBezTo>
                  <a:lnTo>
                    <a:pt x="14145" y="7891"/>
                  </a:lnTo>
                  <a:cubicBezTo>
                    <a:pt x="14399" y="7891"/>
                    <a:pt x="14581" y="7709"/>
                    <a:pt x="14581" y="7455"/>
                  </a:cubicBezTo>
                  <a:lnTo>
                    <a:pt x="14581" y="437"/>
                  </a:lnTo>
                  <a:cubicBezTo>
                    <a:pt x="14581" y="182"/>
                    <a:pt x="14399" y="0"/>
                    <a:pt x="141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8" name="Google Shape;3968;p78"/>
            <p:cNvSpPr/>
            <p:nvPr/>
          </p:nvSpPr>
          <p:spPr>
            <a:xfrm>
              <a:off x="4538214" y="4352597"/>
              <a:ext cx="191313" cy="30288"/>
            </a:xfrm>
            <a:custGeom>
              <a:avLst/>
              <a:gdLst/>
              <a:ahLst/>
              <a:cxnLst/>
              <a:rect l="l" t="t" r="r" b="b"/>
              <a:pathLst>
                <a:path w="10801" h="1710" extrusionOk="0">
                  <a:moveTo>
                    <a:pt x="510" y="0"/>
                  </a:moveTo>
                  <a:cubicBezTo>
                    <a:pt x="219" y="0"/>
                    <a:pt x="1" y="255"/>
                    <a:pt x="1" y="546"/>
                  </a:cubicBezTo>
                  <a:lnTo>
                    <a:pt x="1" y="1164"/>
                  </a:lnTo>
                  <a:cubicBezTo>
                    <a:pt x="1" y="1491"/>
                    <a:pt x="219" y="1709"/>
                    <a:pt x="510" y="1709"/>
                  </a:cubicBezTo>
                  <a:lnTo>
                    <a:pt x="10255" y="1709"/>
                  </a:lnTo>
                  <a:cubicBezTo>
                    <a:pt x="10546" y="1709"/>
                    <a:pt x="10800" y="1491"/>
                    <a:pt x="10800" y="1164"/>
                  </a:cubicBezTo>
                  <a:lnTo>
                    <a:pt x="10800" y="546"/>
                  </a:lnTo>
                  <a:cubicBezTo>
                    <a:pt x="10800" y="255"/>
                    <a:pt x="10546" y="0"/>
                    <a:pt x="102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9" name="Google Shape;3969;p78"/>
            <p:cNvSpPr/>
            <p:nvPr/>
          </p:nvSpPr>
          <p:spPr>
            <a:xfrm>
              <a:off x="5265985" y="4352597"/>
              <a:ext cx="191950" cy="30288"/>
            </a:xfrm>
            <a:custGeom>
              <a:avLst/>
              <a:gdLst/>
              <a:ahLst/>
              <a:cxnLst/>
              <a:rect l="l" t="t" r="r" b="b"/>
              <a:pathLst>
                <a:path w="10837" h="1710" extrusionOk="0">
                  <a:moveTo>
                    <a:pt x="546" y="0"/>
                  </a:moveTo>
                  <a:cubicBezTo>
                    <a:pt x="255" y="0"/>
                    <a:pt x="1" y="255"/>
                    <a:pt x="1" y="546"/>
                  </a:cubicBezTo>
                  <a:lnTo>
                    <a:pt x="1" y="1164"/>
                  </a:lnTo>
                  <a:cubicBezTo>
                    <a:pt x="1" y="1491"/>
                    <a:pt x="255" y="1709"/>
                    <a:pt x="546" y="1709"/>
                  </a:cubicBezTo>
                  <a:lnTo>
                    <a:pt x="10291" y="1709"/>
                  </a:lnTo>
                  <a:cubicBezTo>
                    <a:pt x="10582" y="1709"/>
                    <a:pt x="10837" y="1491"/>
                    <a:pt x="10837" y="1164"/>
                  </a:cubicBezTo>
                  <a:lnTo>
                    <a:pt x="10837" y="546"/>
                  </a:lnTo>
                  <a:cubicBezTo>
                    <a:pt x="10837" y="255"/>
                    <a:pt x="10582" y="0"/>
                    <a:pt x="102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0" name="Google Shape;3970;p78"/>
            <p:cNvSpPr/>
            <p:nvPr/>
          </p:nvSpPr>
          <p:spPr>
            <a:xfrm>
              <a:off x="4779742" y="4061474"/>
              <a:ext cx="436029" cy="21928"/>
            </a:xfrm>
            <a:custGeom>
              <a:avLst/>
              <a:gdLst/>
              <a:ahLst/>
              <a:cxnLst/>
              <a:rect l="l" t="t" r="r" b="b"/>
              <a:pathLst>
                <a:path w="24617" h="1238" extrusionOk="0">
                  <a:moveTo>
                    <a:pt x="618" y="1"/>
                  </a:moveTo>
                  <a:cubicBezTo>
                    <a:pt x="291" y="1"/>
                    <a:pt x="0" y="255"/>
                    <a:pt x="0" y="619"/>
                  </a:cubicBezTo>
                  <a:cubicBezTo>
                    <a:pt x="0" y="946"/>
                    <a:pt x="291" y="1237"/>
                    <a:pt x="618" y="1237"/>
                  </a:cubicBezTo>
                  <a:lnTo>
                    <a:pt x="23999" y="1237"/>
                  </a:lnTo>
                  <a:cubicBezTo>
                    <a:pt x="24362" y="1237"/>
                    <a:pt x="24617" y="946"/>
                    <a:pt x="24617" y="619"/>
                  </a:cubicBezTo>
                  <a:cubicBezTo>
                    <a:pt x="24617" y="255"/>
                    <a:pt x="24362" y="1"/>
                    <a:pt x="23999" y="1"/>
                  </a:cubicBez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1" name="Google Shape;3971;p78"/>
            <p:cNvSpPr/>
            <p:nvPr/>
          </p:nvSpPr>
          <p:spPr>
            <a:xfrm>
              <a:off x="4891809" y="4017689"/>
              <a:ext cx="212550" cy="21910"/>
            </a:xfrm>
            <a:custGeom>
              <a:avLst/>
              <a:gdLst/>
              <a:ahLst/>
              <a:cxnLst/>
              <a:rect l="l" t="t" r="r" b="b"/>
              <a:pathLst>
                <a:path w="12000" h="1237" extrusionOk="0">
                  <a:moveTo>
                    <a:pt x="618" y="0"/>
                  </a:moveTo>
                  <a:cubicBezTo>
                    <a:pt x="255" y="0"/>
                    <a:pt x="0" y="291"/>
                    <a:pt x="0" y="618"/>
                  </a:cubicBezTo>
                  <a:cubicBezTo>
                    <a:pt x="0" y="982"/>
                    <a:pt x="255" y="1237"/>
                    <a:pt x="618" y="1237"/>
                  </a:cubicBezTo>
                  <a:lnTo>
                    <a:pt x="11381" y="1237"/>
                  </a:lnTo>
                  <a:cubicBezTo>
                    <a:pt x="11708" y="1237"/>
                    <a:pt x="11999" y="982"/>
                    <a:pt x="11999" y="618"/>
                  </a:cubicBezTo>
                  <a:cubicBezTo>
                    <a:pt x="11999" y="291"/>
                    <a:pt x="11708" y="0"/>
                    <a:pt x="11381" y="0"/>
                  </a:cubicBez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2" name="Google Shape;3972;p78"/>
            <p:cNvSpPr/>
            <p:nvPr/>
          </p:nvSpPr>
          <p:spPr>
            <a:xfrm>
              <a:off x="4780380" y="4104640"/>
              <a:ext cx="436046" cy="21910"/>
            </a:xfrm>
            <a:custGeom>
              <a:avLst/>
              <a:gdLst/>
              <a:ahLst/>
              <a:cxnLst/>
              <a:rect l="l" t="t" r="r" b="b"/>
              <a:pathLst>
                <a:path w="24618" h="1237" extrusionOk="0">
                  <a:moveTo>
                    <a:pt x="619" y="0"/>
                  </a:moveTo>
                  <a:cubicBezTo>
                    <a:pt x="255" y="0"/>
                    <a:pt x="1" y="291"/>
                    <a:pt x="1" y="618"/>
                  </a:cubicBezTo>
                  <a:cubicBezTo>
                    <a:pt x="1" y="945"/>
                    <a:pt x="255" y="1236"/>
                    <a:pt x="619" y="1236"/>
                  </a:cubicBezTo>
                  <a:lnTo>
                    <a:pt x="23999" y="1236"/>
                  </a:lnTo>
                  <a:cubicBezTo>
                    <a:pt x="24326" y="1236"/>
                    <a:pt x="24617" y="982"/>
                    <a:pt x="24617" y="618"/>
                  </a:cubicBezTo>
                  <a:cubicBezTo>
                    <a:pt x="24617" y="291"/>
                    <a:pt x="24326" y="0"/>
                    <a:pt x="23999" y="0"/>
                  </a:cubicBez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3" name="Google Shape;3973;p78"/>
            <p:cNvSpPr/>
            <p:nvPr/>
          </p:nvSpPr>
          <p:spPr>
            <a:xfrm>
              <a:off x="4780380" y="4148425"/>
              <a:ext cx="436046" cy="21910"/>
            </a:xfrm>
            <a:custGeom>
              <a:avLst/>
              <a:gdLst/>
              <a:ahLst/>
              <a:cxnLst/>
              <a:rect l="l" t="t" r="r" b="b"/>
              <a:pathLst>
                <a:path w="24618" h="1237" extrusionOk="0">
                  <a:moveTo>
                    <a:pt x="619" y="1"/>
                  </a:moveTo>
                  <a:cubicBezTo>
                    <a:pt x="255" y="1"/>
                    <a:pt x="1" y="255"/>
                    <a:pt x="1" y="619"/>
                  </a:cubicBezTo>
                  <a:cubicBezTo>
                    <a:pt x="1" y="946"/>
                    <a:pt x="255" y="1237"/>
                    <a:pt x="619" y="1237"/>
                  </a:cubicBezTo>
                  <a:lnTo>
                    <a:pt x="23999" y="1237"/>
                  </a:lnTo>
                  <a:cubicBezTo>
                    <a:pt x="24326" y="1237"/>
                    <a:pt x="24617" y="946"/>
                    <a:pt x="24617" y="619"/>
                  </a:cubicBezTo>
                  <a:cubicBezTo>
                    <a:pt x="24617" y="255"/>
                    <a:pt x="24326" y="1"/>
                    <a:pt x="23999" y="1"/>
                  </a:cubicBez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4" name="Google Shape;3974;p78"/>
            <p:cNvSpPr/>
            <p:nvPr/>
          </p:nvSpPr>
          <p:spPr>
            <a:xfrm>
              <a:off x="4780380" y="4191573"/>
              <a:ext cx="436046" cy="21928"/>
            </a:xfrm>
            <a:custGeom>
              <a:avLst/>
              <a:gdLst/>
              <a:ahLst/>
              <a:cxnLst/>
              <a:rect l="l" t="t" r="r" b="b"/>
              <a:pathLst>
                <a:path w="24618" h="1238" extrusionOk="0">
                  <a:moveTo>
                    <a:pt x="619" y="1"/>
                  </a:moveTo>
                  <a:cubicBezTo>
                    <a:pt x="255" y="1"/>
                    <a:pt x="1" y="292"/>
                    <a:pt x="1" y="619"/>
                  </a:cubicBezTo>
                  <a:cubicBezTo>
                    <a:pt x="1" y="946"/>
                    <a:pt x="255" y="1237"/>
                    <a:pt x="619" y="1237"/>
                  </a:cubicBezTo>
                  <a:lnTo>
                    <a:pt x="23999" y="1237"/>
                  </a:lnTo>
                  <a:cubicBezTo>
                    <a:pt x="24326" y="1237"/>
                    <a:pt x="24617" y="983"/>
                    <a:pt x="24617" y="619"/>
                  </a:cubicBezTo>
                  <a:cubicBezTo>
                    <a:pt x="24617" y="292"/>
                    <a:pt x="24326" y="1"/>
                    <a:pt x="23999" y="1"/>
                  </a:cubicBez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78"/>
            <p:cNvSpPr/>
            <p:nvPr/>
          </p:nvSpPr>
          <p:spPr>
            <a:xfrm>
              <a:off x="4780380" y="4235322"/>
              <a:ext cx="436046" cy="21379"/>
            </a:xfrm>
            <a:custGeom>
              <a:avLst/>
              <a:gdLst/>
              <a:ahLst/>
              <a:cxnLst/>
              <a:rect l="l" t="t" r="r" b="b"/>
              <a:pathLst>
                <a:path w="24618" h="1207" extrusionOk="0">
                  <a:moveTo>
                    <a:pt x="558" y="0"/>
                  </a:moveTo>
                  <a:cubicBezTo>
                    <a:pt x="227" y="0"/>
                    <a:pt x="1" y="279"/>
                    <a:pt x="1" y="622"/>
                  </a:cubicBezTo>
                  <a:cubicBezTo>
                    <a:pt x="1" y="949"/>
                    <a:pt x="255" y="1203"/>
                    <a:pt x="619" y="1203"/>
                  </a:cubicBezTo>
                  <a:lnTo>
                    <a:pt x="23999" y="1203"/>
                  </a:lnTo>
                  <a:cubicBezTo>
                    <a:pt x="24018" y="1205"/>
                    <a:pt x="24036" y="1206"/>
                    <a:pt x="24054" y="1206"/>
                  </a:cubicBezTo>
                  <a:cubicBezTo>
                    <a:pt x="24358" y="1206"/>
                    <a:pt x="24617" y="928"/>
                    <a:pt x="24617" y="585"/>
                  </a:cubicBezTo>
                  <a:cubicBezTo>
                    <a:pt x="24617" y="258"/>
                    <a:pt x="24326" y="3"/>
                    <a:pt x="23999" y="3"/>
                  </a:cubicBezTo>
                  <a:lnTo>
                    <a:pt x="619" y="3"/>
                  </a:lnTo>
                  <a:cubicBezTo>
                    <a:pt x="598" y="1"/>
                    <a:pt x="578" y="0"/>
                    <a:pt x="558" y="0"/>
                  </a:cubicBez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6" name="Google Shape;3976;p78"/>
            <p:cNvSpPr/>
            <p:nvPr/>
          </p:nvSpPr>
          <p:spPr>
            <a:xfrm>
              <a:off x="4544662" y="4058906"/>
              <a:ext cx="148785" cy="148785"/>
            </a:xfrm>
            <a:custGeom>
              <a:avLst/>
              <a:gdLst/>
              <a:ahLst/>
              <a:cxnLst/>
              <a:rect l="l" t="t" r="r" b="b"/>
              <a:pathLst>
                <a:path w="8400" h="8400" extrusionOk="0">
                  <a:moveTo>
                    <a:pt x="4218" y="0"/>
                  </a:moveTo>
                  <a:cubicBezTo>
                    <a:pt x="1891" y="0"/>
                    <a:pt x="0" y="1855"/>
                    <a:pt x="0" y="4182"/>
                  </a:cubicBezTo>
                  <a:cubicBezTo>
                    <a:pt x="0" y="6509"/>
                    <a:pt x="1891" y="8400"/>
                    <a:pt x="4218" y="8400"/>
                  </a:cubicBezTo>
                  <a:cubicBezTo>
                    <a:pt x="6545" y="8400"/>
                    <a:pt x="8400" y="6509"/>
                    <a:pt x="8400" y="4182"/>
                  </a:cubicBezTo>
                  <a:cubicBezTo>
                    <a:pt x="8400" y="1855"/>
                    <a:pt x="6545" y="0"/>
                    <a:pt x="42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7" name="Google Shape;3977;p78"/>
            <p:cNvSpPr/>
            <p:nvPr/>
          </p:nvSpPr>
          <p:spPr>
            <a:xfrm>
              <a:off x="4559469" y="4073076"/>
              <a:ext cx="119807" cy="120445"/>
            </a:xfrm>
            <a:custGeom>
              <a:avLst/>
              <a:gdLst/>
              <a:ahLst/>
              <a:cxnLst/>
              <a:rect l="l" t="t" r="r" b="b"/>
              <a:pathLst>
                <a:path w="6764" h="6800" extrusionOk="0">
                  <a:moveTo>
                    <a:pt x="3382" y="0"/>
                  </a:moveTo>
                  <a:cubicBezTo>
                    <a:pt x="1492" y="0"/>
                    <a:pt x="1" y="1528"/>
                    <a:pt x="1" y="3382"/>
                  </a:cubicBezTo>
                  <a:cubicBezTo>
                    <a:pt x="1" y="5273"/>
                    <a:pt x="1492" y="6800"/>
                    <a:pt x="3382" y="6800"/>
                  </a:cubicBezTo>
                  <a:cubicBezTo>
                    <a:pt x="5237" y="6800"/>
                    <a:pt x="6764" y="5273"/>
                    <a:pt x="6764" y="3382"/>
                  </a:cubicBezTo>
                  <a:cubicBezTo>
                    <a:pt x="6764" y="1528"/>
                    <a:pt x="5237" y="0"/>
                    <a:pt x="33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78"/>
            <p:cNvSpPr/>
            <p:nvPr/>
          </p:nvSpPr>
          <p:spPr>
            <a:xfrm>
              <a:off x="4544662" y="4227653"/>
              <a:ext cx="149440" cy="38649"/>
            </a:xfrm>
            <a:custGeom>
              <a:avLst/>
              <a:gdLst/>
              <a:ahLst/>
              <a:cxnLst/>
              <a:rect l="l" t="t" r="r" b="b"/>
              <a:pathLst>
                <a:path w="8437" h="2182" extrusionOk="0">
                  <a:moveTo>
                    <a:pt x="546" y="0"/>
                  </a:moveTo>
                  <a:cubicBezTo>
                    <a:pt x="255" y="0"/>
                    <a:pt x="0" y="255"/>
                    <a:pt x="0" y="546"/>
                  </a:cubicBezTo>
                  <a:lnTo>
                    <a:pt x="0" y="1636"/>
                  </a:lnTo>
                  <a:cubicBezTo>
                    <a:pt x="0" y="1927"/>
                    <a:pt x="255" y="2182"/>
                    <a:pt x="546" y="2182"/>
                  </a:cubicBezTo>
                  <a:lnTo>
                    <a:pt x="7891" y="2182"/>
                  </a:lnTo>
                  <a:cubicBezTo>
                    <a:pt x="8182" y="2182"/>
                    <a:pt x="8436" y="1927"/>
                    <a:pt x="8436" y="1636"/>
                  </a:cubicBezTo>
                  <a:lnTo>
                    <a:pt x="8436" y="546"/>
                  </a:lnTo>
                  <a:cubicBezTo>
                    <a:pt x="8436" y="255"/>
                    <a:pt x="8182" y="0"/>
                    <a:pt x="78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78"/>
            <p:cNvSpPr/>
            <p:nvPr/>
          </p:nvSpPr>
          <p:spPr>
            <a:xfrm>
              <a:off x="5302066" y="4058906"/>
              <a:ext cx="149423" cy="148785"/>
            </a:xfrm>
            <a:custGeom>
              <a:avLst/>
              <a:gdLst/>
              <a:ahLst/>
              <a:cxnLst/>
              <a:rect l="l" t="t" r="r" b="b"/>
              <a:pathLst>
                <a:path w="8436" h="8400" extrusionOk="0">
                  <a:moveTo>
                    <a:pt x="4218" y="0"/>
                  </a:moveTo>
                  <a:cubicBezTo>
                    <a:pt x="1891" y="0"/>
                    <a:pt x="0" y="1855"/>
                    <a:pt x="0" y="4182"/>
                  </a:cubicBezTo>
                  <a:cubicBezTo>
                    <a:pt x="0" y="6509"/>
                    <a:pt x="1891" y="8400"/>
                    <a:pt x="4218" y="8400"/>
                  </a:cubicBezTo>
                  <a:cubicBezTo>
                    <a:pt x="6545" y="8400"/>
                    <a:pt x="8436" y="6509"/>
                    <a:pt x="8436" y="4182"/>
                  </a:cubicBezTo>
                  <a:cubicBezTo>
                    <a:pt x="8436" y="1855"/>
                    <a:pt x="6545" y="0"/>
                    <a:pt x="4218" y="0"/>
                  </a:cubicBezTo>
                  <a:close/>
                </a:path>
              </a:pathLst>
            </a:custGeom>
            <a:solidFill>
              <a:srgbClr val="8082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78"/>
            <p:cNvSpPr/>
            <p:nvPr/>
          </p:nvSpPr>
          <p:spPr>
            <a:xfrm>
              <a:off x="5302066" y="4227653"/>
              <a:ext cx="148785" cy="38649"/>
            </a:xfrm>
            <a:custGeom>
              <a:avLst/>
              <a:gdLst/>
              <a:ahLst/>
              <a:cxnLst/>
              <a:rect l="l" t="t" r="r" b="b"/>
              <a:pathLst>
                <a:path w="8400" h="2182" extrusionOk="0">
                  <a:moveTo>
                    <a:pt x="546" y="0"/>
                  </a:moveTo>
                  <a:cubicBezTo>
                    <a:pt x="255" y="0"/>
                    <a:pt x="0" y="255"/>
                    <a:pt x="0" y="546"/>
                  </a:cubicBezTo>
                  <a:lnTo>
                    <a:pt x="0" y="1636"/>
                  </a:lnTo>
                  <a:cubicBezTo>
                    <a:pt x="0" y="1927"/>
                    <a:pt x="255" y="2182"/>
                    <a:pt x="546" y="2182"/>
                  </a:cubicBezTo>
                  <a:lnTo>
                    <a:pt x="7891" y="2182"/>
                  </a:lnTo>
                  <a:cubicBezTo>
                    <a:pt x="8181" y="2182"/>
                    <a:pt x="8400" y="1927"/>
                    <a:pt x="8400" y="1636"/>
                  </a:cubicBezTo>
                  <a:lnTo>
                    <a:pt x="8400" y="546"/>
                  </a:lnTo>
                  <a:cubicBezTo>
                    <a:pt x="8400" y="255"/>
                    <a:pt x="8181" y="0"/>
                    <a:pt x="7891" y="0"/>
                  </a:cubicBezTo>
                  <a:close/>
                </a:path>
              </a:pathLst>
            </a:custGeom>
            <a:solidFill>
              <a:srgbClr val="FFDC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78"/>
            <p:cNvSpPr/>
            <p:nvPr/>
          </p:nvSpPr>
          <p:spPr>
            <a:xfrm>
              <a:off x="4576225" y="3631255"/>
              <a:ext cx="843062" cy="309154"/>
            </a:xfrm>
            <a:custGeom>
              <a:avLst/>
              <a:gdLst/>
              <a:ahLst/>
              <a:cxnLst/>
              <a:rect l="l" t="t" r="r" b="b"/>
              <a:pathLst>
                <a:path w="47597" h="17454" extrusionOk="0">
                  <a:moveTo>
                    <a:pt x="1055" y="1"/>
                  </a:moveTo>
                  <a:cubicBezTo>
                    <a:pt x="473" y="1"/>
                    <a:pt x="0" y="473"/>
                    <a:pt x="0" y="1091"/>
                  </a:cubicBezTo>
                  <a:lnTo>
                    <a:pt x="0" y="16399"/>
                  </a:lnTo>
                  <a:cubicBezTo>
                    <a:pt x="0" y="16981"/>
                    <a:pt x="473" y="17454"/>
                    <a:pt x="1055" y="17454"/>
                  </a:cubicBezTo>
                  <a:lnTo>
                    <a:pt x="46542" y="17454"/>
                  </a:lnTo>
                  <a:cubicBezTo>
                    <a:pt x="47124" y="17454"/>
                    <a:pt x="47597" y="16981"/>
                    <a:pt x="47597" y="16399"/>
                  </a:cubicBezTo>
                  <a:lnTo>
                    <a:pt x="47597" y="1091"/>
                  </a:lnTo>
                  <a:cubicBezTo>
                    <a:pt x="47597" y="473"/>
                    <a:pt x="47124" y="1"/>
                    <a:pt x="4654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2" name="Google Shape;3982;p78"/>
            <p:cNvSpPr/>
            <p:nvPr/>
          </p:nvSpPr>
          <p:spPr>
            <a:xfrm>
              <a:off x="4589102" y="3643495"/>
              <a:ext cx="394174" cy="285331"/>
            </a:xfrm>
            <a:custGeom>
              <a:avLst/>
              <a:gdLst/>
              <a:ahLst/>
              <a:cxnLst/>
              <a:rect l="l" t="t" r="r" b="b"/>
              <a:pathLst>
                <a:path w="22254" h="16109" extrusionOk="0">
                  <a:moveTo>
                    <a:pt x="509" y="0"/>
                  </a:moveTo>
                  <a:cubicBezTo>
                    <a:pt x="219" y="0"/>
                    <a:pt x="0" y="255"/>
                    <a:pt x="0" y="546"/>
                  </a:cubicBezTo>
                  <a:lnTo>
                    <a:pt x="0" y="15563"/>
                  </a:lnTo>
                  <a:cubicBezTo>
                    <a:pt x="0" y="15854"/>
                    <a:pt x="219" y="16108"/>
                    <a:pt x="509" y="16108"/>
                  </a:cubicBezTo>
                  <a:lnTo>
                    <a:pt x="21708" y="16108"/>
                  </a:lnTo>
                  <a:cubicBezTo>
                    <a:pt x="22035" y="16108"/>
                    <a:pt x="22253" y="15854"/>
                    <a:pt x="22253" y="15563"/>
                  </a:cubicBezTo>
                  <a:lnTo>
                    <a:pt x="22253" y="546"/>
                  </a:lnTo>
                  <a:cubicBezTo>
                    <a:pt x="22253" y="255"/>
                    <a:pt x="22035" y="0"/>
                    <a:pt x="217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78"/>
            <p:cNvSpPr/>
            <p:nvPr/>
          </p:nvSpPr>
          <p:spPr>
            <a:xfrm>
              <a:off x="5012236" y="3643495"/>
              <a:ext cx="394829" cy="285331"/>
            </a:xfrm>
            <a:custGeom>
              <a:avLst/>
              <a:gdLst/>
              <a:ahLst/>
              <a:cxnLst/>
              <a:rect l="l" t="t" r="r" b="b"/>
              <a:pathLst>
                <a:path w="22291" h="16109" extrusionOk="0">
                  <a:moveTo>
                    <a:pt x="546" y="0"/>
                  </a:moveTo>
                  <a:cubicBezTo>
                    <a:pt x="255" y="0"/>
                    <a:pt x="1" y="255"/>
                    <a:pt x="1" y="546"/>
                  </a:cubicBezTo>
                  <a:lnTo>
                    <a:pt x="1" y="15563"/>
                  </a:lnTo>
                  <a:cubicBezTo>
                    <a:pt x="1" y="15854"/>
                    <a:pt x="255" y="16108"/>
                    <a:pt x="546" y="16108"/>
                  </a:cubicBezTo>
                  <a:lnTo>
                    <a:pt x="21745" y="16108"/>
                  </a:lnTo>
                  <a:cubicBezTo>
                    <a:pt x="22036" y="16108"/>
                    <a:pt x="22290" y="15854"/>
                    <a:pt x="22290" y="15563"/>
                  </a:cubicBezTo>
                  <a:lnTo>
                    <a:pt x="22290" y="546"/>
                  </a:lnTo>
                  <a:cubicBezTo>
                    <a:pt x="22290" y="255"/>
                    <a:pt x="22036" y="0"/>
                    <a:pt x="217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78"/>
            <p:cNvSpPr/>
            <p:nvPr/>
          </p:nvSpPr>
          <p:spPr>
            <a:xfrm>
              <a:off x="4761055" y="3515327"/>
              <a:ext cx="474040" cy="94691"/>
            </a:xfrm>
            <a:custGeom>
              <a:avLst/>
              <a:gdLst/>
              <a:ahLst/>
              <a:cxnLst/>
              <a:rect l="l" t="t" r="r" b="b"/>
              <a:pathLst>
                <a:path w="26763" h="5346" extrusionOk="0">
                  <a:moveTo>
                    <a:pt x="2255" y="1"/>
                  </a:moveTo>
                  <a:cubicBezTo>
                    <a:pt x="983" y="1"/>
                    <a:pt x="1" y="982"/>
                    <a:pt x="1" y="2255"/>
                  </a:cubicBezTo>
                  <a:lnTo>
                    <a:pt x="1" y="3055"/>
                  </a:lnTo>
                  <a:cubicBezTo>
                    <a:pt x="1" y="4328"/>
                    <a:pt x="983" y="5346"/>
                    <a:pt x="2255" y="5346"/>
                  </a:cubicBezTo>
                  <a:lnTo>
                    <a:pt x="24508" y="5346"/>
                  </a:lnTo>
                  <a:cubicBezTo>
                    <a:pt x="25745" y="5346"/>
                    <a:pt x="26763" y="4328"/>
                    <a:pt x="26763" y="3055"/>
                  </a:cubicBezTo>
                  <a:lnTo>
                    <a:pt x="26763" y="2255"/>
                  </a:lnTo>
                  <a:cubicBezTo>
                    <a:pt x="26763" y="982"/>
                    <a:pt x="25745" y="1"/>
                    <a:pt x="2450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78"/>
            <p:cNvSpPr/>
            <p:nvPr/>
          </p:nvSpPr>
          <p:spPr>
            <a:xfrm>
              <a:off x="4768796" y="3522412"/>
              <a:ext cx="457921" cy="79883"/>
            </a:xfrm>
            <a:custGeom>
              <a:avLst/>
              <a:gdLst/>
              <a:ahLst/>
              <a:cxnLst/>
              <a:rect l="l" t="t" r="r" b="b"/>
              <a:pathLst>
                <a:path w="25853" h="4510" extrusionOk="0">
                  <a:moveTo>
                    <a:pt x="1927" y="0"/>
                  </a:moveTo>
                  <a:cubicBezTo>
                    <a:pt x="873" y="0"/>
                    <a:pt x="0" y="873"/>
                    <a:pt x="0" y="1928"/>
                  </a:cubicBezTo>
                  <a:lnTo>
                    <a:pt x="0" y="2582"/>
                  </a:lnTo>
                  <a:cubicBezTo>
                    <a:pt x="0" y="3673"/>
                    <a:pt x="873" y="4509"/>
                    <a:pt x="1927" y="4509"/>
                  </a:cubicBezTo>
                  <a:lnTo>
                    <a:pt x="23926" y="4509"/>
                  </a:lnTo>
                  <a:cubicBezTo>
                    <a:pt x="25017" y="4509"/>
                    <a:pt x="25853" y="3673"/>
                    <a:pt x="25853" y="2582"/>
                  </a:cubicBezTo>
                  <a:lnTo>
                    <a:pt x="25853" y="1928"/>
                  </a:lnTo>
                  <a:cubicBezTo>
                    <a:pt x="25853" y="873"/>
                    <a:pt x="25017" y="0"/>
                    <a:pt x="2392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6" name="Google Shape;3986;p78"/>
            <p:cNvSpPr/>
            <p:nvPr/>
          </p:nvSpPr>
          <p:spPr>
            <a:xfrm>
              <a:off x="4585879" y="3532065"/>
              <a:ext cx="60559" cy="60559"/>
            </a:xfrm>
            <a:custGeom>
              <a:avLst/>
              <a:gdLst/>
              <a:ahLst/>
              <a:cxnLst/>
              <a:rect l="l" t="t" r="r" b="b"/>
              <a:pathLst>
                <a:path w="3419" h="3419" extrusionOk="0">
                  <a:moveTo>
                    <a:pt x="1710" y="1"/>
                  </a:moveTo>
                  <a:cubicBezTo>
                    <a:pt x="764" y="1"/>
                    <a:pt x="1" y="764"/>
                    <a:pt x="1" y="1710"/>
                  </a:cubicBezTo>
                  <a:cubicBezTo>
                    <a:pt x="1" y="2655"/>
                    <a:pt x="764" y="3419"/>
                    <a:pt x="1710" y="3419"/>
                  </a:cubicBezTo>
                  <a:cubicBezTo>
                    <a:pt x="2619" y="3419"/>
                    <a:pt x="3419" y="2655"/>
                    <a:pt x="3419" y="1710"/>
                  </a:cubicBezTo>
                  <a:cubicBezTo>
                    <a:pt x="3419" y="764"/>
                    <a:pt x="2619" y="1"/>
                    <a:pt x="171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7" name="Google Shape;3987;p78"/>
            <p:cNvSpPr/>
            <p:nvPr/>
          </p:nvSpPr>
          <p:spPr>
            <a:xfrm>
              <a:off x="4595550" y="3542374"/>
              <a:ext cx="40579" cy="39959"/>
            </a:xfrm>
            <a:custGeom>
              <a:avLst/>
              <a:gdLst/>
              <a:ahLst/>
              <a:cxnLst/>
              <a:rect l="l" t="t" r="r" b="b"/>
              <a:pathLst>
                <a:path w="2291" h="2256" extrusionOk="0">
                  <a:moveTo>
                    <a:pt x="1164" y="1"/>
                  </a:moveTo>
                  <a:cubicBezTo>
                    <a:pt x="509" y="1"/>
                    <a:pt x="0" y="510"/>
                    <a:pt x="0" y="1128"/>
                  </a:cubicBezTo>
                  <a:cubicBezTo>
                    <a:pt x="0" y="1746"/>
                    <a:pt x="509" y="2255"/>
                    <a:pt x="1164" y="2255"/>
                  </a:cubicBezTo>
                  <a:cubicBezTo>
                    <a:pt x="1782" y="2255"/>
                    <a:pt x="2291" y="1746"/>
                    <a:pt x="2291" y="1128"/>
                  </a:cubicBezTo>
                  <a:cubicBezTo>
                    <a:pt x="2291" y="510"/>
                    <a:pt x="1782" y="1"/>
                    <a:pt x="116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8" name="Google Shape;3988;p78"/>
            <p:cNvSpPr/>
            <p:nvPr/>
          </p:nvSpPr>
          <p:spPr>
            <a:xfrm>
              <a:off x="4668313" y="3532065"/>
              <a:ext cx="60559" cy="60559"/>
            </a:xfrm>
            <a:custGeom>
              <a:avLst/>
              <a:gdLst/>
              <a:ahLst/>
              <a:cxnLst/>
              <a:rect l="l" t="t" r="r" b="b"/>
              <a:pathLst>
                <a:path w="3419" h="3419" extrusionOk="0">
                  <a:moveTo>
                    <a:pt x="1710" y="1"/>
                  </a:moveTo>
                  <a:cubicBezTo>
                    <a:pt x="764" y="1"/>
                    <a:pt x="1" y="764"/>
                    <a:pt x="1" y="1710"/>
                  </a:cubicBezTo>
                  <a:cubicBezTo>
                    <a:pt x="1" y="2655"/>
                    <a:pt x="764" y="3419"/>
                    <a:pt x="1710" y="3419"/>
                  </a:cubicBezTo>
                  <a:cubicBezTo>
                    <a:pt x="2619" y="3419"/>
                    <a:pt x="3419" y="2655"/>
                    <a:pt x="3419" y="1710"/>
                  </a:cubicBezTo>
                  <a:cubicBezTo>
                    <a:pt x="3419" y="764"/>
                    <a:pt x="2619" y="1"/>
                    <a:pt x="171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9" name="Google Shape;3989;p78"/>
            <p:cNvSpPr/>
            <p:nvPr/>
          </p:nvSpPr>
          <p:spPr>
            <a:xfrm>
              <a:off x="4677984" y="3542374"/>
              <a:ext cx="40579" cy="39959"/>
            </a:xfrm>
            <a:custGeom>
              <a:avLst/>
              <a:gdLst/>
              <a:ahLst/>
              <a:cxnLst/>
              <a:rect l="l" t="t" r="r" b="b"/>
              <a:pathLst>
                <a:path w="2291" h="2256" extrusionOk="0">
                  <a:moveTo>
                    <a:pt x="1164" y="1"/>
                  </a:moveTo>
                  <a:cubicBezTo>
                    <a:pt x="509" y="1"/>
                    <a:pt x="0" y="510"/>
                    <a:pt x="0" y="1128"/>
                  </a:cubicBezTo>
                  <a:cubicBezTo>
                    <a:pt x="0" y="1746"/>
                    <a:pt x="509" y="2255"/>
                    <a:pt x="1164" y="2255"/>
                  </a:cubicBezTo>
                  <a:cubicBezTo>
                    <a:pt x="1782" y="2255"/>
                    <a:pt x="2291" y="1746"/>
                    <a:pt x="2291" y="1128"/>
                  </a:cubicBezTo>
                  <a:cubicBezTo>
                    <a:pt x="2291" y="510"/>
                    <a:pt x="1782" y="1"/>
                    <a:pt x="116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0" name="Google Shape;3990;p78"/>
            <p:cNvSpPr/>
            <p:nvPr/>
          </p:nvSpPr>
          <p:spPr>
            <a:xfrm>
              <a:off x="5264055" y="3532065"/>
              <a:ext cx="60559" cy="60559"/>
            </a:xfrm>
            <a:custGeom>
              <a:avLst/>
              <a:gdLst/>
              <a:ahLst/>
              <a:cxnLst/>
              <a:rect l="l" t="t" r="r" b="b"/>
              <a:pathLst>
                <a:path w="3419" h="3419" extrusionOk="0">
                  <a:moveTo>
                    <a:pt x="1710" y="1"/>
                  </a:moveTo>
                  <a:cubicBezTo>
                    <a:pt x="764" y="1"/>
                    <a:pt x="1" y="764"/>
                    <a:pt x="1" y="1710"/>
                  </a:cubicBezTo>
                  <a:cubicBezTo>
                    <a:pt x="1" y="2655"/>
                    <a:pt x="764" y="3419"/>
                    <a:pt x="1710" y="3419"/>
                  </a:cubicBezTo>
                  <a:cubicBezTo>
                    <a:pt x="2655" y="3419"/>
                    <a:pt x="3419" y="2655"/>
                    <a:pt x="3419" y="1710"/>
                  </a:cubicBezTo>
                  <a:cubicBezTo>
                    <a:pt x="3419" y="764"/>
                    <a:pt x="2655" y="1"/>
                    <a:pt x="171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1" name="Google Shape;3991;p78"/>
            <p:cNvSpPr/>
            <p:nvPr/>
          </p:nvSpPr>
          <p:spPr>
            <a:xfrm>
              <a:off x="5274363" y="3542374"/>
              <a:ext cx="39959" cy="39959"/>
            </a:xfrm>
            <a:custGeom>
              <a:avLst/>
              <a:gdLst/>
              <a:ahLst/>
              <a:cxnLst/>
              <a:rect l="l" t="t" r="r" b="b"/>
              <a:pathLst>
                <a:path w="2256" h="2256" extrusionOk="0">
                  <a:moveTo>
                    <a:pt x="1128" y="1"/>
                  </a:moveTo>
                  <a:cubicBezTo>
                    <a:pt x="510" y="1"/>
                    <a:pt x="1" y="510"/>
                    <a:pt x="1" y="1128"/>
                  </a:cubicBezTo>
                  <a:cubicBezTo>
                    <a:pt x="1" y="1746"/>
                    <a:pt x="510" y="2255"/>
                    <a:pt x="1128" y="2255"/>
                  </a:cubicBezTo>
                  <a:cubicBezTo>
                    <a:pt x="1746" y="2255"/>
                    <a:pt x="2255" y="1746"/>
                    <a:pt x="2255" y="1128"/>
                  </a:cubicBezTo>
                  <a:cubicBezTo>
                    <a:pt x="2255" y="510"/>
                    <a:pt x="1746" y="1"/>
                    <a:pt x="11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2" name="Google Shape;3992;p78"/>
            <p:cNvSpPr/>
            <p:nvPr/>
          </p:nvSpPr>
          <p:spPr>
            <a:xfrm>
              <a:off x="5346506" y="3532065"/>
              <a:ext cx="60559" cy="60559"/>
            </a:xfrm>
            <a:custGeom>
              <a:avLst/>
              <a:gdLst/>
              <a:ahLst/>
              <a:cxnLst/>
              <a:rect l="l" t="t" r="r" b="b"/>
              <a:pathLst>
                <a:path w="3419" h="3419" extrusionOk="0">
                  <a:moveTo>
                    <a:pt x="1709" y="1"/>
                  </a:moveTo>
                  <a:cubicBezTo>
                    <a:pt x="764" y="1"/>
                    <a:pt x="0" y="764"/>
                    <a:pt x="0" y="1710"/>
                  </a:cubicBezTo>
                  <a:cubicBezTo>
                    <a:pt x="0" y="2655"/>
                    <a:pt x="764" y="3419"/>
                    <a:pt x="1709" y="3419"/>
                  </a:cubicBezTo>
                  <a:cubicBezTo>
                    <a:pt x="2654" y="3419"/>
                    <a:pt x="3418" y="2655"/>
                    <a:pt x="3418" y="1710"/>
                  </a:cubicBezTo>
                  <a:cubicBezTo>
                    <a:pt x="3418" y="764"/>
                    <a:pt x="2654" y="1"/>
                    <a:pt x="17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78"/>
            <p:cNvSpPr/>
            <p:nvPr/>
          </p:nvSpPr>
          <p:spPr>
            <a:xfrm>
              <a:off x="5356797" y="3542374"/>
              <a:ext cx="39959" cy="39959"/>
            </a:xfrm>
            <a:custGeom>
              <a:avLst/>
              <a:gdLst/>
              <a:ahLst/>
              <a:cxnLst/>
              <a:rect l="l" t="t" r="r" b="b"/>
              <a:pathLst>
                <a:path w="2256" h="2256" extrusionOk="0">
                  <a:moveTo>
                    <a:pt x="1128" y="1"/>
                  </a:moveTo>
                  <a:cubicBezTo>
                    <a:pt x="510" y="1"/>
                    <a:pt x="1" y="510"/>
                    <a:pt x="1" y="1128"/>
                  </a:cubicBezTo>
                  <a:cubicBezTo>
                    <a:pt x="1" y="1746"/>
                    <a:pt x="510" y="2255"/>
                    <a:pt x="1128" y="2255"/>
                  </a:cubicBezTo>
                  <a:cubicBezTo>
                    <a:pt x="1746" y="2255"/>
                    <a:pt x="2255" y="1746"/>
                    <a:pt x="2255" y="1128"/>
                  </a:cubicBezTo>
                  <a:cubicBezTo>
                    <a:pt x="2255" y="510"/>
                    <a:pt x="1746" y="1"/>
                    <a:pt x="112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4" name="Google Shape;3994;p78"/>
            <p:cNvSpPr/>
            <p:nvPr/>
          </p:nvSpPr>
          <p:spPr>
            <a:xfrm>
              <a:off x="4411340" y="3763284"/>
              <a:ext cx="97277" cy="229306"/>
            </a:xfrm>
            <a:custGeom>
              <a:avLst/>
              <a:gdLst/>
              <a:ahLst/>
              <a:cxnLst/>
              <a:rect l="l" t="t" r="r" b="b"/>
              <a:pathLst>
                <a:path w="5492" h="12946" extrusionOk="0">
                  <a:moveTo>
                    <a:pt x="1855" y="1"/>
                  </a:moveTo>
                  <a:cubicBezTo>
                    <a:pt x="837" y="1"/>
                    <a:pt x="1" y="837"/>
                    <a:pt x="1" y="1855"/>
                  </a:cubicBezTo>
                  <a:lnTo>
                    <a:pt x="1" y="11091"/>
                  </a:lnTo>
                  <a:cubicBezTo>
                    <a:pt x="1" y="12109"/>
                    <a:pt x="837" y="12945"/>
                    <a:pt x="1855" y="12945"/>
                  </a:cubicBezTo>
                  <a:lnTo>
                    <a:pt x="3600" y="12945"/>
                  </a:lnTo>
                  <a:cubicBezTo>
                    <a:pt x="4655" y="12945"/>
                    <a:pt x="5491" y="12109"/>
                    <a:pt x="5491" y="11091"/>
                  </a:cubicBezTo>
                  <a:lnTo>
                    <a:pt x="5491" y="1855"/>
                  </a:lnTo>
                  <a:cubicBezTo>
                    <a:pt x="5491" y="837"/>
                    <a:pt x="4655" y="1"/>
                    <a:pt x="360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5" name="Google Shape;3995;p78"/>
            <p:cNvSpPr/>
            <p:nvPr/>
          </p:nvSpPr>
          <p:spPr>
            <a:xfrm>
              <a:off x="5487551" y="3763284"/>
              <a:ext cx="97259" cy="229306"/>
            </a:xfrm>
            <a:custGeom>
              <a:avLst/>
              <a:gdLst/>
              <a:ahLst/>
              <a:cxnLst/>
              <a:rect l="l" t="t" r="r" b="b"/>
              <a:pathLst>
                <a:path w="5491" h="12946" extrusionOk="0">
                  <a:moveTo>
                    <a:pt x="1855" y="1"/>
                  </a:moveTo>
                  <a:cubicBezTo>
                    <a:pt x="836" y="1"/>
                    <a:pt x="0" y="837"/>
                    <a:pt x="0" y="1855"/>
                  </a:cubicBezTo>
                  <a:lnTo>
                    <a:pt x="0" y="11091"/>
                  </a:lnTo>
                  <a:cubicBezTo>
                    <a:pt x="0" y="12109"/>
                    <a:pt x="836" y="12945"/>
                    <a:pt x="1855" y="12945"/>
                  </a:cubicBezTo>
                  <a:lnTo>
                    <a:pt x="3600" y="12945"/>
                  </a:lnTo>
                  <a:cubicBezTo>
                    <a:pt x="4654" y="12945"/>
                    <a:pt x="5491" y="12109"/>
                    <a:pt x="5491" y="11091"/>
                  </a:cubicBezTo>
                  <a:lnTo>
                    <a:pt x="5491" y="1855"/>
                  </a:lnTo>
                  <a:cubicBezTo>
                    <a:pt x="5491" y="837"/>
                    <a:pt x="4654" y="1"/>
                    <a:pt x="3600" y="1"/>
                  </a:cubicBez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6" name="Google Shape;3996;p78"/>
            <p:cNvSpPr/>
            <p:nvPr/>
          </p:nvSpPr>
          <p:spPr>
            <a:xfrm>
              <a:off x="5530061" y="3796141"/>
              <a:ext cx="12239" cy="163593"/>
            </a:xfrm>
            <a:custGeom>
              <a:avLst/>
              <a:gdLst/>
              <a:ahLst/>
              <a:cxnLst/>
              <a:rect l="l" t="t" r="r" b="b"/>
              <a:pathLst>
                <a:path w="691" h="9236" extrusionOk="0">
                  <a:moveTo>
                    <a:pt x="327" y="0"/>
                  </a:moveTo>
                  <a:cubicBezTo>
                    <a:pt x="145" y="0"/>
                    <a:pt x="0" y="145"/>
                    <a:pt x="0" y="364"/>
                  </a:cubicBezTo>
                  <a:lnTo>
                    <a:pt x="0" y="8909"/>
                  </a:lnTo>
                  <a:cubicBezTo>
                    <a:pt x="0" y="9090"/>
                    <a:pt x="145" y="9236"/>
                    <a:pt x="327" y="9236"/>
                  </a:cubicBezTo>
                  <a:cubicBezTo>
                    <a:pt x="509" y="9236"/>
                    <a:pt x="655" y="9090"/>
                    <a:pt x="691" y="8909"/>
                  </a:cubicBezTo>
                  <a:lnTo>
                    <a:pt x="691" y="364"/>
                  </a:lnTo>
                  <a:cubicBezTo>
                    <a:pt x="691" y="145"/>
                    <a:pt x="509" y="0"/>
                    <a:pt x="327" y="0"/>
                  </a:cubicBezTo>
                  <a:close/>
                </a:path>
              </a:pathLst>
            </a:custGeom>
            <a:solidFill>
              <a:srgbClr val="191F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7" name="Google Shape;3997;p78"/>
            <p:cNvSpPr/>
            <p:nvPr/>
          </p:nvSpPr>
          <p:spPr>
            <a:xfrm>
              <a:off x="4453850" y="3796141"/>
              <a:ext cx="12257" cy="163593"/>
            </a:xfrm>
            <a:custGeom>
              <a:avLst/>
              <a:gdLst/>
              <a:ahLst/>
              <a:cxnLst/>
              <a:rect l="l" t="t" r="r" b="b"/>
              <a:pathLst>
                <a:path w="692" h="9236" extrusionOk="0">
                  <a:moveTo>
                    <a:pt x="328" y="0"/>
                  </a:moveTo>
                  <a:cubicBezTo>
                    <a:pt x="146" y="0"/>
                    <a:pt x="1" y="145"/>
                    <a:pt x="1" y="364"/>
                  </a:cubicBezTo>
                  <a:lnTo>
                    <a:pt x="1" y="8909"/>
                  </a:lnTo>
                  <a:cubicBezTo>
                    <a:pt x="1" y="9090"/>
                    <a:pt x="146" y="9236"/>
                    <a:pt x="328" y="9236"/>
                  </a:cubicBezTo>
                  <a:cubicBezTo>
                    <a:pt x="510" y="9236"/>
                    <a:pt x="655" y="9090"/>
                    <a:pt x="691" y="8909"/>
                  </a:cubicBezTo>
                  <a:lnTo>
                    <a:pt x="691" y="364"/>
                  </a:lnTo>
                  <a:cubicBezTo>
                    <a:pt x="691" y="145"/>
                    <a:pt x="510" y="0"/>
                    <a:pt x="32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8" name="Google Shape;3998;p78"/>
            <p:cNvSpPr/>
            <p:nvPr/>
          </p:nvSpPr>
          <p:spPr>
            <a:xfrm>
              <a:off x="4599411" y="3643495"/>
              <a:ext cx="182917" cy="284693"/>
            </a:xfrm>
            <a:custGeom>
              <a:avLst/>
              <a:gdLst/>
              <a:ahLst/>
              <a:cxnLst/>
              <a:rect l="l" t="t" r="r" b="b"/>
              <a:pathLst>
                <a:path w="10327" h="16073" extrusionOk="0">
                  <a:moveTo>
                    <a:pt x="5454" y="0"/>
                  </a:moveTo>
                  <a:lnTo>
                    <a:pt x="0" y="16072"/>
                  </a:lnTo>
                  <a:lnTo>
                    <a:pt x="4873" y="16072"/>
                  </a:lnTo>
                  <a:lnTo>
                    <a:pt x="1032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9" name="Google Shape;3999;p78"/>
            <p:cNvSpPr/>
            <p:nvPr/>
          </p:nvSpPr>
          <p:spPr>
            <a:xfrm>
              <a:off x="4710823" y="3643495"/>
              <a:ext cx="116601" cy="284693"/>
            </a:xfrm>
            <a:custGeom>
              <a:avLst/>
              <a:gdLst/>
              <a:ahLst/>
              <a:cxnLst/>
              <a:rect l="l" t="t" r="r" b="b"/>
              <a:pathLst>
                <a:path w="6583" h="16073" extrusionOk="0">
                  <a:moveTo>
                    <a:pt x="5455" y="0"/>
                  </a:moveTo>
                  <a:lnTo>
                    <a:pt x="1" y="16072"/>
                  </a:lnTo>
                  <a:lnTo>
                    <a:pt x="1128" y="16072"/>
                  </a:lnTo>
                  <a:lnTo>
                    <a:pt x="65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0" name="Google Shape;4000;p78"/>
            <p:cNvSpPr/>
            <p:nvPr/>
          </p:nvSpPr>
          <p:spPr>
            <a:xfrm>
              <a:off x="5121079" y="3643495"/>
              <a:ext cx="182935" cy="284693"/>
            </a:xfrm>
            <a:custGeom>
              <a:avLst/>
              <a:gdLst/>
              <a:ahLst/>
              <a:cxnLst/>
              <a:rect l="l" t="t" r="r" b="b"/>
              <a:pathLst>
                <a:path w="10328" h="16073" extrusionOk="0">
                  <a:moveTo>
                    <a:pt x="5419" y="0"/>
                  </a:moveTo>
                  <a:lnTo>
                    <a:pt x="1" y="16072"/>
                  </a:lnTo>
                  <a:lnTo>
                    <a:pt x="4873" y="16072"/>
                  </a:lnTo>
                  <a:lnTo>
                    <a:pt x="1032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1" name="Google Shape;4001;p78"/>
            <p:cNvSpPr/>
            <p:nvPr/>
          </p:nvSpPr>
          <p:spPr>
            <a:xfrm>
              <a:off x="5231853" y="3643495"/>
              <a:ext cx="116601" cy="284693"/>
            </a:xfrm>
            <a:custGeom>
              <a:avLst/>
              <a:gdLst/>
              <a:ahLst/>
              <a:cxnLst/>
              <a:rect l="l" t="t" r="r" b="b"/>
              <a:pathLst>
                <a:path w="6583" h="16073" extrusionOk="0">
                  <a:moveTo>
                    <a:pt x="5455" y="0"/>
                  </a:moveTo>
                  <a:lnTo>
                    <a:pt x="1" y="16072"/>
                  </a:lnTo>
                  <a:lnTo>
                    <a:pt x="1128" y="16072"/>
                  </a:lnTo>
                  <a:lnTo>
                    <a:pt x="65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2" name="Google Shape;4002;p78"/>
            <p:cNvSpPr/>
            <p:nvPr/>
          </p:nvSpPr>
          <p:spPr>
            <a:xfrm>
              <a:off x="4567847" y="4073076"/>
              <a:ext cx="57335" cy="112722"/>
            </a:xfrm>
            <a:custGeom>
              <a:avLst/>
              <a:gdLst/>
              <a:ahLst/>
              <a:cxnLst/>
              <a:rect l="l" t="t" r="r" b="b"/>
              <a:pathLst>
                <a:path w="3237" h="6364" extrusionOk="0">
                  <a:moveTo>
                    <a:pt x="2909" y="0"/>
                  </a:moveTo>
                  <a:cubicBezTo>
                    <a:pt x="2437" y="0"/>
                    <a:pt x="1964" y="109"/>
                    <a:pt x="1528" y="328"/>
                  </a:cubicBezTo>
                  <a:lnTo>
                    <a:pt x="0" y="5127"/>
                  </a:lnTo>
                  <a:cubicBezTo>
                    <a:pt x="291" y="5636"/>
                    <a:pt x="728" y="6036"/>
                    <a:pt x="1237" y="6364"/>
                  </a:cubicBezTo>
                  <a:lnTo>
                    <a:pt x="3237" y="37"/>
                  </a:lnTo>
                  <a:cubicBezTo>
                    <a:pt x="3128" y="37"/>
                    <a:pt x="3018" y="0"/>
                    <a:pt x="29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3" name="Google Shape;4003;p78"/>
            <p:cNvSpPr/>
            <p:nvPr/>
          </p:nvSpPr>
          <p:spPr>
            <a:xfrm>
              <a:off x="4602617" y="4076937"/>
              <a:ext cx="46389" cy="115946"/>
            </a:xfrm>
            <a:custGeom>
              <a:avLst/>
              <a:gdLst/>
              <a:ahLst/>
              <a:cxnLst/>
              <a:rect l="l" t="t" r="r" b="b"/>
              <a:pathLst>
                <a:path w="2619" h="6546" extrusionOk="0">
                  <a:moveTo>
                    <a:pt x="2037" y="1"/>
                  </a:moveTo>
                  <a:lnTo>
                    <a:pt x="1" y="6436"/>
                  </a:lnTo>
                  <a:cubicBezTo>
                    <a:pt x="219" y="6509"/>
                    <a:pt x="401" y="6546"/>
                    <a:pt x="619" y="6546"/>
                  </a:cubicBezTo>
                  <a:lnTo>
                    <a:pt x="2619" y="255"/>
                  </a:lnTo>
                  <a:cubicBezTo>
                    <a:pt x="2437" y="146"/>
                    <a:pt x="2255" y="73"/>
                    <a:pt x="203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4" name="Google Shape;4004;p78"/>
            <p:cNvSpPr/>
            <p:nvPr/>
          </p:nvSpPr>
          <p:spPr>
            <a:xfrm>
              <a:off x="5316236" y="4073076"/>
              <a:ext cx="120445" cy="120445"/>
            </a:xfrm>
            <a:custGeom>
              <a:avLst/>
              <a:gdLst/>
              <a:ahLst/>
              <a:cxnLst/>
              <a:rect l="l" t="t" r="r" b="b"/>
              <a:pathLst>
                <a:path w="6800" h="6800" extrusionOk="0">
                  <a:moveTo>
                    <a:pt x="3382" y="0"/>
                  </a:moveTo>
                  <a:cubicBezTo>
                    <a:pt x="1527" y="0"/>
                    <a:pt x="0" y="1528"/>
                    <a:pt x="0" y="3382"/>
                  </a:cubicBezTo>
                  <a:cubicBezTo>
                    <a:pt x="0" y="5273"/>
                    <a:pt x="1527" y="6800"/>
                    <a:pt x="3382" y="6800"/>
                  </a:cubicBezTo>
                  <a:cubicBezTo>
                    <a:pt x="5272" y="6800"/>
                    <a:pt x="6800" y="5273"/>
                    <a:pt x="6800" y="3382"/>
                  </a:cubicBezTo>
                  <a:cubicBezTo>
                    <a:pt x="6800" y="1528"/>
                    <a:pt x="5272" y="0"/>
                    <a:pt x="3382" y="0"/>
                  </a:cubicBezTo>
                  <a:close/>
                </a:path>
              </a:pathLst>
            </a:custGeom>
            <a:solidFill>
              <a:srgbClr val="B3E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5" name="Google Shape;4005;p78"/>
            <p:cNvSpPr/>
            <p:nvPr/>
          </p:nvSpPr>
          <p:spPr>
            <a:xfrm>
              <a:off x="5325251" y="4073076"/>
              <a:ext cx="57335" cy="112085"/>
            </a:xfrm>
            <a:custGeom>
              <a:avLst/>
              <a:gdLst/>
              <a:ahLst/>
              <a:cxnLst/>
              <a:rect l="l" t="t" r="r" b="b"/>
              <a:pathLst>
                <a:path w="3237" h="6328" extrusionOk="0">
                  <a:moveTo>
                    <a:pt x="2873" y="0"/>
                  </a:moveTo>
                  <a:cubicBezTo>
                    <a:pt x="2400" y="0"/>
                    <a:pt x="1964" y="109"/>
                    <a:pt x="1527" y="328"/>
                  </a:cubicBezTo>
                  <a:lnTo>
                    <a:pt x="0" y="5127"/>
                  </a:lnTo>
                  <a:cubicBezTo>
                    <a:pt x="291" y="5636"/>
                    <a:pt x="727" y="6036"/>
                    <a:pt x="1236" y="6327"/>
                  </a:cubicBezTo>
                  <a:lnTo>
                    <a:pt x="3236" y="37"/>
                  </a:lnTo>
                  <a:cubicBezTo>
                    <a:pt x="3091" y="37"/>
                    <a:pt x="3018" y="0"/>
                    <a:pt x="2873" y="0"/>
                  </a:cubicBezTo>
                  <a:close/>
                </a:path>
              </a:pathLst>
            </a:custGeom>
            <a:solidFill>
              <a:srgbClr val="D4F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6" name="Google Shape;4006;p78"/>
            <p:cNvSpPr/>
            <p:nvPr/>
          </p:nvSpPr>
          <p:spPr>
            <a:xfrm>
              <a:off x="5360021" y="4076937"/>
              <a:ext cx="46389" cy="115946"/>
            </a:xfrm>
            <a:custGeom>
              <a:avLst/>
              <a:gdLst/>
              <a:ahLst/>
              <a:cxnLst/>
              <a:rect l="l" t="t" r="r" b="b"/>
              <a:pathLst>
                <a:path w="2619" h="6546" extrusionOk="0">
                  <a:moveTo>
                    <a:pt x="2037" y="1"/>
                  </a:moveTo>
                  <a:lnTo>
                    <a:pt x="1" y="6436"/>
                  </a:lnTo>
                  <a:cubicBezTo>
                    <a:pt x="182" y="6509"/>
                    <a:pt x="401" y="6546"/>
                    <a:pt x="619" y="6546"/>
                  </a:cubicBezTo>
                  <a:lnTo>
                    <a:pt x="2619" y="255"/>
                  </a:lnTo>
                  <a:cubicBezTo>
                    <a:pt x="2437" y="146"/>
                    <a:pt x="2219" y="73"/>
                    <a:pt x="2037" y="1"/>
                  </a:cubicBezTo>
                  <a:close/>
                </a:path>
              </a:pathLst>
            </a:custGeom>
            <a:solidFill>
              <a:srgbClr val="D4F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7" name="Google Shape;4007;p78"/>
            <p:cNvSpPr/>
            <p:nvPr/>
          </p:nvSpPr>
          <p:spPr>
            <a:xfrm>
              <a:off x="5168744" y="4651425"/>
              <a:ext cx="1997846" cy="168765"/>
            </a:xfrm>
            <a:custGeom>
              <a:avLst/>
              <a:gdLst/>
              <a:ahLst/>
              <a:cxnLst/>
              <a:rect l="l" t="t" r="r" b="b"/>
              <a:pathLst>
                <a:path w="112793" h="9528" extrusionOk="0">
                  <a:moveTo>
                    <a:pt x="56397" y="1"/>
                  </a:moveTo>
                  <a:cubicBezTo>
                    <a:pt x="25271" y="1"/>
                    <a:pt x="0" y="2110"/>
                    <a:pt x="0" y="4764"/>
                  </a:cubicBezTo>
                  <a:cubicBezTo>
                    <a:pt x="0" y="7382"/>
                    <a:pt x="25271" y="9527"/>
                    <a:pt x="56397" y="9527"/>
                  </a:cubicBezTo>
                  <a:cubicBezTo>
                    <a:pt x="87522" y="9527"/>
                    <a:pt x="112793" y="7382"/>
                    <a:pt x="112793" y="4764"/>
                  </a:cubicBezTo>
                  <a:cubicBezTo>
                    <a:pt x="112793" y="2110"/>
                    <a:pt x="87522" y="1"/>
                    <a:pt x="56397" y="1"/>
                  </a:cubicBezTo>
                  <a:close/>
                </a:path>
              </a:pathLst>
            </a:custGeom>
            <a:solidFill>
              <a:srgbClr val="3B3B3B">
                <a:alpha val="553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8" name="Google Shape;4008;p78"/>
            <p:cNvSpPr/>
            <p:nvPr/>
          </p:nvSpPr>
          <p:spPr>
            <a:xfrm>
              <a:off x="5893291" y="2808811"/>
              <a:ext cx="63783" cy="94691"/>
            </a:xfrm>
            <a:custGeom>
              <a:avLst/>
              <a:gdLst/>
              <a:ahLst/>
              <a:cxnLst/>
              <a:rect l="l" t="t" r="r" b="b"/>
              <a:pathLst>
                <a:path w="3601" h="5346" extrusionOk="0">
                  <a:moveTo>
                    <a:pt x="1819" y="0"/>
                  </a:moveTo>
                  <a:cubicBezTo>
                    <a:pt x="1237" y="0"/>
                    <a:pt x="801" y="146"/>
                    <a:pt x="473" y="400"/>
                  </a:cubicBezTo>
                  <a:cubicBezTo>
                    <a:pt x="146" y="655"/>
                    <a:pt x="1" y="1018"/>
                    <a:pt x="1" y="1491"/>
                  </a:cubicBezTo>
                  <a:cubicBezTo>
                    <a:pt x="1" y="1855"/>
                    <a:pt x="110" y="2182"/>
                    <a:pt x="364" y="2400"/>
                  </a:cubicBezTo>
                  <a:cubicBezTo>
                    <a:pt x="582" y="2618"/>
                    <a:pt x="946" y="2764"/>
                    <a:pt x="1492" y="2873"/>
                  </a:cubicBezTo>
                  <a:lnTo>
                    <a:pt x="1891" y="2945"/>
                  </a:lnTo>
                  <a:cubicBezTo>
                    <a:pt x="2255" y="3018"/>
                    <a:pt x="2510" y="3127"/>
                    <a:pt x="2655" y="3273"/>
                  </a:cubicBezTo>
                  <a:cubicBezTo>
                    <a:pt x="2801" y="3418"/>
                    <a:pt x="2873" y="3600"/>
                    <a:pt x="2873" y="3855"/>
                  </a:cubicBezTo>
                  <a:cubicBezTo>
                    <a:pt x="2873" y="4145"/>
                    <a:pt x="2764" y="4364"/>
                    <a:pt x="2582" y="4545"/>
                  </a:cubicBezTo>
                  <a:cubicBezTo>
                    <a:pt x="2364" y="4691"/>
                    <a:pt x="2037" y="4764"/>
                    <a:pt x="1637" y="4764"/>
                  </a:cubicBezTo>
                  <a:cubicBezTo>
                    <a:pt x="1382" y="4764"/>
                    <a:pt x="1128" y="4727"/>
                    <a:pt x="837" y="4654"/>
                  </a:cubicBezTo>
                  <a:cubicBezTo>
                    <a:pt x="582" y="4582"/>
                    <a:pt x="292" y="4436"/>
                    <a:pt x="37" y="4291"/>
                  </a:cubicBezTo>
                  <a:lnTo>
                    <a:pt x="37" y="5018"/>
                  </a:lnTo>
                  <a:cubicBezTo>
                    <a:pt x="328" y="5127"/>
                    <a:pt x="619" y="5200"/>
                    <a:pt x="873" y="5236"/>
                  </a:cubicBezTo>
                  <a:cubicBezTo>
                    <a:pt x="1164" y="5309"/>
                    <a:pt x="1419" y="5345"/>
                    <a:pt x="1637" y="5345"/>
                  </a:cubicBezTo>
                  <a:cubicBezTo>
                    <a:pt x="2291" y="5345"/>
                    <a:pt x="2764" y="5200"/>
                    <a:pt x="3128" y="4945"/>
                  </a:cubicBezTo>
                  <a:cubicBezTo>
                    <a:pt x="3455" y="4691"/>
                    <a:pt x="3600" y="4327"/>
                    <a:pt x="3600" y="3818"/>
                  </a:cubicBezTo>
                  <a:cubicBezTo>
                    <a:pt x="3600" y="3418"/>
                    <a:pt x="3491" y="3055"/>
                    <a:pt x="3237" y="2836"/>
                  </a:cubicBezTo>
                  <a:cubicBezTo>
                    <a:pt x="2982" y="2582"/>
                    <a:pt x="2619" y="2400"/>
                    <a:pt x="2110" y="2291"/>
                  </a:cubicBezTo>
                  <a:lnTo>
                    <a:pt x="1673" y="2218"/>
                  </a:lnTo>
                  <a:cubicBezTo>
                    <a:pt x="1310" y="2146"/>
                    <a:pt x="1055" y="2036"/>
                    <a:pt x="910" y="1927"/>
                  </a:cubicBezTo>
                  <a:cubicBezTo>
                    <a:pt x="764" y="1818"/>
                    <a:pt x="692" y="1636"/>
                    <a:pt x="692" y="1418"/>
                  </a:cubicBezTo>
                  <a:cubicBezTo>
                    <a:pt x="692" y="1164"/>
                    <a:pt x="801" y="946"/>
                    <a:pt x="1019" y="800"/>
                  </a:cubicBezTo>
                  <a:cubicBezTo>
                    <a:pt x="1201" y="655"/>
                    <a:pt x="1492" y="582"/>
                    <a:pt x="1891" y="582"/>
                  </a:cubicBezTo>
                  <a:cubicBezTo>
                    <a:pt x="2110" y="582"/>
                    <a:pt x="2328" y="618"/>
                    <a:pt x="2546" y="655"/>
                  </a:cubicBezTo>
                  <a:cubicBezTo>
                    <a:pt x="2801" y="727"/>
                    <a:pt x="3055" y="837"/>
                    <a:pt x="3310" y="946"/>
                  </a:cubicBezTo>
                  <a:lnTo>
                    <a:pt x="3310" y="291"/>
                  </a:lnTo>
                  <a:cubicBezTo>
                    <a:pt x="3055" y="182"/>
                    <a:pt x="2801" y="109"/>
                    <a:pt x="2546" y="73"/>
                  </a:cubicBezTo>
                  <a:cubicBezTo>
                    <a:pt x="2291" y="37"/>
                    <a:pt x="2037" y="0"/>
                    <a:pt x="1819" y="0"/>
                  </a:cubicBezTo>
                  <a:close/>
                </a:path>
              </a:pathLst>
            </a:custGeom>
            <a:solidFill>
              <a:srgbClr val="232A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9" name="Google Shape;4009;p78"/>
            <p:cNvSpPr/>
            <p:nvPr/>
          </p:nvSpPr>
          <p:spPr>
            <a:xfrm>
              <a:off x="5954488" y="2831997"/>
              <a:ext cx="53456" cy="71505"/>
            </a:xfrm>
            <a:custGeom>
              <a:avLst/>
              <a:gdLst/>
              <a:ahLst/>
              <a:cxnLst/>
              <a:rect l="l" t="t" r="r" b="b"/>
              <a:pathLst>
                <a:path w="3018" h="4037" extrusionOk="0">
                  <a:moveTo>
                    <a:pt x="1927" y="0"/>
                  </a:moveTo>
                  <a:cubicBezTo>
                    <a:pt x="1309" y="0"/>
                    <a:pt x="836" y="182"/>
                    <a:pt x="509" y="509"/>
                  </a:cubicBezTo>
                  <a:cubicBezTo>
                    <a:pt x="145" y="873"/>
                    <a:pt x="0" y="1382"/>
                    <a:pt x="0" y="2000"/>
                  </a:cubicBezTo>
                  <a:cubicBezTo>
                    <a:pt x="0" y="2618"/>
                    <a:pt x="145" y="3127"/>
                    <a:pt x="509" y="3491"/>
                  </a:cubicBezTo>
                  <a:cubicBezTo>
                    <a:pt x="836" y="3855"/>
                    <a:pt x="1309" y="4036"/>
                    <a:pt x="1891" y="4036"/>
                  </a:cubicBezTo>
                  <a:cubicBezTo>
                    <a:pt x="2073" y="4036"/>
                    <a:pt x="2291" y="4000"/>
                    <a:pt x="2473" y="3964"/>
                  </a:cubicBezTo>
                  <a:cubicBezTo>
                    <a:pt x="2654" y="3927"/>
                    <a:pt x="2836" y="3855"/>
                    <a:pt x="3018" y="3782"/>
                  </a:cubicBezTo>
                  <a:lnTo>
                    <a:pt x="3018" y="3200"/>
                  </a:lnTo>
                  <a:cubicBezTo>
                    <a:pt x="2836" y="3273"/>
                    <a:pt x="2654" y="3382"/>
                    <a:pt x="2473" y="3418"/>
                  </a:cubicBezTo>
                  <a:cubicBezTo>
                    <a:pt x="2291" y="3455"/>
                    <a:pt x="2109" y="3491"/>
                    <a:pt x="1927" y="3491"/>
                  </a:cubicBezTo>
                  <a:cubicBezTo>
                    <a:pt x="1527" y="3491"/>
                    <a:pt x="1200" y="3345"/>
                    <a:pt x="982" y="3091"/>
                  </a:cubicBezTo>
                  <a:cubicBezTo>
                    <a:pt x="764" y="2836"/>
                    <a:pt x="655" y="2473"/>
                    <a:pt x="655" y="2000"/>
                  </a:cubicBezTo>
                  <a:cubicBezTo>
                    <a:pt x="655" y="1527"/>
                    <a:pt x="764" y="1164"/>
                    <a:pt x="982" y="909"/>
                  </a:cubicBezTo>
                  <a:cubicBezTo>
                    <a:pt x="1200" y="655"/>
                    <a:pt x="1527" y="509"/>
                    <a:pt x="1927" y="509"/>
                  </a:cubicBezTo>
                  <a:cubicBezTo>
                    <a:pt x="2109" y="509"/>
                    <a:pt x="2291" y="546"/>
                    <a:pt x="2473" y="582"/>
                  </a:cubicBezTo>
                  <a:cubicBezTo>
                    <a:pt x="2654" y="655"/>
                    <a:pt x="2836" y="727"/>
                    <a:pt x="3018" y="800"/>
                  </a:cubicBezTo>
                  <a:lnTo>
                    <a:pt x="3018" y="218"/>
                  </a:lnTo>
                  <a:cubicBezTo>
                    <a:pt x="2836" y="146"/>
                    <a:pt x="2654" y="73"/>
                    <a:pt x="2473" y="37"/>
                  </a:cubicBezTo>
                  <a:cubicBezTo>
                    <a:pt x="2291" y="0"/>
                    <a:pt x="2109" y="0"/>
                    <a:pt x="1927" y="0"/>
                  </a:cubicBezTo>
                  <a:close/>
                </a:path>
              </a:pathLst>
            </a:custGeom>
            <a:solidFill>
              <a:srgbClr val="232A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0" name="Google Shape;4010;p78"/>
            <p:cNvSpPr/>
            <p:nvPr/>
          </p:nvSpPr>
          <p:spPr>
            <a:xfrm>
              <a:off x="6027251" y="2806880"/>
              <a:ext cx="56698" cy="94691"/>
            </a:xfrm>
            <a:custGeom>
              <a:avLst/>
              <a:gdLst/>
              <a:ahLst/>
              <a:cxnLst/>
              <a:rect l="l" t="t" r="r" b="b"/>
              <a:pathLst>
                <a:path w="3201" h="5346" extrusionOk="0">
                  <a:moveTo>
                    <a:pt x="1" y="0"/>
                  </a:moveTo>
                  <a:lnTo>
                    <a:pt x="1" y="5345"/>
                  </a:lnTo>
                  <a:lnTo>
                    <a:pt x="619" y="5345"/>
                  </a:lnTo>
                  <a:lnTo>
                    <a:pt x="619" y="3164"/>
                  </a:lnTo>
                  <a:cubicBezTo>
                    <a:pt x="619" y="2800"/>
                    <a:pt x="728" y="2509"/>
                    <a:pt x="910" y="2291"/>
                  </a:cubicBezTo>
                  <a:cubicBezTo>
                    <a:pt x="1128" y="2073"/>
                    <a:pt x="1383" y="1964"/>
                    <a:pt x="1746" y="1964"/>
                  </a:cubicBezTo>
                  <a:cubicBezTo>
                    <a:pt x="2001" y="1964"/>
                    <a:pt x="2219" y="2036"/>
                    <a:pt x="2364" y="2218"/>
                  </a:cubicBezTo>
                  <a:cubicBezTo>
                    <a:pt x="2510" y="2400"/>
                    <a:pt x="2582" y="2691"/>
                    <a:pt x="2582" y="3054"/>
                  </a:cubicBezTo>
                  <a:lnTo>
                    <a:pt x="2582" y="5345"/>
                  </a:lnTo>
                  <a:lnTo>
                    <a:pt x="3201" y="5345"/>
                  </a:lnTo>
                  <a:lnTo>
                    <a:pt x="3201" y="3018"/>
                  </a:lnTo>
                  <a:cubicBezTo>
                    <a:pt x="3201" y="2473"/>
                    <a:pt x="3092" y="2073"/>
                    <a:pt x="2873" y="1818"/>
                  </a:cubicBezTo>
                  <a:cubicBezTo>
                    <a:pt x="2655" y="1527"/>
                    <a:pt x="2328" y="1418"/>
                    <a:pt x="1855" y="1418"/>
                  </a:cubicBezTo>
                  <a:cubicBezTo>
                    <a:pt x="1601" y="1418"/>
                    <a:pt x="1383" y="1455"/>
                    <a:pt x="1164" y="1564"/>
                  </a:cubicBezTo>
                  <a:cubicBezTo>
                    <a:pt x="946" y="1673"/>
                    <a:pt x="764" y="1855"/>
                    <a:pt x="619" y="2109"/>
                  </a:cubicBezTo>
                  <a:lnTo>
                    <a:pt x="619" y="0"/>
                  </a:lnTo>
                  <a:close/>
                </a:path>
              </a:pathLst>
            </a:custGeom>
            <a:solidFill>
              <a:srgbClr val="232A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1" name="Google Shape;4011;p78"/>
            <p:cNvSpPr/>
            <p:nvPr/>
          </p:nvSpPr>
          <p:spPr>
            <a:xfrm>
              <a:off x="6101325" y="2831997"/>
              <a:ext cx="62490" cy="71505"/>
            </a:xfrm>
            <a:custGeom>
              <a:avLst/>
              <a:gdLst/>
              <a:ahLst/>
              <a:cxnLst/>
              <a:rect l="l" t="t" r="r" b="b"/>
              <a:pathLst>
                <a:path w="3528" h="4037" extrusionOk="0">
                  <a:moveTo>
                    <a:pt x="1782" y="509"/>
                  </a:moveTo>
                  <a:cubicBezTo>
                    <a:pt x="2109" y="509"/>
                    <a:pt x="2400" y="655"/>
                    <a:pt x="2582" y="909"/>
                  </a:cubicBezTo>
                  <a:cubicBezTo>
                    <a:pt x="2764" y="1200"/>
                    <a:pt x="2873" y="1564"/>
                    <a:pt x="2873" y="2000"/>
                  </a:cubicBezTo>
                  <a:cubicBezTo>
                    <a:pt x="2873" y="2473"/>
                    <a:pt x="2764" y="2836"/>
                    <a:pt x="2582" y="3091"/>
                  </a:cubicBezTo>
                  <a:cubicBezTo>
                    <a:pt x="2400" y="3345"/>
                    <a:pt x="2109" y="3491"/>
                    <a:pt x="1782" y="3491"/>
                  </a:cubicBezTo>
                  <a:cubicBezTo>
                    <a:pt x="1455" y="3491"/>
                    <a:pt x="1164" y="3345"/>
                    <a:pt x="982" y="3091"/>
                  </a:cubicBezTo>
                  <a:cubicBezTo>
                    <a:pt x="764" y="2836"/>
                    <a:pt x="691" y="2473"/>
                    <a:pt x="691" y="2000"/>
                  </a:cubicBezTo>
                  <a:cubicBezTo>
                    <a:pt x="691" y="1527"/>
                    <a:pt x="764" y="1164"/>
                    <a:pt x="982" y="909"/>
                  </a:cubicBezTo>
                  <a:cubicBezTo>
                    <a:pt x="1164" y="655"/>
                    <a:pt x="1455" y="509"/>
                    <a:pt x="1782" y="509"/>
                  </a:cubicBezTo>
                  <a:close/>
                  <a:moveTo>
                    <a:pt x="1782" y="0"/>
                  </a:moveTo>
                  <a:cubicBezTo>
                    <a:pt x="1237" y="0"/>
                    <a:pt x="800" y="146"/>
                    <a:pt x="473" y="509"/>
                  </a:cubicBezTo>
                  <a:cubicBezTo>
                    <a:pt x="182" y="873"/>
                    <a:pt x="0" y="1382"/>
                    <a:pt x="0" y="2000"/>
                  </a:cubicBezTo>
                  <a:cubicBezTo>
                    <a:pt x="0" y="2618"/>
                    <a:pt x="182" y="3127"/>
                    <a:pt x="473" y="3491"/>
                  </a:cubicBezTo>
                  <a:cubicBezTo>
                    <a:pt x="800" y="3855"/>
                    <a:pt x="1237" y="4036"/>
                    <a:pt x="1782" y="4036"/>
                  </a:cubicBezTo>
                  <a:cubicBezTo>
                    <a:pt x="2327" y="4036"/>
                    <a:pt x="2764" y="3855"/>
                    <a:pt x="3091" y="3491"/>
                  </a:cubicBezTo>
                  <a:cubicBezTo>
                    <a:pt x="3382" y="3127"/>
                    <a:pt x="3527" y="2618"/>
                    <a:pt x="3527" y="2000"/>
                  </a:cubicBezTo>
                  <a:cubicBezTo>
                    <a:pt x="3527" y="1382"/>
                    <a:pt x="3382" y="873"/>
                    <a:pt x="3091" y="509"/>
                  </a:cubicBezTo>
                  <a:cubicBezTo>
                    <a:pt x="2764" y="146"/>
                    <a:pt x="2327" y="0"/>
                    <a:pt x="1782" y="0"/>
                  </a:cubicBezTo>
                  <a:close/>
                </a:path>
              </a:pathLst>
            </a:custGeom>
            <a:solidFill>
              <a:srgbClr val="232A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2" name="Google Shape;4012;p78"/>
            <p:cNvSpPr/>
            <p:nvPr/>
          </p:nvSpPr>
          <p:spPr>
            <a:xfrm>
              <a:off x="6177967" y="2831997"/>
              <a:ext cx="62490" cy="71505"/>
            </a:xfrm>
            <a:custGeom>
              <a:avLst/>
              <a:gdLst/>
              <a:ahLst/>
              <a:cxnLst/>
              <a:rect l="l" t="t" r="r" b="b"/>
              <a:pathLst>
                <a:path w="3528" h="4037" extrusionOk="0">
                  <a:moveTo>
                    <a:pt x="1746" y="509"/>
                  </a:moveTo>
                  <a:cubicBezTo>
                    <a:pt x="2109" y="509"/>
                    <a:pt x="2364" y="655"/>
                    <a:pt x="2546" y="909"/>
                  </a:cubicBezTo>
                  <a:cubicBezTo>
                    <a:pt x="2764" y="1200"/>
                    <a:pt x="2836" y="1564"/>
                    <a:pt x="2836" y="2000"/>
                  </a:cubicBezTo>
                  <a:cubicBezTo>
                    <a:pt x="2836" y="2473"/>
                    <a:pt x="2764" y="2836"/>
                    <a:pt x="2546" y="3091"/>
                  </a:cubicBezTo>
                  <a:cubicBezTo>
                    <a:pt x="2364" y="3345"/>
                    <a:pt x="2109" y="3491"/>
                    <a:pt x="1746" y="3491"/>
                  </a:cubicBezTo>
                  <a:cubicBezTo>
                    <a:pt x="1418" y="3491"/>
                    <a:pt x="1128" y="3345"/>
                    <a:pt x="946" y="3091"/>
                  </a:cubicBezTo>
                  <a:cubicBezTo>
                    <a:pt x="764" y="2836"/>
                    <a:pt x="655" y="2473"/>
                    <a:pt x="655" y="2000"/>
                  </a:cubicBezTo>
                  <a:cubicBezTo>
                    <a:pt x="655" y="1527"/>
                    <a:pt x="764" y="1164"/>
                    <a:pt x="946" y="909"/>
                  </a:cubicBezTo>
                  <a:cubicBezTo>
                    <a:pt x="1164" y="655"/>
                    <a:pt x="1418" y="509"/>
                    <a:pt x="1746" y="509"/>
                  </a:cubicBezTo>
                  <a:close/>
                  <a:moveTo>
                    <a:pt x="1746" y="0"/>
                  </a:moveTo>
                  <a:cubicBezTo>
                    <a:pt x="1200" y="0"/>
                    <a:pt x="764" y="146"/>
                    <a:pt x="473" y="509"/>
                  </a:cubicBezTo>
                  <a:cubicBezTo>
                    <a:pt x="146" y="873"/>
                    <a:pt x="0" y="1382"/>
                    <a:pt x="0" y="2000"/>
                  </a:cubicBezTo>
                  <a:cubicBezTo>
                    <a:pt x="0" y="2618"/>
                    <a:pt x="146" y="3127"/>
                    <a:pt x="473" y="3491"/>
                  </a:cubicBezTo>
                  <a:cubicBezTo>
                    <a:pt x="764" y="3855"/>
                    <a:pt x="1200" y="4036"/>
                    <a:pt x="1746" y="4036"/>
                  </a:cubicBezTo>
                  <a:cubicBezTo>
                    <a:pt x="2291" y="4036"/>
                    <a:pt x="2727" y="3855"/>
                    <a:pt x="3055" y="3491"/>
                  </a:cubicBezTo>
                  <a:cubicBezTo>
                    <a:pt x="3346" y="3127"/>
                    <a:pt x="3527" y="2618"/>
                    <a:pt x="3527" y="2000"/>
                  </a:cubicBezTo>
                  <a:cubicBezTo>
                    <a:pt x="3527" y="1382"/>
                    <a:pt x="3346" y="873"/>
                    <a:pt x="3055" y="509"/>
                  </a:cubicBezTo>
                  <a:cubicBezTo>
                    <a:pt x="2727" y="146"/>
                    <a:pt x="2291" y="0"/>
                    <a:pt x="1746" y="0"/>
                  </a:cubicBezTo>
                  <a:close/>
                </a:path>
              </a:pathLst>
            </a:custGeom>
            <a:solidFill>
              <a:srgbClr val="232A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3" name="Google Shape;4013;p78"/>
            <p:cNvSpPr/>
            <p:nvPr/>
          </p:nvSpPr>
          <p:spPr>
            <a:xfrm>
              <a:off x="6259108" y="2806880"/>
              <a:ext cx="10964" cy="94691"/>
            </a:xfrm>
            <a:custGeom>
              <a:avLst/>
              <a:gdLst/>
              <a:ahLst/>
              <a:cxnLst/>
              <a:rect l="l" t="t" r="r" b="b"/>
              <a:pathLst>
                <a:path w="619" h="5346" extrusionOk="0">
                  <a:moveTo>
                    <a:pt x="1" y="0"/>
                  </a:moveTo>
                  <a:lnTo>
                    <a:pt x="1" y="5345"/>
                  </a:lnTo>
                  <a:lnTo>
                    <a:pt x="619" y="5345"/>
                  </a:lnTo>
                  <a:lnTo>
                    <a:pt x="619" y="0"/>
                  </a:lnTo>
                  <a:close/>
                </a:path>
              </a:pathLst>
            </a:custGeom>
            <a:solidFill>
              <a:srgbClr val="232A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4" name="Google Shape;4014;p78"/>
            <p:cNvSpPr/>
            <p:nvPr/>
          </p:nvSpPr>
          <p:spPr>
            <a:xfrm>
              <a:off x="6333819" y="2810742"/>
              <a:ext cx="64420" cy="90830"/>
            </a:xfrm>
            <a:custGeom>
              <a:avLst/>
              <a:gdLst/>
              <a:ahLst/>
              <a:cxnLst/>
              <a:rect l="l" t="t" r="r" b="b"/>
              <a:pathLst>
                <a:path w="3637" h="5128" extrusionOk="0">
                  <a:moveTo>
                    <a:pt x="1710" y="582"/>
                  </a:moveTo>
                  <a:cubicBezTo>
                    <a:pt x="2037" y="582"/>
                    <a:pt x="2291" y="618"/>
                    <a:pt x="2473" y="764"/>
                  </a:cubicBezTo>
                  <a:cubicBezTo>
                    <a:pt x="2619" y="873"/>
                    <a:pt x="2728" y="1091"/>
                    <a:pt x="2728" y="1346"/>
                  </a:cubicBezTo>
                  <a:cubicBezTo>
                    <a:pt x="2728" y="1600"/>
                    <a:pt x="2619" y="1782"/>
                    <a:pt x="2473" y="1927"/>
                  </a:cubicBezTo>
                  <a:cubicBezTo>
                    <a:pt x="2291" y="2037"/>
                    <a:pt x="2037" y="2109"/>
                    <a:pt x="1710" y="2109"/>
                  </a:cubicBezTo>
                  <a:lnTo>
                    <a:pt x="692" y="2109"/>
                  </a:lnTo>
                  <a:lnTo>
                    <a:pt x="692" y="582"/>
                  </a:lnTo>
                  <a:close/>
                  <a:moveTo>
                    <a:pt x="1782" y="2691"/>
                  </a:moveTo>
                  <a:cubicBezTo>
                    <a:pt x="2146" y="2691"/>
                    <a:pt x="2437" y="2764"/>
                    <a:pt x="2619" y="2909"/>
                  </a:cubicBezTo>
                  <a:cubicBezTo>
                    <a:pt x="2801" y="3055"/>
                    <a:pt x="2873" y="3309"/>
                    <a:pt x="2873" y="3600"/>
                  </a:cubicBezTo>
                  <a:cubicBezTo>
                    <a:pt x="2873" y="3927"/>
                    <a:pt x="2801" y="4182"/>
                    <a:pt x="2619" y="4327"/>
                  </a:cubicBezTo>
                  <a:cubicBezTo>
                    <a:pt x="2437" y="4473"/>
                    <a:pt x="2146" y="4545"/>
                    <a:pt x="1782" y="4545"/>
                  </a:cubicBezTo>
                  <a:lnTo>
                    <a:pt x="692" y="4545"/>
                  </a:lnTo>
                  <a:lnTo>
                    <a:pt x="692" y="2691"/>
                  </a:lnTo>
                  <a:close/>
                  <a:moveTo>
                    <a:pt x="1" y="0"/>
                  </a:moveTo>
                  <a:lnTo>
                    <a:pt x="1" y="5127"/>
                  </a:lnTo>
                  <a:lnTo>
                    <a:pt x="1819" y="5127"/>
                  </a:lnTo>
                  <a:cubicBezTo>
                    <a:pt x="2401" y="5127"/>
                    <a:pt x="2837" y="4982"/>
                    <a:pt x="3164" y="4764"/>
                  </a:cubicBezTo>
                  <a:cubicBezTo>
                    <a:pt x="3455" y="4509"/>
                    <a:pt x="3637" y="4145"/>
                    <a:pt x="3637" y="3673"/>
                  </a:cubicBezTo>
                  <a:cubicBezTo>
                    <a:pt x="3637" y="3346"/>
                    <a:pt x="3528" y="3055"/>
                    <a:pt x="3346" y="2836"/>
                  </a:cubicBezTo>
                  <a:cubicBezTo>
                    <a:pt x="3164" y="2582"/>
                    <a:pt x="2873" y="2436"/>
                    <a:pt x="2546" y="2364"/>
                  </a:cubicBezTo>
                  <a:cubicBezTo>
                    <a:pt x="2837" y="2327"/>
                    <a:pt x="3055" y="2182"/>
                    <a:pt x="3201" y="2000"/>
                  </a:cubicBezTo>
                  <a:cubicBezTo>
                    <a:pt x="3346" y="1818"/>
                    <a:pt x="3419" y="1564"/>
                    <a:pt x="3419" y="1273"/>
                  </a:cubicBezTo>
                  <a:cubicBezTo>
                    <a:pt x="3419" y="873"/>
                    <a:pt x="3273" y="546"/>
                    <a:pt x="2982" y="328"/>
                  </a:cubicBezTo>
                  <a:cubicBezTo>
                    <a:pt x="2691" y="109"/>
                    <a:pt x="2291" y="0"/>
                    <a:pt x="1746" y="0"/>
                  </a:cubicBezTo>
                  <a:close/>
                </a:path>
              </a:pathLst>
            </a:custGeom>
            <a:solidFill>
              <a:srgbClr val="232A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5" name="Google Shape;4015;p78"/>
            <p:cNvSpPr/>
            <p:nvPr/>
          </p:nvSpPr>
          <p:spPr>
            <a:xfrm>
              <a:off x="6417546" y="2833272"/>
              <a:ext cx="56698" cy="70230"/>
            </a:xfrm>
            <a:custGeom>
              <a:avLst/>
              <a:gdLst/>
              <a:ahLst/>
              <a:cxnLst/>
              <a:rect l="l" t="t" r="r" b="b"/>
              <a:pathLst>
                <a:path w="3201" h="3965" extrusionOk="0">
                  <a:moveTo>
                    <a:pt x="1" y="1"/>
                  </a:moveTo>
                  <a:lnTo>
                    <a:pt x="1" y="2328"/>
                  </a:lnTo>
                  <a:cubicBezTo>
                    <a:pt x="1" y="2873"/>
                    <a:pt x="110" y="3273"/>
                    <a:pt x="328" y="3528"/>
                  </a:cubicBezTo>
                  <a:cubicBezTo>
                    <a:pt x="546" y="3819"/>
                    <a:pt x="910" y="3964"/>
                    <a:pt x="1346" y="3964"/>
                  </a:cubicBezTo>
                  <a:cubicBezTo>
                    <a:pt x="1601" y="3964"/>
                    <a:pt x="1855" y="3892"/>
                    <a:pt x="2037" y="3783"/>
                  </a:cubicBezTo>
                  <a:cubicBezTo>
                    <a:pt x="2255" y="3673"/>
                    <a:pt x="2437" y="3492"/>
                    <a:pt x="2582" y="3273"/>
                  </a:cubicBezTo>
                  <a:lnTo>
                    <a:pt x="2582" y="3855"/>
                  </a:lnTo>
                  <a:lnTo>
                    <a:pt x="3200" y="3855"/>
                  </a:lnTo>
                  <a:lnTo>
                    <a:pt x="3200" y="1"/>
                  </a:lnTo>
                  <a:lnTo>
                    <a:pt x="2582" y="1"/>
                  </a:lnTo>
                  <a:lnTo>
                    <a:pt x="2582" y="2183"/>
                  </a:lnTo>
                  <a:cubicBezTo>
                    <a:pt x="2582" y="2546"/>
                    <a:pt x="2473" y="2873"/>
                    <a:pt x="2291" y="3092"/>
                  </a:cubicBezTo>
                  <a:cubicBezTo>
                    <a:pt x="2073" y="3310"/>
                    <a:pt x="1819" y="3419"/>
                    <a:pt x="1455" y="3419"/>
                  </a:cubicBezTo>
                  <a:cubicBezTo>
                    <a:pt x="1201" y="3419"/>
                    <a:pt x="982" y="3310"/>
                    <a:pt x="837" y="3128"/>
                  </a:cubicBezTo>
                  <a:cubicBezTo>
                    <a:pt x="692" y="2946"/>
                    <a:pt x="619" y="2655"/>
                    <a:pt x="619" y="2292"/>
                  </a:cubicBezTo>
                  <a:lnTo>
                    <a:pt x="619" y="1"/>
                  </a:lnTo>
                  <a:close/>
                </a:path>
              </a:pathLst>
            </a:custGeom>
            <a:solidFill>
              <a:srgbClr val="232A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6" name="Google Shape;4016;p78"/>
            <p:cNvSpPr/>
            <p:nvPr/>
          </p:nvSpPr>
          <p:spPr>
            <a:xfrm>
              <a:off x="6492257" y="2831997"/>
              <a:ext cx="52181" cy="71505"/>
            </a:xfrm>
            <a:custGeom>
              <a:avLst/>
              <a:gdLst/>
              <a:ahLst/>
              <a:cxnLst/>
              <a:rect l="l" t="t" r="r" b="b"/>
              <a:pathLst>
                <a:path w="2946" h="4037" extrusionOk="0">
                  <a:moveTo>
                    <a:pt x="1528" y="0"/>
                  </a:moveTo>
                  <a:cubicBezTo>
                    <a:pt x="1055" y="0"/>
                    <a:pt x="691" y="73"/>
                    <a:pt x="437" y="291"/>
                  </a:cubicBezTo>
                  <a:cubicBezTo>
                    <a:pt x="182" y="473"/>
                    <a:pt x="37" y="764"/>
                    <a:pt x="37" y="1127"/>
                  </a:cubicBezTo>
                  <a:cubicBezTo>
                    <a:pt x="37" y="1418"/>
                    <a:pt x="110" y="1636"/>
                    <a:pt x="291" y="1818"/>
                  </a:cubicBezTo>
                  <a:cubicBezTo>
                    <a:pt x="473" y="2000"/>
                    <a:pt x="764" y="2109"/>
                    <a:pt x="1164" y="2182"/>
                  </a:cubicBezTo>
                  <a:lnTo>
                    <a:pt x="1382" y="2255"/>
                  </a:lnTo>
                  <a:cubicBezTo>
                    <a:pt x="1746" y="2327"/>
                    <a:pt x="2000" y="2436"/>
                    <a:pt x="2110" y="2509"/>
                  </a:cubicBezTo>
                  <a:cubicBezTo>
                    <a:pt x="2255" y="2618"/>
                    <a:pt x="2291" y="2727"/>
                    <a:pt x="2291" y="2909"/>
                  </a:cubicBezTo>
                  <a:cubicBezTo>
                    <a:pt x="2291" y="3091"/>
                    <a:pt x="2219" y="3236"/>
                    <a:pt x="2073" y="3345"/>
                  </a:cubicBezTo>
                  <a:cubicBezTo>
                    <a:pt x="1891" y="3455"/>
                    <a:pt x="1673" y="3491"/>
                    <a:pt x="1382" y="3491"/>
                  </a:cubicBezTo>
                  <a:cubicBezTo>
                    <a:pt x="1164" y="3491"/>
                    <a:pt x="910" y="3455"/>
                    <a:pt x="691" y="3418"/>
                  </a:cubicBezTo>
                  <a:cubicBezTo>
                    <a:pt x="473" y="3345"/>
                    <a:pt x="255" y="3236"/>
                    <a:pt x="1" y="3127"/>
                  </a:cubicBezTo>
                  <a:lnTo>
                    <a:pt x="1" y="3782"/>
                  </a:lnTo>
                  <a:cubicBezTo>
                    <a:pt x="255" y="3855"/>
                    <a:pt x="510" y="3927"/>
                    <a:pt x="728" y="3964"/>
                  </a:cubicBezTo>
                  <a:cubicBezTo>
                    <a:pt x="946" y="4000"/>
                    <a:pt x="1164" y="4036"/>
                    <a:pt x="1346" y="4036"/>
                  </a:cubicBezTo>
                  <a:cubicBezTo>
                    <a:pt x="1855" y="4036"/>
                    <a:pt x="2255" y="3927"/>
                    <a:pt x="2509" y="3709"/>
                  </a:cubicBezTo>
                  <a:cubicBezTo>
                    <a:pt x="2800" y="3491"/>
                    <a:pt x="2946" y="3236"/>
                    <a:pt x="2946" y="2873"/>
                  </a:cubicBezTo>
                  <a:cubicBezTo>
                    <a:pt x="2946" y="2546"/>
                    <a:pt x="2837" y="2291"/>
                    <a:pt x="2655" y="2146"/>
                  </a:cubicBezTo>
                  <a:cubicBezTo>
                    <a:pt x="2473" y="1964"/>
                    <a:pt x="2146" y="1818"/>
                    <a:pt x="1710" y="1709"/>
                  </a:cubicBezTo>
                  <a:lnTo>
                    <a:pt x="1491" y="1673"/>
                  </a:lnTo>
                  <a:cubicBezTo>
                    <a:pt x="1164" y="1600"/>
                    <a:pt x="946" y="1527"/>
                    <a:pt x="801" y="1455"/>
                  </a:cubicBezTo>
                  <a:cubicBezTo>
                    <a:pt x="691" y="1346"/>
                    <a:pt x="655" y="1236"/>
                    <a:pt x="655" y="1091"/>
                  </a:cubicBezTo>
                  <a:cubicBezTo>
                    <a:pt x="655" y="909"/>
                    <a:pt x="728" y="764"/>
                    <a:pt x="873" y="655"/>
                  </a:cubicBezTo>
                  <a:cubicBezTo>
                    <a:pt x="1055" y="546"/>
                    <a:pt x="1273" y="509"/>
                    <a:pt x="1600" y="509"/>
                  </a:cubicBezTo>
                  <a:cubicBezTo>
                    <a:pt x="1782" y="509"/>
                    <a:pt x="2000" y="546"/>
                    <a:pt x="2182" y="582"/>
                  </a:cubicBezTo>
                  <a:cubicBezTo>
                    <a:pt x="2364" y="618"/>
                    <a:pt x="2582" y="691"/>
                    <a:pt x="2728" y="800"/>
                  </a:cubicBezTo>
                  <a:lnTo>
                    <a:pt x="2728" y="182"/>
                  </a:lnTo>
                  <a:cubicBezTo>
                    <a:pt x="2582" y="109"/>
                    <a:pt x="2364" y="73"/>
                    <a:pt x="2182" y="37"/>
                  </a:cubicBezTo>
                  <a:cubicBezTo>
                    <a:pt x="1964" y="0"/>
                    <a:pt x="1746" y="0"/>
                    <a:pt x="1528" y="0"/>
                  </a:cubicBezTo>
                  <a:close/>
                </a:path>
              </a:pathLst>
            </a:custGeom>
            <a:solidFill>
              <a:srgbClr val="232A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7" name="Google Shape;4017;p78"/>
            <p:cNvSpPr/>
            <p:nvPr/>
          </p:nvSpPr>
          <p:spPr>
            <a:xfrm>
              <a:off x="6136750" y="2696089"/>
              <a:ext cx="61834" cy="30944"/>
            </a:xfrm>
            <a:custGeom>
              <a:avLst/>
              <a:gdLst/>
              <a:ahLst/>
              <a:cxnLst/>
              <a:rect l="l" t="t" r="r" b="b"/>
              <a:pathLst>
                <a:path w="3491" h="1747" extrusionOk="0">
                  <a:moveTo>
                    <a:pt x="1746" y="1"/>
                  </a:moveTo>
                  <a:cubicBezTo>
                    <a:pt x="764" y="1"/>
                    <a:pt x="0" y="801"/>
                    <a:pt x="0" y="1746"/>
                  </a:cubicBezTo>
                  <a:lnTo>
                    <a:pt x="3491" y="1746"/>
                  </a:lnTo>
                  <a:cubicBezTo>
                    <a:pt x="3491" y="801"/>
                    <a:pt x="2727" y="1"/>
                    <a:pt x="174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8" name="Google Shape;4018;p78"/>
            <p:cNvSpPr/>
            <p:nvPr/>
          </p:nvSpPr>
          <p:spPr>
            <a:xfrm>
              <a:off x="6136750" y="2696089"/>
              <a:ext cx="30926" cy="30944"/>
            </a:xfrm>
            <a:custGeom>
              <a:avLst/>
              <a:gdLst/>
              <a:ahLst/>
              <a:cxnLst/>
              <a:rect l="l" t="t" r="r" b="b"/>
              <a:pathLst>
                <a:path w="1746" h="1747" extrusionOk="0">
                  <a:moveTo>
                    <a:pt x="1746" y="1"/>
                  </a:moveTo>
                  <a:cubicBezTo>
                    <a:pt x="800" y="37"/>
                    <a:pt x="0" y="801"/>
                    <a:pt x="37" y="1746"/>
                  </a:cubicBezTo>
                  <a:lnTo>
                    <a:pt x="1746" y="1746"/>
                  </a:lnTo>
                  <a:lnTo>
                    <a:pt x="174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9" name="Google Shape;4019;p78"/>
            <p:cNvSpPr/>
            <p:nvPr/>
          </p:nvSpPr>
          <p:spPr>
            <a:xfrm>
              <a:off x="6319011" y="2696089"/>
              <a:ext cx="61852" cy="30944"/>
            </a:xfrm>
            <a:custGeom>
              <a:avLst/>
              <a:gdLst/>
              <a:ahLst/>
              <a:cxnLst/>
              <a:rect l="l" t="t" r="r" b="b"/>
              <a:pathLst>
                <a:path w="3492" h="1747" extrusionOk="0">
                  <a:moveTo>
                    <a:pt x="1746" y="1"/>
                  </a:moveTo>
                  <a:cubicBezTo>
                    <a:pt x="764" y="1"/>
                    <a:pt x="0" y="801"/>
                    <a:pt x="0" y="1746"/>
                  </a:cubicBezTo>
                  <a:lnTo>
                    <a:pt x="3491" y="1746"/>
                  </a:lnTo>
                  <a:cubicBezTo>
                    <a:pt x="3491" y="801"/>
                    <a:pt x="2691" y="1"/>
                    <a:pt x="174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0" name="Google Shape;4020;p78"/>
            <p:cNvSpPr/>
            <p:nvPr/>
          </p:nvSpPr>
          <p:spPr>
            <a:xfrm>
              <a:off x="6318374" y="2696089"/>
              <a:ext cx="30926" cy="30944"/>
            </a:xfrm>
            <a:custGeom>
              <a:avLst/>
              <a:gdLst/>
              <a:ahLst/>
              <a:cxnLst/>
              <a:rect l="l" t="t" r="r" b="b"/>
              <a:pathLst>
                <a:path w="1746" h="1747" extrusionOk="0">
                  <a:moveTo>
                    <a:pt x="1745" y="1"/>
                  </a:moveTo>
                  <a:cubicBezTo>
                    <a:pt x="800" y="1"/>
                    <a:pt x="0" y="801"/>
                    <a:pt x="0" y="1746"/>
                  </a:cubicBezTo>
                  <a:lnTo>
                    <a:pt x="1745" y="1746"/>
                  </a:lnTo>
                  <a:lnTo>
                    <a:pt x="174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1" name="Google Shape;4021;p78"/>
            <p:cNvSpPr/>
            <p:nvPr/>
          </p:nvSpPr>
          <p:spPr>
            <a:xfrm>
              <a:off x="5955763" y="2696089"/>
              <a:ext cx="61852" cy="30944"/>
            </a:xfrm>
            <a:custGeom>
              <a:avLst/>
              <a:gdLst/>
              <a:ahLst/>
              <a:cxnLst/>
              <a:rect l="l" t="t" r="r" b="b"/>
              <a:pathLst>
                <a:path w="3492" h="1747" extrusionOk="0">
                  <a:moveTo>
                    <a:pt x="1746" y="1"/>
                  </a:moveTo>
                  <a:cubicBezTo>
                    <a:pt x="764" y="1"/>
                    <a:pt x="1" y="801"/>
                    <a:pt x="1" y="1746"/>
                  </a:cubicBezTo>
                  <a:lnTo>
                    <a:pt x="3491" y="1746"/>
                  </a:lnTo>
                  <a:cubicBezTo>
                    <a:pt x="3491" y="801"/>
                    <a:pt x="2691" y="1"/>
                    <a:pt x="174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2" name="Google Shape;4022;p78"/>
            <p:cNvSpPr/>
            <p:nvPr/>
          </p:nvSpPr>
          <p:spPr>
            <a:xfrm>
              <a:off x="5955763" y="2696089"/>
              <a:ext cx="30944" cy="30944"/>
            </a:xfrm>
            <a:custGeom>
              <a:avLst/>
              <a:gdLst/>
              <a:ahLst/>
              <a:cxnLst/>
              <a:rect l="l" t="t" r="r" b="b"/>
              <a:pathLst>
                <a:path w="1747" h="1747" extrusionOk="0">
                  <a:moveTo>
                    <a:pt x="1746" y="1"/>
                  </a:moveTo>
                  <a:cubicBezTo>
                    <a:pt x="764" y="1"/>
                    <a:pt x="1" y="801"/>
                    <a:pt x="1" y="1746"/>
                  </a:cubicBezTo>
                  <a:lnTo>
                    <a:pt x="1746" y="1746"/>
                  </a:lnTo>
                  <a:lnTo>
                    <a:pt x="174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3" name="Google Shape;4023;p78"/>
            <p:cNvSpPr/>
            <p:nvPr/>
          </p:nvSpPr>
          <p:spPr>
            <a:xfrm>
              <a:off x="6951472" y="3099278"/>
              <a:ext cx="152646" cy="569988"/>
            </a:xfrm>
            <a:custGeom>
              <a:avLst/>
              <a:gdLst/>
              <a:ahLst/>
              <a:cxnLst/>
              <a:rect l="l" t="t" r="r" b="b"/>
              <a:pathLst>
                <a:path w="8618" h="32180" extrusionOk="0">
                  <a:moveTo>
                    <a:pt x="0" y="0"/>
                  </a:moveTo>
                  <a:lnTo>
                    <a:pt x="0" y="2255"/>
                  </a:lnTo>
                  <a:lnTo>
                    <a:pt x="4000" y="2255"/>
                  </a:lnTo>
                  <a:cubicBezTo>
                    <a:pt x="5309" y="2255"/>
                    <a:pt x="6363" y="3309"/>
                    <a:pt x="6363" y="4618"/>
                  </a:cubicBezTo>
                  <a:lnTo>
                    <a:pt x="6363" y="27562"/>
                  </a:lnTo>
                  <a:cubicBezTo>
                    <a:pt x="6363" y="28871"/>
                    <a:pt x="5309" y="29925"/>
                    <a:pt x="4000" y="29925"/>
                  </a:cubicBezTo>
                  <a:lnTo>
                    <a:pt x="0" y="29925"/>
                  </a:lnTo>
                  <a:lnTo>
                    <a:pt x="0" y="32180"/>
                  </a:lnTo>
                  <a:lnTo>
                    <a:pt x="4000" y="32180"/>
                  </a:lnTo>
                  <a:cubicBezTo>
                    <a:pt x="6545" y="32180"/>
                    <a:pt x="8618" y="30107"/>
                    <a:pt x="8618" y="27562"/>
                  </a:cubicBezTo>
                  <a:lnTo>
                    <a:pt x="8618" y="4618"/>
                  </a:lnTo>
                  <a:cubicBezTo>
                    <a:pt x="8618" y="2073"/>
                    <a:pt x="6545" y="0"/>
                    <a:pt x="400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4" name="Google Shape;4024;p78"/>
            <p:cNvSpPr/>
            <p:nvPr/>
          </p:nvSpPr>
          <p:spPr>
            <a:xfrm>
              <a:off x="5231853" y="3099278"/>
              <a:ext cx="153302" cy="569988"/>
            </a:xfrm>
            <a:custGeom>
              <a:avLst/>
              <a:gdLst/>
              <a:ahLst/>
              <a:cxnLst/>
              <a:rect l="l" t="t" r="r" b="b"/>
              <a:pathLst>
                <a:path w="8655" h="32180" extrusionOk="0">
                  <a:moveTo>
                    <a:pt x="4619" y="0"/>
                  </a:moveTo>
                  <a:cubicBezTo>
                    <a:pt x="2073" y="0"/>
                    <a:pt x="1" y="2073"/>
                    <a:pt x="1" y="4618"/>
                  </a:cubicBezTo>
                  <a:lnTo>
                    <a:pt x="1" y="27562"/>
                  </a:lnTo>
                  <a:cubicBezTo>
                    <a:pt x="1" y="30107"/>
                    <a:pt x="2073" y="32180"/>
                    <a:pt x="4619" y="32180"/>
                  </a:cubicBezTo>
                  <a:lnTo>
                    <a:pt x="8655" y="32180"/>
                  </a:lnTo>
                  <a:lnTo>
                    <a:pt x="8655" y="29925"/>
                  </a:lnTo>
                  <a:lnTo>
                    <a:pt x="4619" y="29925"/>
                  </a:lnTo>
                  <a:cubicBezTo>
                    <a:pt x="3310" y="29889"/>
                    <a:pt x="2255" y="28835"/>
                    <a:pt x="2255" y="27562"/>
                  </a:cubicBezTo>
                  <a:lnTo>
                    <a:pt x="2255" y="4618"/>
                  </a:lnTo>
                  <a:cubicBezTo>
                    <a:pt x="2255" y="3309"/>
                    <a:pt x="3310" y="2255"/>
                    <a:pt x="4619" y="2255"/>
                  </a:cubicBezTo>
                  <a:lnTo>
                    <a:pt x="8655" y="2255"/>
                  </a:lnTo>
                  <a:lnTo>
                    <a:pt x="8655" y="0"/>
                  </a:lnTo>
                  <a:close/>
                </a:path>
              </a:pathLst>
            </a:custGeom>
            <a:solidFill>
              <a:srgbClr val="8082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5" name="Google Shape;4025;p78"/>
            <p:cNvSpPr/>
            <p:nvPr/>
          </p:nvSpPr>
          <p:spPr>
            <a:xfrm>
              <a:off x="5951264" y="2716068"/>
              <a:ext cx="69575" cy="25134"/>
            </a:xfrm>
            <a:custGeom>
              <a:avLst/>
              <a:gdLst/>
              <a:ahLst/>
              <a:cxnLst/>
              <a:rect l="l" t="t" r="r" b="b"/>
              <a:pathLst>
                <a:path w="3928" h="1419" extrusionOk="0">
                  <a:moveTo>
                    <a:pt x="291" y="0"/>
                  </a:moveTo>
                  <a:cubicBezTo>
                    <a:pt x="146" y="0"/>
                    <a:pt x="0" y="146"/>
                    <a:pt x="37" y="291"/>
                  </a:cubicBezTo>
                  <a:lnTo>
                    <a:pt x="37" y="1418"/>
                  </a:lnTo>
                  <a:lnTo>
                    <a:pt x="3927" y="1418"/>
                  </a:lnTo>
                  <a:lnTo>
                    <a:pt x="3927" y="291"/>
                  </a:lnTo>
                  <a:cubicBezTo>
                    <a:pt x="3927" y="146"/>
                    <a:pt x="3818" y="0"/>
                    <a:pt x="367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6" name="Google Shape;4026;p78"/>
            <p:cNvSpPr/>
            <p:nvPr/>
          </p:nvSpPr>
          <p:spPr>
            <a:xfrm>
              <a:off x="6132888" y="2716068"/>
              <a:ext cx="69575" cy="25134"/>
            </a:xfrm>
            <a:custGeom>
              <a:avLst/>
              <a:gdLst/>
              <a:ahLst/>
              <a:cxnLst/>
              <a:rect l="l" t="t" r="r" b="b"/>
              <a:pathLst>
                <a:path w="3928" h="1419" extrusionOk="0">
                  <a:moveTo>
                    <a:pt x="291" y="0"/>
                  </a:moveTo>
                  <a:cubicBezTo>
                    <a:pt x="145" y="0"/>
                    <a:pt x="0" y="146"/>
                    <a:pt x="36" y="291"/>
                  </a:cubicBezTo>
                  <a:lnTo>
                    <a:pt x="36" y="1418"/>
                  </a:lnTo>
                  <a:lnTo>
                    <a:pt x="3927" y="1418"/>
                  </a:lnTo>
                  <a:lnTo>
                    <a:pt x="3927" y="291"/>
                  </a:lnTo>
                  <a:cubicBezTo>
                    <a:pt x="3927" y="146"/>
                    <a:pt x="3818" y="0"/>
                    <a:pt x="367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7" name="Google Shape;4027;p78"/>
            <p:cNvSpPr/>
            <p:nvPr/>
          </p:nvSpPr>
          <p:spPr>
            <a:xfrm>
              <a:off x="6314495" y="2716068"/>
              <a:ext cx="69575" cy="25134"/>
            </a:xfrm>
            <a:custGeom>
              <a:avLst/>
              <a:gdLst/>
              <a:ahLst/>
              <a:cxnLst/>
              <a:rect l="l" t="t" r="r" b="b"/>
              <a:pathLst>
                <a:path w="3928" h="1419" extrusionOk="0">
                  <a:moveTo>
                    <a:pt x="292" y="0"/>
                  </a:moveTo>
                  <a:cubicBezTo>
                    <a:pt x="146" y="0"/>
                    <a:pt x="1" y="146"/>
                    <a:pt x="1" y="291"/>
                  </a:cubicBezTo>
                  <a:lnTo>
                    <a:pt x="1" y="1418"/>
                  </a:lnTo>
                  <a:lnTo>
                    <a:pt x="3928" y="1418"/>
                  </a:lnTo>
                  <a:lnTo>
                    <a:pt x="3928" y="291"/>
                  </a:lnTo>
                  <a:cubicBezTo>
                    <a:pt x="3928" y="146"/>
                    <a:pt x="3819" y="0"/>
                    <a:pt x="367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8" name="Google Shape;4028;p78"/>
            <p:cNvSpPr/>
            <p:nvPr/>
          </p:nvSpPr>
          <p:spPr>
            <a:xfrm>
              <a:off x="5385137" y="2727015"/>
              <a:ext cx="1566352" cy="1373126"/>
            </a:xfrm>
            <a:custGeom>
              <a:avLst/>
              <a:gdLst/>
              <a:ahLst/>
              <a:cxnLst/>
              <a:rect l="l" t="t" r="r" b="b"/>
              <a:pathLst>
                <a:path w="88432" h="77523" extrusionOk="0">
                  <a:moveTo>
                    <a:pt x="13636" y="0"/>
                  </a:moveTo>
                  <a:cubicBezTo>
                    <a:pt x="6073" y="0"/>
                    <a:pt x="1" y="6109"/>
                    <a:pt x="1" y="13636"/>
                  </a:cubicBezTo>
                  <a:lnTo>
                    <a:pt x="1" y="77523"/>
                  </a:lnTo>
                  <a:lnTo>
                    <a:pt x="88431" y="77523"/>
                  </a:lnTo>
                  <a:lnTo>
                    <a:pt x="88431" y="13636"/>
                  </a:lnTo>
                  <a:cubicBezTo>
                    <a:pt x="88431" y="6109"/>
                    <a:pt x="82322" y="0"/>
                    <a:pt x="747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9" name="Google Shape;4029;p78"/>
            <p:cNvSpPr/>
            <p:nvPr/>
          </p:nvSpPr>
          <p:spPr>
            <a:xfrm>
              <a:off x="5301410" y="3523705"/>
              <a:ext cx="1733150" cy="576436"/>
            </a:xfrm>
            <a:custGeom>
              <a:avLst/>
              <a:gdLst/>
              <a:ahLst/>
              <a:cxnLst/>
              <a:rect l="l" t="t" r="r" b="b"/>
              <a:pathLst>
                <a:path w="97849" h="32544" extrusionOk="0">
                  <a:moveTo>
                    <a:pt x="19527" y="0"/>
                  </a:moveTo>
                  <a:cubicBezTo>
                    <a:pt x="17927" y="0"/>
                    <a:pt x="16618" y="1273"/>
                    <a:pt x="16618" y="2873"/>
                  </a:cubicBezTo>
                  <a:lnTo>
                    <a:pt x="16618" y="4145"/>
                  </a:lnTo>
                  <a:lnTo>
                    <a:pt x="13091" y="4145"/>
                  </a:lnTo>
                  <a:cubicBezTo>
                    <a:pt x="5855" y="4145"/>
                    <a:pt x="1" y="10000"/>
                    <a:pt x="1" y="17235"/>
                  </a:cubicBezTo>
                  <a:lnTo>
                    <a:pt x="1" y="32544"/>
                  </a:lnTo>
                  <a:lnTo>
                    <a:pt x="97849" y="32544"/>
                  </a:lnTo>
                  <a:lnTo>
                    <a:pt x="97849" y="17235"/>
                  </a:lnTo>
                  <a:cubicBezTo>
                    <a:pt x="97849" y="10000"/>
                    <a:pt x="91994" y="4145"/>
                    <a:pt x="84759" y="4145"/>
                  </a:cubicBezTo>
                  <a:lnTo>
                    <a:pt x="81232" y="4145"/>
                  </a:lnTo>
                  <a:lnTo>
                    <a:pt x="81232" y="2873"/>
                  </a:lnTo>
                  <a:cubicBezTo>
                    <a:pt x="81232" y="1273"/>
                    <a:pt x="79959" y="0"/>
                    <a:pt x="783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0" name="Google Shape;4030;p78"/>
            <p:cNvSpPr/>
            <p:nvPr/>
          </p:nvSpPr>
          <p:spPr>
            <a:xfrm>
              <a:off x="5743231" y="3597123"/>
              <a:ext cx="849509" cy="503017"/>
            </a:xfrm>
            <a:custGeom>
              <a:avLst/>
              <a:gdLst/>
              <a:ahLst/>
              <a:cxnLst/>
              <a:rect l="l" t="t" r="r" b="b"/>
              <a:pathLst>
                <a:path w="47961" h="28399" extrusionOk="0">
                  <a:moveTo>
                    <a:pt x="4546" y="0"/>
                  </a:moveTo>
                  <a:cubicBezTo>
                    <a:pt x="2037" y="0"/>
                    <a:pt x="1" y="2037"/>
                    <a:pt x="1" y="4546"/>
                  </a:cubicBezTo>
                  <a:lnTo>
                    <a:pt x="1" y="28399"/>
                  </a:lnTo>
                  <a:lnTo>
                    <a:pt x="47961" y="28399"/>
                  </a:lnTo>
                  <a:lnTo>
                    <a:pt x="47961" y="4546"/>
                  </a:lnTo>
                  <a:cubicBezTo>
                    <a:pt x="47961" y="2037"/>
                    <a:pt x="45925" y="0"/>
                    <a:pt x="4341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1" name="Google Shape;4031;p78"/>
            <p:cNvSpPr/>
            <p:nvPr/>
          </p:nvSpPr>
          <p:spPr>
            <a:xfrm>
              <a:off x="5226061" y="4100123"/>
              <a:ext cx="1883848" cy="186141"/>
            </a:xfrm>
            <a:custGeom>
              <a:avLst/>
              <a:gdLst/>
              <a:ahLst/>
              <a:cxnLst/>
              <a:rect l="l" t="t" r="r" b="b"/>
              <a:pathLst>
                <a:path w="106357" h="10509" extrusionOk="0">
                  <a:moveTo>
                    <a:pt x="3491" y="1"/>
                  </a:moveTo>
                  <a:cubicBezTo>
                    <a:pt x="1564" y="1"/>
                    <a:pt x="1" y="1564"/>
                    <a:pt x="1" y="3491"/>
                  </a:cubicBezTo>
                  <a:lnTo>
                    <a:pt x="1" y="10509"/>
                  </a:lnTo>
                  <a:lnTo>
                    <a:pt x="106357" y="10509"/>
                  </a:lnTo>
                  <a:lnTo>
                    <a:pt x="106357" y="3491"/>
                  </a:lnTo>
                  <a:cubicBezTo>
                    <a:pt x="106321" y="1564"/>
                    <a:pt x="104757" y="1"/>
                    <a:pt x="10283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2" name="Google Shape;4032;p78"/>
            <p:cNvSpPr/>
            <p:nvPr/>
          </p:nvSpPr>
          <p:spPr>
            <a:xfrm>
              <a:off x="5226061" y="4285323"/>
              <a:ext cx="1884504" cy="50268"/>
            </a:xfrm>
            <a:custGeom>
              <a:avLst/>
              <a:gdLst/>
              <a:ahLst/>
              <a:cxnLst/>
              <a:rect l="l" t="t" r="r" b="b"/>
              <a:pathLst>
                <a:path w="106394" h="2838" extrusionOk="0">
                  <a:moveTo>
                    <a:pt x="1" y="1"/>
                  </a:moveTo>
                  <a:lnTo>
                    <a:pt x="1" y="1455"/>
                  </a:lnTo>
                  <a:cubicBezTo>
                    <a:pt x="1" y="2219"/>
                    <a:pt x="619" y="2837"/>
                    <a:pt x="1382" y="2837"/>
                  </a:cubicBezTo>
                  <a:lnTo>
                    <a:pt x="104975" y="2837"/>
                  </a:lnTo>
                  <a:cubicBezTo>
                    <a:pt x="105739" y="2837"/>
                    <a:pt x="106393" y="2219"/>
                    <a:pt x="106393" y="1455"/>
                  </a:cubicBezTo>
                  <a:lnTo>
                    <a:pt x="10639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3" name="Google Shape;4033;p78"/>
            <p:cNvSpPr/>
            <p:nvPr/>
          </p:nvSpPr>
          <p:spPr>
            <a:xfrm>
              <a:off x="5720683" y="4336496"/>
              <a:ext cx="894605" cy="140407"/>
            </a:xfrm>
            <a:custGeom>
              <a:avLst/>
              <a:gdLst/>
              <a:ahLst/>
              <a:cxnLst/>
              <a:rect l="l" t="t" r="r" b="b"/>
              <a:pathLst>
                <a:path w="50507" h="7927" extrusionOk="0">
                  <a:moveTo>
                    <a:pt x="1" y="0"/>
                  </a:moveTo>
                  <a:lnTo>
                    <a:pt x="3055" y="7563"/>
                  </a:lnTo>
                  <a:cubicBezTo>
                    <a:pt x="3164" y="7781"/>
                    <a:pt x="3346" y="7927"/>
                    <a:pt x="3601" y="7927"/>
                  </a:cubicBezTo>
                  <a:lnTo>
                    <a:pt x="46143" y="7927"/>
                  </a:lnTo>
                  <a:cubicBezTo>
                    <a:pt x="46834" y="7927"/>
                    <a:pt x="47489" y="7491"/>
                    <a:pt x="47743" y="6836"/>
                  </a:cubicBezTo>
                  <a:lnTo>
                    <a:pt x="505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4" name="Google Shape;4034;p78"/>
            <p:cNvSpPr/>
            <p:nvPr/>
          </p:nvSpPr>
          <p:spPr>
            <a:xfrm>
              <a:off x="5391585" y="4336496"/>
              <a:ext cx="97915" cy="413498"/>
            </a:xfrm>
            <a:custGeom>
              <a:avLst/>
              <a:gdLst/>
              <a:ahLst/>
              <a:cxnLst/>
              <a:rect l="l" t="t" r="r" b="b"/>
              <a:pathLst>
                <a:path w="5528" h="23345" extrusionOk="0">
                  <a:moveTo>
                    <a:pt x="1891" y="0"/>
                  </a:moveTo>
                  <a:lnTo>
                    <a:pt x="0" y="2618"/>
                  </a:lnTo>
                  <a:lnTo>
                    <a:pt x="1891" y="5200"/>
                  </a:lnTo>
                  <a:lnTo>
                    <a:pt x="0" y="7781"/>
                  </a:lnTo>
                  <a:lnTo>
                    <a:pt x="1891" y="10363"/>
                  </a:lnTo>
                  <a:lnTo>
                    <a:pt x="0" y="12981"/>
                  </a:lnTo>
                  <a:lnTo>
                    <a:pt x="1891" y="15563"/>
                  </a:lnTo>
                  <a:lnTo>
                    <a:pt x="0" y="18144"/>
                  </a:lnTo>
                  <a:lnTo>
                    <a:pt x="1891" y="20762"/>
                  </a:lnTo>
                  <a:lnTo>
                    <a:pt x="0" y="23344"/>
                  </a:lnTo>
                  <a:lnTo>
                    <a:pt x="3636" y="23344"/>
                  </a:lnTo>
                  <a:lnTo>
                    <a:pt x="5527" y="20762"/>
                  </a:lnTo>
                  <a:lnTo>
                    <a:pt x="3636" y="18144"/>
                  </a:lnTo>
                  <a:lnTo>
                    <a:pt x="5527" y="15563"/>
                  </a:lnTo>
                  <a:lnTo>
                    <a:pt x="3636" y="12981"/>
                  </a:lnTo>
                  <a:lnTo>
                    <a:pt x="5527" y="10363"/>
                  </a:lnTo>
                  <a:lnTo>
                    <a:pt x="3636" y="7781"/>
                  </a:lnTo>
                  <a:lnTo>
                    <a:pt x="5527" y="5200"/>
                  </a:lnTo>
                  <a:lnTo>
                    <a:pt x="3636" y="2618"/>
                  </a:lnTo>
                  <a:lnTo>
                    <a:pt x="5527"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5" name="Google Shape;4035;p78"/>
            <p:cNvSpPr/>
            <p:nvPr/>
          </p:nvSpPr>
          <p:spPr>
            <a:xfrm>
              <a:off x="5331043" y="4337134"/>
              <a:ext cx="75367" cy="413498"/>
            </a:xfrm>
            <a:custGeom>
              <a:avLst/>
              <a:gdLst/>
              <a:ahLst/>
              <a:cxnLst/>
              <a:rect l="l" t="t" r="r" b="b"/>
              <a:pathLst>
                <a:path w="4255" h="23345" extrusionOk="0">
                  <a:moveTo>
                    <a:pt x="0" y="1"/>
                  </a:moveTo>
                  <a:lnTo>
                    <a:pt x="0" y="21890"/>
                  </a:lnTo>
                  <a:cubicBezTo>
                    <a:pt x="0" y="22690"/>
                    <a:pt x="655" y="23344"/>
                    <a:pt x="1455" y="23344"/>
                  </a:cubicBezTo>
                  <a:lnTo>
                    <a:pt x="2364" y="23344"/>
                  </a:lnTo>
                  <a:lnTo>
                    <a:pt x="4218" y="20726"/>
                  </a:lnTo>
                  <a:lnTo>
                    <a:pt x="2364" y="18108"/>
                  </a:lnTo>
                  <a:lnTo>
                    <a:pt x="4255" y="15527"/>
                  </a:lnTo>
                  <a:lnTo>
                    <a:pt x="2364" y="12945"/>
                  </a:lnTo>
                  <a:lnTo>
                    <a:pt x="4255" y="10363"/>
                  </a:lnTo>
                  <a:lnTo>
                    <a:pt x="2364" y="7745"/>
                  </a:lnTo>
                  <a:lnTo>
                    <a:pt x="4255" y="5164"/>
                  </a:lnTo>
                  <a:lnTo>
                    <a:pt x="2364" y="2582"/>
                  </a:lnTo>
                  <a:lnTo>
                    <a:pt x="4255"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6" name="Google Shape;4036;p78"/>
            <p:cNvSpPr/>
            <p:nvPr/>
          </p:nvSpPr>
          <p:spPr>
            <a:xfrm>
              <a:off x="5455987" y="4336496"/>
              <a:ext cx="52181" cy="413498"/>
            </a:xfrm>
            <a:custGeom>
              <a:avLst/>
              <a:gdLst/>
              <a:ahLst/>
              <a:cxnLst/>
              <a:rect l="l" t="t" r="r" b="b"/>
              <a:pathLst>
                <a:path w="2946" h="23345" extrusionOk="0">
                  <a:moveTo>
                    <a:pt x="1891" y="0"/>
                  </a:moveTo>
                  <a:lnTo>
                    <a:pt x="0" y="2618"/>
                  </a:lnTo>
                  <a:lnTo>
                    <a:pt x="1891" y="5200"/>
                  </a:lnTo>
                  <a:lnTo>
                    <a:pt x="0" y="7781"/>
                  </a:lnTo>
                  <a:lnTo>
                    <a:pt x="1891" y="10363"/>
                  </a:lnTo>
                  <a:lnTo>
                    <a:pt x="0" y="12981"/>
                  </a:lnTo>
                  <a:lnTo>
                    <a:pt x="1891" y="15563"/>
                  </a:lnTo>
                  <a:lnTo>
                    <a:pt x="0" y="18144"/>
                  </a:lnTo>
                  <a:lnTo>
                    <a:pt x="1891" y="20762"/>
                  </a:lnTo>
                  <a:lnTo>
                    <a:pt x="0" y="23344"/>
                  </a:lnTo>
                  <a:lnTo>
                    <a:pt x="1091" y="23344"/>
                  </a:lnTo>
                  <a:lnTo>
                    <a:pt x="2946" y="20762"/>
                  </a:lnTo>
                  <a:lnTo>
                    <a:pt x="1091" y="18144"/>
                  </a:lnTo>
                  <a:lnTo>
                    <a:pt x="2946" y="15563"/>
                  </a:lnTo>
                  <a:lnTo>
                    <a:pt x="1091" y="12981"/>
                  </a:lnTo>
                  <a:lnTo>
                    <a:pt x="2946" y="10363"/>
                  </a:lnTo>
                  <a:lnTo>
                    <a:pt x="1091" y="7781"/>
                  </a:lnTo>
                  <a:lnTo>
                    <a:pt x="2946" y="5200"/>
                  </a:lnTo>
                  <a:lnTo>
                    <a:pt x="1091" y="2618"/>
                  </a:lnTo>
                  <a:lnTo>
                    <a:pt x="2946"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7" name="Google Shape;4037;p78"/>
            <p:cNvSpPr/>
            <p:nvPr/>
          </p:nvSpPr>
          <p:spPr>
            <a:xfrm>
              <a:off x="5372898" y="4336496"/>
              <a:ext cx="52199" cy="413498"/>
            </a:xfrm>
            <a:custGeom>
              <a:avLst/>
              <a:gdLst/>
              <a:ahLst/>
              <a:cxnLst/>
              <a:rect l="l" t="t" r="r" b="b"/>
              <a:pathLst>
                <a:path w="2947" h="23345" extrusionOk="0">
                  <a:moveTo>
                    <a:pt x="1892" y="0"/>
                  </a:moveTo>
                  <a:lnTo>
                    <a:pt x="1" y="2618"/>
                  </a:lnTo>
                  <a:lnTo>
                    <a:pt x="1892" y="5200"/>
                  </a:lnTo>
                  <a:lnTo>
                    <a:pt x="1" y="7781"/>
                  </a:lnTo>
                  <a:lnTo>
                    <a:pt x="1892" y="10363"/>
                  </a:lnTo>
                  <a:lnTo>
                    <a:pt x="1" y="12981"/>
                  </a:lnTo>
                  <a:lnTo>
                    <a:pt x="1892" y="15563"/>
                  </a:lnTo>
                  <a:lnTo>
                    <a:pt x="1" y="18144"/>
                  </a:lnTo>
                  <a:lnTo>
                    <a:pt x="1892" y="20762"/>
                  </a:lnTo>
                  <a:lnTo>
                    <a:pt x="1" y="23344"/>
                  </a:lnTo>
                  <a:lnTo>
                    <a:pt x="1055" y="23344"/>
                  </a:lnTo>
                  <a:lnTo>
                    <a:pt x="2946" y="20762"/>
                  </a:lnTo>
                  <a:lnTo>
                    <a:pt x="1055" y="18144"/>
                  </a:lnTo>
                  <a:lnTo>
                    <a:pt x="2946" y="15563"/>
                  </a:lnTo>
                  <a:lnTo>
                    <a:pt x="1055" y="12981"/>
                  </a:lnTo>
                  <a:lnTo>
                    <a:pt x="2946" y="10363"/>
                  </a:lnTo>
                  <a:lnTo>
                    <a:pt x="1055" y="7781"/>
                  </a:lnTo>
                  <a:lnTo>
                    <a:pt x="2946" y="5200"/>
                  </a:lnTo>
                  <a:lnTo>
                    <a:pt x="1055" y="2618"/>
                  </a:lnTo>
                  <a:lnTo>
                    <a:pt x="2946"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8" name="Google Shape;4038;p78"/>
            <p:cNvSpPr/>
            <p:nvPr/>
          </p:nvSpPr>
          <p:spPr>
            <a:xfrm>
              <a:off x="5475312" y="4336496"/>
              <a:ext cx="97259" cy="413498"/>
            </a:xfrm>
            <a:custGeom>
              <a:avLst/>
              <a:gdLst/>
              <a:ahLst/>
              <a:cxnLst/>
              <a:rect l="l" t="t" r="r" b="b"/>
              <a:pathLst>
                <a:path w="5491" h="23345" extrusionOk="0">
                  <a:moveTo>
                    <a:pt x="1855" y="0"/>
                  </a:moveTo>
                  <a:lnTo>
                    <a:pt x="0" y="2618"/>
                  </a:lnTo>
                  <a:lnTo>
                    <a:pt x="1855" y="5200"/>
                  </a:lnTo>
                  <a:lnTo>
                    <a:pt x="0" y="7781"/>
                  </a:lnTo>
                  <a:lnTo>
                    <a:pt x="1855" y="10363"/>
                  </a:lnTo>
                  <a:lnTo>
                    <a:pt x="0" y="12981"/>
                  </a:lnTo>
                  <a:lnTo>
                    <a:pt x="1855" y="15563"/>
                  </a:lnTo>
                  <a:lnTo>
                    <a:pt x="0" y="18144"/>
                  </a:lnTo>
                  <a:lnTo>
                    <a:pt x="1855" y="20762"/>
                  </a:lnTo>
                  <a:lnTo>
                    <a:pt x="0" y="23344"/>
                  </a:lnTo>
                  <a:lnTo>
                    <a:pt x="3600" y="23344"/>
                  </a:lnTo>
                  <a:lnTo>
                    <a:pt x="5491" y="20762"/>
                  </a:lnTo>
                  <a:lnTo>
                    <a:pt x="3600" y="18144"/>
                  </a:lnTo>
                  <a:lnTo>
                    <a:pt x="5491" y="15563"/>
                  </a:lnTo>
                  <a:lnTo>
                    <a:pt x="3600" y="12981"/>
                  </a:lnTo>
                  <a:lnTo>
                    <a:pt x="5491" y="10363"/>
                  </a:lnTo>
                  <a:lnTo>
                    <a:pt x="3600" y="7781"/>
                  </a:lnTo>
                  <a:lnTo>
                    <a:pt x="5491" y="5200"/>
                  </a:lnTo>
                  <a:lnTo>
                    <a:pt x="3600" y="2618"/>
                  </a:lnTo>
                  <a:lnTo>
                    <a:pt x="549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9" name="Google Shape;4039;p78"/>
            <p:cNvSpPr/>
            <p:nvPr/>
          </p:nvSpPr>
          <p:spPr>
            <a:xfrm>
              <a:off x="5557746" y="4336496"/>
              <a:ext cx="75367" cy="413498"/>
            </a:xfrm>
            <a:custGeom>
              <a:avLst/>
              <a:gdLst/>
              <a:ahLst/>
              <a:cxnLst/>
              <a:rect l="l" t="t" r="r" b="b"/>
              <a:pathLst>
                <a:path w="4255" h="23345" extrusionOk="0">
                  <a:moveTo>
                    <a:pt x="1891" y="0"/>
                  </a:moveTo>
                  <a:lnTo>
                    <a:pt x="1" y="2618"/>
                  </a:lnTo>
                  <a:lnTo>
                    <a:pt x="1891" y="5200"/>
                  </a:lnTo>
                  <a:lnTo>
                    <a:pt x="1" y="7781"/>
                  </a:lnTo>
                  <a:lnTo>
                    <a:pt x="1891" y="10363"/>
                  </a:lnTo>
                  <a:lnTo>
                    <a:pt x="1" y="12981"/>
                  </a:lnTo>
                  <a:lnTo>
                    <a:pt x="1891" y="15563"/>
                  </a:lnTo>
                  <a:lnTo>
                    <a:pt x="1" y="18144"/>
                  </a:lnTo>
                  <a:lnTo>
                    <a:pt x="1891" y="20762"/>
                  </a:lnTo>
                  <a:lnTo>
                    <a:pt x="1" y="23344"/>
                  </a:lnTo>
                  <a:lnTo>
                    <a:pt x="2800" y="23344"/>
                  </a:lnTo>
                  <a:cubicBezTo>
                    <a:pt x="3600" y="23344"/>
                    <a:pt x="4255" y="22690"/>
                    <a:pt x="4255" y="21890"/>
                  </a:cubicBezTo>
                  <a:lnTo>
                    <a:pt x="425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0" name="Google Shape;4040;p78"/>
            <p:cNvSpPr/>
            <p:nvPr/>
          </p:nvSpPr>
          <p:spPr>
            <a:xfrm>
              <a:off x="5539077" y="4336496"/>
              <a:ext cx="52181" cy="413498"/>
            </a:xfrm>
            <a:custGeom>
              <a:avLst/>
              <a:gdLst/>
              <a:ahLst/>
              <a:cxnLst/>
              <a:rect l="l" t="t" r="r" b="b"/>
              <a:pathLst>
                <a:path w="2946" h="23345" extrusionOk="0">
                  <a:moveTo>
                    <a:pt x="1891" y="0"/>
                  </a:moveTo>
                  <a:lnTo>
                    <a:pt x="0" y="2618"/>
                  </a:lnTo>
                  <a:lnTo>
                    <a:pt x="1891" y="5200"/>
                  </a:lnTo>
                  <a:lnTo>
                    <a:pt x="0" y="7781"/>
                  </a:lnTo>
                  <a:lnTo>
                    <a:pt x="1891" y="10363"/>
                  </a:lnTo>
                  <a:lnTo>
                    <a:pt x="0" y="12981"/>
                  </a:lnTo>
                  <a:lnTo>
                    <a:pt x="1891" y="15563"/>
                  </a:lnTo>
                  <a:lnTo>
                    <a:pt x="0" y="18144"/>
                  </a:lnTo>
                  <a:lnTo>
                    <a:pt x="1891" y="20762"/>
                  </a:lnTo>
                  <a:lnTo>
                    <a:pt x="0" y="23344"/>
                  </a:lnTo>
                  <a:lnTo>
                    <a:pt x="1055" y="23344"/>
                  </a:lnTo>
                  <a:lnTo>
                    <a:pt x="2945" y="20762"/>
                  </a:lnTo>
                  <a:lnTo>
                    <a:pt x="1055" y="18144"/>
                  </a:lnTo>
                  <a:lnTo>
                    <a:pt x="2945" y="15563"/>
                  </a:lnTo>
                  <a:lnTo>
                    <a:pt x="1055" y="12981"/>
                  </a:lnTo>
                  <a:lnTo>
                    <a:pt x="2945" y="10363"/>
                  </a:lnTo>
                  <a:lnTo>
                    <a:pt x="1055" y="7781"/>
                  </a:lnTo>
                  <a:lnTo>
                    <a:pt x="2945" y="5200"/>
                  </a:lnTo>
                  <a:lnTo>
                    <a:pt x="1055" y="2618"/>
                  </a:lnTo>
                  <a:lnTo>
                    <a:pt x="294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1" name="Google Shape;4041;p78"/>
            <p:cNvSpPr/>
            <p:nvPr/>
          </p:nvSpPr>
          <p:spPr>
            <a:xfrm>
              <a:off x="6764038" y="4336496"/>
              <a:ext cx="97277" cy="413498"/>
            </a:xfrm>
            <a:custGeom>
              <a:avLst/>
              <a:gdLst/>
              <a:ahLst/>
              <a:cxnLst/>
              <a:rect l="l" t="t" r="r" b="b"/>
              <a:pathLst>
                <a:path w="5492" h="23345" extrusionOk="0">
                  <a:moveTo>
                    <a:pt x="1855" y="0"/>
                  </a:moveTo>
                  <a:lnTo>
                    <a:pt x="1" y="2618"/>
                  </a:lnTo>
                  <a:lnTo>
                    <a:pt x="1855" y="5200"/>
                  </a:lnTo>
                  <a:lnTo>
                    <a:pt x="1" y="7781"/>
                  </a:lnTo>
                  <a:lnTo>
                    <a:pt x="1855" y="10363"/>
                  </a:lnTo>
                  <a:lnTo>
                    <a:pt x="1" y="12981"/>
                  </a:lnTo>
                  <a:lnTo>
                    <a:pt x="1855" y="15563"/>
                  </a:lnTo>
                  <a:lnTo>
                    <a:pt x="1" y="18144"/>
                  </a:lnTo>
                  <a:lnTo>
                    <a:pt x="1855" y="20762"/>
                  </a:lnTo>
                  <a:lnTo>
                    <a:pt x="1" y="23344"/>
                  </a:lnTo>
                  <a:lnTo>
                    <a:pt x="3601" y="23344"/>
                  </a:lnTo>
                  <a:lnTo>
                    <a:pt x="5491" y="20762"/>
                  </a:lnTo>
                  <a:lnTo>
                    <a:pt x="3601" y="18144"/>
                  </a:lnTo>
                  <a:lnTo>
                    <a:pt x="5491" y="15563"/>
                  </a:lnTo>
                  <a:lnTo>
                    <a:pt x="3601" y="12981"/>
                  </a:lnTo>
                  <a:lnTo>
                    <a:pt x="5491" y="10363"/>
                  </a:lnTo>
                  <a:lnTo>
                    <a:pt x="3601" y="7781"/>
                  </a:lnTo>
                  <a:lnTo>
                    <a:pt x="5491" y="5200"/>
                  </a:lnTo>
                  <a:lnTo>
                    <a:pt x="3601" y="2618"/>
                  </a:lnTo>
                  <a:lnTo>
                    <a:pt x="549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2" name="Google Shape;4042;p78"/>
            <p:cNvSpPr/>
            <p:nvPr/>
          </p:nvSpPr>
          <p:spPr>
            <a:xfrm>
              <a:off x="6702859" y="4336496"/>
              <a:ext cx="75367" cy="413498"/>
            </a:xfrm>
            <a:custGeom>
              <a:avLst/>
              <a:gdLst/>
              <a:ahLst/>
              <a:cxnLst/>
              <a:rect l="l" t="t" r="r" b="b"/>
              <a:pathLst>
                <a:path w="4255" h="23345" extrusionOk="0">
                  <a:moveTo>
                    <a:pt x="1" y="0"/>
                  </a:moveTo>
                  <a:lnTo>
                    <a:pt x="1" y="21890"/>
                  </a:lnTo>
                  <a:cubicBezTo>
                    <a:pt x="1" y="22690"/>
                    <a:pt x="655" y="23344"/>
                    <a:pt x="1455" y="23344"/>
                  </a:cubicBezTo>
                  <a:lnTo>
                    <a:pt x="2364" y="23344"/>
                  </a:lnTo>
                  <a:lnTo>
                    <a:pt x="4255" y="20762"/>
                  </a:lnTo>
                  <a:lnTo>
                    <a:pt x="2364" y="18144"/>
                  </a:lnTo>
                  <a:lnTo>
                    <a:pt x="4255" y="15563"/>
                  </a:lnTo>
                  <a:lnTo>
                    <a:pt x="2364" y="12981"/>
                  </a:lnTo>
                  <a:lnTo>
                    <a:pt x="4255" y="10363"/>
                  </a:lnTo>
                  <a:lnTo>
                    <a:pt x="2364" y="7781"/>
                  </a:lnTo>
                  <a:lnTo>
                    <a:pt x="4255" y="5200"/>
                  </a:lnTo>
                  <a:lnTo>
                    <a:pt x="2364" y="2618"/>
                  </a:lnTo>
                  <a:lnTo>
                    <a:pt x="425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3" name="Google Shape;4043;p78"/>
            <p:cNvSpPr/>
            <p:nvPr/>
          </p:nvSpPr>
          <p:spPr>
            <a:xfrm>
              <a:off x="6827803" y="4336496"/>
              <a:ext cx="52181" cy="413498"/>
            </a:xfrm>
            <a:custGeom>
              <a:avLst/>
              <a:gdLst/>
              <a:ahLst/>
              <a:cxnLst/>
              <a:rect l="l" t="t" r="r" b="b"/>
              <a:pathLst>
                <a:path w="2946" h="23345" extrusionOk="0">
                  <a:moveTo>
                    <a:pt x="1891" y="0"/>
                  </a:moveTo>
                  <a:lnTo>
                    <a:pt x="1" y="2618"/>
                  </a:lnTo>
                  <a:lnTo>
                    <a:pt x="1891" y="5200"/>
                  </a:lnTo>
                  <a:lnTo>
                    <a:pt x="1" y="7781"/>
                  </a:lnTo>
                  <a:lnTo>
                    <a:pt x="1891" y="10363"/>
                  </a:lnTo>
                  <a:lnTo>
                    <a:pt x="1" y="12981"/>
                  </a:lnTo>
                  <a:lnTo>
                    <a:pt x="1891" y="15563"/>
                  </a:lnTo>
                  <a:lnTo>
                    <a:pt x="1" y="18144"/>
                  </a:lnTo>
                  <a:lnTo>
                    <a:pt x="1891" y="20762"/>
                  </a:lnTo>
                  <a:lnTo>
                    <a:pt x="1" y="23344"/>
                  </a:lnTo>
                  <a:lnTo>
                    <a:pt x="1092" y="23344"/>
                  </a:lnTo>
                  <a:lnTo>
                    <a:pt x="2946" y="20762"/>
                  </a:lnTo>
                  <a:lnTo>
                    <a:pt x="1092" y="18144"/>
                  </a:lnTo>
                  <a:lnTo>
                    <a:pt x="2946" y="15563"/>
                  </a:lnTo>
                  <a:lnTo>
                    <a:pt x="1092" y="12981"/>
                  </a:lnTo>
                  <a:lnTo>
                    <a:pt x="2946" y="10363"/>
                  </a:lnTo>
                  <a:lnTo>
                    <a:pt x="1092" y="7781"/>
                  </a:lnTo>
                  <a:lnTo>
                    <a:pt x="2946" y="5200"/>
                  </a:lnTo>
                  <a:lnTo>
                    <a:pt x="1092" y="2618"/>
                  </a:lnTo>
                  <a:lnTo>
                    <a:pt x="2946"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4" name="Google Shape;4044;p78"/>
            <p:cNvSpPr/>
            <p:nvPr/>
          </p:nvSpPr>
          <p:spPr>
            <a:xfrm>
              <a:off x="6744731" y="4336496"/>
              <a:ext cx="52181" cy="413498"/>
            </a:xfrm>
            <a:custGeom>
              <a:avLst/>
              <a:gdLst/>
              <a:ahLst/>
              <a:cxnLst/>
              <a:rect l="l" t="t" r="r" b="b"/>
              <a:pathLst>
                <a:path w="2946" h="23345" extrusionOk="0">
                  <a:moveTo>
                    <a:pt x="1891" y="0"/>
                  </a:moveTo>
                  <a:lnTo>
                    <a:pt x="0" y="2618"/>
                  </a:lnTo>
                  <a:lnTo>
                    <a:pt x="1891" y="5200"/>
                  </a:lnTo>
                  <a:lnTo>
                    <a:pt x="0" y="7781"/>
                  </a:lnTo>
                  <a:lnTo>
                    <a:pt x="1891" y="10363"/>
                  </a:lnTo>
                  <a:lnTo>
                    <a:pt x="0" y="12981"/>
                  </a:lnTo>
                  <a:lnTo>
                    <a:pt x="1891" y="15563"/>
                  </a:lnTo>
                  <a:lnTo>
                    <a:pt x="0" y="18144"/>
                  </a:lnTo>
                  <a:lnTo>
                    <a:pt x="1891" y="20762"/>
                  </a:lnTo>
                  <a:lnTo>
                    <a:pt x="0" y="23344"/>
                  </a:lnTo>
                  <a:lnTo>
                    <a:pt x="1091" y="23344"/>
                  </a:lnTo>
                  <a:lnTo>
                    <a:pt x="2945" y="20762"/>
                  </a:lnTo>
                  <a:lnTo>
                    <a:pt x="1091" y="18144"/>
                  </a:lnTo>
                  <a:lnTo>
                    <a:pt x="2945" y="15563"/>
                  </a:lnTo>
                  <a:lnTo>
                    <a:pt x="1091" y="12981"/>
                  </a:lnTo>
                  <a:lnTo>
                    <a:pt x="2945" y="10363"/>
                  </a:lnTo>
                  <a:lnTo>
                    <a:pt x="1091" y="7781"/>
                  </a:lnTo>
                  <a:lnTo>
                    <a:pt x="2945" y="5200"/>
                  </a:lnTo>
                  <a:lnTo>
                    <a:pt x="1091" y="2618"/>
                  </a:lnTo>
                  <a:lnTo>
                    <a:pt x="2945"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045;p78"/>
            <p:cNvSpPr/>
            <p:nvPr/>
          </p:nvSpPr>
          <p:spPr>
            <a:xfrm>
              <a:off x="6847127" y="4336496"/>
              <a:ext cx="97277" cy="413498"/>
            </a:xfrm>
            <a:custGeom>
              <a:avLst/>
              <a:gdLst/>
              <a:ahLst/>
              <a:cxnLst/>
              <a:rect l="l" t="t" r="r" b="b"/>
              <a:pathLst>
                <a:path w="5492" h="23345" extrusionOk="0">
                  <a:moveTo>
                    <a:pt x="1855" y="0"/>
                  </a:moveTo>
                  <a:lnTo>
                    <a:pt x="1" y="2618"/>
                  </a:lnTo>
                  <a:lnTo>
                    <a:pt x="1855" y="5200"/>
                  </a:lnTo>
                  <a:lnTo>
                    <a:pt x="1" y="7781"/>
                  </a:lnTo>
                  <a:lnTo>
                    <a:pt x="1855" y="10363"/>
                  </a:lnTo>
                  <a:lnTo>
                    <a:pt x="1" y="12981"/>
                  </a:lnTo>
                  <a:lnTo>
                    <a:pt x="1855" y="15563"/>
                  </a:lnTo>
                  <a:lnTo>
                    <a:pt x="1" y="18144"/>
                  </a:lnTo>
                  <a:lnTo>
                    <a:pt x="1855" y="20762"/>
                  </a:lnTo>
                  <a:lnTo>
                    <a:pt x="1" y="23344"/>
                  </a:lnTo>
                  <a:lnTo>
                    <a:pt x="3600" y="23344"/>
                  </a:lnTo>
                  <a:lnTo>
                    <a:pt x="5491" y="20762"/>
                  </a:lnTo>
                  <a:lnTo>
                    <a:pt x="3600" y="18144"/>
                  </a:lnTo>
                  <a:lnTo>
                    <a:pt x="5491" y="15563"/>
                  </a:lnTo>
                  <a:lnTo>
                    <a:pt x="3600" y="12981"/>
                  </a:lnTo>
                  <a:lnTo>
                    <a:pt x="5491" y="10363"/>
                  </a:lnTo>
                  <a:lnTo>
                    <a:pt x="3600" y="7781"/>
                  </a:lnTo>
                  <a:lnTo>
                    <a:pt x="5491" y="5200"/>
                  </a:lnTo>
                  <a:lnTo>
                    <a:pt x="3600" y="2618"/>
                  </a:lnTo>
                  <a:lnTo>
                    <a:pt x="5491"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046;p78"/>
            <p:cNvSpPr/>
            <p:nvPr/>
          </p:nvSpPr>
          <p:spPr>
            <a:xfrm>
              <a:off x="6930217" y="4336496"/>
              <a:ext cx="74729" cy="413498"/>
            </a:xfrm>
            <a:custGeom>
              <a:avLst/>
              <a:gdLst/>
              <a:ahLst/>
              <a:cxnLst/>
              <a:rect l="l" t="t" r="r" b="b"/>
              <a:pathLst>
                <a:path w="4219" h="23345" extrusionOk="0">
                  <a:moveTo>
                    <a:pt x="1855" y="0"/>
                  </a:moveTo>
                  <a:lnTo>
                    <a:pt x="0" y="2618"/>
                  </a:lnTo>
                  <a:lnTo>
                    <a:pt x="1855" y="5200"/>
                  </a:lnTo>
                  <a:lnTo>
                    <a:pt x="0" y="7781"/>
                  </a:lnTo>
                  <a:lnTo>
                    <a:pt x="1855" y="10363"/>
                  </a:lnTo>
                  <a:lnTo>
                    <a:pt x="0" y="12981"/>
                  </a:lnTo>
                  <a:lnTo>
                    <a:pt x="1855" y="15563"/>
                  </a:lnTo>
                  <a:lnTo>
                    <a:pt x="0" y="18144"/>
                  </a:lnTo>
                  <a:lnTo>
                    <a:pt x="1855" y="20762"/>
                  </a:lnTo>
                  <a:lnTo>
                    <a:pt x="0" y="23344"/>
                  </a:lnTo>
                  <a:lnTo>
                    <a:pt x="2764" y="23344"/>
                  </a:lnTo>
                  <a:cubicBezTo>
                    <a:pt x="3564" y="23344"/>
                    <a:pt x="4218" y="22690"/>
                    <a:pt x="4218" y="21890"/>
                  </a:cubicBezTo>
                  <a:lnTo>
                    <a:pt x="4218"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78"/>
            <p:cNvSpPr/>
            <p:nvPr/>
          </p:nvSpPr>
          <p:spPr>
            <a:xfrm>
              <a:off x="6910892" y="4336496"/>
              <a:ext cx="52181" cy="413498"/>
            </a:xfrm>
            <a:custGeom>
              <a:avLst/>
              <a:gdLst/>
              <a:ahLst/>
              <a:cxnLst/>
              <a:rect l="l" t="t" r="r" b="b"/>
              <a:pathLst>
                <a:path w="2946" h="23345" extrusionOk="0">
                  <a:moveTo>
                    <a:pt x="1891" y="0"/>
                  </a:moveTo>
                  <a:lnTo>
                    <a:pt x="0" y="2618"/>
                  </a:lnTo>
                  <a:lnTo>
                    <a:pt x="1891" y="5200"/>
                  </a:lnTo>
                  <a:lnTo>
                    <a:pt x="0" y="7781"/>
                  </a:lnTo>
                  <a:lnTo>
                    <a:pt x="1891" y="10363"/>
                  </a:lnTo>
                  <a:lnTo>
                    <a:pt x="0" y="12981"/>
                  </a:lnTo>
                  <a:lnTo>
                    <a:pt x="1891" y="15563"/>
                  </a:lnTo>
                  <a:lnTo>
                    <a:pt x="0" y="18144"/>
                  </a:lnTo>
                  <a:lnTo>
                    <a:pt x="1891" y="20762"/>
                  </a:lnTo>
                  <a:lnTo>
                    <a:pt x="0" y="23344"/>
                  </a:lnTo>
                  <a:lnTo>
                    <a:pt x="1091" y="23344"/>
                  </a:lnTo>
                  <a:lnTo>
                    <a:pt x="2946" y="20762"/>
                  </a:lnTo>
                  <a:lnTo>
                    <a:pt x="1091" y="18144"/>
                  </a:lnTo>
                  <a:lnTo>
                    <a:pt x="2946" y="15563"/>
                  </a:lnTo>
                  <a:lnTo>
                    <a:pt x="1091" y="12981"/>
                  </a:lnTo>
                  <a:lnTo>
                    <a:pt x="2946" y="10363"/>
                  </a:lnTo>
                  <a:lnTo>
                    <a:pt x="1091" y="7781"/>
                  </a:lnTo>
                  <a:lnTo>
                    <a:pt x="2946" y="5200"/>
                  </a:lnTo>
                  <a:lnTo>
                    <a:pt x="1091" y="2618"/>
                  </a:lnTo>
                  <a:lnTo>
                    <a:pt x="2946"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048;p78"/>
            <p:cNvSpPr/>
            <p:nvPr/>
          </p:nvSpPr>
          <p:spPr>
            <a:xfrm>
              <a:off x="5902962" y="4074369"/>
              <a:ext cx="530064" cy="287899"/>
            </a:xfrm>
            <a:custGeom>
              <a:avLst/>
              <a:gdLst/>
              <a:ahLst/>
              <a:cxnLst/>
              <a:rect l="l" t="t" r="r" b="b"/>
              <a:pathLst>
                <a:path w="29926" h="16254" extrusionOk="0">
                  <a:moveTo>
                    <a:pt x="909" y="0"/>
                  </a:moveTo>
                  <a:cubicBezTo>
                    <a:pt x="400" y="0"/>
                    <a:pt x="0" y="400"/>
                    <a:pt x="0" y="909"/>
                  </a:cubicBezTo>
                  <a:lnTo>
                    <a:pt x="0" y="15345"/>
                  </a:lnTo>
                  <a:cubicBezTo>
                    <a:pt x="0" y="15854"/>
                    <a:pt x="400" y="16254"/>
                    <a:pt x="909" y="16254"/>
                  </a:cubicBezTo>
                  <a:lnTo>
                    <a:pt x="29016" y="16254"/>
                  </a:lnTo>
                  <a:cubicBezTo>
                    <a:pt x="29525" y="16254"/>
                    <a:pt x="29925" y="15854"/>
                    <a:pt x="29925" y="15345"/>
                  </a:cubicBezTo>
                  <a:lnTo>
                    <a:pt x="29925" y="909"/>
                  </a:lnTo>
                  <a:cubicBezTo>
                    <a:pt x="29925" y="400"/>
                    <a:pt x="29525" y="0"/>
                    <a:pt x="2901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78"/>
            <p:cNvSpPr/>
            <p:nvPr/>
          </p:nvSpPr>
          <p:spPr>
            <a:xfrm>
              <a:off x="5948041" y="4098830"/>
              <a:ext cx="439908" cy="238959"/>
            </a:xfrm>
            <a:custGeom>
              <a:avLst/>
              <a:gdLst/>
              <a:ahLst/>
              <a:cxnLst/>
              <a:rect l="l" t="t" r="r" b="b"/>
              <a:pathLst>
                <a:path w="24836" h="13491" extrusionOk="0">
                  <a:moveTo>
                    <a:pt x="764" y="1"/>
                  </a:moveTo>
                  <a:cubicBezTo>
                    <a:pt x="364" y="1"/>
                    <a:pt x="0" y="328"/>
                    <a:pt x="0" y="764"/>
                  </a:cubicBezTo>
                  <a:lnTo>
                    <a:pt x="0" y="12727"/>
                  </a:lnTo>
                  <a:cubicBezTo>
                    <a:pt x="0" y="13127"/>
                    <a:pt x="364" y="13491"/>
                    <a:pt x="764" y="13491"/>
                  </a:cubicBezTo>
                  <a:lnTo>
                    <a:pt x="24071" y="13491"/>
                  </a:lnTo>
                  <a:cubicBezTo>
                    <a:pt x="24471" y="13491"/>
                    <a:pt x="24835" y="13127"/>
                    <a:pt x="24835" y="12727"/>
                  </a:cubicBezTo>
                  <a:lnTo>
                    <a:pt x="24835" y="764"/>
                  </a:lnTo>
                  <a:cubicBezTo>
                    <a:pt x="24835" y="328"/>
                    <a:pt x="24471" y="1"/>
                    <a:pt x="2407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78"/>
            <p:cNvSpPr/>
            <p:nvPr/>
          </p:nvSpPr>
          <p:spPr>
            <a:xfrm>
              <a:off x="5384500" y="4192228"/>
              <a:ext cx="326548" cy="51543"/>
            </a:xfrm>
            <a:custGeom>
              <a:avLst/>
              <a:gdLst/>
              <a:ahLst/>
              <a:cxnLst/>
              <a:rect l="l" t="t" r="r" b="b"/>
              <a:pathLst>
                <a:path w="18436" h="2910" extrusionOk="0">
                  <a:moveTo>
                    <a:pt x="909" y="0"/>
                  </a:moveTo>
                  <a:cubicBezTo>
                    <a:pt x="437" y="0"/>
                    <a:pt x="0" y="437"/>
                    <a:pt x="0" y="909"/>
                  </a:cubicBezTo>
                  <a:lnTo>
                    <a:pt x="0" y="2000"/>
                  </a:lnTo>
                  <a:cubicBezTo>
                    <a:pt x="0" y="2509"/>
                    <a:pt x="437" y="2909"/>
                    <a:pt x="909" y="2909"/>
                  </a:cubicBezTo>
                  <a:lnTo>
                    <a:pt x="17526" y="2909"/>
                  </a:lnTo>
                  <a:cubicBezTo>
                    <a:pt x="18036" y="2909"/>
                    <a:pt x="18436" y="2509"/>
                    <a:pt x="18436" y="2000"/>
                  </a:cubicBezTo>
                  <a:lnTo>
                    <a:pt x="18436" y="909"/>
                  </a:lnTo>
                  <a:cubicBezTo>
                    <a:pt x="18436" y="437"/>
                    <a:pt x="18036" y="0"/>
                    <a:pt x="1752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051;p78"/>
            <p:cNvSpPr/>
            <p:nvPr/>
          </p:nvSpPr>
          <p:spPr>
            <a:xfrm>
              <a:off x="6624924" y="4192228"/>
              <a:ext cx="325910" cy="51543"/>
            </a:xfrm>
            <a:custGeom>
              <a:avLst/>
              <a:gdLst/>
              <a:ahLst/>
              <a:cxnLst/>
              <a:rect l="l" t="t" r="r" b="b"/>
              <a:pathLst>
                <a:path w="18400" h="2910" extrusionOk="0">
                  <a:moveTo>
                    <a:pt x="910" y="0"/>
                  </a:moveTo>
                  <a:cubicBezTo>
                    <a:pt x="401" y="0"/>
                    <a:pt x="1" y="437"/>
                    <a:pt x="1" y="909"/>
                  </a:cubicBezTo>
                  <a:lnTo>
                    <a:pt x="1" y="2000"/>
                  </a:lnTo>
                  <a:cubicBezTo>
                    <a:pt x="1" y="2509"/>
                    <a:pt x="401" y="2909"/>
                    <a:pt x="910" y="2909"/>
                  </a:cubicBezTo>
                  <a:lnTo>
                    <a:pt x="17491" y="2909"/>
                  </a:lnTo>
                  <a:cubicBezTo>
                    <a:pt x="18000" y="2909"/>
                    <a:pt x="18400" y="2509"/>
                    <a:pt x="18400" y="2000"/>
                  </a:cubicBezTo>
                  <a:lnTo>
                    <a:pt x="18400" y="909"/>
                  </a:lnTo>
                  <a:cubicBezTo>
                    <a:pt x="18400" y="437"/>
                    <a:pt x="18000" y="0"/>
                    <a:pt x="174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78"/>
            <p:cNvSpPr/>
            <p:nvPr/>
          </p:nvSpPr>
          <p:spPr>
            <a:xfrm>
              <a:off x="5796687" y="3696313"/>
              <a:ext cx="742597" cy="37356"/>
            </a:xfrm>
            <a:custGeom>
              <a:avLst/>
              <a:gdLst/>
              <a:ahLst/>
              <a:cxnLst/>
              <a:rect l="l" t="t" r="r" b="b"/>
              <a:pathLst>
                <a:path w="41925" h="2109" extrusionOk="0">
                  <a:moveTo>
                    <a:pt x="1055" y="0"/>
                  </a:moveTo>
                  <a:cubicBezTo>
                    <a:pt x="473" y="0"/>
                    <a:pt x="1" y="473"/>
                    <a:pt x="1" y="1055"/>
                  </a:cubicBezTo>
                  <a:cubicBezTo>
                    <a:pt x="1" y="1636"/>
                    <a:pt x="473" y="2109"/>
                    <a:pt x="1055" y="2109"/>
                  </a:cubicBezTo>
                  <a:lnTo>
                    <a:pt x="40870" y="2109"/>
                  </a:lnTo>
                  <a:cubicBezTo>
                    <a:pt x="41452" y="2109"/>
                    <a:pt x="41925" y="1636"/>
                    <a:pt x="41925" y="1055"/>
                  </a:cubicBezTo>
                  <a:cubicBezTo>
                    <a:pt x="41925" y="473"/>
                    <a:pt x="41452" y="0"/>
                    <a:pt x="40870" y="0"/>
                  </a:cubicBez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053;p78"/>
            <p:cNvSpPr/>
            <p:nvPr/>
          </p:nvSpPr>
          <p:spPr>
            <a:xfrm>
              <a:off x="5796687" y="3770369"/>
              <a:ext cx="742597" cy="37373"/>
            </a:xfrm>
            <a:custGeom>
              <a:avLst/>
              <a:gdLst/>
              <a:ahLst/>
              <a:cxnLst/>
              <a:rect l="l" t="t" r="r" b="b"/>
              <a:pathLst>
                <a:path w="41925" h="2110" extrusionOk="0">
                  <a:moveTo>
                    <a:pt x="1055" y="1"/>
                  </a:moveTo>
                  <a:cubicBezTo>
                    <a:pt x="473" y="1"/>
                    <a:pt x="1" y="473"/>
                    <a:pt x="1" y="1055"/>
                  </a:cubicBezTo>
                  <a:cubicBezTo>
                    <a:pt x="1" y="1637"/>
                    <a:pt x="473" y="2110"/>
                    <a:pt x="1055" y="2110"/>
                  </a:cubicBezTo>
                  <a:lnTo>
                    <a:pt x="40870" y="2110"/>
                  </a:lnTo>
                  <a:cubicBezTo>
                    <a:pt x="41452" y="2110"/>
                    <a:pt x="41925" y="1637"/>
                    <a:pt x="41925" y="1055"/>
                  </a:cubicBezTo>
                  <a:cubicBezTo>
                    <a:pt x="41925" y="473"/>
                    <a:pt x="41452" y="1"/>
                    <a:pt x="40870" y="1"/>
                  </a:cubicBez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78"/>
            <p:cNvSpPr/>
            <p:nvPr/>
          </p:nvSpPr>
          <p:spPr>
            <a:xfrm>
              <a:off x="5796687" y="3844443"/>
              <a:ext cx="742597" cy="36718"/>
            </a:xfrm>
            <a:custGeom>
              <a:avLst/>
              <a:gdLst/>
              <a:ahLst/>
              <a:cxnLst/>
              <a:rect l="l" t="t" r="r" b="b"/>
              <a:pathLst>
                <a:path w="41925" h="2073" extrusionOk="0">
                  <a:moveTo>
                    <a:pt x="1055" y="0"/>
                  </a:moveTo>
                  <a:cubicBezTo>
                    <a:pt x="473" y="0"/>
                    <a:pt x="1" y="473"/>
                    <a:pt x="1" y="1055"/>
                  </a:cubicBezTo>
                  <a:cubicBezTo>
                    <a:pt x="1" y="1600"/>
                    <a:pt x="473" y="2073"/>
                    <a:pt x="1055" y="2073"/>
                  </a:cubicBezTo>
                  <a:lnTo>
                    <a:pt x="40870" y="2073"/>
                  </a:lnTo>
                  <a:cubicBezTo>
                    <a:pt x="41452" y="2073"/>
                    <a:pt x="41925" y="1600"/>
                    <a:pt x="41925" y="1055"/>
                  </a:cubicBezTo>
                  <a:cubicBezTo>
                    <a:pt x="41925" y="473"/>
                    <a:pt x="41452" y="0"/>
                    <a:pt x="40870" y="0"/>
                  </a:cubicBez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78"/>
            <p:cNvSpPr/>
            <p:nvPr/>
          </p:nvSpPr>
          <p:spPr>
            <a:xfrm>
              <a:off x="5796687" y="3918499"/>
              <a:ext cx="742597" cy="36736"/>
            </a:xfrm>
            <a:custGeom>
              <a:avLst/>
              <a:gdLst/>
              <a:ahLst/>
              <a:cxnLst/>
              <a:rect l="l" t="t" r="r" b="b"/>
              <a:pathLst>
                <a:path w="41925" h="2074" extrusionOk="0">
                  <a:moveTo>
                    <a:pt x="1055" y="1"/>
                  </a:moveTo>
                  <a:cubicBezTo>
                    <a:pt x="473" y="1"/>
                    <a:pt x="1" y="437"/>
                    <a:pt x="1" y="1019"/>
                  </a:cubicBezTo>
                  <a:cubicBezTo>
                    <a:pt x="1" y="1601"/>
                    <a:pt x="473" y="2073"/>
                    <a:pt x="1055" y="2073"/>
                  </a:cubicBezTo>
                  <a:lnTo>
                    <a:pt x="40870" y="2073"/>
                  </a:lnTo>
                  <a:cubicBezTo>
                    <a:pt x="41452" y="2073"/>
                    <a:pt x="41925" y="1601"/>
                    <a:pt x="41925" y="1019"/>
                  </a:cubicBezTo>
                  <a:cubicBezTo>
                    <a:pt x="41925" y="437"/>
                    <a:pt x="41452" y="1"/>
                    <a:pt x="40870" y="1"/>
                  </a:cubicBez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78"/>
            <p:cNvSpPr/>
            <p:nvPr/>
          </p:nvSpPr>
          <p:spPr>
            <a:xfrm>
              <a:off x="5796687" y="3991917"/>
              <a:ext cx="742597" cy="37373"/>
            </a:xfrm>
            <a:custGeom>
              <a:avLst/>
              <a:gdLst/>
              <a:ahLst/>
              <a:cxnLst/>
              <a:rect l="l" t="t" r="r" b="b"/>
              <a:pathLst>
                <a:path w="41925" h="2110" extrusionOk="0">
                  <a:moveTo>
                    <a:pt x="1055" y="1"/>
                  </a:moveTo>
                  <a:cubicBezTo>
                    <a:pt x="473" y="1"/>
                    <a:pt x="1" y="474"/>
                    <a:pt x="1" y="1055"/>
                  </a:cubicBezTo>
                  <a:cubicBezTo>
                    <a:pt x="1" y="1637"/>
                    <a:pt x="473" y="2110"/>
                    <a:pt x="1055" y="2110"/>
                  </a:cubicBezTo>
                  <a:lnTo>
                    <a:pt x="40870" y="2110"/>
                  </a:lnTo>
                  <a:cubicBezTo>
                    <a:pt x="41452" y="2110"/>
                    <a:pt x="41925" y="1637"/>
                    <a:pt x="41925" y="1055"/>
                  </a:cubicBezTo>
                  <a:cubicBezTo>
                    <a:pt x="41925" y="474"/>
                    <a:pt x="41452" y="1"/>
                    <a:pt x="40870" y="1"/>
                  </a:cubicBez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78"/>
            <p:cNvSpPr/>
            <p:nvPr/>
          </p:nvSpPr>
          <p:spPr>
            <a:xfrm>
              <a:off x="5396084" y="3691797"/>
              <a:ext cx="253785" cy="253767"/>
            </a:xfrm>
            <a:custGeom>
              <a:avLst/>
              <a:gdLst/>
              <a:ahLst/>
              <a:cxnLst/>
              <a:rect l="l" t="t" r="r" b="b"/>
              <a:pathLst>
                <a:path w="14328" h="14327" extrusionOk="0">
                  <a:moveTo>
                    <a:pt x="7164" y="1"/>
                  </a:moveTo>
                  <a:cubicBezTo>
                    <a:pt x="3201" y="1"/>
                    <a:pt x="1" y="3237"/>
                    <a:pt x="1" y="7164"/>
                  </a:cubicBezTo>
                  <a:cubicBezTo>
                    <a:pt x="1" y="11127"/>
                    <a:pt x="3201" y="14327"/>
                    <a:pt x="7164" y="14327"/>
                  </a:cubicBezTo>
                  <a:cubicBezTo>
                    <a:pt x="11127" y="14327"/>
                    <a:pt x="14327" y="11127"/>
                    <a:pt x="14327" y="7164"/>
                  </a:cubicBezTo>
                  <a:cubicBezTo>
                    <a:pt x="14327" y="3237"/>
                    <a:pt x="11127" y="1"/>
                    <a:pt x="71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058;p78"/>
            <p:cNvSpPr/>
            <p:nvPr/>
          </p:nvSpPr>
          <p:spPr>
            <a:xfrm>
              <a:off x="5421200" y="3716913"/>
              <a:ext cx="204190" cy="204190"/>
            </a:xfrm>
            <a:custGeom>
              <a:avLst/>
              <a:gdLst/>
              <a:ahLst/>
              <a:cxnLst/>
              <a:rect l="l" t="t" r="r" b="b"/>
              <a:pathLst>
                <a:path w="11528" h="11528" extrusionOk="0">
                  <a:moveTo>
                    <a:pt x="5746" y="1"/>
                  </a:moveTo>
                  <a:cubicBezTo>
                    <a:pt x="2583" y="1"/>
                    <a:pt x="1" y="2582"/>
                    <a:pt x="1" y="5746"/>
                  </a:cubicBezTo>
                  <a:cubicBezTo>
                    <a:pt x="1" y="8945"/>
                    <a:pt x="2583" y="11527"/>
                    <a:pt x="5746" y="11527"/>
                  </a:cubicBezTo>
                  <a:cubicBezTo>
                    <a:pt x="8946" y="11527"/>
                    <a:pt x="11527" y="8945"/>
                    <a:pt x="11527" y="5746"/>
                  </a:cubicBezTo>
                  <a:cubicBezTo>
                    <a:pt x="11527" y="2582"/>
                    <a:pt x="8946" y="1"/>
                    <a:pt x="57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78"/>
            <p:cNvSpPr/>
            <p:nvPr/>
          </p:nvSpPr>
          <p:spPr>
            <a:xfrm>
              <a:off x="5396084" y="3979678"/>
              <a:ext cx="253785" cy="65076"/>
            </a:xfrm>
            <a:custGeom>
              <a:avLst/>
              <a:gdLst/>
              <a:ahLst/>
              <a:cxnLst/>
              <a:rect l="l" t="t" r="r" b="b"/>
              <a:pathLst>
                <a:path w="14328" h="3674" extrusionOk="0">
                  <a:moveTo>
                    <a:pt x="910" y="1"/>
                  </a:moveTo>
                  <a:cubicBezTo>
                    <a:pt x="401" y="1"/>
                    <a:pt x="1" y="401"/>
                    <a:pt x="1" y="910"/>
                  </a:cubicBezTo>
                  <a:lnTo>
                    <a:pt x="1" y="2764"/>
                  </a:lnTo>
                  <a:cubicBezTo>
                    <a:pt x="1" y="3274"/>
                    <a:pt x="401" y="3673"/>
                    <a:pt x="910" y="3673"/>
                  </a:cubicBezTo>
                  <a:lnTo>
                    <a:pt x="13418" y="3673"/>
                  </a:lnTo>
                  <a:cubicBezTo>
                    <a:pt x="13927" y="3673"/>
                    <a:pt x="14327" y="3274"/>
                    <a:pt x="14327" y="2764"/>
                  </a:cubicBezTo>
                  <a:lnTo>
                    <a:pt x="14327" y="910"/>
                  </a:lnTo>
                  <a:cubicBezTo>
                    <a:pt x="14327" y="401"/>
                    <a:pt x="13927" y="1"/>
                    <a:pt x="134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78"/>
            <p:cNvSpPr/>
            <p:nvPr/>
          </p:nvSpPr>
          <p:spPr>
            <a:xfrm>
              <a:off x="6686121" y="3691797"/>
              <a:ext cx="253767" cy="253767"/>
            </a:xfrm>
            <a:custGeom>
              <a:avLst/>
              <a:gdLst/>
              <a:ahLst/>
              <a:cxnLst/>
              <a:rect l="l" t="t" r="r" b="b"/>
              <a:pathLst>
                <a:path w="14327" h="14327" extrusionOk="0">
                  <a:moveTo>
                    <a:pt x="7163" y="1"/>
                  </a:moveTo>
                  <a:cubicBezTo>
                    <a:pt x="3200" y="1"/>
                    <a:pt x="0" y="3237"/>
                    <a:pt x="0" y="7164"/>
                  </a:cubicBezTo>
                  <a:cubicBezTo>
                    <a:pt x="0" y="11127"/>
                    <a:pt x="3200" y="14327"/>
                    <a:pt x="7163" y="14327"/>
                  </a:cubicBezTo>
                  <a:cubicBezTo>
                    <a:pt x="11127" y="14327"/>
                    <a:pt x="14327" y="11127"/>
                    <a:pt x="14327" y="7164"/>
                  </a:cubicBezTo>
                  <a:cubicBezTo>
                    <a:pt x="14327" y="3237"/>
                    <a:pt x="11127" y="1"/>
                    <a:pt x="71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78"/>
            <p:cNvSpPr/>
            <p:nvPr/>
          </p:nvSpPr>
          <p:spPr>
            <a:xfrm>
              <a:off x="6686121" y="3979678"/>
              <a:ext cx="253767" cy="65076"/>
            </a:xfrm>
            <a:custGeom>
              <a:avLst/>
              <a:gdLst/>
              <a:ahLst/>
              <a:cxnLst/>
              <a:rect l="l" t="t" r="r" b="b"/>
              <a:pathLst>
                <a:path w="14327" h="3674" extrusionOk="0">
                  <a:moveTo>
                    <a:pt x="909" y="1"/>
                  </a:moveTo>
                  <a:cubicBezTo>
                    <a:pt x="400" y="1"/>
                    <a:pt x="0" y="401"/>
                    <a:pt x="0" y="910"/>
                  </a:cubicBezTo>
                  <a:lnTo>
                    <a:pt x="0" y="2764"/>
                  </a:lnTo>
                  <a:cubicBezTo>
                    <a:pt x="0" y="3274"/>
                    <a:pt x="400" y="3673"/>
                    <a:pt x="909" y="3673"/>
                  </a:cubicBezTo>
                  <a:lnTo>
                    <a:pt x="13418" y="3673"/>
                  </a:lnTo>
                  <a:cubicBezTo>
                    <a:pt x="13927" y="3673"/>
                    <a:pt x="14327" y="3274"/>
                    <a:pt x="14327" y="2764"/>
                  </a:cubicBezTo>
                  <a:lnTo>
                    <a:pt x="14327" y="910"/>
                  </a:lnTo>
                  <a:cubicBezTo>
                    <a:pt x="14327" y="401"/>
                    <a:pt x="13927" y="1"/>
                    <a:pt x="1341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78"/>
            <p:cNvSpPr/>
            <p:nvPr/>
          </p:nvSpPr>
          <p:spPr>
            <a:xfrm>
              <a:off x="5449540" y="2964663"/>
              <a:ext cx="1436253" cy="526203"/>
            </a:xfrm>
            <a:custGeom>
              <a:avLst/>
              <a:gdLst/>
              <a:ahLst/>
              <a:cxnLst/>
              <a:rect l="l" t="t" r="r" b="b"/>
              <a:pathLst>
                <a:path w="81087" h="29708" extrusionOk="0">
                  <a:moveTo>
                    <a:pt x="1819" y="1"/>
                  </a:moveTo>
                  <a:cubicBezTo>
                    <a:pt x="837" y="1"/>
                    <a:pt x="1" y="801"/>
                    <a:pt x="1" y="1819"/>
                  </a:cubicBezTo>
                  <a:lnTo>
                    <a:pt x="1" y="27890"/>
                  </a:lnTo>
                  <a:cubicBezTo>
                    <a:pt x="1" y="28908"/>
                    <a:pt x="837" y="29708"/>
                    <a:pt x="1819" y="29708"/>
                  </a:cubicBezTo>
                  <a:lnTo>
                    <a:pt x="79268" y="29708"/>
                  </a:lnTo>
                  <a:cubicBezTo>
                    <a:pt x="80286" y="29708"/>
                    <a:pt x="81086" y="28908"/>
                    <a:pt x="81086" y="27890"/>
                  </a:cubicBezTo>
                  <a:lnTo>
                    <a:pt x="81086" y="1819"/>
                  </a:lnTo>
                  <a:cubicBezTo>
                    <a:pt x="81086" y="801"/>
                    <a:pt x="80286" y="1"/>
                    <a:pt x="7926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3" name="Google Shape;4063;p78"/>
            <p:cNvSpPr/>
            <p:nvPr/>
          </p:nvSpPr>
          <p:spPr>
            <a:xfrm>
              <a:off x="5471450" y="2985280"/>
              <a:ext cx="671747" cy="484986"/>
            </a:xfrm>
            <a:custGeom>
              <a:avLst/>
              <a:gdLst/>
              <a:ahLst/>
              <a:cxnLst/>
              <a:rect l="l" t="t" r="r" b="b"/>
              <a:pathLst>
                <a:path w="37925" h="27381" extrusionOk="0">
                  <a:moveTo>
                    <a:pt x="909" y="0"/>
                  </a:moveTo>
                  <a:cubicBezTo>
                    <a:pt x="400" y="0"/>
                    <a:pt x="0" y="400"/>
                    <a:pt x="0" y="909"/>
                  </a:cubicBezTo>
                  <a:lnTo>
                    <a:pt x="0" y="26471"/>
                  </a:lnTo>
                  <a:cubicBezTo>
                    <a:pt x="0" y="26980"/>
                    <a:pt x="400" y="27380"/>
                    <a:pt x="909" y="27380"/>
                  </a:cubicBezTo>
                  <a:lnTo>
                    <a:pt x="37016" y="27380"/>
                  </a:lnTo>
                  <a:cubicBezTo>
                    <a:pt x="37525" y="27380"/>
                    <a:pt x="37925" y="26980"/>
                    <a:pt x="37925" y="26471"/>
                  </a:cubicBezTo>
                  <a:lnTo>
                    <a:pt x="37925" y="909"/>
                  </a:lnTo>
                  <a:cubicBezTo>
                    <a:pt x="37925" y="400"/>
                    <a:pt x="37525" y="0"/>
                    <a:pt x="370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78"/>
            <p:cNvSpPr/>
            <p:nvPr/>
          </p:nvSpPr>
          <p:spPr>
            <a:xfrm>
              <a:off x="6192774" y="2985280"/>
              <a:ext cx="671764" cy="484986"/>
            </a:xfrm>
            <a:custGeom>
              <a:avLst/>
              <a:gdLst/>
              <a:ahLst/>
              <a:cxnLst/>
              <a:rect l="l" t="t" r="r" b="b"/>
              <a:pathLst>
                <a:path w="37926" h="27381" extrusionOk="0">
                  <a:moveTo>
                    <a:pt x="910" y="0"/>
                  </a:moveTo>
                  <a:cubicBezTo>
                    <a:pt x="401" y="0"/>
                    <a:pt x="1" y="400"/>
                    <a:pt x="1" y="909"/>
                  </a:cubicBezTo>
                  <a:lnTo>
                    <a:pt x="1" y="26471"/>
                  </a:lnTo>
                  <a:cubicBezTo>
                    <a:pt x="1" y="26980"/>
                    <a:pt x="401" y="27380"/>
                    <a:pt x="910" y="27380"/>
                  </a:cubicBezTo>
                  <a:lnTo>
                    <a:pt x="37016" y="27380"/>
                  </a:lnTo>
                  <a:cubicBezTo>
                    <a:pt x="37525" y="27380"/>
                    <a:pt x="37925" y="26980"/>
                    <a:pt x="37925" y="26471"/>
                  </a:cubicBezTo>
                  <a:lnTo>
                    <a:pt x="37925" y="909"/>
                  </a:lnTo>
                  <a:cubicBezTo>
                    <a:pt x="37925" y="400"/>
                    <a:pt x="37525" y="0"/>
                    <a:pt x="370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5" name="Google Shape;4065;p78"/>
            <p:cNvSpPr/>
            <p:nvPr/>
          </p:nvSpPr>
          <p:spPr>
            <a:xfrm>
              <a:off x="5764486" y="2766301"/>
              <a:ext cx="806999" cy="161024"/>
            </a:xfrm>
            <a:custGeom>
              <a:avLst/>
              <a:gdLst/>
              <a:ahLst/>
              <a:cxnLst/>
              <a:rect l="l" t="t" r="r" b="b"/>
              <a:pathLst>
                <a:path w="45561" h="9091" extrusionOk="0">
                  <a:moveTo>
                    <a:pt x="3855" y="0"/>
                  </a:moveTo>
                  <a:cubicBezTo>
                    <a:pt x="1709" y="0"/>
                    <a:pt x="0" y="1709"/>
                    <a:pt x="0" y="3855"/>
                  </a:cubicBezTo>
                  <a:lnTo>
                    <a:pt x="0" y="5236"/>
                  </a:lnTo>
                  <a:cubicBezTo>
                    <a:pt x="0" y="7382"/>
                    <a:pt x="1709" y="9091"/>
                    <a:pt x="3855" y="9091"/>
                  </a:cubicBezTo>
                  <a:lnTo>
                    <a:pt x="41707" y="9091"/>
                  </a:lnTo>
                  <a:cubicBezTo>
                    <a:pt x="43852" y="9091"/>
                    <a:pt x="45561" y="7382"/>
                    <a:pt x="45561" y="5236"/>
                  </a:cubicBezTo>
                  <a:lnTo>
                    <a:pt x="45561" y="3855"/>
                  </a:lnTo>
                  <a:cubicBezTo>
                    <a:pt x="45561" y="1709"/>
                    <a:pt x="43852" y="0"/>
                    <a:pt x="4170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78"/>
            <p:cNvSpPr/>
            <p:nvPr/>
          </p:nvSpPr>
          <p:spPr>
            <a:xfrm>
              <a:off x="5778018" y="2779178"/>
              <a:ext cx="779952" cy="135908"/>
            </a:xfrm>
            <a:custGeom>
              <a:avLst/>
              <a:gdLst/>
              <a:ahLst/>
              <a:cxnLst/>
              <a:rect l="l" t="t" r="r" b="b"/>
              <a:pathLst>
                <a:path w="44034" h="7673" extrusionOk="0">
                  <a:moveTo>
                    <a:pt x="3309" y="1"/>
                  </a:moveTo>
                  <a:cubicBezTo>
                    <a:pt x="1455" y="1"/>
                    <a:pt x="0" y="1455"/>
                    <a:pt x="0" y="3273"/>
                  </a:cubicBezTo>
                  <a:lnTo>
                    <a:pt x="0" y="4364"/>
                  </a:lnTo>
                  <a:cubicBezTo>
                    <a:pt x="0" y="6218"/>
                    <a:pt x="1455" y="7673"/>
                    <a:pt x="3309" y="7673"/>
                  </a:cubicBezTo>
                  <a:lnTo>
                    <a:pt x="40725" y="7673"/>
                  </a:lnTo>
                  <a:cubicBezTo>
                    <a:pt x="42579" y="7673"/>
                    <a:pt x="44033" y="6218"/>
                    <a:pt x="44033" y="4364"/>
                  </a:cubicBezTo>
                  <a:lnTo>
                    <a:pt x="44033" y="3273"/>
                  </a:lnTo>
                  <a:cubicBezTo>
                    <a:pt x="44033" y="1455"/>
                    <a:pt x="42579" y="1"/>
                    <a:pt x="4072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78"/>
            <p:cNvSpPr/>
            <p:nvPr/>
          </p:nvSpPr>
          <p:spPr>
            <a:xfrm>
              <a:off x="5465641" y="2795278"/>
              <a:ext cx="103724" cy="103069"/>
            </a:xfrm>
            <a:custGeom>
              <a:avLst/>
              <a:gdLst/>
              <a:ahLst/>
              <a:cxnLst/>
              <a:rect l="l" t="t" r="r" b="b"/>
              <a:pathLst>
                <a:path w="5856" h="5819" extrusionOk="0">
                  <a:moveTo>
                    <a:pt x="2946" y="1"/>
                  </a:moveTo>
                  <a:cubicBezTo>
                    <a:pt x="1310" y="1"/>
                    <a:pt x="1" y="1310"/>
                    <a:pt x="1" y="2910"/>
                  </a:cubicBezTo>
                  <a:cubicBezTo>
                    <a:pt x="1" y="4546"/>
                    <a:pt x="1310" y="5818"/>
                    <a:pt x="2946" y="5818"/>
                  </a:cubicBezTo>
                  <a:cubicBezTo>
                    <a:pt x="4546" y="5818"/>
                    <a:pt x="5855" y="4546"/>
                    <a:pt x="5855" y="2910"/>
                  </a:cubicBezTo>
                  <a:cubicBezTo>
                    <a:pt x="5855" y="1310"/>
                    <a:pt x="4546" y="1"/>
                    <a:pt x="294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78"/>
            <p:cNvSpPr/>
            <p:nvPr/>
          </p:nvSpPr>
          <p:spPr>
            <a:xfrm>
              <a:off x="5483690" y="2812672"/>
              <a:ext cx="67626" cy="68282"/>
            </a:xfrm>
            <a:custGeom>
              <a:avLst/>
              <a:gdLst/>
              <a:ahLst/>
              <a:cxnLst/>
              <a:rect l="l" t="t" r="r" b="b"/>
              <a:pathLst>
                <a:path w="3818" h="3855" extrusionOk="0">
                  <a:moveTo>
                    <a:pt x="1927" y="0"/>
                  </a:moveTo>
                  <a:cubicBezTo>
                    <a:pt x="836" y="0"/>
                    <a:pt x="0" y="873"/>
                    <a:pt x="0" y="1928"/>
                  </a:cubicBezTo>
                  <a:cubicBezTo>
                    <a:pt x="0" y="2982"/>
                    <a:pt x="836" y="3855"/>
                    <a:pt x="1927" y="3855"/>
                  </a:cubicBezTo>
                  <a:cubicBezTo>
                    <a:pt x="2982" y="3855"/>
                    <a:pt x="3818" y="2982"/>
                    <a:pt x="3818" y="1928"/>
                  </a:cubicBezTo>
                  <a:cubicBezTo>
                    <a:pt x="3818" y="873"/>
                    <a:pt x="2982" y="0"/>
                    <a:pt x="19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78"/>
            <p:cNvSpPr/>
            <p:nvPr/>
          </p:nvSpPr>
          <p:spPr>
            <a:xfrm>
              <a:off x="5606048" y="2795278"/>
              <a:ext cx="103069" cy="103069"/>
            </a:xfrm>
            <a:custGeom>
              <a:avLst/>
              <a:gdLst/>
              <a:ahLst/>
              <a:cxnLst/>
              <a:rect l="l" t="t" r="r" b="b"/>
              <a:pathLst>
                <a:path w="5819" h="5819" extrusionOk="0">
                  <a:moveTo>
                    <a:pt x="2910" y="1"/>
                  </a:moveTo>
                  <a:cubicBezTo>
                    <a:pt x="1310" y="1"/>
                    <a:pt x="1" y="1310"/>
                    <a:pt x="1" y="2910"/>
                  </a:cubicBezTo>
                  <a:cubicBezTo>
                    <a:pt x="1" y="4546"/>
                    <a:pt x="1310" y="5818"/>
                    <a:pt x="2910" y="5818"/>
                  </a:cubicBezTo>
                  <a:cubicBezTo>
                    <a:pt x="4546" y="5818"/>
                    <a:pt x="5818" y="4546"/>
                    <a:pt x="5818" y="2910"/>
                  </a:cubicBezTo>
                  <a:cubicBezTo>
                    <a:pt x="5818" y="1310"/>
                    <a:pt x="4546" y="1"/>
                    <a:pt x="291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78"/>
            <p:cNvSpPr/>
            <p:nvPr/>
          </p:nvSpPr>
          <p:spPr>
            <a:xfrm>
              <a:off x="5623441" y="2812672"/>
              <a:ext cx="68282" cy="68282"/>
            </a:xfrm>
            <a:custGeom>
              <a:avLst/>
              <a:gdLst/>
              <a:ahLst/>
              <a:cxnLst/>
              <a:rect l="l" t="t" r="r" b="b"/>
              <a:pathLst>
                <a:path w="3855" h="3855" extrusionOk="0">
                  <a:moveTo>
                    <a:pt x="1928" y="0"/>
                  </a:moveTo>
                  <a:cubicBezTo>
                    <a:pt x="873" y="0"/>
                    <a:pt x="0" y="873"/>
                    <a:pt x="0" y="1928"/>
                  </a:cubicBezTo>
                  <a:cubicBezTo>
                    <a:pt x="0" y="2982"/>
                    <a:pt x="873" y="3855"/>
                    <a:pt x="1928" y="3855"/>
                  </a:cubicBezTo>
                  <a:cubicBezTo>
                    <a:pt x="2982" y="3855"/>
                    <a:pt x="3855" y="2982"/>
                    <a:pt x="3855" y="1928"/>
                  </a:cubicBezTo>
                  <a:cubicBezTo>
                    <a:pt x="3855" y="873"/>
                    <a:pt x="2982" y="0"/>
                    <a:pt x="192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78"/>
            <p:cNvSpPr/>
            <p:nvPr/>
          </p:nvSpPr>
          <p:spPr>
            <a:xfrm>
              <a:off x="6621063" y="2795278"/>
              <a:ext cx="103069" cy="103069"/>
            </a:xfrm>
            <a:custGeom>
              <a:avLst/>
              <a:gdLst/>
              <a:ahLst/>
              <a:cxnLst/>
              <a:rect l="l" t="t" r="r" b="b"/>
              <a:pathLst>
                <a:path w="5819" h="5819" extrusionOk="0">
                  <a:moveTo>
                    <a:pt x="2910" y="1"/>
                  </a:moveTo>
                  <a:cubicBezTo>
                    <a:pt x="1310" y="1"/>
                    <a:pt x="1" y="1310"/>
                    <a:pt x="1" y="2910"/>
                  </a:cubicBezTo>
                  <a:cubicBezTo>
                    <a:pt x="1" y="4546"/>
                    <a:pt x="1310" y="5818"/>
                    <a:pt x="2910" y="5818"/>
                  </a:cubicBezTo>
                  <a:cubicBezTo>
                    <a:pt x="4510" y="5818"/>
                    <a:pt x="5819" y="4546"/>
                    <a:pt x="5819" y="2910"/>
                  </a:cubicBezTo>
                  <a:cubicBezTo>
                    <a:pt x="5819" y="1310"/>
                    <a:pt x="4510" y="1"/>
                    <a:pt x="291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072;p78"/>
            <p:cNvSpPr/>
            <p:nvPr/>
          </p:nvSpPr>
          <p:spPr>
            <a:xfrm>
              <a:off x="6638456" y="2812672"/>
              <a:ext cx="68282" cy="68282"/>
            </a:xfrm>
            <a:custGeom>
              <a:avLst/>
              <a:gdLst/>
              <a:ahLst/>
              <a:cxnLst/>
              <a:rect l="l" t="t" r="r" b="b"/>
              <a:pathLst>
                <a:path w="3855" h="3855" extrusionOk="0">
                  <a:moveTo>
                    <a:pt x="1928" y="0"/>
                  </a:moveTo>
                  <a:cubicBezTo>
                    <a:pt x="873" y="0"/>
                    <a:pt x="1" y="873"/>
                    <a:pt x="1" y="1928"/>
                  </a:cubicBezTo>
                  <a:cubicBezTo>
                    <a:pt x="1" y="2982"/>
                    <a:pt x="873" y="3855"/>
                    <a:pt x="1928" y="3855"/>
                  </a:cubicBezTo>
                  <a:cubicBezTo>
                    <a:pt x="2982" y="3855"/>
                    <a:pt x="3855" y="2982"/>
                    <a:pt x="3855" y="1928"/>
                  </a:cubicBezTo>
                  <a:cubicBezTo>
                    <a:pt x="3855" y="873"/>
                    <a:pt x="2982" y="0"/>
                    <a:pt x="192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3" name="Google Shape;4073;p78"/>
            <p:cNvSpPr/>
            <p:nvPr/>
          </p:nvSpPr>
          <p:spPr>
            <a:xfrm>
              <a:off x="6761470" y="2795278"/>
              <a:ext cx="103069" cy="103069"/>
            </a:xfrm>
            <a:custGeom>
              <a:avLst/>
              <a:gdLst/>
              <a:ahLst/>
              <a:cxnLst/>
              <a:rect l="l" t="t" r="r" b="b"/>
              <a:pathLst>
                <a:path w="5819" h="5819" extrusionOk="0">
                  <a:moveTo>
                    <a:pt x="2909" y="1"/>
                  </a:moveTo>
                  <a:cubicBezTo>
                    <a:pt x="1273" y="1"/>
                    <a:pt x="1" y="1310"/>
                    <a:pt x="1" y="2910"/>
                  </a:cubicBezTo>
                  <a:cubicBezTo>
                    <a:pt x="1" y="4546"/>
                    <a:pt x="1273" y="5818"/>
                    <a:pt x="2909" y="5818"/>
                  </a:cubicBezTo>
                  <a:cubicBezTo>
                    <a:pt x="4509" y="5818"/>
                    <a:pt x="5818" y="4546"/>
                    <a:pt x="5818" y="2910"/>
                  </a:cubicBezTo>
                  <a:cubicBezTo>
                    <a:pt x="5818" y="1310"/>
                    <a:pt x="4509" y="1"/>
                    <a:pt x="29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074;p78"/>
            <p:cNvSpPr/>
            <p:nvPr/>
          </p:nvSpPr>
          <p:spPr>
            <a:xfrm>
              <a:off x="6778863" y="2812672"/>
              <a:ext cx="68282" cy="68282"/>
            </a:xfrm>
            <a:custGeom>
              <a:avLst/>
              <a:gdLst/>
              <a:ahLst/>
              <a:cxnLst/>
              <a:rect l="l" t="t" r="r" b="b"/>
              <a:pathLst>
                <a:path w="3855" h="3855" extrusionOk="0">
                  <a:moveTo>
                    <a:pt x="1927" y="0"/>
                  </a:moveTo>
                  <a:cubicBezTo>
                    <a:pt x="873" y="0"/>
                    <a:pt x="0" y="873"/>
                    <a:pt x="0" y="1928"/>
                  </a:cubicBezTo>
                  <a:cubicBezTo>
                    <a:pt x="0" y="2982"/>
                    <a:pt x="873" y="3855"/>
                    <a:pt x="1927" y="3855"/>
                  </a:cubicBezTo>
                  <a:cubicBezTo>
                    <a:pt x="2982" y="3855"/>
                    <a:pt x="3855" y="2982"/>
                    <a:pt x="3855" y="1928"/>
                  </a:cubicBezTo>
                  <a:cubicBezTo>
                    <a:pt x="3855" y="873"/>
                    <a:pt x="2982" y="0"/>
                    <a:pt x="19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5" name="Google Shape;4075;p78"/>
            <p:cNvSpPr/>
            <p:nvPr/>
          </p:nvSpPr>
          <p:spPr>
            <a:xfrm>
              <a:off x="5169381" y="3188797"/>
              <a:ext cx="164903" cy="390950"/>
            </a:xfrm>
            <a:custGeom>
              <a:avLst/>
              <a:gdLst/>
              <a:ahLst/>
              <a:cxnLst/>
              <a:rect l="l" t="t" r="r" b="b"/>
              <a:pathLst>
                <a:path w="9310" h="22072" extrusionOk="0">
                  <a:moveTo>
                    <a:pt x="3164" y="0"/>
                  </a:moveTo>
                  <a:cubicBezTo>
                    <a:pt x="1419" y="0"/>
                    <a:pt x="1" y="1418"/>
                    <a:pt x="1" y="3200"/>
                  </a:cubicBezTo>
                  <a:lnTo>
                    <a:pt x="1" y="18872"/>
                  </a:lnTo>
                  <a:cubicBezTo>
                    <a:pt x="1" y="20654"/>
                    <a:pt x="1419" y="22072"/>
                    <a:pt x="3164" y="22072"/>
                  </a:cubicBezTo>
                  <a:lnTo>
                    <a:pt x="6146" y="22072"/>
                  </a:lnTo>
                  <a:cubicBezTo>
                    <a:pt x="7891" y="22072"/>
                    <a:pt x="9309" y="20654"/>
                    <a:pt x="9309" y="18872"/>
                  </a:cubicBezTo>
                  <a:lnTo>
                    <a:pt x="9309" y="3200"/>
                  </a:lnTo>
                  <a:cubicBezTo>
                    <a:pt x="9309" y="1418"/>
                    <a:pt x="7891" y="0"/>
                    <a:pt x="614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6" name="Google Shape;4076;p78"/>
            <p:cNvSpPr/>
            <p:nvPr/>
          </p:nvSpPr>
          <p:spPr>
            <a:xfrm>
              <a:off x="7001704" y="3188797"/>
              <a:ext cx="164886" cy="390950"/>
            </a:xfrm>
            <a:custGeom>
              <a:avLst/>
              <a:gdLst/>
              <a:ahLst/>
              <a:cxnLst/>
              <a:rect l="l" t="t" r="r" b="b"/>
              <a:pathLst>
                <a:path w="9309" h="22072" extrusionOk="0">
                  <a:moveTo>
                    <a:pt x="3200" y="0"/>
                  </a:moveTo>
                  <a:cubicBezTo>
                    <a:pt x="1418" y="0"/>
                    <a:pt x="0" y="1418"/>
                    <a:pt x="0" y="3200"/>
                  </a:cubicBezTo>
                  <a:lnTo>
                    <a:pt x="0" y="18872"/>
                  </a:lnTo>
                  <a:cubicBezTo>
                    <a:pt x="0" y="20654"/>
                    <a:pt x="1418" y="22072"/>
                    <a:pt x="3200" y="22072"/>
                  </a:cubicBezTo>
                  <a:lnTo>
                    <a:pt x="6145" y="22072"/>
                  </a:lnTo>
                  <a:cubicBezTo>
                    <a:pt x="7891" y="22072"/>
                    <a:pt x="9309" y="20654"/>
                    <a:pt x="9309" y="18872"/>
                  </a:cubicBezTo>
                  <a:lnTo>
                    <a:pt x="9309" y="3200"/>
                  </a:lnTo>
                  <a:cubicBezTo>
                    <a:pt x="9309" y="1418"/>
                    <a:pt x="7891" y="0"/>
                    <a:pt x="614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7" name="Google Shape;4077;p78"/>
            <p:cNvSpPr/>
            <p:nvPr/>
          </p:nvSpPr>
          <p:spPr>
            <a:xfrm>
              <a:off x="7074485" y="3245477"/>
              <a:ext cx="19980" cy="277590"/>
            </a:xfrm>
            <a:custGeom>
              <a:avLst/>
              <a:gdLst/>
              <a:ahLst/>
              <a:cxnLst/>
              <a:rect l="l" t="t" r="r" b="b"/>
              <a:pathLst>
                <a:path w="1128" h="15672" extrusionOk="0">
                  <a:moveTo>
                    <a:pt x="545" y="0"/>
                  </a:moveTo>
                  <a:cubicBezTo>
                    <a:pt x="218" y="0"/>
                    <a:pt x="0" y="255"/>
                    <a:pt x="0" y="582"/>
                  </a:cubicBezTo>
                  <a:lnTo>
                    <a:pt x="0" y="15126"/>
                  </a:lnTo>
                  <a:cubicBezTo>
                    <a:pt x="0" y="15417"/>
                    <a:pt x="218" y="15672"/>
                    <a:pt x="545" y="15672"/>
                  </a:cubicBezTo>
                  <a:cubicBezTo>
                    <a:pt x="873" y="15672"/>
                    <a:pt x="1127" y="15417"/>
                    <a:pt x="1127" y="15126"/>
                  </a:cubicBezTo>
                  <a:lnTo>
                    <a:pt x="1127" y="582"/>
                  </a:lnTo>
                  <a:cubicBezTo>
                    <a:pt x="1127" y="255"/>
                    <a:pt x="873" y="0"/>
                    <a:pt x="5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8" name="Google Shape;4078;p78"/>
            <p:cNvSpPr/>
            <p:nvPr/>
          </p:nvSpPr>
          <p:spPr>
            <a:xfrm>
              <a:off x="5241524" y="3245477"/>
              <a:ext cx="19980" cy="277590"/>
            </a:xfrm>
            <a:custGeom>
              <a:avLst/>
              <a:gdLst/>
              <a:ahLst/>
              <a:cxnLst/>
              <a:rect l="l" t="t" r="r" b="b"/>
              <a:pathLst>
                <a:path w="1128" h="15672" extrusionOk="0">
                  <a:moveTo>
                    <a:pt x="582" y="0"/>
                  </a:moveTo>
                  <a:cubicBezTo>
                    <a:pt x="255" y="0"/>
                    <a:pt x="0" y="255"/>
                    <a:pt x="0" y="582"/>
                  </a:cubicBezTo>
                  <a:lnTo>
                    <a:pt x="0" y="15126"/>
                  </a:lnTo>
                  <a:cubicBezTo>
                    <a:pt x="0" y="15417"/>
                    <a:pt x="255" y="15672"/>
                    <a:pt x="582" y="15672"/>
                  </a:cubicBezTo>
                  <a:cubicBezTo>
                    <a:pt x="909" y="15672"/>
                    <a:pt x="1127" y="15417"/>
                    <a:pt x="1127" y="15126"/>
                  </a:cubicBezTo>
                  <a:lnTo>
                    <a:pt x="1127" y="582"/>
                  </a:lnTo>
                  <a:cubicBezTo>
                    <a:pt x="1127" y="255"/>
                    <a:pt x="909" y="0"/>
                    <a:pt x="58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9" name="Google Shape;4079;p78"/>
            <p:cNvSpPr/>
            <p:nvPr/>
          </p:nvSpPr>
          <p:spPr>
            <a:xfrm>
              <a:off x="5489482" y="2985280"/>
              <a:ext cx="311085" cy="484986"/>
            </a:xfrm>
            <a:custGeom>
              <a:avLst/>
              <a:gdLst/>
              <a:ahLst/>
              <a:cxnLst/>
              <a:rect l="l" t="t" r="r" b="b"/>
              <a:pathLst>
                <a:path w="17563" h="27381" extrusionOk="0">
                  <a:moveTo>
                    <a:pt x="9272" y="0"/>
                  </a:moveTo>
                  <a:lnTo>
                    <a:pt x="0" y="27380"/>
                  </a:lnTo>
                  <a:lnTo>
                    <a:pt x="8291" y="27380"/>
                  </a:lnTo>
                  <a:lnTo>
                    <a:pt x="1756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78"/>
            <p:cNvSpPr/>
            <p:nvPr/>
          </p:nvSpPr>
          <p:spPr>
            <a:xfrm>
              <a:off x="5678828" y="2985280"/>
              <a:ext cx="198380" cy="484986"/>
            </a:xfrm>
            <a:custGeom>
              <a:avLst/>
              <a:gdLst/>
              <a:ahLst/>
              <a:cxnLst/>
              <a:rect l="l" t="t" r="r" b="b"/>
              <a:pathLst>
                <a:path w="11200" h="27381" extrusionOk="0">
                  <a:moveTo>
                    <a:pt x="9273" y="0"/>
                  </a:moveTo>
                  <a:lnTo>
                    <a:pt x="0" y="27380"/>
                  </a:lnTo>
                  <a:lnTo>
                    <a:pt x="1928" y="27380"/>
                  </a:lnTo>
                  <a:lnTo>
                    <a:pt x="1120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78"/>
            <p:cNvSpPr/>
            <p:nvPr/>
          </p:nvSpPr>
          <p:spPr>
            <a:xfrm>
              <a:off x="6377622" y="2985280"/>
              <a:ext cx="311085" cy="484986"/>
            </a:xfrm>
            <a:custGeom>
              <a:avLst/>
              <a:gdLst/>
              <a:ahLst/>
              <a:cxnLst/>
              <a:rect l="l" t="t" r="r" b="b"/>
              <a:pathLst>
                <a:path w="17563" h="27381" extrusionOk="0">
                  <a:moveTo>
                    <a:pt x="9272" y="0"/>
                  </a:moveTo>
                  <a:lnTo>
                    <a:pt x="0" y="27380"/>
                  </a:lnTo>
                  <a:lnTo>
                    <a:pt x="8291" y="27380"/>
                  </a:lnTo>
                  <a:lnTo>
                    <a:pt x="1756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2" name="Google Shape;4082;p78"/>
            <p:cNvSpPr/>
            <p:nvPr/>
          </p:nvSpPr>
          <p:spPr>
            <a:xfrm>
              <a:off x="6566969" y="2985280"/>
              <a:ext cx="197742" cy="484986"/>
            </a:xfrm>
            <a:custGeom>
              <a:avLst/>
              <a:gdLst/>
              <a:ahLst/>
              <a:cxnLst/>
              <a:rect l="l" t="t" r="r" b="b"/>
              <a:pathLst>
                <a:path w="11164" h="27381" extrusionOk="0">
                  <a:moveTo>
                    <a:pt x="9236" y="0"/>
                  </a:moveTo>
                  <a:lnTo>
                    <a:pt x="0" y="27380"/>
                  </a:lnTo>
                  <a:lnTo>
                    <a:pt x="1891" y="27380"/>
                  </a:lnTo>
                  <a:lnTo>
                    <a:pt x="1116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3" name="Google Shape;4083;p78"/>
            <p:cNvSpPr/>
            <p:nvPr/>
          </p:nvSpPr>
          <p:spPr>
            <a:xfrm>
              <a:off x="5435370" y="3716913"/>
              <a:ext cx="97277" cy="190657"/>
            </a:xfrm>
            <a:custGeom>
              <a:avLst/>
              <a:gdLst/>
              <a:ahLst/>
              <a:cxnLst/>
              <a:rect l="l" t="t" r="r" b="b"/>
              <a:pathLst>
                <a:path w="5492" h="10764" extrusionOk="0">
                  <a:moveTo>
                    <a:pt x="4946" y="1"/>
                  </a:moveTo>
                  <a:cubicBezTo>
                    <a:pt x="4146" y="1"/>
                    <a:pt x="3346" y="146"/>
                    <a:pt x="2619" y="510"/>
                  </a:cubicBezTo>
                  <a:lnTo>
                    <a:pt x="1" y="8691"/>
                  </a:lnTo>
                  <a:cubicBezTo>
                    <a:pt x="510" y="9564"/>
                    <a:pt x="1237" y="10291"/>
                    <a:pt x="2074" y="10764"/>
                  </a:cubicBezTo>
                  <a:lnTo>
                    <a:pt x="549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78"/>
            <p:cNvSpPr/>
            <p:nvPr/>
          </p:nvSpPr>
          <p:spPr>
            <a:xfrm>
              <a:off x="5495274" y="3722705"/>
              <a:ext cx="78590" cy="197742"/>
            </a:xfrm>
            <a:custGeom>
              <a:avLst/>
              <a:gdLst/>
              <a:ahLst/>
              <a:cxnLst/>
              <a:rect l="l" t="t" r="r" b="b"/>
              <a:pathLst>
                <a:path w="4437" h="11164" extrusionOk="0">
                  <a:moveTo>
                    <a:pt x="3455" y="1"/>
                  </a:moveTo>
                  <a:lnTo>
                    <a:pt x="1" y="10982"/>
                  </a:lnTo>
                  <a:cubicBezTo>
                    <a:pt x="328" y="11055"/>
                    <a:pt x="691" y="11127"/>
                    <a:pt x="1055" y="11164"/>
                  </a:cubicBezTo>
                  <a:lnTo>
                    <a:pt x="4437" y="437"/>
                  </a:lnTo>
                  <a:cubicBezTo>
                    <a:pt x="4146" y="255"/>
                    <a:pt x="3818" y="110"/>
                    <a:pt x="34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5" name="Google Shape;4085;p78"/>
            <p:cNvSpPr/>
            <p:nvPr/>
          </p:nvSpPr>
          <p:spPr>
            <a:xfrm>
              <a:off x="6709944" y="3716913"/>
              <a:ext cx="204827" cy="204190"/>
            </a:xfrm>
            <a:custGeom>
              <a:avLst/>
              <a:gdLst/>
              <a:ahLst/>
              <a:cxnLst/>
              <a:rect l="l" t="t" r="r" b="b"/>
              <a:pathLst>
                <a:path w="11564" h="11528" extrusionOk="0">
                  <a:moveTo>
                    <a:pt x="5782" y="1"/>
                  </a:moveTo>
                  <a:cubicBezTo>
                    <a:pt x="2582" y="1"/>
                    <a:pt x="1" y="2582"/>
                    <a:pt x="1" y="5746"/>
                  </a:cubicBezTo>
                  <a:cubicBezTo>
                    <a:pt x="1" y="8945"/>
                    <a:pt x="2582" y="11527"/>
                    <a:pt x="5782" y="11527"/>
                  </a:cubicBezTo>
                  <a:cubicBezTo>
                    <a:pt x="8982" y="11527"/>
                    <a:pt x="11563" y="8945"/>
                    <a:pt x="11563" y="5746"/>
                  </a:cubicBezTo>
                  <a:cubicBezTo>
                    <a:pt x="11563" y="2582"/>
                    <a:pt x="8982" y="1"/>
                    <a:pt x="57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086;p78"/>
            <p:cNvSpPr/>
            <p:nvPr/>
          </p:nvSpPr>
          <p:spPr>
            <a:xfrm>
              <a:off x="6724752" y="3716913"/>
              <a:ext cx="97915" cy="190657"/>
            </a:xfrm>
            <a:custGeom>
              <a:avLst/>
              <a:gdLst/>
              <a:ahLst/>
              <a:cxnLst/>
              <a:rect l="l" t="t" r="r" b="b"/>
              <a:pathLst>
                <a:path w="5528" h="10764" extrusionOk="0">
                  <a:moveTo>
                    <a:pt x="4946" y="1"/>
                  </a:moveTo>
                  <a:cubicBezTo>
                    <a:pt x="4146" y="1"/>
                    <a:pt x="3346" y="146"/>
                    <a:pt x="2583" y="510"/>
                  </a:cubicBezTo>
                  <a:lnTo>
                    <a:pt x="1" y="8691"/>
                  </a:lnTo>
                  <a:cubicBezTo>
                    <a:pt x="510" y="9564"/>
                    <a:pt x="1237" y="10291"/>
                    <a:pt x="2110" y="10764"/>
                  </a:cubicBezTo>
                  <a:lnTo>
                    <a:pt x="5528" y="37"/>
                  </a:lnTo>
                  <a:cubicBezTo>
                    <a:pt x="5346" y="1"/>
                    <a:pt x="5128" y="1"/>
                    <a:pt x="494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7" name="Google Shape;4087;p78"/>
            <p:cNvSpPr/>
            <p:nvPr/>
          </p:nvSpPr>
          <p:spPr>
            <a:xfrm>
              <a:off x="6784018" y="3722705"/>
              <a:ext cx="79228" cy="197742"/>
            </a:xfrm>
            <a:custGeom>
              <a:avLst/>
              <a:gdLst/>
              <a:ahLst/>
              <a:cxnLst/>
              <a:rect l="l" t="t" r="r" b="b"/>
              <a:pathLst>
                <a:path w="4473" h="11164" extrusionOk="0">
                  <a:moveTo>
                    <a:pt x="3491" y="1"/>
                  </a:moveTo>
                  <a:lnTo>
                    <a:pt x="0" y="10982"/>
                  </a:lnTo>
                  <a:cubicBezTo>
                    <a:pt x="364" y="11055"/>
                    <a:pt x="727" y="11127"/>
                    <a:pt x="1055" y="11164"/>
                  </a:cubicBezTo>
                  <a:lnTo>
                    <a:pt x="4473" y="437"/>
                  </a:lnTo>
                  <a:cubicBezTo>
                    <a:pt x="4145" y="255"/>
                    <a:pt x="3854" y="110"/>
                    <a:pt x="349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8" name="Google Shape;4088;p78"/>
            <p:cNvSpPr/>
            <p:nvPr/>
          </p:nvSpPr>
          <p:spPr>
            <a:xfrm>
              <a:off x="5986689" y="3622240"/>
              <a:ext cx="362610" cy="37373"/>
            </a:xfrm>
            <a:custGeom>
              <a:avLst/>
              <a:gdLst/>
              <a:ahLst/>
              <a:cxnLst/>
              <a:rect l="l" t="t" r="r" b="b"/>
              <a:pathLst>
                <a:path w="20472" h="2110" extrusionOk="0">
                  <a:moveTo>
                    <a:pt x="1055" y="0"/>
                  </a:moveTo>
                  <a:cubicBezTo>
                    <a:pt x="473" y="0"/>
                    <a:pt x="0" y="473"/>
                    <a:pt x="0" y="1055"/>
                  </a:cubicBezTo>
                  <a:cubicBezTo>
                    <a:pt x="0" y="1637"/>
                    <a:pt x="473" y="2109"/>
                    <a:pt x="1055" y="2109"/>
                  </a:cubicBezTo>
                  <a:lnTo>
                    <a:pt x="19417" y="2109"/>
                  </a:lnTo>
                  <a:cubicBezTo>
                    <a:pt x="19999" y="2109"/>
                    <a:pt x="20471" y="1637"/>
                    <a:pt x="20471" y="1055"/>
                  </a:cubicBezTo>
                  <a:cubicBezTo>
                    <a:pt x="20471" y="473"/>
                    <a:pt x="19999" y="0"/>
                    <a:pt x="19417" y="0"/>
                  </a:cubicBezTo>
                  <a:close/>
                </a:path>
              </a:pathLst>
            </a:custGeom>
            <a:solidFill>
              <a:srgbClr val="2024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2" name="Google Shape;3527;p76">
            <a:extLst>
              <a:ext uri="{FF2B5EF4-FFF2-40B4-BE49-F238E27FC236}">
                <a16:creationId xmlns:a16="http://schemas.microsoft.com/office/drawing/2014/main" id="{D3A73EC3-6080-4A90-B375-3FAB142E07A2}"/>
              </a:ext>
            </a:extLst>
          </p:cNvPr>
          <p:cNvSpPr/>
          <p:nvPr/>
        </p:nvSpPr>
        <p:spPr>
          <a:xfrm>
            <a:off x="721309" y="1057898"/>
            <a:ext cx="1578192" cy="751315"/>
          </a:xfrm>
          <a:custGeom>
            <a:avLst/>
            <a:gdLst/>
            <a:ahLst/>
            <a:cxnLst/>
            <a:rect l="l" t="t" r="r" b="b"/>
            <a:pathLst>
              <a:path w="35214" h="16764" extrusionOk="0">
                <a:moveTo>
                  <a:pt x="16684" y="1"/>
                </a:moveTo>
                <a:cubicBezTo>
                  <a:pt x="10796" y="1"/>
                  <a:pt x="6085" y="2866"/>
                  <a:pt x="6085" y="6399"/>
                </a:cubicBezTo>
                <a:cubicBezTo>
                  <a:pt x="6085" y="7342"/>
                  <a:pt x="6399" y="8205"/>
                  <a:pt x="6949" y="8951"/>
                </a:cubicBezTo>
                <a:cubicBezTo>
                  <a:pt x="2984" y="9304"/>
                  <a:pt x="0" y="10914"/>
                  <a:pt x="40" y="12837"/>
                </a:cubicBezTo>
                <a:cubicBezTo>
                  <a:pt x="40" y="14997"/>
                  <a:pt x="3887" y="16763"/>
                  <a:pt x="8676" y="16763"/>
                </a:cubicBezTo>
                <a:cubicBezTo>
                  <a:pt x="11699" y="16763"/>
                  <a:pt x="14329" y="16056"/>
                  <a:pt x="15899" y="14997"/>
                </a:cubicBezTo>
                <a:cubicBezTo>
                  <a:pt x="18360" y="16019"/>
                  <a:pt x="21003" y="16530"/>
                  <a:pt x="23652" y="16530"/>
                </a:cubicBezTo>
                <a:cubicBezTo>
                  <a:pt x="23750" y="16530"/>
                  <a:pt x="23849" y="16529"/>
                  <a:pt x="23947" y="16528"/>
                </a:cubicBezTo>
                <a:cubicBezTo>
                  <a:pt x="30188" y="16528"/>
                  <a:pt x="35213" y="14290"/>
                  <a:pt x="35213" y="11503"/>
                </a:cubicBezTo>
                <a:cubicBezTo>
                  <a:pt x="35213" y="9226"/>
                  <a:pt x="31876" y="7342"/>
                  <a:pt x="27283" y="6713"/>
                </a:cubicBezTo>
                <a:lnTo>
                  <a:pt x="27283" y="6399"/>
                </a:lnTo>
                <a:cubicBezTo>
                  <a:pt x="27283" y="2866"/>
                  <a:pt x="22533" y="1"/>
                  <a:pt x="1668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3" name="Google Shape;3528;p76">
            <a:extLst>
              <a:ext uri="{FF2B5EF4-FFF2-40B4-BE49-F238E27FC236}">
                <a16:creationId xmlns:a16="http://schemas.microsoft.com/office/drawing/2014/main" id="{50B65AE3-2064-4AB2-9E42-B3627F4EB48B}"/>
              </a:ext>
            </a:extLst>
          </p:cNvPr>
          <p:cNvGrpSpPr/>
          <p:nvPr/>
        </p:nvGrpSpPr>
        <p:grpSpPr>
          <a:xfrm>
            <a:off x="249656" y="469304"/>
            <a:ext cx="3847785" cy="4844131"/>
            <a:chOff x="4749425" y="1171574"/>
            <a:chExt cx="3450000" cy="4343344"/>
          </a:xfrm>
        </p:grpSpPr>
        <p:sp>
          <p:nvSpPr>
            <p:cNvPr id="424" name="Google Shape;3529;p76">
              <a:extLst>
                <a:ext uri="{FF2B5EF4-FFF2-40B4-BE49-F238E27FC236}">
                  <a16:creationId xmlns:a16="http://schemas.microsoft.com/office/drawing/2014/main" id="{9EE73A92-6DED-4916-A460-2743CE4A142B}"/>
                </a:ext>
              </a:extLst>
            </p:cNvPr>
            <p:cNvSpPr/>
            <p:nvPr/>
          </p:nvSpPr>
          <p:spPr>
            <a:xfrm>
              <a:off x="6420015" y="3765643"/>
              <a:ext cx="299405" cy="1749275"/>
            </a:xfrm>
            <a:custGeom>
              <a:avLst/>
              <a:gdLst/>
              <a:ahLst/>
              <a:cxnLst/>
              <a:rect l="l" t="t" r="r" b="b"/>
              <a:pathLst>
                <a:path w="5575" h="20532" extrusionOk="0">
                  <a:moveTo>
                    <a:pt x="0" y="1"/>
                  </a:moveTo>
                  <a:lnTo>
                    <a:pt x="0" y="20532"/>
                  </a:lnTo>
                  <a:lnTo>
                    <a:pt x="5575" y="20532"/>
                  </a:lnTo>
                  <a:lnTo>
                    <a:pt x="5575" y="1"/>
                  </a:lnTo>
                  <a:close/>
                </a:path>
              </a:pathLst>
            </a:custGeom>
            <a:solidFill>
              <a:srgbClr val="3B3B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3530;p76">
              <a:extLst>
                <a:ext uri="{FF2B5EF4-FFF2-40B4-BE49-F238E27FC236}">
                  <a16:creationId xmlns:a16="http://schemas.microsoft.com/office/drawing/2014/main" id="{E7F18C9D-43B9-4645-9909-3DE9F6328B2C}"/>
                </a:ext>
              </a:extLst>
            </p:cNvPr>
            <p:cNvSpPr/>
            <p:nvPr/>
          </p:nvSpPr>
          <p:spPr>
            <a:xfrm>
              <a:off x="4749425" y="1171574"/>
              <a:ext cx="3450000" cy="3313648"/>
            </a:xfrm>
            <a:prstGeom prst="roundRect">
              <a:avLst>
                <a:gd name="adj" fmla="val 6436"/>
              </a:avLst>
            </a:prstGeom>
            <a:solidFill>
              <a:srgbClr val="5587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6" name="Google Shape;3531;p76">
              <a:extLst>
                <a:ext uri="{FF2B5EF4-FFF2-40B4-BE49-F238E27FC236}">
                  <a16:creationId xmlns:a16="http://schemas.microsoft.com/office/drawing/2014/main" id="{0CBA1A6A-4C92-433B-9029-3C9BC05EA9EA}"/>
                </a:ext>
              </a:extLst>
            </p:cNvPr>
            <p:cNvSpPr/>
            <p:nvPr/>
          </p:nvSpPr>
          <p:spPr>
            <a:xfrm>
              <a:off x="4938669" y="1340283"/>
              <a:ext cx="3071700" cy="2926035"/>
            </a:xfrm>
            <a:prstGeom prst="roundRect">
              <a:avLst>
                <a:gd name="adj" fmla="val 4539"/>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7" name="Rectangle 426">
            <a:extLst>
              <a:ext uri="{FF2B5EF4-FFF2-40B4-BE49-F238E27FC236}">
                <a16:creationId xmlns:a16="http://schemas.microsoft.com/office/drawing/2014/main" id="{61288DCE-8319-49D0-8424-FAD3C513D842}"/>
              </a:ext>
            </a:extLst>
          </p:cNvPr>
          <p:cNvSpPr/>
          <p:nvPr/>
        </p:nvSpPr>
        <p:spPr>
          <a:xfrm>
            <a:off x="460720" y="847340"/>
            <a:ext cx="3425867" cy="3231654"/>
          </a:xfrm>
          <a:prstGeom prst="rect">
            <a:avLst/>
          </a:prstGeom>
        </p:spPr>
        <p:txBody>
          <a:bodyPr wrap="square">
            <a:spAutoFit/>
          </a:bodyPr>
          <a:lstStyle/>
          <a:p>
            <a:pPr algn="ctr"/>
            <a:r>
              <a:rPr lang="en-US" sz="1200" dirty="0" err="1">
                <a:solidFill>
                  <a:srgbClr val="FFFFFF"/>
                </a:solidFill>
                <a:latin typeface="Catamaran" panose="020B0604020202020204" charset="0"/>
                <a:cs typeface="Catamaran" panose="020B0604020202020204" charset="0"/>
              </a:rPr>
              <a:t>SmartGuard</a:t>
            </a:r>
            <a:r>
              <a:rPr lang="en-US" sz="1200" dirty="0">
                <a:solidFill>
                  <a:srgbClr val="FFFFFF"/>
                </a:solidFill>
                <a:latin typeface="Catamaran" panose="020B0604020202020204" charset="0"/>
                <a:cs typeface="Catamaran" panose="020B0604020202020204" charset="0"/>
              </a:rPr>
              <a:t> successfully delivers a reliable, automated child safety system for post-trip school bus monitoring.</a:t>
            </a:r>
          </a:p>
          <a:p>
            <a:pPr algn="ctr"/>
            <a:endParaRPr lang="en-US" sz="1200" dirty="0">
              <a:solidFill>
                <a:srgbClr val="FFFFFF"/>
              </a:solidFill>
              <a:latin typeface="Catamaran" panose="020B0604020202020204" charset="0"/>
              <a:cs typeface="Catamaran" panose="020B0604020202020204" charset="0"/>
            </a:endParaRPr>
          </a:p>
          <a:p>
            <a:pPr algn="ctr"/>
            <a:r>
              <a:rPr lang="en-US" sz="1200" dirty="0">
                <a:solidFill>
                  <a:srgbClr val="FFFFFF"/>
                </a:solidFill>
                <a:latin typeface="Catamaran" panose="020B0604020202020204" charset="0"/>
                <a:cs typeface="Catamaran" panose="020B0604020202020204" charset="0"/>
              </a:rPr>
              <a:t>The multi-sensor and vision-based approach enhances detection accuracy and significantly reduces reliance on human supervision.</a:t>
            </a:r>
          </a:p>
          <a:p>
            <a:pPr algn="ctr"/>
            <a:endParaRPr lang="en-US" sz="1200" dirty="0">
              <a:solidFill>
                <a:srgbClr val="FFFFFF"/>
              </a:solidFill>
              <a:latin typeface="Catamaran" panose="020B0604020202020204" charset="0"/>
              <a:cs typeface="Catamaran" panose="020B0604020202020204" charset="0"/>
            </a:endParaRPr>
          </a:p>
          <a:p>
            <a:pPr algn="ctr"/>
            <a:r>
              <a:rPr lang="en-US" sz="1200" dirty="0">
                <a:solidFill>
                  <a:srgbClr val="FFFFFF"/>
                </a:solidFill>
                <a:latin typeface="Catamaran" panose="020B0604020202020204" charset="0"/>
                <a:cs typeface="Catamaran" panose="020B0604020202020204" charset="0"/>
              </a:rPr>
              <a:t>The system demonstrated robust performance under tested scenarios, with effective alert escalation and emergency response.</a:t>
            </a:r>
          </a:p>
          <a:p>
            <a:pPr algn="ctr"/>
            <a:endParaRPr lang="en-US" sz="1200" dirty="0">
              <a:solidFill>
                <a:srgbClr val="FFFFFF"/>
              </a:solidFill>
              <a:latin typeface="Catamaran" panose="020B0604020202020204" charset="0"/>
              <a:cs typeface="Catamaran" panose="020B0604020202020204" charset="0"/>
            </a:endParaRPr>
          </a:p>
          <a:p>
            <a:pPr algn="ctr"/>
            <a:r>
              <a:rPr lang="en-US" sz="1200" dirty="0" err="1">
                <a:solidFill>
                  <a:srgbClr val="FFFFFF"/>
                </a:solidFill>
                <a:latin typeface="Catamaran" panose="020B0604020202020204" charset="0"/>
                <a:cs typeface="Catamaran" panose="020B0604020202020204" charset="0"/>
              </a:rPr>
              <a:t>SmartGuard</a:t>
            </a:r>
            <a:r>
              <a:rPr lang="en-US" sz="1200" dirty="0">
                <a:solidFill>
                  <a:srgbClr val="FFFFFF"/>
                </a:solidFill>
                <a:latin typeface="Catamaran" panose="020B0604020202020204" charset="0"/>
                <a:cs typeface="Catamaran" panose="020B0604020202020204" charset="0"/>
              </a:rPr>
              <a:t> is well-suited to Bahrain’s school transportation context and provides a strong foundation for real-world deployment and future enhancement.</a:t>
            </a:r>
          </a:p>
          <a:p>
            <a:pPr algn="ctr"/>
            <a:endParaRPr lang="en-US" sz="1200" dirty="0">
              <a:latin typeface="Catamaran" panose="020B0604020202020204" charset="0"/>
              <a:cs typeface="Catamaran" panose="020B0604020202020204" charset="0"/>
            </a:endParaRPr>
          </a:p>
        </p:txBody>
      </p:sp>
      <p:sp>
        <p:nvSpPr>
          <p:cNvPr id="3" name="Title 2">
            <a:extLst>
              <a:ext uri="{FF2B5EF4-FFF2-40B4-BE49-F238E27FC236}">
                <a16:creationId xmlns:a16="http://schemas.microsoft.com/office/drawing/2014/main" id="{9D84768D-8697-4269-891C-D5B1B87589C1}"/>
              </a:ext>
            </a:extLst>
          </p:cNvPr>
          <p:cNvSpPr>
            <a:spLocks noGrp="1"/>
          </p:cNvSpPr>
          <p:nvPr>
            <p:ph type="title"/>
          </p:nvPr>
        </p:nvSpPr>
        <p:spPr>
          <a:xfrm>
            <a:off x="4463730" y="874059"/>
            <a:ext cx="4001361" cy="713400"/>
          </a:xfrm>
        </p:spPr>
        <p:txBody>
          <a:bodyPr>
            <a:normAutofit fontScale="90000"/>
          </a:bodyPr>
          <a:lstStyle/>
          <a:p>
            <a:r>
              <a:rPr lang="en-US" dirty="0"/>
              <a:t>CONCLUSION </a:t>
            </a:r>
          </a:p>
        </p:txBody>
      </p:sp>
    </p:spTree>
    <p:extLst>
      <p:ext uri="{BB962C8B-B14F-4D97-AF65-F5344CB8AC3E}">
        <p14:creationId xmlns:p14="http://schemas.microsoft.com/office/powerpoint/2010/main" val="27062370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12"/>
        <p:cNvGrpSpPr/>
        <p:nvPr/>
      </p:nvGrpSpPr>
      <p:grpSpPr>
        <a:xfrm>
          <a:off x="0" y="0"/>
          <a:ext cx="0" cy="0"/>
          <a:chOff x="0" y="0"/>
          <a:chExt cx="0" cy="0"/>
        </a:xfrm>
      </p:grpSpPr>
      <p:sp>
        <p:nvSpPr>
          <p:cNvPr id="1913" name="Google Shape;1913;p52"/>
          <p:cNvSpPr txBox="1">
            <a:spLocks noGrp="1"/>
          </p:cNvSpPr>
          <p:nvPr>
            <p:ph type="title"/>
          </p:nvPr>
        </p:nvSpPr>
        <p:spPr>
          <a:xfrm>
            <a:off x="713249" y="2516047"/>
            <a:ext cx="7717500" cy="1292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r>
              <a:rPr lang="en-US" sz="8800" dirty="0"/>
              <a:t>Thank you </a:t>
            </a:r>
            <a:r>
              <a:rPr lang="en-US" sz="8800" dirty="0">
                <a:solidFill>
                  <a:srgbClr val="FFFFFF"/>
                </a:solidFill>
              </a:rPr>
              <a:t> </a:t>
            </a:r>
            <a:endParaRPr sz="8800" dirty="0">
              <a:solidFill>
                <a:srgbClr val="FFFFFF"/>
              </a:solidFill>
            </a:endParaRPr>
          </a:p>
        </p:txBody>
      </p:sp>
      <p:sp>
        <p:nvSpPr>
          <p:cNvPr id="2" name="TextBox 1">
            <a:extLst>
              <a:ext uri="{FF2B5EF4-FFF2-40B4-BE49-F238E27FC236}">
                <a16:creationId xmlns:a16="http://schemas.microsoft.com/office/drawing/2014/main" id="{0BB6B93D-90CA-4F48-9455-E32DEF55D9F4}"/>
              </a:ext>
            </a:extLst>
          </p:cNvPr>
          <p:cNvSpPr txBox="1"/>
          <p:nvPr/>
        </p:nvSpPr>
        <p:spPr>
          <a:xfrm>
            <a:off x="2961623" y="3808447"/>
            <a:ext cx="3220753" cy="400110"/>
          </a:xfrm>
          <a:prstGeom prst="rect">
            <a:avLst/>
          </a:prstGeom>
          <a:noFill/>
        </p:spPr>
        <p:txBody>
          <a:bodyPr wrap="none" rtlCol="0">
            <a:spAutoFit/>
          </a:bodyPr>
          <a:lstStyle/>
          <a:p>
            <a:r>
              <a:rPr lang="en-US" sz="2000" b="1" dirty="0">
                <a:latin typeface="Catamaran" panose="020B0604020202020204" charset="0"/>
                <a:cs typeface="Catamaran" panose="020B0604020202020204" charset="0"/>
              </a:rPr>
              <a:t>We welcome any questions</a:t>
            </a:r>
          </a:p>
        </p:txBody>
      </p:sp>
    </p:spTree>
    <p:extLst>
      <p:ext uri="{BB962C8B-B14F-4D97-AF65-F5344CB8AC3E}">
        <p14:creationId xmlns:p14="http://schemas.microsoft.com/office/powerpoint/2010/main" val="499708012"/>
      </p:ext>
    </p:extLst>
  </p:cSld>
  <p:clrMapOvr>
    <a:masterClrMapping/>
  </p:clrMapOvr>
  <p:transition spd="slow">
    <p:wipe/>
  </p:transition>
</p:sld>
</file>

<file path=ppt/theme/theme1.xml><?xml version="1.0" encoding="utf-8"?>
<a:theme xmlns:a="http://schemas.openxmlformats.org/drawingml/2006/main" name="School Bus Drivers Day by Slidesgo">
  <a:themeElements>
    <a:clrScheme name="Simple Light">
      <a:dk1>
        <a:srgbClr val="9EDADA"/>
      </a:dk1>
      <a:lt1>
        <a:srgbClr val="5587AC"/>
      </a:lt1>
      <a:dk2>
        <a:srgbClr val="708C30"/>
      </a:dk2>
      <a:lt2>
        <a:srgbClr val="7BA145"/>
      </a:lt2>
      <a:accent1>
        <a:srgbClr val="9ABC4B"/>
      </a:accent1>
      <a:accent2>
        <a:srgbClr val="E69E1A"/>
      </a:accent2>
      <a:accent3>
        <a:srgbClr val="D4852F"/>
      </a:accent3>
      <a:accent4>
        <a:srgbClr val="E15561"/>
      </a:accent4>
      <a:accent5>
        <a:srgbClr val="A8A8A8"/>
      </a:accent5>
      <a:accent6>
        <a:srgbClr val="3B3B3B"/>
      </a:accent6>
      <a:hlink>
        <a:srgbClr val="3B3B3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3698</TotalTime>
  <Words>2118</Words>
  <Application>Microsoft Office PowerPoint</Application>
  <PresentationFormat>On-screen Show (16:9)</PresentationFormat>
  <Paragraphs>368</Paragraphs>
  <Slides>27</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Mouse Memoirs</vt:lpstr>
      <vt:lpstr>Boogaloo</vt:lpstr>
      <vt:lpstr>Bahnschrift SemiBold</vt:lpstr>
      <vt:lpstr>Catamaran</vt:lpstr>
      <vt:lpstr>Arial</vt:lpstr>
      <vt:lpstr>Euphoria Script</vt:lpstr>
      <vt:lpstr>Times New Roman</vt:lpstr>
      <vt:lpstr>School Bus Drivers Day by Slidesgo</vt:lpstr>
      <vt:lpstr>SMARTGUARD An Intelligent Child Safety and Monitoring System</vt:lpstr>
      <vt:lpstr>PowerPoint Presentation</vt:lpstr>
      <vt:lpstr>Problem statement</vt:lpstr>
      <vt:lpstr>Driven to serve</vt:lpstr>
      <vt:lpstr>Project Initiation phase </vt:lpstr>
      <vt:lpstr>Work Plan and Timeline</vt:lpstr>
      <vt:lpstr>Execution Phase</vt:lpstr>
      <vt:lpstr>Testing &amp; Validation Phase</vt:lpstr>
      <vt:lpstr>Final Deployment Phase</vt:lpstr>
      <vt:lpstr>CHALLENGES   </vt:lpstr>
      <vt:lpstr>PowerPoint Presentation</vt:lpstr>
      <vt:lpstr>Context Overview</vt:lpstr>
      <vt:lpstr>PowerPoint Presentation</vt:lpstr>
      <vt:lpstr>Tests and Designs!</vt:lpstr>
      <vt:lpstr>PowerPoint Presentation</vt:lpstr>
      <vt:lpstr>PowerPoint Presentation</vt:lpstr>
      <vt:lpstr>PowerPoint Presentation</vt:lpstr>
      <vt:lpstr>PowerPoint Presentation</vt:lpstr>
      <vt:lpstr>PowerPoint Presentation</vt:lpstr>
      <vt:lpstr>Planned testing using functional, integration, and real scenario-based test cases.  Test scenarios were designed to cover normal operation, emergency cases, and failure conditions.</vt:lpstr>
      <vt:lpstr>PowerPoint Presentation</vt:lpstr>
      <vt:lpstr>PowerPoint Presentation</vt:lpstr>
      <vt:lpstr>PowerPoint Presentation</vt:lpstr>
      <vt:lpstr>PowerPoint Presentation</vt:lpstr>
      <vt:lpstr>Evaluated against defined project objectives </vt:lpstr>
      <vt:lpstr>CONCLUSION </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SMARTGUARD An Intelligent Child Safety and Monitoring System</dc:title>
  <dc:creator>DELL</dc:creator>
  <cp:lastModifiedBy>Mohammed Aloraibi</cp:lastModifiedBy>
  <cp:revision>173</cp:revision>
  <dcterms:modified xsi:type="dcterms:W3CDTF">2025-12-27T16:38:03Z</dcterms:modified>
</cp:coreProperties>
</file>